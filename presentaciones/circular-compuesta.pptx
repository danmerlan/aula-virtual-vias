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1" i="0">
                <a:solidFill>
                  <a:srgbClr val="387B0C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rgbClr val="387B0C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rgbClr val="387B0C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rgbClr val="387B0C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14300"/>
            <a:ext cx="2052935" cy="75438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79103" y="343969"/>
            <a:ext cx="8058784" cy="965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1" i="0">
                <a:solidFill>
                  <a:srgbClr val="387B0C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44952" y="1461024"/>
            <a:ext cx="7280909" cy="4624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11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4300"/>
            <a:ext cx="10058400" cy="754380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2344952" y="6798061"/>
            <a:ext cx="5677535" cy="495934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050" b="1">
                <a:latin typeface="Arial"/>
                <a:cs typeface="Arial"/>
              </a:rPr>
              <a:t>YULIETH</a:t>
            </a:r>
            <a:r>
              <a:rPr dirty="0" sz="3050" spc="35" b="1">
                <a:latin typeface="Arial"/>
                <a:cs typeface="Arial"/>
              </a:rPr>
              <a:t> </a:t>
            </a:r>
            <a:r>
              <a:rPr dirty="0" sz="3050" b="1">
                <a:latin typeface="Arial"/>
                <a:cs typeface="Arial"/>
              </a:rPr>
              <a:t>PÉREZ</a:t>
            </a:r>
            <a:r>
              <a:rPr dirty="0" sz="3050" spc="10" b="1">
                <a:latin typeface="Arial"/>
                <a:cs typeface="Arial"/>
              </a:rPr>
              <a:t> </a:t>
            </a:r>
            <a:r>
              <a:rPr dirty="0" sz="3050" spc="-10" b="1">
                <a:latin typeface="Arial"/>
                <a:cs typeface="Arial"/>
              </a:rPr>
              <a:t>HERNANDEZ</a:t>
            </a:r>
            <a:endParaRPr sz="305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183698" y="504093"/>
            <a:ext cx="7870825" cy="183578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115695" marR="5080" indent="-1103630">
              <a:lnSpc>
                <a:spcPct val="100699"/>
              </a:lnSpc>
              <a:spcBef>
                <a:spcPts val="90"/>
              </a:spcBef>
            </a:pPr>
            <a:r>
              <a:rPr dirty="0" sz="5900" spc="-420">
                <a:solidFill>
                  <a:srgbClr val="FFFFFF"/>
                </a:solidFill>
              </a:rPr>
              <a:t>DISEÑO</a:t>
            </a:r>
            <a:r>
              <a:rPr dirty="0" sz="5900" spc="-60">
                <a:solidFill>
                  <a:srgbClr val="FFFFFF"/>
                </a:solidFill>
              </a:rPr>
              <a:t> </a:t>
            </a:r>
            <a:r>
              <a:rPr dirty="0" sz="5900" spc="-195">
                <a:solidFill>
                  <a:srgbClr val="FFFFFF"/>
                </a:solidFill>
              </a:rPr>
              <a:t>GEOMÉTRICO </a:t>
            </a:r>
            <a:r>
              <a:rPr dirty="0" sz="5900" spc="-434">
                <a:solidFill>
                  <a:srgbClr val="FFFFFF"/>
                </a:solidFill>
              </a:rPr>
              <a:t>DE</a:t>
            </a:r>
            <a:r>
              <a:rPr dirty="0" sz="5900" spc="-65">
                <a:solidFill>
                  <a:srgbClr val="FFFFFF"/>
                </a:solidFill>
              </a:rPr>
              <a:t> </a:t>
            </a:r>
            <a:r>
              <a:rPr dirty="0" sz="5900" spc="-430">
                <a:solidFill>
                  <a:srgbClr val="FFFFFF"/>
                </a:solidFill>
              </a:rPr>
              <a:t>CARRETERAS</a:t>
            </a:r>
            <a:endParaRPr sz="5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8610" y="114300"/>
            <a:ext cx="8319789" cy="3310235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3299459" y="406908"/>
            <a:ext cx="2839720" cy="746760"/>
          </a:xfrm>
          <a:custGeom>
            <a:avLst/>
            <a:gdLst/>
            <a:ahLst/>
            <a:cxnLst/>
            <a:rect l="l" t="t" r="r" b="b"/>
            <a:pathLst>
              <a:path w="2839720" h="746760">
                <a:moveTo>
                  <a:pt x="409765" y="733044"/>
                </a:moveTo>
                <a:lnTo>
                  <a:pt x="254412" y="733044"/>
                </a:lnTo>
                <a:lnTo>
                  <a:pt x="0" y="12191"/>
                </a:lnTo>
                <a:lnTo>
                  <a:pt x="157638" y="12191"/>
                </a:lnTo>
                <a:lnTo>
                  <a:pt x="337566" y="545592"/>
                </a:lnTo>
                <a:lnTo>
                  <a:pt x="476790" y="545592"/>
                </a:lnTo>
                <a:lnTo>
                  <a:pt x="409765" y="733044"/>
                </a:lnTo>
                <a:close/>
              </a:path>
              <a:path w="2839720" h="746760">
                <a:moveTo>
                  <a:pt x="476790" y="545592"/>
                </a:moveTo>
                <a:lnTo>
                  <a:pt x="337566" y="545592"/>
                </a:lnTo>
                <a:lnTo>
                  <a:pt x="513969" y="12191"/>
                </a:lnTo>
                <a:lnTo>
                  <a:pt x="667512" y="12191"/>
                </a:lnTo>
                <a:lnTo>
                  <a:pt x="476790" y="545592"/>
                </a:lnTo>
                <a:close/>
              </a:path>
              <a:path w="2839720" h="746760">
                <a:moveTo>
                  <a:pt x="883919" y="733044"/>
                </a:moveTo>
                <a:lnTo>
                  <a:pt x="739140" y="733044"/>
                </a:lnTo>
                <a:lnTo>
                  <a:pt x="739140" y="12191"/>
                </a:lnTo>
                <a:lnTo>
                  <a:pt x="883919" y="12191"/>
                </a:lnTo>
                <a:lnTo>
                  <a:pt x="883919" y="733044"/>
                </a:lnTo>
                <a:close/>
              </a:path>
              <a:path w="2839720" h="746760">
                <a:moveTo>
                  <a:pt x="1104614" y="733044"/>
                </a:moveTo>
                <a:lnTo>
                  <a:pt x="949452" y="733044"/>
                </a:lnTo>
                <a:lnTo>
                  <a:pt x="1227105" y="12191"/>
                </a:lnTo>
                <a:lnTo>
                  <a:pt x="1385601" y="12191"/>
                </a:lnTo>
                <a:lnTo>
                  <a:pt x="1452166" y="179831"/>
                </a:lnTo>
                <a:lnTo>
                  <a:pt x="1305306" y="179831"/>
                </a:lnTo>
                <a:lnTo>
                  <a:pt x="1208055" y="448056"/>
                </a:lnTo>
                <a:lnTo>
                  <a:pt x="1558668" y="448056"/>
                </a:lnTo>
                <a:lnTo>
                  <a:pt x="1607079" y="569975"/>
                </a:lnTo>
                <a:lnTo>
                  <a:pt x="1163764" y="569975"/>
                </a:lnTo>
                <a:lnTo>
                  <a:pt x="1104614" y="733044"/>
                </a:lnTo>
                <a:close/>
              </a:path>
              <a:path w="2839720" h="746760">
                <a:moveTo>
                  <a:pt x="1558668" y="448056"/>
                </a:moveTo>
                <a:lnTo>
                  <a:pt x="1406366" y="448056"/>
                </a:lnTo>
                <a:lnTo>
                  <a:pt x="1305306" y="179831"/>
                </a:lnTo>
                <a:lnTo>
                  <a:pt x="1452166" y="179831"/>
                </a:lnTo>
                <a:lnTo>
                  <a:pt x="1558668" y="448056"/>
                </a:lnTo>
                <a:close/>
              </a:path>
              <a:path w="2839720" h="746760">
                <a:moveTo>
                  <a:pt x="1671828" y="733044"/>
                </a:moveTo>
                <a:lnTo>
                  <a:pt x="1513713" y="733044"/>
                </a:lnTo>
                <a:lnTo>
                  <a:pt x="1452276" y="569975"/>
                </a:lnTo>
                <a:lnTo>
                  <a:pt x="1607079" y="569975"/>
                </a:lnTo>
                <a:lnTo>
                  <a:pt x="1671828" y="733044"/>
                </a:lnTo>
                <a:close/>
              </a:path>
              <a:path w="2839720" h="746760">
                <a:moveTo>
                  <a:pt x="2272035" y="621792"/>
                </a:moveTo>
                <a:lnTo>
                  <a:pt x="2010346" y="621792"/>
                </a:lnTo>
                <a:lnTo>
                  <a:pt x="2043331" y="619988"/>
                </a:lnTo>
                <a:lnTo>
                  <a:pt x="2071985" y="614433"/>
                </a:lnTo>
                <a:lnTo>
                  <a:pt x="2116264" y="592074"/>
                </a:lnTo>
                <a:lnTo>
                  <a:pt x="2143006" y="559736"/>
                </a:lnTo>
                <a:lnTo>
                  <a:pt x="2151888" y="522255"/>
                </a:lnTo>
                <a:lnTo>
                  <a:pt x="2150957" y="509989"/>
                </a:lnTo>
                <a:lnTo>
                  <a:pt x="2128094" y="470066"/>
                </a:lnTo>
                <a:lnTo>
                  <a:pt x="2084736" y="447389"/>
                </a:lnTo>
                <a:lnTo>
                  <a:pt x="2042969" y="435256"/>
                </a:lnTo>
                <a:lnTo>
                  <a:pt x="1968627" y="416052"/>
                </a:lnTo>
                <a:lnTo>
                  <a:pt x="1914688" y="400837"/>
                </a:lnTo>
                <a:lnTo>
                  <a:pt x="1869447" y="383917"/>
                </a:lnTo>
                <a:lnTo>
                  <a:pt x="1832886" y="365300"/>
                </a:lnTo>
                <a:lnTo>
                  <a:pt x="1776094" y="313792"/>
                </a:lnTo>
                <a:lnTo>
                  <a:pt x="1755433" y="279320"/>
                </a:lnTo>
                <a:lnTo>
                  <a:pt x="1743024" y="241562"/>
                </a:lnTo>
                <a:lnTo>
                  <a:pt x="1738884" y="200501"/>
                </a:lnTo>
                <a:lnTo>
                  <a:pt x="1740829" y="173514"/>
                </a:lnTo>
                <a:lnTo>
                  <a:pt x="1754688" y="126539"/>
                </a:lnTo>
                <a:lnTo>
                  <a:pt x="1787207" y="75387"/>
                </a:lnTo>
                <a:lnTo>
                  <a:pt x="1831965" y="39019"/>
                </a:lnTo>
                <a:lnTo>
                  <a:pt x="1890190" y="14158"/>
                </a:lnTo>
                <a:lnTo>
                  <a:pt x="1960666" y="1623"/>
                </a:lnTo>
                <a:lnTo>
                  <a:pt x="2000440" y="0"/>
                </a:lnTo>
                <a:lnTo>
                  <a:pt x="2063771" y="3768"/>
                </a:lnTo>
                <a:lnTo>
                  <a:pt x="2118752" y="14930"/>
                </a:lnTo>
                <a:lnTo>
                  <a:pt x="2165394" y="33486"/>
                </a:lnTo>
                <a:lnTo>
                  <a:pt x="2203703" y="59435"/>
                </a:lnTo>
                <a:lnTo>
                  <a:pt x="2233782" y="91634"/>
                </a:lnTo>
                <a:lnTo>
                  <a:pt x="2250774" y="120395"/>
                </a:lnTo>
                <a:lnTo>
                  <a:pt x="1999107" y="120395"/>
                </a:lnTo>
                <a:lnTo>
                  <a:pt x="1971269" y="121967"/>
                </a:lnTo>
                <a:lnTo>
                  <a:pt x="1969948" y="121967"/>
                </a:lnTo>
                <a:lnTo>
                  <a:pt x="1943028" y="126968"/>
                </a:lnTo>
                <a:lnTo>
                  <a:pt x="1900523" y="146399"/>
                </a:lnTo>
                <a:lnTo>
                  <a:pt x="1877568" y="190881"/>
                </a:lnTo>
                <a:lnTo>
                  <a:pt x="1878922" y="203187"/>
                </a:lnTo>
                <a:lnTo>
                  <a:pt x="1917703" y="246090"/>
                </a:lnTo>
                <a:lnTo>
                  <a:pt x="1984283" y="270093"/>
                </a:lnTo>
                <a:lnTo>
                  <a:pt x="2081685" y="295026"/>
                </a:lnTo>
                <a:lnTo>
                  <a:pt x="2124241" y="307859"/>
                </a:lnTo>
                <a:lnTo>
                  <a:pt x="2188654" y="334232"/>
                </a:lnTo>
                <a:lnTo>
                  <a:pt x="2233862" y="366152"/>
                </a:lnTo>
                <a:lnTo>
                  <a:pt x="2267997" y="407860"/>
                </a:lnTo>
                <a:lnTo>
                  <a:pt x="2289512" y="460021"/>
                </a:lnTo>
                <a:lnTo>
                  <a:pt x="2296621" y="522255"/>
                </a:lnTo>
                <a:lnTo>
                  <a:pt x="2296668" y="523112"/>
                </a:lnTo>
                <a:lnTo>
                  <a:pt x="2294523" y="553759"/>
                </a:lnTo>
                <a:lnTo>
                  <a:pt x="2288083" y="583406"/>
                </a:lnTo>
                <a:lnTo>
                  <a:pt x="2277339" y="612052"/>
                </a:lnTo>
                <a:lnTo>
                  <a:pt x="2272035" y="621792"/>
                </a:lnTo>
                <a:close/>
              </a:path>
              <a:path w="2839720" h="746760">
                <a:moveTo>
                  <a:pt x="2130552" y="224028"/>
                </a:moveTo>
                <a:lnTo>
                  <a:pt x="2115966" y="176641"/>
                </a:lnTo>
                <a:lnTo>
                  <a:pt x="2090737" y="144684"/>
                </a:lnTo>
                <a:lnTo>
                  <a:pt x="2052566" y="126539"/>
                </a:lnTo>
                <a:lnTo>
                  <a:pt x="1999107" y="120395"/>
                </a:lnTo>
                <a:lnTo>
                  <a:pt x="2250774" y="120395"/>
                </a:lnTo>
                <a:lnTo>
                  <a:pt x="2255734" y="128789"/>
                </a:lnTo>
                <a:lnTo>
                  <a:pt x="2269578" y="170891"/>
                </a:lnTo>
                <a:lnTo>
                  <a:pt x="2275332" y="217931"/>
                </a:lnTo>
                <a:lnTo>
                  <a:pt x="2130552" y="224028"/>
                </a:lnTo>
                <a:close/>
              </a:path>
              <a:path w="2839720" h="746760">
                <a:moveTo>
                  <a:pt x="2008441" y="746760"/>
                </a:moveTo>
                <a:lnTo>
                  <a:pt x="1956390" y="744220"/>
                </a:lnTo>
                <a:lnTo>
                  <a:pt x="1909395" y="736591"/>
                </a:lnTo>
                <a:lnTo>
                  <a:pt x="1867461" y="723861"/>
                </a:lnTo>
                <a:lnTo>
                  <a:pt x="1830593" y="706014"/>
                </a:lnTo>
                <a:lnTo>
                  <a:pt x="1798796" y="683037"/>
                </a:lnTo>
                <a:lnTo>
                  <a:pt x="1765914" y="647499"/>
                </a:lnTo>
                <a:lnTo>
                  <a:pt x="1740408" y="604611"/>
                </a:lnTo>
                <a:lnTo>
                  <a:pt x="1722259" y="554383"/>
                </a:lnTo>
                <a:lnTo>
                  <a:pt x="1711452" y="496824"/>
                </a:lnTo>
                <a:lnTo>
                  <a:pt x="1853184" y="483108"/>
                </a:lnTo>
                <a:lnTo>
                  <a:pt x="1861240" y="516591"/>
                </a:lnTo>
                <a:lnTo>
                  <a:pt x="1872555" y="545306"/>
                </a:lnTo>
                <a:lnTo>
                  <a:pt x="1904999" y="588359"/>
                </a:lnTo>
                <a:lnTo>
                  <a:pt x="1950886" y="613505"/>
                </a:lnTo>
                <a:lnTo>
                  <a:pt x="2010346" y="621792"/>
                </a:lnTo>
                <a:lnTo>
                  <a:pt x="2272035" y="621792"/>
                </a:lnTo>
                <a:lnTo>
                  <a:pt x="2262282" y="639699"/>
                </a:lnTo>
                <a:lnTo>
                  <a:pt x="2220801" y="687121"/>
                </a:lnTo>
                <a:lnTo>
                  <a:pt x="2165032" y="720471"/>
                </a:lnTo>
                <a:lnTo>
                  <a:pt x="2094452" y="740187"/>
                </a:lnTo>
                <a:lnTo>
                  <a:pt x="2053375" y="745116"/>
                </a:lnTo>
                <a:lnTo>
                  <a:pt x="2008441" y="746760"/>
                </a:lnTo>
                <a:close/>
              </a:path>
              <a:path w="2839720" h="746760">
                <a:moveTo>
                  <a:pt x="2839212" y="733044"/>
                </a:moveTo>
                <a:lnTo>
                  <a:pt x="2694432" y="733044"/>
                </a:lnTo>
                <a:lnTo>
                  <a:pt x="2694432" y="12191"/>
                </a:lnTo>
                <a:lnTo>
                  <a:pt x="2839212" y="12191"/>
                </a:lnTo>
                <a:lnTo>
                  <a:pt x="2839212" y="7330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98736" y="3161658"/>
            <a:ext cx="6999605" cy="163512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183005" marR="5080" indent="-1170940">
              <a:lnSpc>
                <a:spcPct val="100600"/>
              </a:lnSpc>
              <a:spcBef>
                <a:spcPts val="90"/>
              </a:spcBef>
            </a:pPr>
            <a:r>
              <a:rPr dirty="0" sz="5250" spc="-375">
                <a:solidFill>
                  <a:srgbClr val="5D8223"/>
                </a:solidFill>
              </a:rPr>
              <a:t>DISEÑO</a:t>
            </a:r>
            <a:r>
              <a:rPr dirty="0" sz="5250" spc="-50">
                <a:solidFill>
                  <a:srgbClr val="5D8223"/>
                </a:solidFill>
              </a:rPr>
              <a:t> </a:t>
            </a:r>
            <a:r>
              <a:rPr dirty="0" sz="5250" spc="-175">
                <a:solidFill>
                  <a:srgbClr val="5D8223"/>
                </a:solidFill>
              </a:rPr>
              <a:t>GEOMÉTRICO </a:t>
            </a:r>
            <a:r>
              <a:rPr dirty="0" sz="5250" spc="-385">
                <a:solidFill>
                  <a:srgbClr val="5D8223"/>
                </a:solidFill>
              </a:rPr>
              <a:t>DE</a:t>
            </a:r>
            <a:r>
              <a:rPr dirty="0" sz="5250" spc="-65">
                <a:solidFill>
                  <a:srgbClr val="5D8223"/>
                </a:solidFill>
              </a:rPr>
              <a:t> </a:t>
            </a:r>
            <a:r>
              <a:rPr dirty="0" sz="5250" spc="-385">
                <a:solidFill>
                  <a:srgbClr val="5D8223"/>
                </a:solidFill>
              </a:rPr>
              <a:t>CARRETERAS</a:t>
            </a:r>
            <a:endParaRPr sz="5250"/>
          </a:p>
        </p:txBody>
      </p:sp>
      <p:sp>
        <p:nvSpPr>
          <p:cNvPr id="5" name="object 5" descr=""/>
          <p:cNvSpPr txBox="1"/>
          <p:nvPr/>
        </p:nvSpPr>
        <p:spPr>
          <a:xfrm>
            <a:off x="1675872" y="5563883"/>
            <a:ext cx="7045325" cy="1573530"/>
          </a:xfrm>
          <a:prstGeom prst="rect">
            <a:avLst/>
          </a:prstGeom>
        </p:spPr>
        <p:txBody>
          <a:bodyPr wrap="square" lIns="0" tIns="160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65"/>
              </a:spcBef>
            </a:pPr>
            <a:r>
              <a:rPr dirty="0" sz="4400" spc="-555" b="1">
                <a:solidFill>
                  <a:srgbClr val="5D8223"/>
                </a:solidFill>
                <a:latin typeface="Tahoma"/>
                <a:cs typeface="Tahoma"/>
              </a:rPr>
              <a:t>YULIETH</a:t>
            </a:r>
            <a:r>
              <a:rPr dirty="0" sz="4400" spc="-50" b="1">
                <a:solidFill>
                  <a:srgbClr val="5D8223"/>
                </a:solidFill>
                <a:latin typeface="Tahoma"/>
                <a:cs typeface="Tahoma"/>
              </a:rPr>
              <a:t> </a:t>
            </a:r>
            <a:r>
              <a:rPr dirty="0" sz="4400" spc="-509" b="1">
                <a:solidFill>
                  <a:srgbClr val="5D8223"/>
                </a:solidFill>
                <a:latin typeface="Tahoma"/>
                <a:cs typeface="Tahoma"/>
              </a:rPr>
              <a:t>PÉREZ</a:t>
            </a:r>
            <a:r>
              <a:rPr dirty="0" sz="4400" spc="-85" b="1">
                <a:solidFill>
                  <a:srgbClr val="5D8223"/>
                </a:solidFill>
                <a:latin typeface="Tahoma"/>
                <a:cs typeface="Tahoma"/>
              </a:rPr>
              <a:t> </a:t>
            </a:r>
            <a:r>
              <a:rPr dirty="0" sz="4400" spc="-320" b="1">
                <a:solidFill>
                  <a:srgbClr val="5D8223"/>
                </a:solidFill>
                <a:latin typeface="Tahoma"/>
                <a:cs typeface="Tahoma"/>
              </a:rPr>
              <a:t>HERNANDEZ</a:t>
            </a:r>
            <a:endParaRPr sz="4400">
              <a:latin typeface="Tahoma"/>
              <a:cs typeface="Tahoma"/>
            </a:endParaRPr>
          </a:p>
          <a:p>
            <a:pPr marL="66040" marR="55880" indent="485775">
              <a:lnSpc>
                <a:spcPct val="121600"/>
              </a:lnSpc>
              <a:spcBef>
                <a:spcPts val="45"/>
              </a:spcBef>
              <a:tabLst>
                <a:tab pos="679450" algn="l"/>
                <a:tab pos="2903220" algn="l"/>
                <a:tab pos="3143250" algn="l"/>
                <a:tab pos="3390265" algn="l"/>
              </a:tabLst>
            </a:pPr>
            <a:r>
              <a:rPr dirty="0" sz="1950" spc="-135" b="1">
                <a:solidFill>
                  <a:srgbClr val="5D8223"/>
                </a:solidFill>
                <a:latin typeface="Tahoma"/>
                <a:cs typeface="Tahoma"/>
              </a:rPr>
              <a:t>INGENIERO</a:t>
            </a:r>
            <a:r>
              <a:rPr dirty="0" sz="1950" spc="30" b="1">
                <a:solidFill>
                  <a:srgbClr val="5D8223"/>
                </a:solidFill>
                <a:latin typeface="Tahoma"/>
                <a:cs typeface="Tahoma"/>
              </a:rPr>
              <a:t> </a:t>
            </a:r>
            <a:r>
              <a:rPr dirty="0" sz="1950" spc="-145" b="1">
                <a:solidFill>
                  <a:srgbClr val="5D8223"/>
                </a:solidFill>
                <a:latin typeface="Tahoma"/>
                <a:cs typeface="Tahoma"/>
              </a:rPr>
              <a:t>CIVIL</a:t>
            </a:r>
            <a:r>
              <a:rPr dirty="0" sz="1950" spc="10" b="1">
                <a:solidFill>
                  <a:srgbClr val="5D8223"/>
                </a:solidFill>
                <a:latin typeface="Tahoma"/>
                <a:cs typeface="Tahoma"/>
              </a:rPr>
              <a:t> </a:t>
            </a:r>
            <a:r>
              <a:rPr dirty="0" sz="1950" spc="-50" b="1">
                <a:solidFill>
                  <a:srgbClr val="5D8223"/>
                </a:solidFill>
                <a:latin typeface="Tahoma"/>
                <a:cs typeface="Tahoma"/>
              </a:rPr>
              <a:t>-</a:t>
            </a:r>
            <a:r>
              <a:rPr dirty="0" sz="1950" b="1">
                <a:solidFill>
                  <a:srgbClr val="5D8223"/>
                </a:solidFill>
                <a:latin typeface="Tahoma"/>
                <a:cs typeface="Tahoma"/>
              </a:rPr>
              <a:t>	</a:t>
            </a:r>
            <a:r>
              <a:rPr dirty="0" sz="1950" spc="-160" b="1">
                <a:solidFill>
                  <a:srgbClr val="5D8223"/>
                </a:solidFill>
                <a:latin typeface="Tahoma"/>
                <a:cs typeface="Tahoma"/>
              </a:rPr>
              <a:t>UNIVERSIDAD</a:t>
            </a:r>
            <a:r>
              <a:rPr dirty="0" sz="1950" spc="35" b="1">
                <a:solidFill>
                  <a:srgbClr val="5D8223"/>
                </a:solidFill>
                <a:latin typeface="Tahoma"/>
                <a:cs typeface="Tahoma"/>
              </a:rPr>
              <a:t> </a:t>
            </a:r>
            <a:r>
              <a:rPr dirty="0" sz="1950" spc="-145" b="1">
                <a:solidFill>
                  <a:srgbClr val="5D8223"/>
                </a:solidFill>
                <a:latin typeface="Tahoma"/>
                <a:cs typeface="Tahoma"/>
              </a:rPr>
              <a:t>DE</a:t>
            </a:r>
            <a:r>
              <a:rPr dirty="0" sz="1950" b="1">
                <a:solidFill>
                  <a:srgbClr val="5D8223"/>
                </a:solidFill>
                <a:latin typeface="Tahoma"/>
                <a:cs typeface="Tahoma"/>
              </a:rPr>
              <a:t> </a:t>
            </a:r>
            <a:r>
              <a:rPr dirty="0" sz="1950" spc="-10" b="1">
                <a:solidFill>
                  <a:srgbClr val="5D8223"/>
                </a:solidFill>
                <a:latin typeface="Tahoma"/>
                <a:cs typeface="Tahoma"/>
              </a:rPr>
              <a:t>CARTAGENA </a:t>
            </a:r>
            <a:r>
              <a:rPr dirty="0" sz="1950" spc="-20" b="1">
                <a:solidFill>
                  <a:srgbClr val="5D8223"/>
                </a:solidFill>
                <a:latin typeface="Tahoma"/>
                <a:cs typeface="Tahoma"/>
              </a:rPr>
              <a:t>ESP.</a:t>
            </a:r>
            <a:r>
              <a:rPr dirty="0" sz="1950" b="1">
                <a:solidFill>
                  <a:srgbClr val="5D8223"/>
                </a:solidFill>
                <a:latin typeface="Tahoma"/>
                <a:cs typeface="Tahoma"/>
              </a:rPr>
              <a:t>	</a:t>
            </a:r>
            <a:r>
              <a:rPr dirty="0" sz="1950" spc="-105" b="1">
                <a:solidFill>
                  <a:srgbClr val="5D8223"/>
                </a:solidFill>
                <a:latin typeface="Tahoma"/>
                <a:cs typeface="Tahoma"/>
              </a:rPr>
              <a:t>EN</a:t>
            </a:r>
            <a:r>
              <a:rPr dirty="0" sz="1950" spc="-35" b="1">
                <a:solidFill>
                  <a:srgbClr val="5D8223"/>
                </a:solidFill>
                <a:latin typeface="Tahoma"/>
                <a:cs typeface="Tahoma"/>
              </a:rPr>
              <a:t> </a:t>
            </a:r>
            <a:r>
              <a:rPr dirty="0" sz="1950" spc="-100" b="1">
                <a:solidFill>
                  <a:srgbClr val="5D8223"/>
                </a:solidFill>
                <a:latin typeface="Tahoma"/>
                <a:cs typeface="Tahoma"/>
              </a:rPr>
              <a:t>VIAS</a:t>
            </a:r>
            <a:r>
              <a:rPr dirty="0" sz="1950" spc="-35" b="1">
                <a:solidFill>
                  <a:srgbClr val="5D8223"/>
                </a:solidFill>
                <a:latin typeface="Tahoma"/>
                <a:cs typeface="Tahoma"/>
              </a:rPr>
              <a:t> </a:t>
            </a:r>
            <a:r>
              <a:rPr dirty="0" sz="1950" spc="-265" b="1">
                <a:solidFill>
                  <a:srgbClr val="5D8223"/>
                </a:solidFill>
                <a:latin typeface="Tahoma"/>
                <a:cs typeface="Tahoma"/>
              </a:rPr>
              <a:t>TERRESTRES</a:t>
            </a:r>
            <a:r>
              <a:rPr dirty="0" sz="1950" b="1">
                <a:solidFill>
                  <a:srgbClr val="5D8223"/>
                </a:solidFill>
                <a:latin typeface="Tahoma"/>
                <a:cs typeface="Tahoma"/>
              </a:rPr>
              <a:t>	</a:t>
            </a:r>
            <a:r>
              <a:rPr dirty="0" sz="1950" spc="-50" b="1">
                <a:solidFill>
                  <a:srgbClr val="5D8223"/>
                </a:solidFill>
                <a:latin typeface="Tahoma"/>
                <a:cs typeface="Tahoma"/>
              </a:rPr>
              <a:t>-</a:t>
            </a:r>
            <a:r>
              <a:rPr dirty="0" sz="1950" b="1">
                <a:solidFill>
                  <a:srgbClr val="5D8223"/>
                </a:solidFill>
                <a:latin typeface="Tahoma"/>
                <a:cs typeface="Tahoma"/>
              </a:rPr>
              <a:t>	</a:t>
            </a:r>
            <a:r>
              <a:rPr dirty="0" sz="1950" spc="-160" b="1">
                <a:solidFill>
                  <a:srgbClr val="5D8223"/>
                </a:solidFill>
                <a:latin typeface="Tahoma"/>
                <a:cs typeface="Tahoma"/>
              </a:rPr>
              <a:t>UNIVERSIDAD</a:t>
            </a:r>
            <a:r>
              <a:rPr dirty="0" sz="1950" spc="10" b="1">
                <a:solidFill>
                  <a:srgbClr val="5D8223"/>
                </a:solidFill>
                <a:latin typeface="Tahoma"/>
                <a:cs typeface="Tahoma"/>
              </a:rPr>
              <a:t> </a:t>
            </a:r>
            <a:r>
              <a:rPr dirty="0" sz="1950" spc="-140" b="1">
                <a:solidFill>
                  <a:srgbClr val="5D8223"/>
                </a:solidFill>
                <a:latin typeface="Tahoma"/>
                <a:cs typeface="Tahoma"/>
              </a:rPr>
              <a:t>DE</a:t>
            </a:r>
            <a:r>
              <a:rPr dirty="0" sz="1950" spc="15" b="1">
                <a:solidFill>
                  <a:srgbClr val="5D8223"/>
                </a:solidFill>
                <a:latin typeface="Tahoma"/>
                <a:cs typeface="Tahoma"/>
              </a:rPr>
              <a:t> </a:t>
            </a:r>
            <a:r>
              <a:rPr dirty="0" sz="1950" spc="-10" b="1">
                <a:solidFill>
                  <a:srgbClr val="5D8223"/>
                </a:solidFill>
                <a:latin typeface="Tahoma"/>
                <a:cs typeface="Tahoma"/>
              </a:rPr>
              <a:t>CARTAGENA</a:t>
            </a:r>
            <a:endParaRPr sz="19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738610" y="114300"/>
            <a:ext cx="8320405" cy="3782695"/>
            <a:chOff x="1738610" y="114300"/>
            <a:chExt cx="8320405" cy="378269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38610" y="114300"/>
              <a:ext cx="8319789" cy="3310235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3299459" y="406907"/>
              <a:ext cx="2839720" cy="746760"/>
            </a:xfrm>
            <a:custGeom>
              <a:avLst/>
              <a:gdLst/>
              <a:ahLst/>
              <a:cxnLst/>
              <a:rect l="l" t="t" r="r" b="b"/>
              <a:pathLst>
                <a:path w="2839720" h="746760">
                  <a:moveTo>
                    <a:pt x="409765" y="733044"/>
                  </a:moveTo>
                  <a:lnTo>
                    <a:pt x="254412" y="733044"/>
                  </a:lnTo>
                  <a:lnTo>
                    <a:pt x="0" y="12191"/>
                  </a:lnTo>
                  <a:lnTo>
                    <a:pt x="157638" y="12191"/>
                  </a:lnTo>
                  <a:lnTo>
                    <a:pt x="337566" y="545592"/>
                  </a:lnTo>
                  <a:lnTo>
                    <a:pt x="476790" y="545592"/>
                  </a:lnTo>
                  <a:lnTo>
                    <a:pt x="409765" y="733044"/>
                  </a:lnTo>
                  <a:close/>
                </a:path>
                <a:path w="2839720" h="746760">
                  <a:moveTo>
                    <a:pt x="476790" y="545592"/>
                  </a:moveTo>
                  <a:lnTo>
                    <a:pt x="337566" y="545592"/>
                  </a:lnTo>
                  <a:lnTo>
                    <a:pt x="513969" y="12191"/>
                  </a:lnTo>
                  <a:lnTo>
                    <a:pt x="667512" y="12191"/>
                  </a:lnTo>
                  <a:lnTo>
                    <a:pt x="476790" y="545592"/>
                  </a:lnTo>
                  <a:close/>
                </a:path>
                <a:path w="2839720" h="746760">
                  <a:moveTo>
                    <a:pt x="883919" y="733044"/>
                  </a:moveTo>
                  <a:lnTo>
                    <a:pt x="739140" y="733044"/>
                  </a:lnTo>
                  <a:lnTo>
                    <a:pt x="739140" y="12191"/>
                  </a:lnTo>
                  <a:lnTo>
                    <a:pt x="883919" y="12191"/>
                  </a:lnTo>
                  <a:lnTo>
                    <a:pt x="883919" y="733044"/>
                  </a:lnTo>
                  <a:close/>
                </a:path>
                <a:path w="2839720" h="746760">
                  <a:moveTo>
                    <a:pt x="1104614" y="733044"/>
                  </a:moveTo>
                  <a:lnTo>
                    <a:pt x="949452" y="733044"/>
                  </a:lnTo>
                  <a:lnTo>
                    <a:pt x="1227105" y="12191"/>
                  </a:lnTo>
                  <a:lnTo>
                    <a:pt x="1385601" y="12191"/>
                  </a:lnTo>
                  <a:lnTo>
                    <a:pt x="1452166" y="179831"/>
                  </a:lnTo>
                  <a:lnTo>
                    <a:pt x="1305306" y="179831"/>
                  </a:lnTo>
                  <a:lnTo>
                    <a:pt x="1208055" y="448056"/>
                  </a:lnTo>
                  <a:lnTo>
                    <a:pt x="1558668" y="448056"/>
                  </a:lnTo>
                  <a:lnTo>
                    <a:pt x="1607079" y="569975"/>
                  </a:lnTo>
                  <a:lnTo>
                    <a:pt x="1163764" y="569975"/>
                  </a:lnTo>
                  <a:lnTo>
                    <a:pt x="1104614" y="733044"/>
                  </a:lnTo>
                  <a:close/>
                </a:path>
                <a:path w="2839720" h="746760">
                  <a:moveTo>
                    <a:pt x="1558668" y="448056"/>
                  </a:moveTo>
                  <a:lnTo>
                    <a:pt x="1406366" y="448056"/>
                  </a:lnTo>
                  <a:lnTo>
                    <a:pt x="1305306" y="179831"/>
                  </a:lnTo>
                  <a:lnTo>
                    <a:pt x="1452166" y="179831"/>
                  </a:lnTo>
                  <a:lnTo>
                    <a:pt x="1558668" y="448056"/>
                  </a:lnTo>
                  <a:close/>
                </a:path>
                <a:path w="2839720" h="746760">
                  <a:moveTo>
                    <a:pt x="1671828" y="733044"/>
                  </a:moveTo>
                  <a:lnTo>
                    <a:pt x="1513713" y="733044"/>
                  </a:lnTo>
                  <a:lnTo>
                    <a:pt x="1452276" y="569975"/>
                  </a:lnTo>
                  <a:lnTo>
                    <a:pt x="1607079" y="569975"/>
                  </a:lnTo>
                  <a:lnTo>
                    <a:pt x="1671828" y="733044"/>
                  </a:lnTo>
                  <a:close/>
                </a:path>
                <a:path w="2839720" h="746760">
                  <a:moveTo>
                    <a:pt x="2272035" y="621792"/>
                  </a:moveTo>
                  <a:lnTo>
                    <a:pt x="2010346" y="621792"/>
                  </a:lnTo>
                  <a:lnTo>
                    <a:pt x="2043331" y="619988"/>
                  </a:lnTo>
                  <a:lnTo>
                    <a:pt x="2071985" y="614433"/>
                  </a:lnTo>
                  <a:lnTo>
                    <a:pt x="2116264" y="592074"/>
                  </a:lnTo>
                  <a:lnTo>
                    <a:pt x="2143006" y="559736"/>
                  </a:lnTo>
                  <a:lnTo>
                    <a:pt x="2151888" y="522255"/>
                  </a:lnTo>
                  <a:lnTo>
                    <a:pt x="2150957" y="509989"/>
                  </a:lnTo>
                  <a:lnTo>
                    <a:pt x="2128094" y="470066"/>
                  </a:lnTo>
                  <a:lnTo>
                    <a:pt x="2084736" y="447389"/>
                  </a:lnTo>
                  <a:lnTo>
                    <a:pt x="2042969" y="435256"/>
                  </a:lnTo>
                  <a:lnTo>
                    <a:pt x="1968627" y="416052"/>
                  </a:lnTo>
                  <a:lnTo>
                    <a:pt x="1914688" y="400837"/>
                  </a:lnTo>
                  <a:lnTo>
                    <a:pt x="1869447" y="383917"/>
                  </a:lnTo>
                  <a:lnTo>
                    <a:pt x="1832886" y="365300"/>
                  </a:lnTo>
                  <a:lnTo>
                    <a:pt x="1776094" y="313792"/>
                  </a:lnTo>
                  <a:lnTo>
                    <a:pt x="1755433" y="279320"/>
                  </a:lnTo>
                  <a:lnTo>
                    <a:pt x="1743024" y="241562"/>
                  </a:lnTo>
                  <a:lnTo>
                    <a:pt x="1738884" y="200501"/>
                  </a:lnTo>
                  <a:lnTo>
                    <a:pt x="1740829" y="173514"/>
                  </a:lnTo>
                  <a:lnTo>
                    <a:pt x="1754688" y="126539"/>
                  </a:lnTo>
                  <a:lnTo>
                    <a:pt x="1787207" y="75387"/>
                  </a:lnTo>
                  <a:lnTo>
                    <a:pt x="1831965" y="39019"/>
                  </a:lnTo>
                  <a:lnTo>
                    <a:pt x="1890190" y="14158"/>
                  </a:lnTo>
                  <a:lnTo>
                    <a:pt x="1960666" y="1623"/>
                  </a:lnTo>
                  <a:lnTo>
                    <a:pt x="2000440" y="0"/>
                  </a:lnTo>
                  <a:lnTo>
                    <a:pt x="2063771" y="3768"/>
                  </a:lnTo>
                  <a:lnTo>
                    <a:pt x="2118752" y="14930"/>
                  </a:lnTo>
                  <a:lnTo>
                    <a:pt x="2165394" y="33486"/>
                  </a:lnTo>
                  <a:lnTo>
                    <a:pt x="2203703" y="59435"/>
                  </a:lnTo>
                  <a:lnTo>
                    <a:pt x="2233782" y="91634"/>
                  </a:lnTo>
                  <a:lnTo>
                    <a:pt x="2250774" y="120395"/>
                  </a:lnTo>
                  <a:lnTo>
                    <a:pt x="1999107" y="120395"/>
                  </a:lnTo>
                  <a:lnTo>
                    <a:pt x="1971269" y="121967"/>
                  </a:lnTo>
                  <a:lnTo>
                    <a:pt x="1969948" y="121967"/>
                  </a:lnTo>
                  <a:lnTo>
                    <a:pt x="1943028" y="126968"/>
                  </a:lnTo>
                  <a:lnTo>
                    <a:pt x="1900523" y="146399"/>
                  </a:lnTo>
                  <a:lnTo>
                    <a:pt x="1877568" y="190881"/>
                  </a:lnTo>
                  <a:lnTo>
                    <a:pt x="1878922" y="203187"/>
                  </a:lnTo>
                  <a:lnTo>
                    <a:pt x="1917703" y="246090"/>
                  </a:lnTo>
                  <a:lnTo>
                    <a:pt x="1984283" y="270093"/>
                  </a:lnTo>
                  <a:lnTo>
                    <a:pt x="2081685" y="295026"/>
                  </a:lnTo>
                  <a:lnTo>
                    <a:pt x="2124241" y="307859"/>
                  </a:lnTo>
                  <a:lnTo>
                    <a:pt x="2188654" y="334232"/>
                  </a:lnTo>
                  <a:lnTo>
                    <a:pt x="2233862" y="366152"/>
                  </a:lnTo>
                  <a:lnTo>
                    <a:pt x="2267997" y="407860"/>
                  </a:lnTo>
                  <a:lnTo>
                    <a:pt x="2289512" y="460021"/>
                  </a:lnTo>
                  <a:lnTo>
                    <a:pt x="2296621" y="522255"/>
                  </a:lnTo>
                  <a:lnTo>
                    <a:pt x="2296668" y="523112"/>
                  </a:lnTo>
                  <a:lnTo>
                    <a:pt x="2294523" y="553759"/>
                  </a:lnTo>
                  <a:lnTo>
                    <a:pt x="2288083" y="583406"/>
                  </a:lnTo>
                  <a:lnTo>
                    <a:pt x="2277339" y="612052"/>
                  </a:lnTo>
                  <a:lnTo>
                    <a:pt x="2272035" y="621792"/>
                  </a:lnTo>
                  <a:close/>
                </a:path>
                <a:path w="2839720" h="746760">
                  <a:moveTo>
                    <a:pt x="2130552" y="224028"/>
                  </a:moveTo>
                  <a:lnTo>
                    <a:pt x="2115966" y="176641"/>
                  </a:lnTo>
                  <a:lnTo>
                    <a:pt x="2090737" y="144684"/>
                  </a:lnTo>
                  <a:lnTo>
                    <a:pt x="2052566" y="126539"/>
                  </a:lnTo>
                  <a:lnTo>
                    <a:pt x="1999107" y="120395"/>
                  </a:lnTo>
                  <a:lnTo>
                    <a:pt x="2250774" y="120395"/>
                  </a:lnTo>
                  <a:lnTo>
                    <a:pt x="2255734" y="128789"/>
                  </a:lnTo>
                  <a:lnTo>
                    <a:pt x="2269578" y="170891"/>
                  </a:lnTo>
                  <a:lnTo>
                    <a:pt x="2275332" y="217931"/>
                  </a:lnTo>
                  <a:lnTo>
                    <a:pt x="2130552" y="224028"/>
                  </a:lnTo>
                  <a:close/>
                </a:path>
                <a:path w="2839720" h="746760">
                  <a:moveTo>
                    <a:pt x="2008441" y="746760"/>
                  </a:moveTo>
                  <a:lnTo>
                    <a:pt x="1956390" y="744220"/>
                  </a:lnTo>
                  <a:lnTo>
                    <a:pt x="1909395" y="736591"/>
                  </a:lnTo>
                  <a:lnTo>
                    <a:pt x="1867461" y="723861"/>
                  </a:lnTo>
                  <a:lnTo>
                    <a:pt x="1830593" y="706014"/>
                  </a:lnTo>
                  <a:lnTo>
                    <a:pt x="1798796" y="683037"/>
                  </a:lnTo>
                  <a:lnTo>
                    <a:pt x="1765914" y="647499"/>
                  </a:lnTo>
                  <a:lnTo>
                    <a:pt x="1740408" y="604611"/>
                  </a:lnTo>
                  <a:lnTo>
                    <a:pt x="1722259" y="554383"/>
                  </a:lnTo>
                  <a:lnTo>
                    <a:pt x="1711452" y="496824"/>
                  </a:lnTo>
                  <a:lnTo>
                    <a:pt x="1853184" y="483108"/>
                  </a:lnTo>
                  <a:lnTo>
                    <a:pt x="1861240" y="516591"/>
                  </a:lnTo>
                  <a:lnTo>
                    <a:pt x="1872555" y="545306"/>
                  </a:lnTo>
                  <a:lnTo>
                    <a:pt x="1904999" y="588359"/>
                  </a:lnTo>
                  <a:lnTo>
                    <a:pt x="1950886" y="613505"/>
                  </a:lnTo>
                  <a:lnTo>
                    <a:pt x="2010346" y="621792"/>
                  </a:lnTo>
                  <a:lnTo>
                    <a:pt x="2272035" y="621792"/>
                  </a:lnTo>
                  <a:lnTo>
                    <a:pt x="2262282" y="639699"/>
                  </a:lnTo>
                  <a:lnTo>
                    <a:pt x="2220801" y="687121"/>
                  </a:lnTo>
                  <a:lnTo>
                    <a:pt x="2165032" y="720471"/>
                  </a:lnTo>
                  <a:lnTo>
                    <a:pt x="2094452" y="740187"/>
                  </a:lnTo>
                  <a:lnTo>
                    <a:pt x="2053375" y="745116"/>
                  </a:lnTo>
                  <a:lnTo>
                    <a:pt x="2008441" y="746760"/>
                  </a:lnTo>
                  <a:close/>
                </a:path>
                <a:path w="2839720" h="746760">
                  <a:moveTo>
                    <a:pt x="2839212" y="733044"/>
                  </a:moveTo>
                  <a:lnTo>
                    <a:pt x="2694432" y="733044"/>
                  </a:lnTo>
                  <a:lnTo>
                    <a:pt x="2694432" y="12191"/>
                  </a:lnTo>
                  <a:lnTo>
                    <a:pt x="2839212" y="12191"/>
                  </a:lnTo>
                  <a:lnTo>
                    <a:pt x="2839212" y="7330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811779" y="2970276"/>
              <a:ext cx="4144645" cy="927100"/>
            </a:xfrm>
            <a:custGeom>
              <a:avLst/>
              <a:gdLst/>
              <a:ahLst/>
              <a:cxnLst/>
              <a:rect l="l" t="t" r="r" b="b"/>
              <a:pathLst>
                <a:path w="4144645" h="927100">
                  <a:moveTo>
                    <a:pt x="468820" y="926592"/>
                  </a:moveTo>
                  <a:lnTo>
                    <a:pt x="418448" y="924559"/>
                  </a:lnTo>
                  <a:lnTo>
                    <a:pt x="370415" y="918460"/>
                  </a:lnTo>
                  <a:lnTo>
                    <a:pt x="324722" y="908288"/>
                  </a:lnTo>
                  <a:lnTo>
                    <a:pt x="281368" y="894040"/>
                  </a:lnTo>
                  <a:lnTo>
                    <a:pt x="240354" y="875711"/>
                  </a:lnTo>
                  <a:lnTo>
                    <a:pt x="201679" y="853297"/>
                  </a:lnTo>
                  <a:lnTo>
                    <a:pt x="165345" y="826793"/>
                  </a:lnTo>
                  <a:lnTo>
                    <a:pt x="131349" y="796194"/>
                  </a:lnTo>
                  <a:lnTo>
                    <a:pt x="96511" y="757461"/>
                  </a:lnTo>
                  <a:lnTo>
                    <a:pt x="67029" y="715718"/>
                  </a:lnTo>
                  <a:lnTo>
                    <a:pt x="42903" y="670966"/>
                  </a:lnTo>
                  <a:lnTo>
                    <a:pt x="24135" y="623205"/>
                  </a:lnTo>
                  <a:lnTo>
                    <a:pt x="10727" y="572435"/>
                  </a:lnTo>
                  <a:lnTo>
                    <a:pt x="2682" y="518655"/>
                  </a:lnTo>
                  <a:lnTo>
                    <a:pt x="0" y="461867"/>
                  </a:lnTo>
                  <a:lnTo>
                    <a:pt x="2283" y="412763"/>
                  </a:lnTo>
                  <a:lnTo>
                    <a:pt x="2398" y="410284"/>
                  </a:lnTo>
                  <a:lnTo>
                    <a:pt x="9589" y="361037"/>
                  </a:lnTo>
                  <a:lnTo>
                    <a:pt x="21561" y="314132"/>
                  </a:lnTo>
                  <a:lnTo>
                    <a:pt x="38307" y="269571"/>
                  </a:lnTo>
                  <a:lnTo>
                    <a:pt x="59816" y="227361"/>
                  </a:lnTo>
                  <a:lnTo>
                    <a:pt x="85784" y="187985"/>
                  </a:lnTo>
                  <a:lnTo>
                    <a:pt x="115903" y="151809"/>
                  </a:lnTo>
                  <a:lnTo>
                    <a:pt x="150164" y="118833"/>
                  </a:lnTo>
                  <a:lnTo>
                    <a:pt x="188558" y="89058"/>
                  </a:lnTo>
                  <a:lnTo>
                    <a:pt x="231076" y="62484"/>
                  </a:lnTo>
                  <a:lnTo>
                    <a:pt x="276349" y="40047"/>
                  </a:lnTo>
                  <a:lnTo>
                    <a:pt x="323007" y="22576"/>
                  </a:lnTo>
                  <a:lnTo>
                    <a:pt x="371041" y="10075"/>
                  </a:lnTo>
                  <a:lnTo>
                    <a:pt x="420442" y="2548"/>
                  </a:lnTo>
                  <a:lnTo>
                    <a:pt x="471201" y="0"/>
                  </a:lnTo>
                  <a:lnTo>
                    <a:pt x="525406" y="2945"/>
                  </a:lnTo>
                  <a:lnTo>
                    <a:pt x="578584" y="11632"/>
                  </a:lnTo>
                  <a:lnTo>
                    <a:pt x="630744" y="26052"/>
                  </a:lnTo>
                  <a:lnTo>
                    <a:pt x="681894" y="46196"/>
                  </a:lnTo>
                  <a:lnTo>
                    <a:pt x="730793" y="71738"/>
                  </a:lnTo>
                  <a:lnTo>
                    <a:pt x="776192" y="102084"/>
                  </a:lnTo>
                  <a:lnTo>
                    <a:pt x="818090" y="137252"/>
                  </a:lnTo>
                  <a:lnTo>
                    <a:pt x="842866" y="163068"/>
                  </a:lnTo>
                  <a:lnTo>
                    <a:pt x="469010" y="163068"/>
                  </a:lnTo>
                  <a:lnTo>
                    <a:pt x="419976" y="166564"/>
                  </a:lnTo>
                  <a:lnTo>
                    <a:pt x="374141" y="176937"/>
                  </a:lnTo>
                  <a:lnTo>
                    <a:pt x="331508" y="194182"/>
                  </a:lnTo>
                  <a:lnTo>
                    <a:pt x="292074" y="218294"/>
                  </a:lnTo>
                  <a:lnTo>
                    <a:pt x="255841" y="249269"/>
                  </a:lnTo>
                  <a:lnTo>
                    <a:pt x="224661" y="285376"/>
                  </a:lnTo>
                  <a:lnTo>
                    <a:pt x="200395" y="324661"/>
                  </a:lnTo>
                  <a:lnTo>
                    <a:pt x="183050" y="367124"/>
                  </a:lnTo>
                  <a:lnTo>
                    <a:pt x="172637" y="412763"/>
                  </a:lnTo>
                  <a:lnTo>
                    <a:pt x="169163" y="461581"/>
                  </a:lnTo>
                  <a:lnTo>
                    <a:pt x="171571" y="504351"/>
                  </a:lnTo>
                  <a:lnTo>
                    <a:pt x="178784" y="544639"/>
                  </a:lnTo>
                  <a:lnTo>
                    <a:pt x="190782" y="582426"/>
                  </a:lnTo>
                  <a:lnTo>
                    <a:pt x="207549" y="617696"/>
                  </a:lnTo>
                  <a:lnTo>
                    <a:pt x="228748" y="649989"/>
                  </a:lnTo>
                  <a:lnTo>
                    <a:pt x="283041" y="703501"/>
                  </a:lnTo>
                  <a:lnTo>
                    <a:pt x="316134" y="724757"/>
                  </a:lnTo>
                  <a:lnTo>
                    <a:pt x="352176" y="741757"/>
                  </a:lnTo>
                  <a:lnTo>
                    <a:pt x="390155" y="753891"/>
                  </a:lnTo>
                  <a:lnTo>
                    <a:pt x="430082" y="761150"/>
                  </a:lnTo>
                  <a:lnTo>
                    <a:pt x="471963" y="763524"/>
                  </a:lnTo>
                  <a:lnTo>
                    <a:pt x="845490" y="763524"/>
                  </a:lnTo>
                  <a:lnTo>
                    <a:pt x="814097" y="792705"/>
                  </a:lnTo>
                  <a:lnTo>
                    <a:pt x="776196" y="824017"/>
                  </a:lnTo>
                  <a:lnTo>
                    <a:pt x="739162" y="850606"/>
                  </a:lnTo>
                  <a:lnTo>
                    <a:pt x="702998" y="872477"/>
                  </a:lnTo>
                  <a:lnTo>
                    <a:pt x="667702" y="889635"/>
                  </a:lnTo>
                  <a:lnTo>
                    <a:pt x="622589" y="905817"/>
                  </a:lnTo>
                  <a:lnTo>
                    <a:pt x="574405" y="917364"/>
                  </a:lnTo>
                  <a:lnTo>
                    <a:pt x="523148" y="924286"/>
                  </a:lnTo>
                  <a:lnTo>
                    <a:pt x="468820" y="926592"/>
                  </a:lnTo>
                  <a:close/>
                </a:path>
                <a:path w="4144645" h="927100">
                  <a:moveTo>
                    <a:pt x="738854" y="289274"/>
                  </a:moveTo>
                  <a:lnTo>
                    <a:pt x="698062" y="250761"/>
                  </a:lnTo>
                  <a:lnTo>
                    <a:pt x="655602" y="219237"/>
                  </a:lnTo>
                  <a:lnTo>
                    <a:pt x="611469" y="194702"/>
                  </a:lnTo>
                  <a:lnTo>
                    <a:pt x="565661" y="177161"/>
                  </a:lnTo>
                  <a:lnTo>
                    <a:pt x="517947" y="166564"/>
                  </a:lnTo>
                  <a:lnTo>
                    <a:pt x="517472" y="166564"/>
                  </a:lnTo>
                  <a:lnTo>
                    <a:pt x="469010" y="163068"/>
                  </a:lnTo>
                  <a:lnTo>
                    <a:pt x="842866" y="163068"/>
                  </a:lnTo>
                  <a:lnTo>
                    <a:pt x="856393" y="177161"/>
                  </a:lnTo>
                  <a:lnTo>
                    <a:pt x="856591" y="177161"/>
                  </a:lnTo>
                  <a:lnTo>
                    <a:pt x="738854" y="289274"/>
                  </a:lnTo>
                  <a:close/>
                </a:path>
                <a:path w="4144645" h="927100">
                  <a:moveTo>
                    <a:pt x="845490" y="763524"/>
                  </a:moveTo>
                  <a:lnTo>
                    <a:pt x="471963" y="763524"/>
                  </a:lnTo>
                  <a:lnTo>
                    <a:pt x="507808" y="761880"/>
                  </a:lnTo>
                  <a:lnTo>
                    <a:pt x="542055" y="756808"/>
                  </a:lnTo>
                  <a:lnTo>
                    <a:pt x="605789" y="736377"/>
                  </a:lnTo>
                  <a:lnTo>
                    <a:pt x="669369" y="698075"/>
                  </a:lnTo>
                  <a:lnTo>
                    <a:pt x="703409" y="670543"/>
                  </a:lnTo>
                  <a:lnTo>
                    <a:pt x="738949" y="637413"/>
                  </a:lnTo>
                  <a:lnTo>
                    <a:pt x="852868" y="756666"/>
                  </a:lnTo>
                  <a:lnTo>
                    <a:pt x="845490" y="763524"/>
                  </a:lnTo>
                  <a:close/>
                </a:path>
                <a:path w="4144645" h="927100">
                  <a:moveTo>
                    <a:pt x="1296733" y="926592"/>
                  </a:moveTo>
                  <a:lnTo>
                    <a:pt x="1250209" y="923841"/>
                  </a:lnTo>
                  <a:lnTo>
                    <a:pt x="1206793" y="915590"/>
                  </a:lnTo>
                  <a:lnTo>
                    <a:pt x="1166485" y="901838"/>
                  </a:lnTo>
                  <a:lnTo>
                    <a:pt x="1129284" y="882586"/>
                  </a:lnTo>
                  <a:lnTo>
                    <a:pt x="1096227" y="859174"/>
                  </a:lnTo>
                  <a:lnTo>
                    <a:pt x="1068216" y="832949"/>
                  </a:lnTo>
                  <a:lnTo>
                    <a:pt x="1027366" y="772096"/>
                  </a:lnTo>
                  <a:lnTo>
                    <a:pt x="1007764" y="704418"/>
                  </a:lnTo>
                  <a:lnTo>
                    <a:pt x="1001621" y="659584"/>
                  </a:lnTo>
                  <a:lnTo>
                    <a:pt x="997928" y="607406"/>
                  </a:lnTo>
                  <a:lnTo>
                    <a:pt x="996696" y="547878"/>
                  </a:lnTo>
                  <a:lnTo>
                    <a:pt x="996696" y="21336"/>
                  </a:lnTo>
                  <a:lnTo>
                    <a:pt x="1164336" y="21336"/>
                  </a:lnTo>
                  <a:lnTo>
                    <a:pt x="1164336" y="592074"/>
                  </a:lnTo>
                  <a:lnTo>
                    <a:pt x="1165156" y="626294"/>
                  </a:lnTo>
                  <a:lnTo>
                    <a:pt x="1171689" y="678482"/>
                  </a:lnTo>
                  <a:lnTo>
                    <a:pt x="1194744" y="723971"/>
                  </a:lnTo>
                  <a:lnTo>
                    <a:pt x="1236321" y="753330"/>
                  </a:lnTo>
                  <a:lnTo>
                    <a:pt x="1271907" y="762309"/>
                  </a:lnTo>
                  <a:lnTo>
                    <a:pt x="1270227" y="762309"/>
                  </a:lnTo>
                  <a:lnTo>
                    <a:pt x="1293114" y="763524"/>
                  </a:lnTo>
                  <a:lnTo>
                    <a:pt x="1568818" y="763524"/>
                  </a:lnTo>
                  <a:lnTo>
                    <a:pt x="1558718" y="783597"/>
                  </a:lnTo>
                  <a:lnTo>
                    <a:pt x="1523142" y="832485"/>
                  </a:lnTo>
                  <a:lnTo>
                    <a:pt x="1477565" y="874264"/>
                  </a:lnTo>
                  <a:lnTo>
                    <a:pt x="1425416" y="903541"/>
                  </a:lnTo>
                  <a:lnTo>
                    <a:pt x="1365611" y="920853"/>
                  </a:lnTo>
                  <a:lnTo>
                    <a:pt x="1332310" y="925160"/>
                  </a:lnTo>
                  <a:lnTo>
                    <a:pt x="1296733" y="926592"/>
                  </a:lnTo>
                  <a:close/>
                </a:path>
                <a:path w="4144645" h="927100">
                  <a:moveTo>
                    <a:pt x="1568818" y="763524"/>
                  </a:moveTo>
                  <a:lnTo>
                    <a:pt x="1293114" y="763524"/>
                  </a:lnTo>
                  <a:lnTo>
                    <a:pt x="1314831" y="762309"/>
                  </a:lnTo>
                  <a:lnTo>
                    <a:pt x="1335277" y="758466"/>
                  </a:lnTo>
                  <a:lnTo>
                    <a:pt x="1335141" y="758466"/>
                  </a:lnTo>
                  <a:lnTo>
                    <a:pt x="1353550" y="752165"/>
                  </a:lnTo>
                  <a:lnTo>
                    <a:pt x="1370552" y="743235"/>
                  </a:lnTo>
                  <a:lnTo>
                    <a:pt x="1408043" y="706454"/>
                  </a:lnTo>
                  <a:lnTo>
                    <a:pt x="1424892" y="645628"/>
                  </a:lnTo>
                  <a:lnTo>
                    <a:pt x="1427988" y="571119"/>
                  </a:lnTo>
                  <a:lnTo>
                    <a:pt x="1427988" y="21336"/>
                  </a:lnTo>
                  <a:lnTo>
                    <a:pt x="1595628" y="21336"/>
                  </a:lnTo>
                  <a:lnTo>
                    <a:pt x="1595628" y="547878"/>
                  </a:lnTo>
                  <a:lnTo>
                    <a:pt x="1594727" y="607406"/>
                  </a:lnTo>
                  <a:lnTo>
                    <a:pt x="1591957" y="659584"/>
                  </a:lnTo>
                  <a:lnTo>
                    <a:pt x="1587189" y="701955"/>
                  </a:lnTo>
                  <a:lnTo>
                    <a:pt x="1571363" y="758466"/>
                  </a:lnTo>
                  <a:lnTo>
                    <a:pt x="1568818" y="763524"/>
                  </a:lnTo>
                  <a:close/>
                </a:path>
                <a:path w="4144645" h="927100">
                  <a:moveTo>
                    <a:pt x="1970532" y="905256"/>
                  </a:moveTo>
                  <a:lnTo>
                    <a:pt x="1802892" y="905256"/>
                  </a:lnTo>
                  <a:lnTo>
                    <a:pt x="1802892" y="21336"/>
                  </a:lnTo>
                  <a:lnTo>
                    <a:pt x="1981009" y="21336"/>
                  </a:lnTo>
                  <a:lnTo>
                    <a:pt x="2048962" y="23032"/>
                  </a:lnTo>
                  <a:lnTo>
                    <a:pt x="2106370" y="27979"/>
                  </a:lnTo>
                  <a:lnTo>
                    <a:pt x="2153223" y="36177"/>
                  </a:lnTo>
                  <a:lnTo>
                    <a:pt x="2219012" y="62914"/>
                  </a:lnTo>
                  <a:lnTo>
                    <a:pt x="2268941" y="106386"/>
                  </a:lnTo>
                  <a:lnTo>
                    <a:pt x="2305890" y="166410"/>
                  </a:lnTo>
                  <a:lnTo>
                    <a:pt x="2312557" y="185928"/>
                  </a:lnTo>
                  <a:lnTo>
                    <a:pt x="1970532" y="185928"/>
                  </a:lnTo>
                  <a:lnTo>
                    <a:pt x="1970532" y="367284"/>
                  </a:lnTo>
                  <a:lnTo>
                    <a:pt x="2313472" y="367284"/>
                  </a:lnTo>
                  <a:lnTo>
                    <a:pt x="2303640" y="393421"/>
                  </a:lnTo>
                  <a:lnTo>
                    <a:pt x="2261797" y="452087"/>
                  </a:lnTo>
                  <a:lnTo>
                    <a:pt x="2198724" y="496417"/>
                  </a:lnTo>
                  <a:lnTo>
                    <a:pt x="2159222" y="513207"/>
                  </a:lnTo>
                  <a:lnTo>
                    <a:pt x="2169214" y="531876"/>
                  </a:lnTo>
                  <a:lnTo>
                    <a:pt x="1970532" y="531876"/>
                  </a:lnTo>
                  <a:lnTo>
                    <a:pt x="1970532" y="905256"/>
                  </a:lnTo>
                  <a:close/>
                </a:path>
                <a:path w="4144645" h="927100">
                  <a:moveTo>
                    <a:pt x="2313472" y="367284"/>
                  </a:moveTo>
                  <a:lnTo>
                    <a:pt x="2023205" y="367284"/>
                  </a:lnTo>
                  <a:lnTo>
                    <a:pt x="2060227" y="366032"/>
                  </a:lnTo>
                  <a:lnTo>
                    <a:pt x="2090999" y="362128"/>
                  </a:lnTo>
                  <a:lnTo>
                    <a:pt x="2133790" y="346329"/>
                  </a:lnTo>
                  <a:lnTo>
                    <a:pt x="2162186" y="299073"/>
                  </a:lnTo>
                  <a:lnTo>
                    <a:pt x="2164080" y="276320"/>
                  </a:lnTo>
                  <a:lnTo>
                    <a:pt x="2163149" y="262409"/>
                  </a:lnTo>
                  <a:lnTo>
                    <a:pt x="2149125" y="226123"/>
                  </a:lnTo>
                  <a:lnTo>
                    <a:pt x="2108930" y="195357"/>
                  </a:lnTo>
                  <a:lnTo>
                    <a:pt x="2047583" y="186570"/>
                  </a:lnTo>
                  <a:lnTo>
                    <a:pt x="2016633" y="185928"/>
                  </a:lnTo>
                  <a:lnTo>
                    <a:pt x="2312557" y="185928"/>
                  </a:lnTo>
                  <a:lnTo>
                    <a:pt x="2317640" y="200807"/>
                  </a:lnTo>
                  <a:lnTo>
                    <a:pt x="2317706" y="201001"/>
                  </a:lnTo>
                  <a:lnTo>
                    <a:pt x="2324789" y="238342"/>
                  </a:lnTo>
                  <a:lnTo>
                    <a:pt x="2327024" y="276320"/>
                  </a:lnTo>
                  <a:lnTo>
                    <a:pt x="2327147" y="278415"/>
                  </a:lnTo>
                  <a:lnTo>
                    <a:pt x="2324664" y="318325"/>
                  </a:lnTo>
                  <a:lnTo>
                    <a:pt x="2324539" y="320346"/>
                  </a:lnTo>
                  <a:lnTo>
                    <a:pt x="2316706" y="358687"/>
                  </a:lnTo>
                  <a:lnTo>
                    <a:pt x="2313472" y="367284"/>
                  </a:lnTo>
                  <a:close/>
                </a:path>
                <a:path w="4144645" h="927100">
                  <a:moveTo>
                    <a:pt x="2369058" y="905256"/>
                  </a:moveTo>
                  <a:lnTo>
                    <a:pt x="2185035" y="905256"/>
                  </a:lnTo>
                  <a:lnTo>
                    <a:pt x="1985295" y="531876"/>
                  </a:lnTo>
                  <a:lnTo>
                    <a:pt x="2169214" y="531876"/>
                  </a:lnTo>
                  <a:lnTo>
                    <a:pt x="2369058" y="905256"/>
                  </a:lnTo>
                  <a:close/>
                </a:path>
                <a:path w="4144645" h="927100">
                  <a:moveTo>
                    <a:pt x="2910459" y="905256"/>
                  </a:moveTo>
                  <a:lnTo>
                    <a:pt x="2749962" y="905256"/>
                  </a:lnTo>
                  <a:lnTo>
                    <a:pt x="2437638" y="21336"/>
                  </a:lnTo>
                  <a:lnTo>
                    <a:pt x="2610421" y="21336"/>
                  </a:lnTo>
                  <a:lnTo>
                    <a:pt x="2832354" y="649319"/>
                  </a:lnTo>
                  <a:lnTo>
                    <a:pt x="3003015" y="649319"/>
                  </a:lnTo>
                  <a:lnTo>
                    <a:pt x="2910459" y="905256"/>
                  </a:lnTo>
                  <a:close/>
                </a:path>
                <a:path w="4144645" h="927100">
                  <a:moveTo>
                    <a:pt x="3003015" y="649319"/>
                  </a:moveTo>
                  <a:lnTo>
                    <a:pt x="2832354" y="649319"/>
                  </a:lnTo>
                  <a:lnTo>
                    <a:pt x="3059334" y="21336"/>
                  </a:lnTo>
                  <a:lnTo>
                    <a:pt x="3230118" y="21336"/>
                  </a:lnTo>
                  <a:lnTo>
                    <a:pt x="3003015" y="649319"/>
                  </a:lnTo>
                  <a:close/>
                </a:path>
                <a:path w="4144645" h="927100">
                  <a:moveTo>
                    <a:pt x="3468814" y="905256"/>
                  </a:moveTo>
                  <a:lnTo>
                    <a:pt x="3294126" y="905256"/>
                  </a:lnTo>
                  <a:lnTo>
                    <a:pt x="3635787" y="21336"/>
                  </a:lnTo>
                  <a:lnTo>
                    <a:pt x="3805332" y="21336"/>
                  </a:lnTo>
                  <a:lnTo>
                    <a:pt x="3895538" y="256413"/>
                  </a:lnTo>
                  <a:lnTo>
                    <a:pt x="3720846" y="256413"/>
                  </a:lnTo>
                  <a:lnTo>
                    <a:pt x="3601212" y="560832"/>
                  </a:lnTo>
                  <a:lnTo>
                    <a:pt x="4012352" y="560832"/>
                  </a:lnTo>
                  <a:lnTo>
                    <a:pt x="4074926" y="723900"/>
                  </a:lnTo>
                  <a:lnTo>
                    <a:pt x="3539490" y="723900"/>
                  </a:lnTo>
                  <a:lnTo>
                    <a:pt x="3468814" y="905256"/>
                  </a:lnTo>
                  <a:close/>
                </a:path>
                <a:path w="4144645" h="927100">
                  <a:moveTo>
                    <a:pt x="4012352" y="560832"/>
                  </a:moveTo>
                  <a:lnTo>
                    <a:pt x="3839622" y="560832"/>
                  </a:lnTo>
                  <a:lnTo>
                    <a:pt x="3720846" y="256413"/>
                  </a:lnTo>
                  <a:lnTo>
                    <a:pt x="3895538" y="256413"/>
                  </a:lnTo>
                  <a:lnTo>
                    <a:pt x="4012352" y="560832"/>
                  </a:lnTo>
                  <a:close/>
                </a:path>
                <a:path w="4144645" h="927100">
                  <a:moveTo>
                    <a:pt x="4144518" y="905256"/>
                  </a:moveTo>
                  <a:lnTo>
                    <a:pt x="3969734" y="905256"/>
                  </a:lnTo>
                  <a:lnTo>
                    <a:pt x="3901249" y="723900"/>
                  </a:lnTo>
                  <a:lnTo>
                    <a:pt x="4074926" y="723900"/>
                  </a:lnTo>
                  <a:lnTo>
                    <a:pt x="4144518" y="905256"/>
                  </a:lnTo>
                  <a:close/>
                </a:path>
              </a:pathLst>
            </a:custGeom>
            <a:solidFill>
              <a:srgbClr val="5D822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/>
          <p:nvPr/>
        </p:nvSpPr>
        <p:spPr>
          <a:xfrm>
            <a:off x="2153412" y="4445508"/>
            <a:ext cx="5836285" cy="927100"/>
          </a:xfrm>
          <a:custGeom>
            <a:avLst/>
            <a:gdLst/>
            <a:ahLst/>
            <a:cxnLst/>
            <a:rect l="l" t="t" r="r" b="b"/>
            <a:pathLst>
              <a:path w="5836284" h="927100">
                <a:moveTo>
                  <a:pt x="468820" y="926592"/>
                </a:moveTo>
                <a:lnTo>
                  <a:pt x="418448" y="924559"/>
                </a:lnTo>
                <a:lnTo>
                  <a:pt x="370415" y="918460"/>
                </a:lnTo>
                <a:lnTo>
                  <a:pt x="324722" y="908288"/>
                </a:lnTo>
                <a:lnTo>
                  <a:pt x="281368" y="894040"/>
                </a:lnTo>
                <a:lnTo>
                  <a:pt x="240354" y="875711"/>
                </a:lnTo>
                <a:lnTo>
                  <a:pt x="201679" y="853297"/>
                </a:lnTo>
                <a:lnTo>
                  <a:pt x="165345" y="826793"/>
                </a:lnTo>
                <a:lnTo>
                  <a:pt x="131349" y="796194"/>
                </a:lnTo>
                <a:lnTo>
                  <a:pt x="96511" y="757461"/>
                </a:lnTo>
                <a:lnTo>
                  <a:pt x="67029" y="715718"/>
                </a:lnTo>
                <a:lnTo>
                  <a:pt x="42902" y="670966"/>
                </a:lnTo>
                <a:lnTo>
                  <a:pt x="24135" y="623205"/>
                </a:lnTo>
                <a:lnTo>
                  <a:pt x="10727" y="572435"/>
                </a:lnTo>
                <a:lnTo>
                  <a:pt x="2682" y="518655"/>
                </a:lnTo>
                <a:lnTo>
                  <a:pt x="0" y="461867"/>
                </a:lnTo>
                <a:lnTo>
                  <a:pt x="2283" y="412763"/>
                </a:lnTo>
                <a:lnTo>
                  <a:pt x="9588" y="361037"/>
                </a:lnTo>
                <a:lnTo>
                  <a:pt x="21561" y="314132"/>
                </a:lnTo>
                <a:lnTo>
                  <a:pt x="38307" y="269571"/>
                </a:lnTo>
                <a:lnTo>
                  <a:pt x="59816" y="227361"/>
                </a:lnTo>
                <a:lnTo>
                  <a:pt x="85784" y="187985"/>
                </a:lnTo>
                <a:lnTo>
                  <a:pt x="115903" y="151809"/>
                </a:lnTo>
                <a:lnTo>
                  <a:pt x="150164" y="118833"/>
                </a:lnTo>
                <a:lnTo>
                  <a:pt x="188558" y="89058"/>
                </a:lnTo>
                <a:lnTo>
                  <a:pt x="231076" y="62483"/>
                </a:lnTo>
                <a:lnTo>
                  <a:pt x="276349" y="40047"/>
                </a:lnTo>
                <a:lnTo>
                  <a:pt x="323007" y="22576"/>
                </a:lnTo>
                <a:lnTo>
                  <a:pt x="371041" y="10075"/>
                </a:lnTo>
                <a:lnTo>
                  <a:pt x="420442" y="2548"/>
                </a:lnTo>
                <a:lnTo>
                  <a:pt x="471201" y="0"/>
                </a:lnTo>
                <a:lnTo>
                  <a:pt x="525406" y="2945"/>
                </a:lnTo>
                <a:lnTo>
                  <a:pt x="578584" y="11632"/>
                </a:lnTo>
                <a:lnTo>
                  <a:pt x="630743" y="26052"/>
                </a:lnTo>
                <a:lnTo>
                  <a:pt x="681894" y="46196"/>
                </a:lnTo>
                <a:lnTo>
                  <a:pt x="730793" y="71738"/>
                </a:lnTo>
                <a:lnTo>
                  <a:pt x="776192" y="102084"/>
                </a:lnTo>
                <a:lnTo>
                  <a:pt x="818090" y="137252"/>
                </a:lnTo>
                <a:lnTo>
                  <a:pt x="842867" y="163067"/>
                </a:lnTo>
                <a:lnTo>
                  <a:pt x="469011" y="163067"/>
                </a:lnTo>
                <a:lnTo>
                  <a:pt x="419976" y="166564"/>
                </a:lnTo>
                <a:lnTo>
                  <a:pt x="374141" y="176937"/>
                </a:lnTo>
                <a:lnTo>
                  <a:pt x="331508" y="194182"/>
                </a:lnTo>
                <a:lnTo>
                  <a:pt x="292074" y="218294"/>
                </a:lnTo>
                <a:lnTo>
                  <a:pt x="255841" y="249269"/>
                </a:lnTo>
                <a:lnTo>
                  <a:pt x="224661" y="285376"/>
                </a:lnTo>
                <a:lnTo>
                  <a:pt x="200395" y="324661"/>
                </a:lnTo>
                <a:lnTo>
                  <a:pt x="183050" y="367123"/>
                </a:lnTo>
                <a:lnTo>
                  <a:pt x="172637" y="412763"/>
                </a:lnTo>
                <a:lnTo>
                  <a:pt x="169163" y="461581"/>
                </a:lnTo>
                <a:lnTo>
                  <a:pt x="171571" y="504351"/>
                </a:lnTo>
                <a:lnTo>
                  <a:pt x="178784" y="544639"/>
                </a:lnTo>
                <a:lnTo>
                  <a:pt x="190782" y="582427"/>
                </a:lnTo>
                <a:lnTo>
                  <a:pt x="207549" y="617696"/>
                </a:lnTo>
                <a:lnTo>
                  <a:pt x="228748" y="649988"/>
                </a:lnTo>
                <a:lnTo>
                  <a:pt x="283041" y="703501"/>
                </a:lnTo>
                <a:lnTo>
                  <a:pt x="316134" y="724757"/>
                </a:lnTo>
                <a:lnTo>
                  <a:pt x="352176" y="741758"/>
                </a:lnTo>
                <a:lnTo>
                  <a:pt x="390155" y="753892"/>
                </a:lnTo>
                <a:lnTo>
                  <a:pt x="430082" y="761150"/>
                </a:lnTo>
                <a:lnTo>
                  <a:pt x="471963" y="763524"/>
                </a:lnTo>
                <a:lnTo>
                  <a:pt x="845490" y="763524"/>
                </a:lnTo>
                <a:lnTo>
                  <a:pt x="814097" y="792705"/>
                </a:lnTo>
                <a:lnTo>
                  <a:pt x="776196" y="824017"/>
                </a:lnTo>
                <a:lnTo>
                  <a:pt x="739162" y="850607"/>
                </a:lnTo>
                <a:lnTo>
                  <a:pt x="702998" y="872477"/>
                </a:lnTo>
                <a:lnTo>
                  <a:pt x="667702" y="889634"/>
                </a:lnTo>
                <a:lnTo>
                  <a:pt x="622589" y="905817"/>
                </a:lnTo>
                <a:lnTo>
                  <a:pt x="574405" y="917364"/>
                </a:lnTo>
                <a:lnTo>
                  <a:pt x="523148" y="924286"/>
                </a:lnTo>
                <a:lnTo>
                  <a:pt x="468820" y="926592"/>
                </a:lnTo>
                <a:close/>
              </a:path>
              <a:path w="5836284" h="927100">
                <a:moveTo>
                  <a:pt x="738854" y="289274"/>
                </a:moveTo>
                <a:lnTo>
                  <a:pt x="698063" y="250761"/>
                </a:lnTo>
                <a:lnTo>
                  <a:pt x="655602" y="219237"/>
                </a:lnTo>
                <a:lnTo>
                  <a:pt x="611469" y="194702"/>
                </a:lnTo>
                <a:lnTo>
                  <a:pt x="565661" y="177161"/>
                </a:lnTo>
                <a:lnTo>
                  <a:pt x="517947" y="166564"/>
                </a:lnTo>
                <a:lnTo>
                  <a:pt x="517472" y="166564"/>
                </a:lnTo>
                <a:lnTo>
                  <a:pt x="469011" y="163067"/>
                </a:lnTo>
                <a:lnTo>
                  <a:pt x="842867" y="163067"/>
                </a:lnTo>
                <a:lnTo>
                  <a:pt x="856393" y="177161"/>
                </a:lnTo>
                <a:lnTo>
                  <a:pt x="856591" y="177161"/>
                </a:lnTo>
                <a:lnTo>
                  <a:pt x="738854" y="289274"/>
                </a:lnTo>
                <a:close/>
              </a:path>
              <a:path w="5836284" h="927100">
                <a:moveTo>
                  <a:pt x="845490" y="763524"/>
                </a:moveTo>
                <a:lnTo>
                  <a:pt x="471963" y="763524"/>
                </a:lnTo>
                <a:lnTo>
                  <a:pt x="507809" y="761881"/>
                </a:lnTo>
                <a:lnTo>
                  <a:pt x="542055" y="756808"/>
                </a:lnTo>
                <a:lnTo>
                  <a:pt x="605789" y="736378"/>
                </a:lnTo>
                <a:lnTo>
                  <a:pt x="669369" y="698075"/>
                </a:lnTo>
                <a:lnTo>
                  <a:pt x="703409" y="670543"/>
                </a:lnTo>
                <a:lnTo>
                  <a:pt x="738949" y="637413"/>
                </a:lnTo>
                <a:lnTo>
                  <a:pt x="852868" y="756665"/>
                </a:lnTo>
                <a:lnTo>
                  <a:pt x="845490" y="763524"/>
                </a:lnTo>
                <a:close/>
              </a:path>
              <a:path w="5836284" h="927100">
                <a:moveTo>
                  <a:pt x="1158239" y="905256"/>
                </a:moveTo>
                <a:lnTo>
                  <a:pt x="990599" y="905256"/>
                </a:lnTo>
                <a:lnTo>
                  <a:pt x="990599" y="21335"/>
                </a:lnTo>
                <a:lnTo>
                  <a:pt x="1158239" y="21335"/>
                </a:lnTo>
                <a:lnTo>
                  <a:pt x="1158239" y="905256"/>
                </a:lnTo>
                <a:close/>
              </a:path>
              <a:path w="5836284" h="927100">
                <a:moveTo>
                  <a:pt x="1527047" y="905256"/>
                </a:moveTo>
                <a:lnTo>
                  <a:pt x="1359407" y="905256"/>
                </a:lnTo>
                <a:lnTo>
                  <a:pt x="1359407" y="21335"/>
                </a:lnTo>
                <a:lnTo>
                  <a:pt x="1537525" y="21335"/>
                </a:lnTo>
                <a:lnTo>
                  <a:pt x="1605478" y="23032"/>
                </a:lnTo>
                <a:lnTo>
                  <a:pt x="1662886" y="27979"/>
                </a:lnTo>
                <a:lnTo>
                  <a:pt x="1709739" y="36177"/>
                </a:lnTo>
                <a:lnTo>
                  <a:pt x="1775528" y="62914"/>
                </a:lnTo>
                <a:lnTo>
                  <a:pt x="1825457" y="106386"/>
                </a:lnTo>
                <a:lnTo>
                  <a:pt x="1862406" y="166410"/>
                </a:lnTo>
                <a:lnTo>
                  <a:pt x="1869073" y="185927"/>
                </a:lnTo>
                <a:lnTo>
                  <a:pt x="1527047" y="185927"/>
                </a:lnTo>
                <a:lnTo>
                  <a:pt x="1527047" y="367283"/>
                </a:lnTo>
                <a:lnTo>
                  <a:pt x="1869988" y="367283"/>
                </a:lnTo>
                <a:lnTo>
                  <a:pt x="1860156" y="393421"/>
                </a:lnTo>
                <a:lnTo>
                  <a:pt x="1818313" y="452087"/>
                </a:lnTo>
                <a:lnTo>
                  <a:pt x="1755240" y="496417"/>
                </a:lnTo>
                <a:lnTo>
                  <a:pt x="1715738" y="513206"/>
                </a:lnTo>
                <a:lnTo>
                  <a:pt x="1725730" y="531875"/>
                </a:lnTo>
                <a:lnTo>
                  <a:pt x="1527047" y="531875"/>
                </a:lnTo>
                <a:lnTo>
                  <a:pt x="1527047" y="905256"/>
                </a:lnTo>
                <a:close/>
              </a:path>
              <a:path w="5836284" h="927100">
                <a:moveTo>
                  <a:pt x="1869988" y="367283"/>
                </a:moveTo>
                <a:lnTo>
                  <a:pt x="1579721" y="367283"/>
                </a:lnTo>
                <a:lnTo>
                  <a:pt x="1616743" y="366032"/>
                </a:lnTo>
                <a:lnTo>
                  <a:pt x="1647515" y="362128"/>
                </a:lnTo>
                <a:lnTo>
                  <a:pt x="1690306" y="346328"/>
                </a:lnTo>
                <a:lnTo>
                  <a:pt x="1718702" y="299073"/>
                </a:lnTo>
                <a:lnTo>
                  <a:pt x="1720596" y="276320"/>
                </a:lnTo>
                <a:lnTo>
                  <a:pt x="1719665" y="262409"/>
                </a:lnTo>
                <a:lnTo>
                  <a:pt x="1705641" y="226123"/>
                </a:lnTo>
                <a:lnTo>
                  <a:pt x="1665446" y="195357"/>
                </a:lnTo>
                <a:lnTo>
                  <a:pt x="1604099" y="186570"/>
                </a:lnTo>
                <a:lnTo>
                  <a:pt x="1573148" y="185927"/>
                </a:lnTo>
                <a:lnTo>
                  <a:pt x="1869073" y="185927"/>
                </a:lnTo>
                <a:lnTo>
                  <a:pt x="1874156" y="200807"/>
                </a:lnTo>
                <a:lnTo>
                  <a:pt x="1874222" y="201001"/>
                </a:lnTo>
                <a:lnTo>
                  <a:pt x="1881305" y="238342"/>
                </a:lnTo>
                <a:lnTo>
                  <a:pt x="1883540" y="276320"/>
                </a:lnTo>
                <a:lnTo>
                  <a:pt x="1883663" y="278415"/>
                </a:lnTo>
                <a:lnTo>
                  <a:pt x="1881180" y="318325"/>
                </a:lnTo>
                <a:lnTo>
                  <a:pt x="1881055" y="320346"/>
                </a:lnTo>
                <a:lnTo>
                  <a:pt x="1873222" y="358687"/>
                </a:lnTo>
                <a:lnTo>
                  <a:pt x="1869988" y="367283"/>
                </a:lnTo>
                <a:close/>
              </a:path>
              <a:path w="5836284" h="927100">
                <a:moveTo>
                  <a:pt x="1925573" y="905256"/>
                </a:moveTo>
                <a:lnTo>
                  <a:pt x="1741551" y="905256"/>
                </a:lnTo>
                <a:lnTo>
                  <a:pt x="1541811" y="531875"/>
                </a:lnTo>
                <a:lnTo>
                  <a:pt x="1725730" y="531875"/>
                </a:lnTo>
                <a:lnTo>
                  <a:pt x="1925573" y="905256"/>
                </a:lnTo>
                <a:close/>
              </a:path>
              <a:path w="5836284" h="927100">
                <a:moveTo>
                  <a:pt x="2485072" y="926592"/>
                </a:moveTo>
                <a:lnTo>
                  <a:pt x="2434700" y="924559"/>
                </a:lnTo>
                <a:lnTo>
                  <a:pt x="2386667" y="918460"/>
                </a:lnTo>
                <a:lnTo>
                  <a:pt x="2340974" y="908288"/>
                </a:lnTo>
                <a:lnTo>
                  <a:pt x="2297620" y="894040"/>
                </a:lnTo>
                <a:lnTo>
                  <a:pt x="2256606" y="875711"/>
                </a:lnTo>
                <a:lnTo>
                  <a:pt x="2217931" y="853297"/>
                </a:lnTo>
                <a:lnTo>
                  <a:pt x="2181597" y="826793"/>
                </a:lnTo>
                <a:lnTo>
                  <a:pt x="2147601" y="796194"/>
                </a:lnTo>
                <a:lnTo>
                  <a:pt x="2112763" y="757461"/>
                </a:lnTo>
                <a:lnTo>
                  <a:pt x="2083281" y="715718"/>
                </a:lnTo>
                <a:lnTo>
                  <a:pt x="2059155" y="670966"/>
                </a:lnTo>
                <a:lnTo>
                  <a:pt x="2040387" y="623205"/>
                </a:lnTo>
                <a:lnTo>
                  <a:pt x="2026980" y="572435"/>
                </a:lnTo>
                <a:lnTo>
                  <a:pt x="2018934" y="518655"/>
                </a:lnTo>
                <a:lnTo>
                  <a:pt x="2016252" y="461867"/>
                </a:lnTo>
                <a:lnTo>
                  <a:pt x="2018535" y="412763"/>
                </a:lnTo>
                <a:lnTo>
                  <a:pt x="2018650" y="410284"/>
                </a:lnTo>
                <a:lnTo>
                  <a:pt x="2025841" y="361037"/>
                </a:lnTo>
                <a:lnTo>
                  <a:pt x="2037813" y="314132"/>
                </a:lnTo>
                <a:lnTo>
                  <a:pt x="2054559" y="269571"/>
                </a:lnTo>
                <a:lnTo>
                  <a:pt x="2076069" y="227361"/>
                </a:lnTo>
                <a:lnTo>
                  <a:pt x="2102036" y="187985"/>
                </a:lnTo>
                <a:lnTo>
                  <a:pt x="2132155" y="151809"/>
                </a:lnTo>
                <a:lnTo>
                  <a:pt x="2166416" y="118833"/>
                </a:lnTo>
                <a:lnTo>
                  <a:pt x="2204810" y="89058"/>
                </a:lnTo>
                <a:lnTo>
                  <a:pt x="2247328" y="62483"/>
                </a:lnTo>
                <a:lnTo>
                  <a:pt x="2292601" y="40047"/>
                </a:lnTo>
                <a:lnTo>
                  <a:pt x="2339259" y="22576"/>
                </a:lnTo>
                <a:lnTo>
                  <a:pt x="2387293" y="10075"/>
                </a:lnTo>
                <a:lnTo>
                  <a:pt x="2436694" y="2548"/>
                </a:lnTo>
                <a:lnTo>
                  <a:pt x="2487453" y="0"/>
                </a:lnTo>
                <a:lnTo>
                  <a:pt x="2541658" y="2945"/>
                </a:lnTo>
                <a:lnTo>
                  <a:pt x="2594836" y="11632"/>
                </a:lnTo>
                <a:lnTo>
                  <a:pt x="2646996" y="26052"/>
                </a:lnTo>
                <a:lnTo>
                  <a:pt x="2698146" y="46196"/>
                </a:lnTo>
                <a:lnTo>
                  <a:pt x="2747045" y="71738"/>
                </a:lnTo>
                <a:lnTo>
                  <a:pt x="2792444" y="102084"/>
                </a:lnTo>
                <a:lnTo>
                  <a:pt x="2834342" y="137252"/>
                </a:lnTo>
                <a:lnTo>
                  <a:pt x="2859119" y="163067"/>
                </a:lnTo>
                <a:lnTo>
                  <a:pt x="2485263" y="163067"/>
                </a:lnTo>
                <a:lnTo>
                  <a:pt x="2436228" y="166564"/>
                </a:lnTo>
                <a:lnTo>
                  <a:pt x="2390394" y="176937"/>
                </a:lnTo>
                <a:lnTo>
                  <a:pt x="2347760" y="194182"/>
                </a:lnTo>
                <a:lnTo>
                  <a:pt x="2308326" y="218294"/>
                </a:lnTo>
                <a:lnTo>
                  <a:pt x="2272093" y="249269"/>
                </a:lnTo>
                <a:lnTo>
                  <a:pt x="2240913" y="285376"/>
                </a:lnTo>
                <a:lnTo>
                  <a:pt x="2216647" y="324661"/>
                </a:lnTo>
                <a:lnTo>
                  <a:pt x="2199302" y="367123"/>
                </a:lnTo>
                <a:lnTo>
                  <a:pt x="2188889" y="412763"/>
                </a:lnTo>
                <a:lnTo>
                  <a:pt x="2185415" y="461581"/>
                </a:lnTo>
                <a:lnTo>
                  <a:pt x="2187823" y="504351"/>
                </a:lnTo>
                <a:lnTo>
                  <a:pt x="2195036" y="544639"/>
                </a:lnTo>
                <a:lnTo>
                  <a:pt x="2207034" y="582427"/>
                </a:lnTo>
                <a:lnTo>
                  <a:pt x="2223801" y="617696"/>
                </a:lnTo>
                <a:lnTo>
                  <a:pt x="2245000" y="649988"/>
                </a:lnTo>
                <a:lnTo>
                  <a:pt x="2299293" y="703501"/>
                </a:lnTo>
                <a:lnTo>
                  <a:pt x="2332386" y="724757"/>
                </a:lnTo>
                <a:lnTo>
                  <a:pt x="2368428" y="741758"/>
                </a:lnTo>
                <a:lnTo>
                  <a:pt x="2406407" y="753892"/>
                </a:lnTo>
                <a:lnTo>
                  <a:pt x="2446334" y="761150"/>
                </a:lnTo>
                <a:lnTo>
                  <a:pt x="2488215" y="763524"/>
                </a:lnTo>
                <a:lnTo>
                  <a:pt x="2861742" y="763524"/>
                </a:lnTo>
                <a:lnTo>
                  <a:pt x="2830349" y="792705"/>
                </a:lnTo>
                <a:lnTo>
                  <a:pt x="2792448" y="824017"/>
                </a:lnTo>
                <a:lnTo>
                  <a:pt x="2755414" y="850607"/>
                </a:lnTo>
                <a:lnTo>
                  <a:pt x="2719250" y="872477"/>
                </a:lnTo>
                <a:lnTo>
                  <a:pt x="2683954" y="889634"/>
                </a:lnTo>
                <a:lnTo>
                  <a:pt x="2638841" y="905817"/>
                </a:lnTo>
                <a:lnTo>
                  <a:pt x="2590657" y="917364"/>
                </a:lnTo>
                <a:lnTo>
                  <a:pt x="2539400" y="924286"/>
                </a:lnTo>
                <a:lnTo>
                  <a:pt x="2485072" y="926592"/>
                </a:lnTo>
                <a:close/>
              </a:path>
              <a:path w="5836284" h="927100">
                <a:moveTo>
                  <a:pt x="2755106" y="289274"/>
                </a:moveTo>
                <a:lnTo>
                  <a:pt x="2714315" y="250761"/>
                </a:lnTo>
                <a:lnTo>
                  <a:pt x="2671854" y="219237"/>
                </a:lnTo>
                <a:lnTo>
                  <a:pt x="2627721" y="194702"/>
                </a:lnTo>
                <a:lnTo>
                  <a:pt x="2581913" y="177161"/>
                </a:lnTo>
                <a:lnTo>
                  <a:pt x="2534199" y="166564"/>
                </a:lnTo>
                <a:lnTo>
                  <a:pt x="2533724" y="166564"/>
                </a:lnTo>
                <a:lnTo>
                  <a:pt x="2485263" y="163067"/>
                </a:lnTo>
                <a:lnTo>
                  <a:pt x="2859119" y="163067"/>
                </a:lnTo>
                <a:lnTo>
                  <a:pt x="2872645" y="177161"/>
                </a:lnTo>
                <a:lnTo>
                  <a:pt x="2872843" y="177161"/>
                </a:lnTo>
                <a:lnTo>
                  <a:pt x="2755106" y="289274"/>
                </a:lnTo>
                <a:close/>
              </a:path>
              <a:path w="5836284" h="927100">
                <a:moveTo>
                  <a:pt x="2861742" y="763524"/>
                </a:moveTo>
                <a:lnTo>
                  <a:pt x="2488215" y="763524"/>
                </a:lnTo>
                <a:lnTo>
                  <a:pt x="2524061" y="761881"/>
                </a:lnTo>
                <a:lnTo>
                  <a:pt x="2558307" y="756808"/>
                </a:lnTo>
                <a:lnTo>
                  <a:pt x="2622041" y="736378"/>
                </a:lnTo>
                <a:lnTo>
                  <a:pt x="2685621" y="698075"/>
                </a:lnTo>
                <a:lnTo>
                  <a:pt x="2719661" y="670543"/>
                </a:lnTo>
                <a:lnTo>
                  <a:pt x="2755201" y="637413"/>
                </a:lnTo>
                <a:lnTo>
                  <a:pt x="2869120" y="756665"/>
                </a:lnTo>
                <a:lnTo>
                  <a:pt x="2861742" y="763524"/>
                </a:lnTo>
                <a:close/>
              </a:path>
              <a:path w="5836284" h="927100">
                <a:moveTo>
                  <a:pt x="3312985" y="926592"/>
                </a:moveTo>
                <a:lnTo>
                  <a:pt x="3266461" y="923841"/>
                </a:lnTo>
                <a:lnTo>
                  <a:pt x="3223045" y="915590"/>
                </a:lnTo>
                <a:lnTo>
                  <a:pt x="3182737" y="901839"/>
                </a:lnTo>
                <a:lnTo>
                  <a:pt x="3145536" y="882586"/>
                </a:lnTo>
                <a:lnTo>
                  <a:pt x="3112480" y="859174"/>
                </a:lnTo>
                <a:lnTo>
                  <a:pt x="3084469" y="832949"/>
                </a:lnTo>
                <a:lnTo>
                  <a:pt x="3043618" y="772096"/>
                </a:lnTo>
                <a:lnTo>
                  <a:pt x="3024016" y="704418"/>
                </a:lnTo>
                <a:lnTo>
                  <a:pt x="3017873" y="659584"/>
                </a:lnTo>
                <a:lnTo>
                  <a:pt x="3014181" y="607406"/>
                </a:lnTo>
                <a:lnTo>
                  <a:pt x="3012948" y="547877"/>
                </a:lnTo>
                <a:lnTo>
                  <a:pt x="3012948" y="21335"/>
                </a:lnTo>
                <a:lnTo>
                  <a:pt x="3180588" y="21335"/>
                </a:lnTo>
                <a:lnTo>
                  <a:pt x="3180588" y="592074"/>
                </a:lnTo>
                <a:lnTo>
                  <a:pt x="3181408" y="626294"/>
                </a:lnTo>
                <a:lnTo>
                  <a:pt x="3187941" y="678482"/>
                </a:lnTo>
                <a:lnTo>
                  <a:pt x="3210996" y="723971"/>
                </a:lnTo>
                <a:lnTo>
                  <a:pt x="3252573" y="753330"/>
                </a:lnTo>
                <a:lnTo>
                  <a:pt x="3288159" y="762309"/>
                </a:lnTo>
                <a:lnTo>
                  <a:pt x="3286479" y="762309"/>
                </a:lnTo>
                <a:lnTo>
                  <a:pt x="3309366" y="763524"/>
                </a:lnTo>
                <a:lnTo>
                  <a:pt x="3585070" y="763524"/>
                </a:lnTo>
                <a:lnTo>
                  <a:pt x="3574970" y="783598"/>
                </a:lnTo>
                <a:lnTo>
                  <a:pt x="3539394" y="832484"/>
                </a:lnTo>
                <a:lnTo>
                  <a:pt x="3493817" y="874263"/>
                </a:lnTo>
                <a:lnTo>
                  <a:pt x="3441668" y="903541"/>
                </a:lnTo>
                <a:lnTo>
                  <a:pt x="3381863" y="920853"/>
                </a:lnTo>
                <a:lnTo>
                  <a:pt x="3348562" y="925160"/>
                </a:lnTo>
                <a:lnTo>
                  <a:pt x="3312985" y="926592"/>
                </a:lnTo>
                <a:close/>
              </a:path>
              <a:path w="5836284" h="927100">
                <a:moveTo>
                  <a:pt x="3585070" y="763524"/>
                </a:moveTo>
                <a:lnTo>
                  <a:pt x="3309366" y="763524"/>
                </a:lnTo>
                <a:lnTo>
                  <a:pt x="3331083" y="762309"/>
                </a:lnTo>
                <a:lnTo>
                  <a:pt x="3351529" y="758466"/>
                </a:lnTo>
                <a:lnTo>
                  <a:pt x="3351393" y="758466"/>
                </a:lnTo>
                <a:lnTo>
                  <a:pt x="3369802" y="752165"/>
                </a:lnTo>
                <a:lnTo>
                  <a:pt x="3386804" y="743235"/>
                </a:lnTo>
                <a:lnTo>
                  <a:pt x="3424295" y="706454"/>
                </a:lnTo>
                <a:lnTo>
                  <a:pt x="3441144" y="645628"/>
                </a:lnTo>
                <a:lnTo>
                  <a:pt x="3444240" y="571118"/>
                </a:lnTo>
                <a:lnTo>
                  <a:pt x="3444240" y="21335"/>
                </a:lnTo>
                <a:lnTo>
                  <a:pt x="3611880" y="21335"/>
                </a:lnTo>
                <a:lnTo>
                  <a:pt x="3611880" y="547877"/>
                </a:lnTo>
                <a:lnTo>
                  <a:pt x="3610979" y="607406"/>
                </a:lnTo>
                <a:lnTo>
                  <a:pt x="3608209" y="659584"/>
                </a:lnTo>
                <a:lnTo>
                  <a:pt x="3603441" y="701955"/>
                </a:lnTo>
                <a:lnTo>
                  <a:pt x="3587615" y="758466"/>
                </a:lnTo>
                <a:lnTo>
                  <a:pt x="3585070" y="763524"/>
                </a:lnTo>
                <a:close/>
              </a:path>
              <a:path w="5836284" h="927100">
                <a:moveTo>
                  <a:pt x="4219956" y="905256"/>
                </a:moveTo>
                <a:lnTo>
                  <a:pt x="3805427" y="905256"/>
                </a:lnTo>
                <a:lnTo>
                  <a:pt x="3805427" y="21335"/>
                </a:lnTo>
                <a:lnTo>
                  <a:pt x="3973068" y="21335"/>
                </a:lnTo>
                <a:lnTo>
                  <a:pt x="3973068" y="745236"/>
                </a:lnTo>
                <a:lnTo>
                  <a:pt x="4219956" y="745236"/>
                </a:lnTo>
                <a:lnTo>
                  <a:pt x="4219956" y="905256"/>
                </a:lnTo>
                <a:close/>
              </a:path>
              <a:path w="5836284" h="927100">
                <a:moveTo>
                  <a:pt x="4451794" y="905256"/>
                </a:moveTo>
                <a:lnTo>
                  <a:pt x="4277106" y="905256"/>
                </a:lnTo>
                <a:lnTo>
                  <a:pt x="4618767" y="21335"/>
                </a:lnTo>
                <a:lnTo>
                  <a:pt x="4788312" y="21335"/>
                </a:lnTo>
                <a:lnTo>
                  <a:pt x="4878518" y="256413"/>
                </a:lnTo>
                <a:lnTo>
                  <a:pt x="4703825" y="256413"/>
                </a:lnTo>
                <a:lnTo>
                  <a:pt x="4584191" y="560831"/>
                </a:lnTo>
                <a:lnTo>
                  <a:pt x="4995332" y="560831"/>
                </a:lnTo>
                <a:lnTo>
                  <a:pt x="5057906" y="723899"/>
                </a:lnTo>
                <a:lnTo>
                  <a:pt x="4522470" y="723899"/>
                </a:lnTo>
                <a:lnTo>
                  <a:pt x="4451794" y="905256"/>
                </a:lnTo>
                <a:close/>
              </a:path>
              <a:path w="5836284" h="927100">
                <a:moveTo>
                  <a:pt x="4995332" y="560831"/>
                </a:moveTo>
                <a:lnTo>
                  <a:pt x="4822603" y="560831"/>
                </a:lnTo>
                <a:lnTo>
                  <a:pt x="4703825" y="256413"/>
                </a:lnTo>
                <a:lnTo>
                  <a:pt x="4878518" y="256413"/>
                </a:lnTo>
                <a:lnTo>
                  <a:pt x="4995332" y="560831"/>
                </a:lnTo>
                <a:close/>
              </a:path>
              <a:path w="5836284" h="927100">
                <a:moveTo>
                  <a:pt x="5127498" y="905256"/>
                </a:moveTo>
                <a:lnTo>
                  <a:pt x="4952714" y="905256"/>
                </a:lnTo>
                <a:lnTo>
                  <a:pt x="4884229" y="723899"/>
                </a:lnTo>
                <a:lnTo>
                  <a:pt x="5057906" y="723899"/>
                </a:lnTo>
                <a:lnTo>
                  <a:pt x="5127498" y="905256"/>
                </a:lnTo>
                <a:close/>
              </a:path>
              <a:path w="5836284" h="927100">
                <a:moveTo>
                  <a:pt x="5437632" y="905256"/>
                </a:moveTo>
                <a:lnTo>
                  <a:pt x="5269991" y="905256"/>
                </a:lnTo>
                <a:lnTo>
                  <a:pt x="5269991" y="21335"/>
                </a:lnTo>
                <a:lnTo>
                  <a:pt x="5448109" y="21335"/>
                </a:lnTo>
                <a:lnTo>
                  <a:pt x="5516063" y="23032"/>
                </a:lnTo>
                <a:lnTo>
                  <a:pt x="5573470" y="27979"/>
                </a:lnTo>
                <a:lnTo>
                  <a:pt x="5620323" y="36177"/>
                </a:lnTo>
                <a:lnTo>
                  <a:pt x="5686112" y="62914"/>
                </a:lnTo>
                <a:lnTo>
                  <a:pt x="5736041" y="106386"/>
                </a:lnTo>
                <a:lnTo>
                  <a:pt x="5772991" y="166410"/>
                </a:lnTo>
                <a:lnTo>
                  <a:pt x="5779657" y="185927"/>
                </a:lnTo>
                <a:lnTo>
                  <a:pt x="5437632" y="185927"/>
                </a:lnTo>
                <a:lnTo>
                  <a:pt x="5437632" y="367283"/>
                </a:lnTo>
                <a:lnTo>
                  <a:pt x="5780572" y="367283"/>
                </a:lnTo>
                <a:lnTo>
                  <a:pt x="5770740" y="393421"/>
                </a:lnTo>
                <a:lnTo>
                  <a:pt x="5728897" y="452087"/>
                </a:lnTo>
                <a:lnTo>
                  <a:pt x="5665824" y="496417"/>
                </a:lnTo>
                <a:lnTo>
                  <a:pt x="5626322" y="513206"/>
                </a:lnTo>
                <a:lnTo>
                  <a:pt x="5636314" y="531875"/>
                </a:lnTo>
                <a:lnTo>
                  <a:pt x="5437632" y="531875"/>
                </a:lnTo>
                <a:lnTo>
                  <a:pt x="5437632" y="905256"/>
                </a:lnTo>
                <a:close/>
              </a:path>
              <a:path w="5836284" h="927100">
                <a:moveTo>
                  <a:pt x="5780572" y="367283"/>
                </a:moveTo>
                <a:lnTo>
                  <a:pt x="5490305" y="367283"/>
                </a:lnTo>
                <a:lnTo>
                  <a:pt x="5527327" y="366032"/>
                </a:lnTo>
                <a:lnTo>
                  <a:pt x="5558099" y="362128"/>
                </a:lnTo>
                <a:lnTo>
                  <a:pt x="5600890" y="346328"/>
                </a:lnTo>
                <a:lnTo>
                  <a:pt x="5629287" y="299073"/>
                </a:lnTo>
                <a:lnTo>
                  <a:pt x="5631180" y="276320"/>
                </a:lnTo>
                <a:lnTo>
                  <a:pt x="5630250" y="262409"/>
                </a:lnTo>
                <a:lnTo>
                  <a:pt x="5616226" y="226123"/>
                </a:lnTo>
                <a:lnTo>
                  <a:pt x="5576030" y="195357"/>
                </a:lnTo>
                <a:lnTo>
                  <a:pt x="5514683" y="186570"/>
                </a:lnTo>
                <a:lnTo>
                  <a:pt x="5483733" y="185927"/>
                </a:lnTo>
                <a:lnTo>
                  <a:pt x="5779657" y="185927"/>
                </a:lnTo>
                <a:lnTo>
                  <a:pt x="5784740" y="200807"/>
                </a:lnTo>
                <a:lnTo>
                  <a:pt x="5784806" y="201001"/>
                </a:lnTo>
                <a:lnTo>
                  <a:pt x="5791889" y="238342"/>
                </a:lnTo>
                <a:lnTo>
                  <a:pt x="5794125" y="276320"/>
                </a:lnTo>
                <a:lnTo>
                  <a:pt x="5794248" y="278415"/>
                </a:lnTo>
                <a:lnTo>
                  <a:pt x="5791765" y="318325"/>
                </a:lnTo>
                <a:lnTo>
                  <a:pt x="5791639" y="320346"/>
                </a:lnTo>
                <a:lnTo>
                  <a:pt x="5783806" y="358687"/>
                </a:lnTo>
                <a:lnTo>
                  <a:pt x="5780572" y="367283"/>
                </a:lnTo>
                <a:close/>
              </a:path>
              <a:path w="5836284" h="927100">
                <a:moveTo>
                  <a:pt x="5836158" y="905256"/>
                </a:moveTo>
                <a:lnTo>
                  <a:pt x="5652134" y="905256"/>
                </a:lnTo>
                <a:lnTo>
                  <a:pt x="5452395" y="531875"/>
                </a:lnTo>
                <a:lnTo>
                  <a:pt x="5636314" y="531875"/>
                </a:lnTo>
                <a:lnTo>
                  <a:pt x="5836158" y="905256"/>
                </a:lnTo>
                <a:close/>
              </a:path>
            </a:pathLst>
          </a:custGeom>
          <a:solidFill>
            <a:srgbClr val="5D822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475232" y="5920739"/>
            <a:ext cx="7195820" cy="927100"/>
          </a:xfrm>
          <a:custGeom>
            <a:avLst/>
            <a:gdLst/>
            <a:ahLst/>
            <a:cxnLst/>
            <a:rect l="l" t="t" r="r" b="b"/>
            <a:pathLst>
              <a:path w="7195820" h="927100">
                <a:moveTo>
                  <a:pt x="468820" y="926592"/>
                </a:moveTo>
                <a:lnTo>
                  <a:pt x="418448" y="924560"/>
                </a:lnTo>
                <a:lnTo>
                  <a:pt x="370415" y="918460"/>
                </a:lnTo>
                <a:lnTo>
                  <a:pt x="324722" y="908288"/>
                </a:lnTo>
                <a:lnTo>
                  <a:pt x="281368" y="894040"/>
                </a:lnTo>
                <a:lnTo>
                  <a:pt x="240354" y="875711"/>
                </a:lnTo>
                <a:lnTo>
                  <a:pt x="201679" y="853297"/>
                </a:lnTo>
                <a:lnTo>
                  <a:pt x="165345" y="826793"/>
                </a:lnTo>
                <a:lnTo>
                  <a:pt x="131349" y="796195"/>
                </a:lnTo>
                <a:lnTo>
                  <a:pt x="96511" y="757461"/>
                </a:lnTo>
                <a:lnTo>
                  <a:pt x="67029" y="715718"/>
                </a:lnTo>
                <a:lnTo>
                  <a:pt x="42902" y="670966"/>
                </a:lnTo>
                <a:lnTo>
                  <a:pt x="24135" y="623205"/>
                </a:lnTo>
                <a:lnTo>
                  <a:pt x="10727" y="572435"/>
                </a:lnTo>
                <a:lnTo>
                  <a:pt x="2682" y="518656"/>
                </a:lnTo>
                <a:lnTo>
                  <a:pt x="0" y="461867"/>
                </a:lnTo>
                <a:lnTo>
                  <a:pt x="2283" y="412764"/>
                </a:lnTo>
                <a:lnTo>
                  <a:pt x="9588" y="361038"/>
                </a:lnTo>
                <a:lnTo>
                  <a:pt x="21561" y="314132"/>
                </a:lnTo>
                <a:lnTo>
                  <a:pt x="38307" y="269572"/>
                </a:lnTo>
                <a:lnTo>
                  <a:pt x="59816" y="227361"/>
                </a:lnTo>
                <a:lnTo>
                  <a:pt x="85784" y="187985"/>
                </a:lnTo>
                <a:lnTo>
                  <a:pt x="115903" y="151809"/>
                </a:lnTo>
                <a:lnTo>
                  <a:pt x="150164" y="118834"/>
                </a:lnTo>
                <a:lnTo>
                  <a:pt x="188558" y="89058"/>
                </a:lnTo>
                <a:lnTo>
                  <a:pt x="231076" y="62483"/>
                </a:lnTo>
                <a:lnTo>
                  <a:pt x="276349" y="40047"/>
                </a:lnTo>
                <a:lnTo>
                  <a:pt x="323007" y="22576"/>
                </a:lnTo>
                <a:lnTo>
                  <a:pt x="371041" y="10075"/>
                </a:lnTo>
                <a:lnTo>
                  <a:pt x="420442" y="2548"/>
                </a:lnTo>
                <a:lnTo>
                  <a:pt x="471201" y="0"/>
                </a:lnTo>
                <a:lnTo>
                  <a:pt x="525406" y="2945"/>
                </a:lnTo>
                <a:lnTo>
                  <a:pt x="578584" y="11632"/>
                </a:lnTo>
                <a:lnTo>
                  <a:pt x="630744" y="26052"/>
                </a:lnTo>
                <a:lnTo>
                  <a:pt x="681894" y="46196"/>
                </a:lnTo>
                <a:lnTo>
                  <a:pt x="730793" y="71738"/>
                </a:lnTo>
                <a:lnTo>
                  <a:pt x="776192" y="102084"/>
                </a:lnTo>
                <a:lnTo>
                  <a:pt x="818090" y="137252"/>
                </a:lnTo>
                <a:lnTo>
                  <a:pt x="842866" y="163067"/>
                </a:lnTo>
                <a:lnTo>
                  <a:pt x="469010" y="163067"/>
                </a:lnTo>
                <a:lnTo>
                  <a:pt x="419976" y="166564"/>
                </a:lnTo>
                <a:lnTo>
                  <a:pt x="374141" y="176938"/>
                </a:lnTo>
                <a:lnTo>
                  <a:pt x="331508" y="194182"/>
                </a:lnTo>
                <a:lnTo>
                  <a:pt x="292074" y="218295"/>
                </a:lnTo>
                <a:lnTo>
                  <a:pt x="255841" y="249269"/>
                </a:lnTo>
                <a:lnTo>
                  <a:pt x="224661" y="285376"/>
                </a:lnTo>
                <a:lnTo>
                  <a:pt x="200395" y="324661"/>
                </a:lnTo>
                <a:lnTo>
                  <a:pt x="183050" y="367124"/>
                </a:lnTo>
                <a:lnTo>
                  <a:pt x="172637" y="412764"/>
                </a:lnTo>
                <a:lnTo>
                  <a:pt x="169163" y="461581"/>
                </a:lnTo>
                <a:lnTo>
                  <a:pt x="171571" y="504351"/>
                </a:lnTo>
                <a:lnTo>
                  <a:pt x="178784" y="544639"/>
                </a:lnTo>
                <a:lnTo>
                  <a:pt x="190782" y="582427"/>
                </a:lnTo>
                <a:lnTo>
                  <a:pt x="207549" y="617696"/>
                </a:lnTo>
                <a:lnTo>
                  <a:pt x="228748" y="649989"/>
                </a:lnTo>
                <a:lnTo>
                  <a:pt x="283041" y="703501"/>
                </a:lnTo>
                <a:lnTo>
                  <a:pt x="316134" y="724757"/>
                </a:lnTo>
                <a:lnTo>
                  <a:pt x="352176" y="741758"/>
                </a:lnTo>
                <a:lnTo>
                  <a:pt x="390155" y="753892"/>
                </a:lnTo>
                <a:lnTo>
                  <a:pt x="430081" y="761150"/>
                </a:lnTo>
                <a:lnTo>
                  <a:pt x="471963" y="763524"/>
                </a:lnTo>
                <a:lnTo>
                  <a:pt x="845490" y="763524"/>
                </a:lnTo>
                <a:lnTo>
                  <a:pt x="814097" y="792705"/>
                </a:lnTo>
                <a:lnTo>
                  <a:pt x="776196" y="824017"/>
                </a:lnTo>
                <a:lnTo>
                  <a:pt x="739162" y="850607"/>
                </a:lnTo>
                <a:lnTo>
                  <a:pt x="702998" y="872477"/>
                </a:lnTo>
                <a:lnTo>
                  <a:pt x="667702" y="889635"/>
                </a:lnTo>
                <a:lnTo>
                  <a:pt x="622589" y="905817"/>
                </a:lnTo>
                <a:lnTo>
                  <a:pt x="574405" y="917365"/>
                </a:lnTo>
                <a:lnTo>
                  <a:pt x="523148" y="924286"/>
                </a:lnTo>
                <a:lnTo>
                  <a:pt x="468820" y="926592"/>
                </a:lnTo>
                <a:close/>
              </a:path>
              <a:path w="7195820" h="927100">
                <a:moveTo>
                  <a:pt x="738854" y="289274"/>
                </a:moveTo>
                <a:lnTo>
                  <a:pt x="698062" y="250762"/>
                </a:lnTo>
                <a:lnTo>
                  <a:pt x="655602" y="219237"/>
                </a:lnTo>
                <a:lnTo>
                  <a:pt x="611469" y="194703"/>
                </a:lnTo>
                <a:lnTo>
                  <a:pt x="565661" y="177161"/>
                </a:lnTo>
                <a:lnTo>
                  <a:pt x="517947" y="166564"/>
                </a:lnTo>
                <a:lnTo>
                  <a:pt x="517472" y="166564"/>
                </a:lnTo>
                <a:lnTo>
                  <a:pt x="469010" y="163067"/>
                </a:lnTo>
                <a:lnTo>
                  <a:pt x="842866" y="163067"/>
                </a:lnTo>
                <a:lnTo>
                  <a:pt x="856392" y="177161"/>
                </a:lnTo>
                <a:lnTo>
                  <a:pt x="856592" y="177161"/>
                </a:lnTo>
                <a:lnTo>
                  <a:pt x="738854" y="289274"/>
                </a:lnTo>
                <a:close/>
              </a:path>
              <a:path w="7195820" h="927100">
                <a:moveTo>
                  <a:pt x="845490" y="763524"/>
                </a:moveTo>
                <a:lnTo>
                  <a:pt x="471963" y="763524"/>
                </a:lnTo>
                <a:lnTo>
                  <a:pt x="507808" y="761881"/>
                </a:lnTo>
                <a:lnTo>
                  <a:pt x="542055" y="756809"/>
                </a:lnTo>
                <a:lnTo>
                  <a:pt x="605789" y="736377"/>
                </a:lnTo>
                <a:lnTo>
                  <a:pt x="669369" y="698075"/>
                </a:lnTo>
                <a:lnTo>
                  <a:pt x="703409" y="670543"/>
                </a:lnTo>
                <a:lnTo>
                  <a:pt x="738949" y="637413"/>
                </a:lnTo>
                <a:lnTo>
                  <a:pt x="852868" y="756666"/>
                </a:lnTo>
                <a:lnTo>
                  <a:pt x="845490" y="763524"/>
                </a:lnTo>
                <a:close/>
              </a:path>
              <a:path w="7195820" h="927100">
                <a:moveTo>
                  <a:pt x="1420272" y="926592"/>
                </a:moveTo>
                <a:lnTo>
                  <a:pt x="1364896" y="923797"/>
                </a:lnTo>
                <a:lnTo>
                  <a:pt x="1312251" y="915410"/>
                </a:lnTo>
                <a:lnTo>
                  <a:pt x="1262343" y="901422"/>
                </a:lnTo>
                <a:lnTo>
                  <a:pt x="1215174" y="881827"/>
                </a:lnTo>
                <a:lnTo>
                  <a:pt x="1170748" y="856619"/>
                </a:lnTo>
                <a:lnTo>
                  <a:pt x="1129067" y="825791"/>
                </a:lnTo>
                <a:lnTo>
                  <a:pt x="1090136" y="789336"/>
                </a:lnTo>
                <a:lnTo>
                  <a:pt x="1055257" y="749086"/>
                </a:lnTo>
                <a:lnTo>
                  <a:pt x="1025736" y="706714"/>
                </a:lnTo>
                <a:lnTo>
                  <a:pt x="1001574" y="662219"/>
                </a:lnTo>
                <a:lnTo>
                  <a:pt x="982776" y="615601"/>
                </a:lnTo>
                <a:lnTo>
                  <a:pt x="969345" y="566860"/>
                </a:lnTo>
                <a:lnTo>
                  <a:pt x="961283" y="515996"/>
                </a:lnTo>
                <a:lnTo>
                  <a:pt x="958750" y="466058"/>
                </a:lnTo>
                <a:lnTo>
                  <a:pt x="958702" y="465105"/>
                </a:lnTo>
                <a:lnTo>
                  <a:pt x="958596" y="463010"/>
                </a:lnTo>
                <a:lnTo>
                  <a:pt x="960962" y="415099"/>
                </a:lnTo>
                <a:lnTo>
                  <a:pt x="961051" y="413290"/>
                </a:lnTo>
                <a:lnTo>
                  <a:pt x="968413" y="365169"/>
                </a:lnTo>
                <a:lnTo>
                  <a:pt x="980671" y="318649"/>
                </a:lnTo>
                <a:lnTo>
                  <a:pt x="997817" y="273729"/>
                </a:lnTo>
                <a:lnTo>
                  <a:pt x="1019841" y="230409"/>
                </a:lnTo>
                <a:lnTo>
                  <a:pt x="1046188" y="189754"/>
                </a:lnTo>
                <a:lnTo>
                  <a:pt x="1076197" y="152600"/>
                </a:lnTo>
                <a:lnTo>
                  <a:pt x="1109873" y="118953"/>
                </a:lnTo>
                <a:lnTo>
                  <a:pt x="1147220" y="88818"/>
                </a:lnTo>
                <a:lnTo>
                  <a:pt x="1188243" y="62198"/>
                </a:lnTo>
                <a:lnTo>
                  <a:pt x="1231769" y="39864"/>
                </a:lnTo>
                <a:lnTo>
                  <a:pt x="1276620" y="22473"/>
                </a:lnTo>
                <a:lnTo>
                  <a:pt x="1322797" y="10029"/>
                </a:lnTo>
                <a:lnTo>
                  <a:pt x="1370300" y="2536"/>
                </a:lnTo>
                <a:lnTo>
                  <a:pt x="1419129" y="0"/>
                </a:lnTo>
                <a:lnTo>
                  <a:pt x="1471573" y="2804"/>
                </a:lnTo>
                <a:lnTo>
                  <a:pt x="1521873" y="11136"/>
                </a:lnTo>
                <a:lnTo>
                  <a:pt x="1570030" y="24992"/>
                </a:lnTo>
                <a:lnTo>
                  <a:pt x="1616046" y="44372"/>
                </a:lnTo>
                <a:lnTo>
                  <a:pt x="1659923" y="69274"/>
                </a:lnTo>
                <a:lnTo>
                  <a:pt x="1701662" y="99696"/>
                </a:lnTo>
                <a:lnTo>
                  <a:pt x="1741265" y="135636"/>
                </a:lnTo>
                <a:lnTo>
                  <a:pt x="1765833" y="163067"/>
                </a:lnTo>
                <a:lnTo>
                  <a:pt x="1416653" y="163067"/>
                </a:lnTo>
                <a:lnTo>
                  <a:pt x="1369297" y="166530"/>
                </a:lnTo>
                <a:lnTo>
                  <a:pt x="1325069" y="176800"/>
                </a:lnTo>
                <a:lnTo>
                  <a:pt x="1283964" y="193874"/>
                </a:lnTo>
                <a:lnTo>
                  <a:pt x="1245977" y="217746"/>
                </a:lnTo>
                <a:lnTo>
                  <a:pt x="1211103" y="248412"/>
                </a:lnTo>
                <a:lnTo>
                  <a:pt x="1181112" y="284417"/>
                </a:lnTo>
                <a:lnTo>
                  <a:pt x="1157777" y="324084"/>
                </a:lnTo>
                <a:lnTo>
                  <a:pt x="1141104" y="367418"/>
                </a:lnTo>
                <a:lnTo>
                  <a:pt x="1131096" y="414424"/>
                </a:lnTo>
                <a:lnTo>
                  <a:pt x="1127897" y="463010"/>
                </a:lnTo>
                <a:lnTo>
                  <a:pt x="1127831" y="466058"/>
                </a:lnTo>
                <a:lnTo>
                  <a:pt x="1131860" y="520036"/>
                </a:lnTo>
                <a:lnTo>
                  <a:pt x="1131954" y="521294"/>
                </a:lnTo>
                <a:lnTo>
                  <a:pt x="1144539" y="572581"/>
                </a:lnTo>
                <a:lnTo>
                  <a:pt x="1165513" y="618958"/>
                </a:lnTo>
                <a:lnTo>
                  <a:pt x="1194877" y="660415"/>
                </a:lnTo>
                <a:lnTo>
                  <a:pt x="1232630" y="696944"/>
                </a:lnTo>
                <a:lnTo>
                  <a:pt x="1274919" y="726126"/>
                </a:lnTo>
                <a:lnTo>
                  <a:pt x="1320200" y="746950"/>
                </a:lnTo>
                <a:lnTo>
                  <a:pt x="1368464" y="759416"/>
                </a:lnTo>
                <a:lnTo>
                  <a:pt x="1419701" y="763524"/>
                </a:lnTo>
                <a:lnTo>
                  <a:pt x="1769420" y="763524"/>
                </a:lnTo>
                <a:lnTo>
                  <a:pt x="1743075" y="792956"/>
                </a:lnTo>
                <a:lnTo>
                  <a:pt x="1703910" y="828430"/>
                </a:lnTo>
                <a:lnTo>
                  <a:pt x="1662425" y="858438"/>
                </a:lnTo>
                <a:lnTo>
                  <a:pt x="1618623" y="882982"/>
                </a:lnTo>
                <a:lnTo>
                  <a:pt x="1572505" y="902066"/>
                </a:lnTo>
                <a:lnTo>
                  <a:pt x="1524073" y="915694"/>
                </a:lnTo>
                <a:lnTo>
                  <a:pt x="1473766" y="923797"/>
                </a:lnTo>
                <a:lnTo>
                  <a:pt x="1474702" y="923797"/>
                </a:lnTo>
                <a:lnTo>
                  <a:pt x="1420272" y="926592"/>
                </a:lnTo>
                <a:close/>
              </a:path>
              <a:path w="7195820" h="927100">
                <a:moveTo>
                  <a:pt x="1769420" y="763524"/>
                </a:moveTo>
                <a:lnTo>
                  <a:pt x="1419701" y="763524"/>
                </a:lnTo>
                <a:lnTo>
                  <a:pt x="1466004" y="760117"/>
                </a:lnTo>
                <a:lnTo>
                  <a:pt x="1509478" y="749779"/>
                </a:lnTo>
                <a:lnTo>
                  <a:pt x="1550126" y="732505"/>
                </a:lnTo>
                <a:lnTo>
                  <a:pt x="1587953" y="708291"/>
                </a:lnTo>
                <a:lnTo>
                  <a:pt x="1622964" y="677132"/>
                </a:lnTo>
                <a:lnTo>
                  <a:pt x="1653198" y="640990"/>
                </a:lnTo>
                <a:lnTo>
                  <a:pt x="1676697" y="601603"/>
                </a:lnTo>
                <a:lnTo>
                  <a:pt x="1693471" y="558969"/>
                </a:lnTo>
                <a:lnTo>
                  <a:pt x="1703529" y="513089"/>
                </a:lnTo>
                <a:lnTo>
                  <a:pt x="1706736" y="466058"/>
                </a:lnTo>
                <a:lnTo>
                  <a:pt x="1706814" y="463010"/>
                </a:lnTo>
                <a:lnTo>
                  <a:pt x="1703506" y="415099"/>
                </a:lnTo>
                <a:lnTo>
                  <a:pt x="1693380" y="369322"/>
                </a:lnTo>
                <a:lnTo>
                  <a:pt x="1676492" y="326631"/>
                </a:lnTo>
                <a:lnTo>
                  <a:pt x="1652832" y="287026"/>
                </a:lnTo>
                <a:lnTo>
                  <a:pt x="1622393" y="250507"/>
                </a:lnTo>
                <a:lnTo>
                  <a:pt x="1587097" y="219075"/>
                </a:lnTo>
                <a:lnTo>
                  <a:pt x="1548875" y="194614"/>
                </a:lnTo>
                <a:lnTo>
                  <a:pt x="1507727" y="177126"/>
                </a:lnTo>
                <a:lnTo>
                  <a:pt x="1463314" y="166530"/>
                </a:lnTo>
                <a:lnTo>
                  <a:pt x="1462581" y="166530"/>
                </a:lnTo>
                <a:lnTo>
                  <a:pt x="1416653" y="163067"/>
                </a:lnTo>
                <a:lnTo>
                  <a:pt x="1765833" y="163067"/>
                </a:lnTo>
                <a:lnTo>
                  <a:pt x="1777042" y="175583"/>
                </a:lnTo>
                <a:lnTo>
                  <a:pt x="1807307" y="217946"/>
                </a:lnTo>
                <a:lnTo>
                  <a:pt x="1832061" y="262726"/>
                </a:lnTo>
                <a:lnTo>
                  <a:pt x="1851308" y="309926"/>
                </a:lnTo>
                <a:lnTo>
                  <a:pt x="1865052" y="359547"/>
                </a:lnTo>
                <a:lnTo>
                  <a:pt x="1873296" y="411590"/>
                </a:lnTo>
                <a:lnTo>
                  <a:pt x="1875890" y="463010"/>
                </a:lnTo>
                <a:lnTo>
                  <a:pt x="1876043" y="466058"/>
                </a:lnTo>
                <a:lnTo>
                  <a:pt x="1873331" y="520036"/>
                </a:lnTo>
                <a:lnTo>
                  <a:pt x="1865194" y="571587"/>
                </a:lnTo>
                <a:lnTo>
                  <a:pt x="1851631" y="620713"/>
                </a:lnTo>
                <a:lnTo>
                  <a:pt x="1832638" y="667413"/>
                </a:lnTo>
                <a:lnTo>
                  <a:pt x="1808216" y="711686"/>
                </a:lnTo>
                <a:lnTo>
                  <a:pt x="1778362" y="753534"/>
                </a:lnTo>
                <a:lnTo>
                  <a:pt x="1769420" y="763524"/>
                </a:lnTo>
                <a:close/>
              </a:path>
              <a:path w="7195820" h="927100">
                <a:moveTo>
                  <a:pt x="2131314" y="905256"/>
                </a:moveTo>
                <a:lnTo>
                  <a:pt x="1969008" y="905256"/>
                </a:lnTo>
                <a:lnTo>
                  <a:pt x="2125694" y="21336"/>
                </a:lnTo>
                <a:lnTo>
                  <a:pt x="2286095" y="21336"/>
                </a:lnTo>
                <a:lnTo>
                  <a:pt x="2394344" y="347091"/>
                </a:lnTo>
                <a:lnTo>
                  <a:pt x="2230374" y="347091"/>
                </a:lnTo>
                <a:lnTo>
                  <a:pt x="2131314" y="905256"/>
                </a:lnTo>
                <a:close/>
              </a:path>
              <a:path w="7195820" h="927100">
                <a:moveTo>
                  <a:pt x="2654467" y="637889"/>
                </a:moveTo>
                <a:lnTo>
                  <a:pt x="2490977" y="637889"/>
                </a:lnTo>
                <a:lnTo>
                  <a:pt x="2696813" y="21336"/>
                </a:lnTo>
                <a:lnTo>
                  <a:pt x="2860167" y="21336"/>
                </a:lnTo>
                <a:lnTo>
                  <a:pt x="2914787" y="347091"/>
                </a:lnTo>
                <a:lnTo>
                  <a:pt x="2751582" y="347091"/>
                </a:lnTo>
                <a:lnTo>
                  <a:pt x="2654467" y="637889"/>
                </a:lnTo>
                <a:close/>
              </a:path>
              <a:path w="7195820" h="927100">
                <a:moveTo>
                  <a:pt x="2565177" y="905256"/>
                </a:moveTo>
                <a:lnTo>
                  <a:pt x="2415825" y="905256"/>
                </a:lnTo>
                <a:lnTo>
                  <a:pt x="2230374" y="347091"/>
                </a:lnTo>
                <a:lnTo>
                  <a:pt x="2394344" y="347091"/>
                </a:lnTo>
                <a:lnTo>
                  <a:pt x="2490977" y="637889"/>
                </a:lnTo>
                <a:lnTo>
                  <a:pt x="2654467" y="637889"/>
                </a:lnTo>
                <a:lnTo>
                  <a:pt x="2565177" y="905256"/>
                </a:lnTo>
                <a:close/>
              </a:path>
              <a:path w="7195820" h="927100">
                <a:moveTo>
                  <a:pt x="3008376" y="905256"/>
                </a:moveTo>
                <a:lnTo>
                  <a:pt x="2846069" y="905256"/>
                </a:lnTo>
                <a:lnTo>
                  <a:pt x="2751582" y="347091"/>
                </a:lnTo>
                <a:lnTo>
                  <a:pt x="2914787" y="347091"/>
                </a:lnTo>
                <a:lnTo>
                  <a:pt x="3008376" y="905256"/>
                </a:lnTo>
                <a:close/>
              </a:path>
              <a:path w="7195820" h="927100">
                <a:moveTo>
                  <a:pt x="3308603" y="905256"/>
                </a:moveTo>
                <a:lnTo>
                  <a:pt x="3140964" y="905256"/>
                </a:lnTo>
                <a:lnTo>
                  <a:pt x="3140964" y="21336"/>
                </a:lnTo>
                <a:lnTo>
                  <a:pt x="3319557" y="21336"/>
                </a:lnTo>
                <a:lnTo>
                  <a:pt x="3387066" y="23068"/>
                </a:lnTo>
                <a:lnTo>
                  <a:pt x="3444430" y="28122"/>
                </a:lnTo>
                <a:lnTo>
                  <a:pt x="3491650" y="36498"/>
                </a:lnTo>
                <a:lnTo>
                  <a:pt x="3528726" y="48196"/>
                </a:lnTo>
                <a:lnTo>
                  <a:pt x="3586007" y="83332"/>
                </a:lnTo>
                <a:lnTo>
                  <a:pt x="3629787" y="134969"/>
                </a:lnTo>
                <a:lnTo>
                  <a:pt x="3652512" y="185928"/>
                </a:lnTo>
                <a:lnTo>
                  <a:pt x="3308603" y="185928"/>
                </a:lnTo>
                <a:lnTo>
                  <a:pt x="3308603" y="367283"/>
                </a:lnTo>
                <a:lnTo>
                  <a:pt x="3653045" y="367283"/>
                </a:lnTo>
                <a:lnTo>
                  <a:pt x="3639499" y="399998"/>
                </a:lnTo>
                <a:lnTo>
                  <a:pt x="3618261" y="432625"/>
                </a:lnTo>
                <a:lnTo>
                  <a:pt x="3591810" y="461004"/>
                </a:lnTo>
                <a:lnTo>
                  <a:pt x="3561028" y="484703"/>
                </a:lnTo>
                <a:lnTo>
                  <a:pt x="3525906" y="503723"/>
                </a:lnTo>
                <a:lnTo>
                  <a:pt x="3486435" y="518064"/>
                </a:lnTo>
                <a:lnTo>
                  <a:pt x="3417558" y="528506"/>
                </a:lnTo>
                <a:lnTo>
                  <a:pt x="3368095" y="531071"/>
                </a:lnTo>
                <a:lnTo>
                  <a:pt x="3308603" y="531876"/>
                </a:lnTo>
                <a:lnTo>
                  <a:pt x="3308603" y="905256"/>
                </a:lnTo>
                <a:close/>
              </a:path>
              <a:path w="7195820" h="927100">
                <a:moveTo>
                  <a:pt x="3653045" y="367283"/>
                </a:moveTo>
                <a:lnTo>
                  <a:pt x="3362325" y="367283"/>
                </a:lnTo>
                <a:lnTo>
                  <a:pt x="3391630" y="366782"/>
                </a:lnTo>
                <a:lnTo>
                  <a:pt x="3416105" y="365129"/>
                </a:lnTo>
                <a:lnTo>
                  <a:pt x="3462279" y="353136"/>
                </a:lnTo>
                <a:lnTo>
                  <a:pt x="3495719" y="317604"/>
                </a:lnTo>
                <a:lnTo>
                  <a:pt x="3503658" y="278416"/>
                </a:lnTo>
                <a:lnTo>
                  <a:pt x="3503675" y="278130"/>
                </a:lnTo>
                <a:lnTo>
                  <a:pt x="3501190" y="254339"/>
                </a:lnTo>
                <a:lnTo>
                  <a:pt x="3481253" y="217011"/>
                </a:lnTo>
                <a:lnTo>
                  <a:pt x="3446228" y="195826"/>
                </a:lnTo>
                <a:lnTo>
                  <a:pt x="3392507" y="187072"/>
                </a:lnTo>
                <a:lnTo>
                  <a:pt x="3356324" y="185928"/>
                </a:lnTo>
                <a:lnTo>
                  <a:pt x="3652512" y="185928"/>
                </a:lnTo>
                <a:lnTo>
                  <a:pt x="3657516" y="200834"/>
                </a:lnTo>
                <a:lnTo>
                  <a:pt x="3664438" y="238160"/>
                </a:lnTo>
                <a:lnTo>
                  <a:pt x="3666727" y="278130"/>
                </a:lnTo>
                <a:lnTo>
                  <a:pt x="3666744" y="278416"/>
                </a:lnTo>
                <a:lnTo>
                  <a:pt x="3663723" y="322884"/>
                </a:lnTo>
                <a:lnTo>
                  <a:pt x="3654647" y="363414"/>
                </a:lnTo>
                <a:lnTo>
                  <a:pt x="3653045" y="367283"/>
                </a:lnTo>
                <a:close/>
              </a:path>
              <a:path w="7195820" h="927100">
                <a:moveTo>
                  <a:pt x="4125277" y="926592"/>
                </a:moveTo>
                <a:lnTo>
                  <a:pt x="4078753" y="923841"/>
                </a:lnTo>
                <a:lnTo>
                  <a:pt x="4035337" y="915591"/>
                </a:lnTo>
                <a:lnTo>
                  <a:pt x="3995029" y="901839"/>
                </a:lnTo>
                <a:lnTo>
                  <a:pt x="3957828" y="882586"/>
                </a:lnTo>
                <a:lnTo>
                  <a:pt x="3924771" y="859174"/>
                </a:lnTo>
                <a:lnTo>
                  <a:pt x="3896760" y="832949"/>
                </a:lnTo>
                <a:lnTo>
                  <a:pt x="3855910" y="772096"/>
                </a:lnTo>
                <a:lnTo>
                  <a:pt x="3836308" y="704418"/>
                </a:lnTo>
                <a:lnTo>
                  <a:pt x="3830165" y="659584"/>
                </a:lnTo>
                <a:lnTo>
                  <a:pt x="3826472" y="607407"/>
                </a:lnTo>
                <a:lnTo>
                  <a:pt x="3825239" y="547878"/>
                </a:lnTo>
                <a:lnTo>
                  <a:pt x="3825239" y="21336"/>
                </a:lnTo>
                <a:lnTo>
                  <a:pt x="3992880" y="21336"/>
                </a:lnTo>
                <a:lnTo>
                  <a:pt x="3992880" y="592074"/>
                </a:lnTo>
                <a:lnTo>
                  <a:pt x="3993700" y="626294"/>
                </a:lnTo>
                <a:lnTo>
                  <a:pt x="4000233" y="678482"/>
                </a:lnTo>
                <a:lnTo>
                  <a:pt x="4023288" y="723971"/>
                </a:lnTo>
                <a:lnTo>
                  <a:pt x="4064865" y="753330"/>
                </a:lnTo>
                <a:lnTo>
                  <a:pt x="4100451" y="762309"/>
                </a:lnTo>
                <a:lnTo>
                  <a:pt x="4098771" y="762309"/>
                </a:lnTo>
                <a:lnTo>
                  <a:pt x="4121657" y="763524"/>
                </a:lnTo>
                <a:lnTo>
                  <a:pt x="4397362" y="763524"/>
                </a:lnTo>
                <a:lnTo>
                  <a:pt x="4387262" y="783598"/>
                </a:lnTo>
                <a:lnTo>
                  <a:pt x="4351686" y="832485"/>
                </a:lnTo>
                <a:lnTo>
                  <a:pt x="4306109" y="874264"/>
                </a:lnTo>
                <a:lnTo>
                  <a:pt x="4253960" y="903541"/>
                </a:lnTo>
                <a:lnTo>
                  <a:pt x="4194155" y="920853"/>
                </a:lnTo>
                <a:lnTo>
                  <a:pt x="4160854" y="925160"/>
                </a:lnTo>
                <a:lnTo>
                  <a:pt x="4125277" y="926592"/>
                </a:lnTo>
                <a:close/>
              </a:path>
              <a:path w="7195820" h="927100">
                <a:moveTo>
                  <a:pt x="4397362" y="763524"/>
                </a:moveTo>
                <a:lnTo>
                  <a:pt x="4121657" y="763524"/>
                </a:lnTo>
                <a:lnTo>
                  <a:pt x="4143375" y="762309"/>
                </a:lnTo>
                <a:lnTo>
                  <a:pt x="4163822" y="758466"/>
                </a:lnTo>
                <a:lnTo>
                  <a:pt x="4163686" y="758466"/>
                </a:lnTo>
                <a:lnTo>
                  <a:pt x="4182094" y="752165"/>
                </a:lnTo>
                <a:lnTo>
                  <a:pt x="4199096" y="743236"/>
                </a:lnTo>
                <a:lnTo>
                  <a:pt x="4236587" y="706454"/>
                </a:lnTo>
                <a:lnTo>
                  <a:pt x="4253436" y="645628"/>
                </a:lnTo>
                <a:lnTo>
                  <a:pt x="4256532" y="571119"/>
                </a:lnTo>
                <a:lnTo>
                  <a:pt x="4256532" y="21336"/>
                </a:lnTo>
                <a:lnTo>
                  <a:pt x="4424171" y="21336"/>
                </a:lnTo>
                <a:lnTo>
                  <a:pt x="4424171" y="547878"/>
                </a:lnTo>
                <a:lnTo>
                  <a:pt x="4423271" y="607407"/>
                </a:lnTo>
                <a:lnTo>
                  <a:pt x="4423240" y="609476"/>
                </a:lnTo>
                <a:lnTo>
                  <a:pt x="4420501" y="659584"/>
                </a:lnTo>
                <a:lnTo>
                  <a:pt x="4420433" y="660832"/>
                </a:lnTo>
                <a:lnTo>
                  <a:pt x="4415733" y="701955"/>
                </a:lnTo>
                <a:lnTo>
                  <a:pt x="4409224" y="732380"/>
                </a:lnTo>
                <a:lnTo>
                  <a:pt x="4409122" y="732853"/>
                </a:lnTo>
                <a:lnTo>
                  <a:pt x="4399907" y="758466"/>
                </a:lnTo>
                <a:lnTo>
                  <a:pt x="4397362" y="763524"/>
                </a:lnTo>
                <a:close/>
              </a:path>
              <a:path w="7195820" h="927100">
                <a:moveTo>
                  <a:pt x="5102352" y="905256"/>
                </a:moveTo>
                <a:lnTo>
                  <a:pt x="4620768" y="905256"/>
                </a:lnTo>
                <a:lnTo>
                  <a:pt x="4620768" y="21336"/>
                </a:lnTo>
                <a:lnTo>
                  <a:pt x="5102352" y="21336"/>
                </a:lnTo>
                <a:lnTo>
                  <a:pt x="5102352" y="184404"/>
                </a:lnTo>
                <a:lnTo>
                  <a:pt x="4788407" y="184404"/>
                </a:lnTo>
                <a:lnTo>
                  <a:pt x="4788407" y="344424"/>
                </a:lnTo>
                <a:lnTo>
                  <a:pt x="5102352" y="344424"/>
                </a:lnTo>
                <a:lnTo>
                  <a:pt x="5102352" y="507492"/>
                </a:lnTo>
                <a:lnTo>
                  <a:pt x="4788407" y="507492"/>
                </a:lnTo>
                <a:lnTo>
                  <a:pt x="4788407" y="740664"/>
                </a:lnTo>
                <a:lnTo>
                  <a:pt x="5102352" y="740664"/>
                </a:lnTo>
                <a:lnTo>
                  <a:pt x="5102352" y="905256"/>
                </a:lnTo>
                <a:close/>
              </a:path>
              <a:path w="7195820" h="927100">
                <a:moveTo>
                  <a:pt x="5723462" y="766572"/>
                </a:moveTo>
                <a:lnTo>
                  <a:pt x="5472208" y="766572"/>
                </a:lnTo>
                <a:lnTo>
                  <a:pt x="5493066" y="765055"/>
                </a:lnTo>
                <a:lnTo>
                  <a:pt x="5512200" y="760369"/>
                </a:lnTo>
                <a:lnTo>
                  <a:pt x="5558196" y="728463"/>
                </a:lnTo>
                <a:lnTo>
                  <a:pt x="5574791" y="683324"/>
                </a:lnTo>
                <a:lnTo>
                  <a:pt x="5573397" y="668377"/>
                </a:lnTo>
                <a:lnTo>
                  <a:pt x="5552408" y="623411"/>
                </a:lnTo>
                <a:lnTo>
                  <a:pt x="5516630" y="585549"/>
                </a:lnTo>
                <a:lnTo>
                  <a:pt x="5400016" y="486856"/>
                </a:lnTo>
                <a:lnTo>
                  <a:pt x="5354324" y="446320"/>
                </a:lnTo>
                <a:lnTo>
                  <a:pt x="5316849" y="410072"/>
                </a:lnTo>
                <a:lnTo>
                  <a:pt x="5287593" y="378109"/>
                </a:lnTo>
                <a:lnTo>
                  <a:pt x="5248060" y="318563"/>
                </a:lnTo>
                <a:lnTo>
                  <a:pt x="5226915" y="254841"/>
                </a:lnTo>
                <a:lnTo>
                  <a:pt x="5224271" y="222980"/>
                </a:lnTo>
                <a:lnTo>
                  <a:pt x="5228665" y="178812"/>
                </a:lnTo>
                <a:lnTo>
                  <a:pt x="5241845" y="137886"/>
                </a:lnTo>
                <a:lnTo>
                  <a:pt x="5263812" y="100192"/>
                </a:lnTo>
                <a:lnTo>
                  <a:pt x="5294566" y="65722"/>
                </a:lnTo>
                <a:lnTo>
                  <a:pt x="5331751" y="37022"/>
                </a:lnTo>
                <a:lnTo>
                  <a:pt x="5373016" y="16502"/>
                </a:lnTo>
                <a:lnTo>
                  <a:pt x="5418372" y="4161"/>
                </a:lnTo>
                <a:lnTo>
                  <a:pt x="5467826" y="0"/>
                </a:lnTo>
                <a:lnTo>
                  <a:pt x="5500635" y="1983"/>
                </a:lnTo>
                <a:lnTo>
                  <a:pt x="5563825" y="17453"/>
                </a:lnTo>
                <a:lnTo>
                  <a:pt x="5624837" y="49621"/>
                </a:lnTo>
                <a:lnTo>
                  <a:pt x="5656683" y="74616"/>
                </a:lnTo>
                <a:lnTo>
                  <a:pt x="5689779" y="105952"/>
                </a:lnTo>
                <a:lnTo>
                  <a:pt x="5724144" y="143637"/>
                </a:lnTo>
                <a:lnTo>
                  <a:pt x="5702176" y="163067"/>
                </a:lnTo>
                <a:lnTo>
                  <a:pt x="5464492" y="163067"/>
                </a:lnTo>
                <a:lnTo>
                  <a:pt x="5448599" y="164228"/>
                </a:lnTo>
                <a:lnTo>
                  <a:pt x="5410009" y="180784"/>
                </a:lnTo>
                <a:lnTo>
                  <a:pt x="5388864" y="220503"/>
                </a:lnTo>
                <a:lnTo>
                  <a:pt x="5389809" y="231471"/>
                </a:lnTo>
                <a:lnTo>
                  <a:pt x="5419378" y="279341"/>
                </a:lnTo>
                <a:lnTo>
                  <a:pt x="5481347" y="335854"/>
                </a:lnTo>
                <a:lnTo>
                  <a:pt x="5527833" y="375380"/>
                </a:lnTo>
                <a:lnTo>
                  <a:pt x="5571429" y="411798"/>
                </a:lnTo>
                <a:lnTo>
                  <a:pt x="5605498" y="440769"/>
                </a:lnTo>
                <a:lnTo>
                  <a:pt x="5645086" y="476440"/>
                </a:lnTo>
                <a:lnTo>
                  <a:pt x="5689020" y="526780"/>
                </a:lnTo>
                <a:lnTo>
                  <a:pt x="5717952" y="574834"/>
                </a:lnTo>
                <a:lnTo>
                  <a:pt x="5734026" y="623971"/>
                </a:lnTo>
                <a:lnTo>
                  <a:pt x="5739384" y="677323"/>
                </a:lnTo>
                <a:lnTo>
                  <a:pt x="5734744" y="728463"/>
                </a:lnTo>
                <a:lnTo>
                  <a:pt x="5734685" y="729113"/>
                </a:lnTo>
                <a:lnTo>
                  <a:pt x="5723462" y="766572"/>
                </a:lnTo>
                <a:close/>
              </a:path>
              <a:path w="7195820" h="927100">
                <a:moveTo>
                  <a:pt x="5598795" y="254508"/>
                </a:moveTo>
                <a:lnTo>
                  <a:pt x="5565701" y="214556"/>
                </a:lnTo>
                <a:lnTo>
                  <a:pt x="5532286" y="185999"/>
                </a:lnTo>
                <a:lnTo>
                  <a:pt x="5498550" y="168836"/>
                </a:lnTo>
                <a:lnTo>
                  <a:pt x="5464492" y="163067"/>
                </a:lnTo>
                <a:lnTo>
                  <a:pt x="5702176" y="163067"/>
                </a:lnTo>
                <a:lnTo>
                  <a:pt x="5598795" y="254508"/>
                </a:lnTo>
                <a:close/>
              </a:path>
              <a:path w="7195820" h="927100">
                <a:moveTo>
                  <a:pt x="5467826" y="926592"/>
                </a:moveTo>
                <a:lnTo>
                  <a:pt x="5422124" y="923713"/>
                </a:lnTo>
                <a:lnTo>
                  <a:pt x="5379458" y="915067"/>
                </a:lnTo>
                <a:lnTo>
                  <a:pt x="5339828" y="900633"/>
                </a:lnTo>
                <a:lnTo>
                  <a:pt x="5303234" y="880396"/>
                </a:lnTo>
                <a:lnTo>
                  <a:pt x="5269425" y="853928"/>
                </a:lnTo>
                <a:lnTo>
                  <a:pt x="5238142" y="820817"/>
                </a:lnTo>
                <a:lnTo>
                  <a:pt x="5209378" y="781062"/>
                </a:lnTo>
                <a:lnTo>
                  <a:pt x="5183123" y="734663"/>
                </a:lnTo>
                <a:lnTo>
                  <a:pt x="5324951" y="649224"/>
                </a:lnTo>
                <a:lnTo>
                  <a:pt x="5358153" y="700604"/>
                </a:lnTo>
                <a:lnTo>
                  <a:pt x="5393757" y="737294"/>
                </a:lnTo>
                <a:lnTo>
                  <a:pt x="5431772" y="759287"/>
                </a:lnTo>
                <a:lnTo>
                  <a:pt x="5472208" y="766572"/>
                </a:lnTo>
                <a:lnTo>
                  <a:pt x="5723462" y="766572"/>
                </a:lnTo>
                <a:lnTo>
                  <a:pt x="5720584" y="776180"/>
                </a:lnTo>
                <a:lnTo>
                  <a:pt x="5697070" y="818514"/>
                </a:lnTo>
                <a:lnTo>
                  <a:pt x="5664136" y="856107"/>
                </a:lnTo>
                <a:lnTo>
                  <a:pt x="5623685" y="886971"/>
                </a:lnTo>
                <a:lnTo>
                  <a:pt x="5577482" y="908994"/>
                </a:lnTo>
                <a:lnTo>
                  <a:pt x="5525529" y="922195"/>
                </a:lnTo>
                <a:lnTo>
                  <a:pt x="5467826" y="926592"/>
                </a:lnTo>
                <a:close/>
              </a:path>
              <a:path w="7195820" h="927100">
                <a:moveTo>
                  <a:pt x="6301739" y="187452"/>
                </a:moveTo>
                <a:lnTo>
                  <a:pt x="5812536" y="187452"/>
                </a:lnTo>
                <a:lnTo>
                  <a:pt x="5812536" y="21336"/>
                </a:lnTo>
                <a:lnTo>
                  <a:pt x="6301739" y="21336"/>
                </a:lnTo>
                <a:lnTo>
                  <a:pt x="6301739" y="187452"/>
                </a:lnTo>
                <a:close/>
              </a:path>
              <a:path w="7195820" h="927100">
                <a:moveTo>
                  <a:pt x="6140196" y="905256"/>
                </a:moveTo>
                <a:lnTo>
                  <a:pt x="5969507" y="905256"/>
                </a:lnTo>
                <a:lnTo>
                  <a:pt x="5969507" y="187452"/>
                </a:lnTo>
                <a:lnTo>
                  <a:pt x="6140196" y="187452"/>
                </a:lnTo>
                <a:lnTo>
                  <a:pt x="6140196" y="905256"/>
                </a:lnTo>
                <a:close/>
              </a:path>
              <a:path w="7195820" h="927100">
                <a:moveTo>
                  <a:pt x="6519862" y="905256"/>
                </a:moveTo>
                <a:lnTo>
                  <a:pt x="6345173" y="905256"/>
                </a:lnTo>
                <a:lnTo>
                  <a:pt x="6686835" y="21336"/>
                </a:lnTo>
                <a:lnTo>
                  <a:pt x="6856381" y="21336"/>
                </a:lnTo>
                <a:lnTo>
                  <a:pt x="6946586" y="256413"/>
                </a:lnTo>
                <a:lnTo>
                  <a:pt x="6771894" y="256413"/>
                </a:lnTo>
                <a:lnTo>
                  <a:pt x="6652260" y="560832"/>
                </a:lnTo>
                <a:lnTo>
                  <a:pt x="7063400" y="560832"/>
                </a:lnTo>
                <a:lnTo>
                  <a:pt x="7125974" y="723900"/>
                </a:lnTo>
                <a:lnTo>
                  <a:pt x="6590538" y="723900"/>
                </a:lnTo>
                <a:lnTo>
                  <a:pt x="6519862" y="905256"/>
                </a:lnTo>
                <a:close/>
              </a:path>
              <a:path w="7195820" h="927100">
                <a:moveTo>
                  <a:pt x="7063400" y="560832"/>
                </a:moveTo>
                <a:lnTo>
                  <a:pt x="6890670" y="560832"/>
                </a:lnTo>
                <a:lnTo>
                  <a:pt x="6771894" y="256413"/>
                </a:lnTo>
                <a:lnTo>
                  <a:pt x="6946586" y="256413"/>
                </a:lnTo>
                <a:lnTo>
                  <a:pt x="7063400" y="560832"/>
                </a:lnTo>
                <a:close/>
              </a:path>
              <a:path w="7195820" h="927100">
                <a:moveTo>
                  <a:pt x="7195566" y="905256"/>
                </a:moveTo>
                <a:lnTo>
                  <a:pt x="7020782" y="905256"/>
                </a:lnTo>
                <a:lnTo>
                  <a:pt x="6952297" y="723900"/>
                </a:lnTo>
                <a:lnTo>
                  <a:pt x="7125974" y="723900"/>
                </a:lnTo>
                <a:lnTo>
                  <a:pt x="7195566" y="905256"/>
                </a:lnTo>
                <a:close/>
              </a:path>
            </a:pathLst>
          </a:custGeom>
          <a:solidFill>
            <a:srgbClr val="5D8223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46603" y="836026"/>
            <a:ext cx="6756648" cy="6282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951230">
              <a:lnSpc>
                <a:spcPct val="100000"/>
              </a:lnSpc>
              <a:spcBef>
                <a:spcPts val="95"/>
              </a:spcBef>
            </a:pPr>
            <a:r>
              <a:rPr dirty="0" sz="2200" spc="-185"/>
              <a:t>ELEMENTOS</a:t>
            </a:r>
            <a:r>
              <a:rPr dirty="0" sz="2200" spc="-30"/>
              <a:t> </a:t>
            </a:r>
            <a:r>
              <a:rPr dirty="0" sz="2200" spc="-185"/>
              <a:t>DE</a:t>
            </a:r>
            <a:r>
              <a:rPr dirty="0" sz="2200" spc="-30"/>
              <a:t> </a:t>
            </a:r>
            <a:r>
              <a:rPr dirty="0" sz="2200" spc="-10"/>
              <a:t>CURVA</a:t>
            </a:r>
            <a:r>
              <a:rPr dirty="0" sz="2200" spc="-25"/>
              <a:t> </a:t>
            </a:r>
            <a:r>
              <a:rPr dirty="0" sz="2200" spc="-135"/>
              <a:t>CIRCULAR</a:t>
            </a:r>
            <a:r>
              <a:rPr dirty="0" sz="2200" spc="-10"/>
              <a:t> </a:t>
            </a:r>
            <a:r>
              <a:rPr dirty="0" sz="2200" spc="-70"/>
              <a:t>COMPUESTA</a:t>
            </a:r>
            <a:endParaRPr sz="2200"/>
          </a:p>
        </p:txBody>
      </p:sp>
      <p:sp>
        <p:nvSpPr>
          <p:cNvPr id="4" name="object 4" descr=""/>
          <p:cNvSpPr txBox="1"/>
          <p:nvPr/>
        </p:nvSpPr>
        <p:spPr>
          <a:xfrm>
            <a:off x="4163012" y="7163818"/>
            <a:ext cx="365696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b="1">
                <a:solidFill>
                  <a:srgbClr val="387B0C"/>
                </a:solidFill>
                <a:latin typeface="Arial"/>
                <a:cs typeface="Arial"/>
              </a:rPr>
              <a:t>YULIETH</a:t>
            </a:r>
            <a:r>
              <a:rPr dirty="0" sz="1950" spc="70" b="1">
                <a:solidFill>
                  <a:srgbClr val="387B0C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387B0C"/>
                </a:solidFill>
                <a:latin typeface="Arial"/>
                <a:cs typeface="Arial"/>
              </a:rPr>
              <a:t>PEREZ</a:t>
            </a:r>
            <a:r>
              <a:rPr dirty="0" sz="1950" spc="80" b="1">
                <a:solidFill>
                  <a:srgbClr val="387B0C"/>
                </a:solidFill>
                <a:latin typeface="Arial"/>
                <a:cs typeface="Arial"/>
              </a:rPr>
              <a:t> </a:t>
            </a:r>
            <a:r>
              <a:rPr dirty="0" sz="1950" spc="-10" b="1">
                <a:solidFill>
                  <a:srgbClr val="387B0C"/>
                </a:solidFill>
                <a:latin typeface="Arial"/>
                <a:cs typeface="Arial"/>
              </a:rPr>
              <a:t>HERNANDEZ</a:t>
            </a:r>
            <a:endParaRPr sz="1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59719" y="418554"/>
            <a:ext cx="6621145" cy="9652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57810" marR="5080" indent="-245745">
              <a:lnSpc>
                <a:spcPct val="101000"/>
              </a:lnSpc>
              <a:spcBef>
                <a:spcPts val="95"/>
              </a:spcBef>
            </a:pPr>
            <a:r>
              <a:rPr dirty="0" spc="-254"/>
              <a:t>EXPRESIONES</a:t>
            </a:r>
            <a:r>
              <a:rPr dirty="0" spc="-65"/>
              <a:t> </a:t>
            </a:r>
            <a:r>
              <a:rPr dirty="0" spc="-60"/>
              <a:t>PARA</a:t>
            </a:r>
            <a:r>
              <a:rPr dirty="0" spc="-90"/>
              <a:t> </a:t>
            </a:r>
            <a:r>
              <a:rPr dirty="0" spc="-345"/>
              <a:t>EL</a:t>
            </a:r>
            <a:r>
              <a:rPr dirty="0" spc="-30"/>
              <a:t> </a:t>
            </a:r>
            <a:r>
              <a:rPr dirty="0"/>
              <a:t>CÁLCULO</a:t>
            </a:r>
            <a:r>
              <a:rPr dirty="0" spc="-20"/>
              <a:t> </a:t>
            </a:r>
            <a:r>
              <a:rPr dirty="0" spc="-85"/>
              <a:t>DE </a:t>
            </a:r>
            <a:r>
              <a:rPr dirty="0" spc="-190"/>
              <a:t>LAS</a:t>
            </a:r>
            <a:r>
              <a:rPr dirty="0" spc="-35"/>
              <a:t> </a:t>
            </a:r>
            <a:r>
              <a:rPr dirty="0" spc="-200"/>
              <a:t>TANGENTES</a:t>
            </a:r>
            <a:r>
              <a:rPr dirty="0" spc="-65"/>
              <a:t> </a:t>
            </a:r>
            <a:r>
              <a:rPr dirty="0" spc="-20"/>
              <a:t>CORTA</a:t>
            </a:r>
            <a:r>
              <a:rPr dirty="0" spc="-185"/>
              <a:t> </a:t>
            </a:r>
            <a:r>
              <a:rPr dirty="0"/>
              <a:t>Y</a:t>
            </a:r>
            <a:r>
              <a:rPr dirty="0" spc="-90"/>
              <a:t> </a:t>
            </a:r>
            <a:r>
              <a:rPr dirty="0" spc="-10"/>
              <a:t>LARGA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9424" y="2699003"/>
            <a:ext cx="7393286" cy="1300667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43632" y="5384029"/>
            <a:ext cx="7289407" cy="13291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20695" y="672083"/>
            <a:ext cx="5867444" cy="544985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062303" y="279789"/>
            <a:ext cx="182689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204"/>
              <a:t>DATOS</a:t>
            </a:r>
            <a:endParaRPr sz="4400"/>
          </a:p>
        </p:txBody>
      </p:sp>
      <p:sp>
        <p:nvSpPr>
          <p:cNvPr id="4" name="object 4" descr=""/>
          <p:cNvSpPr txBox="1"/>
          <p:nvPr/>
        </p:nvSpPr>
        <p:spPr>
          <a:xfrm>
            <a:off x="2265677" y="1234762"/>
            <a:ext cx="5594350" cy="5658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3050540">
              <a:lnSpc>
                <a:spcPct val="120000"/>
              </a:lnSpc>
              <a:spcBef>
                <a:spcPts val="100"/>
              </a:spcBef>
            </a:pPr>
            <a:r>
              <a:rPr dirty="0" sz="2200" b="1">
                <a:latin typeface="Arial"/>
                <a:cs typeface="Arial"/>
              </a:rPr>
              <a:t>Azimut</a:t>
            </a:r>
            <a:r>
              <a:rPr dirty="0" sz="2200" spc="-55" b="1">
                <a:latin typeface="Arial"/>
                <a:cs typeface="Arial"/>
              </a:rPr>
              <a:t> </a:t>
            </a:r>
            <a:r>
              <a:rPr dirty="0" sz="2200" b="1">
                <a:latin typeface="Arial"/>
                <a:cs typeface="Arial"/>
              </a:rPr>
              <a:t>de</a:t>
            </a:r>
            <a:r>
              <a:rPr dirty="0" sz="2200" spc="-20" b="1">
                <a:latin typeface="Arial"/>
                <a:cs typeface="Arial"/>
              </a:rPr>
              <a:t> </a:t>
            </a:r>
            <a:r>
              <a:rPr dirty="0" sz="2200" b="1">
                <a:latin typeface="Arial"/>
                <a:cs typeface="Arial"/>
              </a:rPr>
              <a:t>AB</a:t>
            </a:r>
            <a:r>
              <a:rPr dirty="0" sz="2200" spc="-10" b="1">
                <a:latin typeface="Arial"/>
                <a:cs typeface="Arial"/>
              </a:rPr>
              <a:t> </a:t>
            </a:r>
            <a:r>
              <a:rPr dirty="0" sz="2200" b="1">
                <a:latin typeface="Arial"/>
                <a:cs typeface="Arial"/>
              </a:rPr>
              <a:t>=</a:t>
            </a:r>
            <a:r>
              <a:rPr dirty="0" sz="2200" spc="-40" b="1">
                <a:latin typeface="Arial"/>
                <a:cs typeface="Arial"/>
              </a:rPr>
              <a:t> </a:t>
            </a:r>
            <a:r>
              <a:rPr dirty="0" sz="2200" spc="-25" b="1">
                <a:latin typeface="Arial"/>
                <a:cs typeface="Arial"/>
              </a:rPr>
              <a:t>32 </a:t>
            </a:r>
            <a:r>
              <a:rPr dirty="0" sz="2200" b="1">
                <a:latin typeface="Arial"/>
                <a:cs typeface="Arial"/>
              </a:rPr>
              <a:t>Azimut</a:t>
            </a:r>
            <a:r>
              <a:rPr dirty="0" sz="2200" spc="-65" b="1">
                <a:latin typeface="Arial"/>
                <a:cs typeface="Arial"/>
              </a:rPr>
              <a:t> </a:t>
            </a:r>
            <a:r>
              <a:rPr dirty="0" sz="2200" b="1">
                <a:latin typeface="Arial"/>
                <a:cs typeface="Arial"/>
              </a:rPr>
              <a:t>de</a:t>
            </a:r>
            <a:r>
              <a:rPr dirty="0" sz="2200" spc="-35" b="1">
                <a:latin typeface="Arial"/>
                <a:cs typeface="Arial"/>
              </a:rPr>
              <a:t> </a:t>
            </a:r>
            <a:r>
              <a:rPr dirty="0" sz="2200" b="1">
                <a:latin typeface="Arial"/>
                <a:cs typeface="Arial"/>
              </a:rPr>
              <a:t>BC=</a:t>
            </a:r>
            <a:r>
              <a:rPr dirty="0" sz="2200" spc="-25" b="1">
                <a:latin typeface="Arial"/>
                <a:cs typeface="Arial"/>
              </a:rPr>
              <a:t> 66 </a:t>
            </a:r>
            <a:r>
              <a:rPr dirty="0" sz="2200" b="1">
                <a:latin typeface="Arial"/>
                <a:cs typeface="Arial"/>
              </a:rPr>
              <a:t>Azimut</a:t>
            </a:r>
            <a:r>
              <a:rPr dirty="0" sz="2200" spc="-65" b="1">
                <a:latin typeface="Arial"/>
                <a:cs typeface="Arial"/>
              </a:rPr>
              <a:t> </a:t>
            </a:r>
            <a:r>
              <a:rPr dirty="0" sz="2200" b="1">
                <a:latin typeface="Arial"/>
                <a:cs typeface="Arial"/>
              </a:rPr>
              <a:t>de</a:t>
            </a:r>
            <a:r>
              <a:rPr dirty="0" sz="2200" spc="-35" b="1">
                <a:latin typeface="Arial"/>
                <a:cs typeface="Arial"/>
              </a:rPr>
              <a:t> </a:t>
            </a:r>
            <a:r>
              <a:rPr dirty="0" sz="2200" b="1">
                <a:latin typeface="Arial"/>
                <a:cs typeface="Arial"/>
              </a:rPr>
              <a:t>CD=</a:t>
            </a:r>
            <a:r>
              <a:rPr dirty="0" sz="2200" spc="-25" b="1">
                <a:latin typeface="Arial"/>
                <a:cs typeface="Arial"/>
              </a:rPr>
              <a:t> 144 </a:t>
            </a:r>
            <a:r>
              <a:rPr dirty="0" sz="2200" b="1">
                <a:latin typeface="Arial"/>
                <a:cs typeface="Arial"/>
              </a:rPr>
              <a:t>R1=</a:t>
            </a:r>
            <a:r>
              <a:rPr dirty="0" sz="2200" spc="-55" b="1">
                <a:latin typeface="Arial"/>
                <a:cs typeface="Arial"/>
              </a:rPr>
              <a:t> </a:t>
            </a:r>
            <a:r>
              <a:rPr dirty="0" sz="2200" spc="-10" b="1">
                <a:latin typeface="Arial"/>
                <a:cs typeface="Arial"/>
              </a:rPr>
              <a:t>76.8m</a:t>
            </a:r>
            <a:endParaRPr sz="2200">
              <a:latin typeface="Arial"/>
              <a:cs typeface="Arial"/>
            </a:endParaRPr>
          </a:p>
          <a:p>
            <a:pPr marL="12700" marR="4416425">
              <a:lnSpc>
                <a:spcPct val="120000"/>
              </a:lnSpc>
            </a:pPr>
            <a:r>
              <a:rPr dirty="0" sz="2200" b="1">
                <a:latin typeface="Arial"/>
                <a:cs typeface="Arial"/>
              </a:rPr>
              <a:t>C1=</a:t>
            </a:r>
            <a:r>
              <a:rPr dirty="0" sz="2200" spc="-55" b="1">
                <a:latin typeface="Arial"/>
                <a:cs typeface="Arial"/>
              </a:rPr>
              <a:t> </a:t>
            </a:r>
            <a:r>
              <a:rPr dirty="0" sz="2200" spc="-25" b="1">
                <a:latin typeface="Arial"/>
                <a:cs typeface="Arial"/>
              </a:rPr>
              <a:t>10m </a:t>
            </a:r>
            <a:r>
              <a:rPr dirty="0" sz="2200" b="1">
                <a:latin typeface="Arial"/>
                <a:cs typeface="Arial"/>
              </a:rPr>
              <a:t>C2=</a:t>
            </a:r>
            <a:r>
              <a:rPr dirty="0" sz="2200" spc="-55" b="1">
                <a:latin typeface="Arial"/>
                <a:cs typeface="Arial"/>
              </a:rPr>
              <a:t> </a:t>
            </a:r>
            <a:r>
              <a:rPr dirty="0" sz="2200" spc="-25" b="1">
                <a:latin typeface="Arial"/>
                <a:cs typeface="Arial"/>
              </a:rPr>
              <a:t>5m</a:t>
            </a:r>
            <a:endParaRPr sz="2200">
              <a:latin typeface="Arial"/>
              <a:cs typeface="Arial"/>
            </a:endParaRPr>
          </a:p>
          <a:p>
            <a:pPr marL="12700" marR="2244725">
              <a:lnSpc>
                <a:spcPct val="120000"/>
              </a:lnSpc>
            </a:pPr>
            <a:r>
              <a:rPr dirty="0" sz="2200" b="1">
                <a:latin typeface="Arial"/>
                <a:cs typeface="Arial"/>
              </a:rPr>
              <a:t>Abscisa</a:t>
            </a:r>
            <a:r>
              <a:rPr dirty="0" sz="2200" spc="-35" b="1">
                <a:latin typeface="Arial"/>
                <a:cs typeface="Arial"/>
              </a:rPr>
              <a:t> </a:t>
            </a:r>
            <a:r>
              <a:rPr dirty="0" sz="2200" b="1">
                <a:latin typeface="Arial"/>
                <a:cs typeface="Arial"/>
              </a:rPr>
              <a:t>del</a:t>
            </a:r>
            <a:r>
              <a:rPr dirty="0" sz="2200" spc="-55" b="1">
                <a:latin typeface="Arial"/>
                <a:cs typeface="Arial"/>
              </a:rPr>
              <a:t> </a:t>
            </a:r>
            <a:r>
              <a:rPr dirty="0" sz="2200" b="1">
                <a:latin typeface="Arial"/>
                <a:cs typeface="Arial"/>
              </a:rPr>
              <a:t>PC:</a:t>
            </a:r>
            <a:r>
              <a:rPr dirty="0" sz="2200" spc="-25" b="1">
                <a:latin typeface="Arial"/>
                <a:cs typeface="Arial"/>
              </a:rPr>
              <a:t> </a:t>
            </a:r>
            <a:r>
              <a:rPr dirty="0" sz="2200" b="1">
                <a:latin typeface="Arial"/>
                <a:cs typeface="Arial"/>
              </a:rPr>
              <a:t>K0</a:t>
            </a:r>
            <a:r>
              <a:rPr dirty="0" sz="2200" spc="-50" b="1">
                <a:latin typeface="Arial"/>
                <a:cs typeface="Arial"/>
              </a:rPr>
              <a:t> </a:t>
            </a:r>
            <a:r>
              <a:rPr dirty="0" sz="2200" b="1">
                <a:latin typeface="Arial"/>
                <a:cs typeface="Arial"/>
              </a:rPr>
              <a:t>+</a:t>
            </a:r>
            <a:r>
              <a:rPr dirty="0" sz="2200" spc="-50" b="1">
                <a:latin typeface="Arial"/>
                <a:cs typeface="Arial"/>
              </a:rPr>
              <a:t> </a:t>
            </a:r>
            <a:r>
              <a:rPr dirty="0" sz="2200" spc="-25" b="1">
                <a:latin typeface="Arial"/>
                <a:cs typeface="Arial"/>
              </a:rPr>
              <a:t>968 </a:t>
            </a:r>
            <a:r>
              <a:rPr dirty="0" sz="2200" b="1">
                <a:latin typeface="Arial"/>
                <a:cs typeface="Arial"/>
              </a:rPr>
              <a:t>Distancia</a:t>
            </a:r>
            <a:r>
              <a:rPr dirty="0" sz="2200" spc="-55" b="1">
                <a:latin typeface="Arial"/>
                <a:cs typeface="Arial"/>
              </a:rPr>
              <a:t> </a:t>
            </a:r>
            <a:r>
              <a:rPr dirty="0" sz="2200" b="1">
                <a:latin typeface="Arial"/>
                <a:cs typeface="Arial"/>
              </a:rPr>
              <a:t>de</a:t>
            </a:r>
            <a:r>
              <a:rPr dirty="0" sz="2200" spc="-50" b="1">
                <a:latin typeface="Arial"/>
                <a:cs typeface="Arial"/>
              </a:rPr>
              <a:t> </a:t>
            </a:r>
            <a:r>
              <a:rPr dirty="0" sz="2200" b="1">
                <a:latin typeface="Arial"/>
                <a:cs typeface="Arial"/>
              </a:rPr>
              <a:t>BC</a:t>
            </a:r>
            <a:r>
              <a:rPr dirty="0" sz="2200" spc="-45" b="1">
                <a:latin typeface="Arial"/>
                <a:cs typeface="Arial"/>
              </a:rPr>
              <a:t> </a:t>
            </a:r>
            <a:r>
              <a:rPr dirty="0" sz="2200" b="1">
                <a:latin typeface="Arial"/>
                <a:cs typeface="Arial"/>
              </a:rPr>
              <a:t>=</a:t>
            </a:r>
            <a:r>
              <a:rPr dirty="0" sz="2200" spc="-50" b="1">
                <a:latin typeface="Arial"/>
                <a:cs typeface="Arial"/>
              </a:rPr>
              <a:t> </a:t>
            </a:r>
            <a:r>
              <a:rPr dirty="0" sz="2200" spc="-25" b="1">
                <a:latin typeface="Arial"/>
                <a:cs typeface="Arial"/>
              </a:rPr>
              <a:t>60m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200" spc="-10" b="1">
                <a:solidFill>
                  <a:srgbClr val="387B0C"/>
                </a:solidFill>
                <a:latin typeface="Arial"/>
                <a:cs typeface="Arial"/>
              </a:rPr>
              <a:t>CALCULAR: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2200">
              <a:latin typeface="Arial"/>
              <a:cs typeface="Arial"/>
            </a:endParaRPr>
          </a:p>
          <a:p>
            <a:pPr marL="321310" indent="-308610">
              <a:lnSpc>
                <a:spcPct val="100000"/>
              </a:lnSpc>
              <a:buAutoNum type="arabicPeriod"/>
              <a:tabLst>
                <a:tab pos="321310" algn="l"/>
              </a:tabLst>
            </a:pPr>
            <a:r>
              <a:rPr dirty="0" sz="2200" spc="-25" b="1">
                <a:latin typeface="Arial"/>
                <a:cs typeface="Arial"/>
              </a:rPr>
              <a:t>TL</a:t>
            </a:r>
            <a:endParaRPr sz="2200">
              <a:latin typeface="Arial"/>
              <a:cs typeface="Arial"/>
            </a:endParaRPr>
          </a:p>
          <a:p>
            <a:pPr marL="321310" indent="-308610">
              <a:lnSpc>
                <a:spcPct val="100000"/>
              </a:lnSpc>
              <a:spcBef>
                <a:spcPts val="530"/>
              </a:spcBef>
              <a:buAutoNum type="arabicPeriod"/>
              <a:tabLst>
                <a:tab pos="321310" algn="l"/>
              </a:tabLst>
            </a:pPr>
            <a:r>
              <a:rPr dirty="0" sz="2200" spc="-25" b="1">
                <a:latin typeface="Arial"/>
                <a:cs typeface="Arial"/>
              </a:rPr>
              <a:t>TC</a:t>
            </a:r>
            <a:endParaRPr sz="2200">
              <a:latin typeface="Arial"/>
              <a:cs typeface="Arial"/>
            </a:endParaRPr>
          </a:p>
          <a:p>
            <a:pPr marL="321310" indent="-308610">
              <a:lnSpc>
                <a:spcPct val="100000"/>
              </a:lnSpc>
              <a:spcBef>
                <a:spcPts val="525"/>
              </a:spcBef>
              <a:buAutoNum type="arabicPeriod"/>
              <a:tabLst>
                <a:tab pos="321310" algn="l"/>
              </a:tabLst>
            </a:pPr>
            <a:r>
              <a:rPr dirty="0" sz="2200" b="1">
                <a:latin typeface="Arial"/>
                <a:cs typeface="Arial"/>
              </a:rPr>
              <a:t>Las</a:t>
            </a:r>
            <a:r>
              <a:rPr dirty="0" sz="2200" spc="-65" b="1">
                <a:latin typeface="Arial"/>
                <a:cs typeface="Arial"/>
              </a:rPr>
              <a:t> </a:t>
            </a:r>
            <a:r>
              <a:rPr dirty="0" sz="2200" b="1">
                <a:latin typeface="Arial"/>
                <a:cs typeface="Arial"/>
              </a:rPr>
              <a:t>deflexiones</a:t>
            </a:r>
            <a:r>
              <a:rPr dirty="0" sz="2200" spc="-60" b="1">
                <a:latin typeface="Arial"/>
                <a:cs typeface="Arial"/>
              </a:rPr>
              <a:t> </a:t>
            </a:r>
            <a:r>
              <a:rPr dirty="0" sz="2200" b="1">
                <a:latin typeface="Arial"/>
                <a:cs typeface="Arial"/>
              </a:rPr>
              <a:t>de</a:t>
            </a:r>
            <a:r>
              <a:rPr dirty="0" sz="2200" spc="-60" b="1">
                <a:latin typeface="Arial"/>
                <a:cs typeface="Arial"/>
              </a:rPr>
              <a:t> </a:t>
            </a:r>
            <a:r>
              <a:rPr dirty="0" sz="2200" b="1">
                <a:latin typeface="Arial"/>
                <a:cs typeface="Arial"/>
              </a:rPr>
              <a:t>la</a:t>
            </a:r>
            <a:r>
              <a:rPr dirty="0" sz="2200" spc="-60" b="1">
                <a:latin typeface="Arial"/>
                <a:cs typeface="Arial"/>
              </a:rPr>
              <a:t> </a:t>
            </a:r>
            <a:r>
              <a:rPr dirty="0" sz="2200" b="1">
                <a:latin typeface="Arial"/>
                <a:cs typeface="Arial"/>
              </a:rPr>
              <a:t>curva</a:t>
            </a:r>
            <a:r>
              <a:rPr dirty="0" sz="2200" spc="-60" b="1">
                <a:latin typeface="Arial"/>
                <a:cs typeface="Arial"/>
              </a:rPr>
              <a:t> </a:t>
            </a:r>
            <a:r>
              <a:rPr dirty="0" sz="2200" spc="-10" b="1">
                <a:latin typeface="Arial"/>
                <a:cs typeface="Arial"/>
              </a:rPr>
              <a:t>compuesta.</a:t>
            </a:r>
            <a:endParaRPr sz="22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08947" y="5618988"/>
            <a:ext cx="743712" cy="8061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424131" y="886602"/>
            <a:ext cx="5720715" cy="6111240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390525" indent="-377825">
              <a:lnSpc>
                <a:spcPct val="100000"/>
              </a:lnSpc>
              <a:spcBef>
                <a:spcPts val="495"/>
              </a:spcBef>
              <a:buClr>
                <a:srgbClr val="387B0C"/>
              </a:buClr>
              <a:buSzPct val="96969"/>
              <a:buFont typeface="Wingdings"/>
              <a:buChar char=""/>
              <a:tabLst>
                <a:tab pos="390525" algn="l"/>
                <a:tab pos="1266190" algn="l"/>
              </a:tabLst>
            </a:pPr>
            <a:r>
              <a:rPr dirty="0" sz="3300">
                <a:latin typeface="Microsoft Sans Serif"/>
                <a:cs typeface="Microsoft Sans Serif"/>
              </a:rPr>
              <a:t>Δ</a:t>
            </a:r>
            <a:r>
              <a:rPr dirty="0" sz="3300" spc="-20">
                <a:latin typeface="Microsoft Sans Serif"/>
                <a:cs typeface="Microsoft Sans Serif"/>
              </a:rPr>
              <a:t> </a:t>
            </a:r>
            <a:r>
              <a:rPr dirty="0" sz="3300" spc="-50">
                <a:latin typeface="Microsoft Sans Serif"/>
                <a:cs typeface="Microsoft Sans Serif"/>
              </a:rPr>
              <a:t>=</a:t>
            </a:r>
            <a:r>
              <a:rPr dirty="0" sz="3300">
                <a:latin typeface="Microsoft Sans Serif"/>
                <a:cs typeface="Microsoft Sans Serif"/>
              </a:rPr>
              <a:t>	=</a:t>
            </a:r>
            <a:r>
              <a:rPr dirty="0" sz="3300" spc="30">
                <a:latin typeface="Microsoft Sans Serif"/>
                <a:cs typeface="Microsoft Sans Serif"/>
              </a:rPr>
              <a:t> </a:t>
            </a:r>
            <a:r>
              <a:rPr dirty="0" sz="3300" spc="-20">
                <a:latin typeface="Microsoft Sans Serif"/>
                <a:cs typeface="Microsoft Sans Serif"/>
              </a:rPr>
              <a:t>112D</a:t>
            </a:r>
            <a:endParaRPr sz="3300">
              <a:latin typeface="Microsoft Sans Serif"/>
              <a:cs typeface="Microsoft Sans Serif"/>
            </a:endParaRPr>
          </a:p>
          <a:p>
            <a:pPr marL="390525" indent="-377825">
              <a:lnSpc>
                <a:spcPct val="100000"/>
              </a:lnSpc>
              <a:spcBef>
                <a:spcPts val="395"/>
              </a:spcBef>
              <a:buClr>
                <a:srgbClr val="387B0C"/>
              </a:buClr>
              <a:buSzPct val="96969"/>
              <a:buFont typeface="Wingdings"/>
              <a:buChar char=""/>
              <a:tabLst>
                <a:tab pos="390525" algn="l"/>
                <a:tab pos="1051560" algn="l"/>
              </a:tabLst>
            </a:pPr>
            <a:r>
              <a:rPr dirty="0" sz="3300" spc="-25">
                <a:latin typeface="Microsoft Sans Serif"/>
                <a:cs typeface="Microsoft Sans Serif"/>
              </a:rPr>
              <a:t>Δ</a:t>
            </a:r>
            <a:r>
              <a:rPr dirty="0" sz="2050" spc="-25">
                <a:latin typeface="Microsoft Sans Serif"/>
                <a:cs typeface="Microsoft Sans Serif"/>
              </a:rPr>
              <a:t>1</a:t>
            </a:r>
            <a:r>
              <a:rPr dirty="0" sz="2050">
                <a:latin typeface="Microsoft Sans Serif"/>
                <a:cs typeface="Microsoft Sans Serif"/>
              </a:rPr>
              <a:t>	</a:t>
            </a:r>
            <a:r>
              <a:rPr dirty="0" sz="3300">
                <a:latin typeface="Microsoft Sans Serif"/>
                <a:cs typeface="Microsoft Sans Serif"/>
              </a:rPr>
              <a:t>=</a:t>
            </a:r>
            <a:r>
              <a:rPr dirty="0" sz="3300" spc="30">
                <a:latin typeface="Microsoft Sans Serif"/>
                <a:cs typeface="Microsoft Sans Serif"/>
              </a:rPr>
              <a:t> </a:t>
            </a:r>
            <a:r>
              <a:rPr dirty="0" sz="3300" spc="-25">
                <a:latin typeface="Microsoft Sans Serif"/>
                <a:cs typeface="Microsoft Sans Serif"/>
              </a:rPr>
              <a:t>34</a:t>
            </a:r>
            <a:r>
              <a:rPr dirty="0" sz="3300" spc="-25" b="1">
                <a:latin typeface="Arial"/>
                <a:cs typeface="Arial"/>
              </a:rPr>
              <a:t>º</a:t>
            </a:r>
            <a:endParaRPr sz="3300">
              <a:latin typeface="Arial"/>
              <a:cs typeface="Arial"/>
            </a:endParaRPr>
          </a:p>
          <a:p>
            <a:pPr marL="390525" indent="-377825">
              <a:lnSpc>
                <a:spcPct val="100000"/>
              </a:lnSpc>
              <a:spcBef>
                <a:spcPts val="395"/>
              </a:spcBef>
              <a:buClr>
                <a:srgbClr val="387B0C"/>
              </a:buClr>
              <a:buSzPct val="96969"/>
              <a:buFont typeface="Wingdings"/>
              <a:buChar char=""/>
              <a:tabLst>
                <a:tab pos="390525" algn="l"/>
              </a:tabLst>
            </a:pPr>
            <a:r>
              <a:rPr dirty="0" sz="3300">
                <a:latin typeface="Microsoft Sans Serif"/>
                <a:cs typeface="Microsoft Sans Serif"/>
              </a:rPr>
              <a:t>Δ</a:t>
            </a:r>
            <a:r>
              <a:rPr dirty="0" sz="2050">
                <a:latin typeface="Microsoft Sans Serif"/>
                <a:cs typeface="Microsoft Sans Serif"/>
              </a:rPr>
              <a:t>2</a:t>
            </a:r>
            <a:r>
              <a:rPr dirty="0" sz="2050" spc="345">
                <a:latin typeface="Microsoft Sans Serif"/>
                <a:cs typeface="Microsoft Sans Serif"/>
              </a:rPr>
              <a:t> </a:t>
            </a:r>
            <a:r>
              <a:rPr dirty="0" sz="3300">
                <a:latin typeface="Microsoft Sans Serif"/>
                <a:cs typeface="Microsoft Sans Serif"/>
              </a:rPr>
              <a:t>=</a:t>
            </a:r>
            <a:r>
              <a:rPr dirty="0" sz="3300" spc="30">
                <a:latin typeface="Microsoft Sans Serif"/>
                <a:cs typeface="Microsoft Sans Serif"/>
              </a:rPr>
              <a:t> </a:t>
            </a:r>
            <a:r>
              <a:rPr dirty="0" sz="3300">
                <a:latin typeface="Microsoft Sans Serif"/>
                <a:cs typeface="Microsoft Sans Serif"/>
              </a:rPr>
              <a:t>112</a:t>
            </a:r>
            <a:r>
              <a:rPr dirty="0" sz="3300" spc="-5">
                <a:latin typeface="Microsoft Sans Serif"/>
                <a:cs typeface="Microsoft Sans Serif"/>
              </a:rPr>
              <a:t> </a:t>
            </a:r>
            <a:r>
              <a:rPr dirty="0" sz="3300">
                <a:latin typeface="Microsoft Sans Serif"/>
                <a:cs typeface="Microsoft Sans Serif"/>
              </a:rPr>
              <a:t>-</a:t>
            </a:r>
            <a:r>
              <a:rPr dirty="0" sz="3300" spc="5">
                <a:latin typeface="Microsoft Sans Serif"/>
                <a:cs typeface="Microsoft Sans Serif"/>
              </a:rPr>
              <a:t> </a:t>
            </a:r>
            <a:r>
              <a:rPr dirty="0" sz="3300">
                <a:latin typeface="Microsoft Sans Serif"/>
                <a:cs typeface="Microsoft Sans Serif"/>
              </a:rPr>
              <a:t>34</a:t>
            </a:r>
            <a:r>
              <a:rPr dirty="0" sz="3300" spc="25">
                <a:latin typeface="Microsoft Sans Serif"/>
                <a:cs typeface="Microsoft Sans Serif"/>
              </a:rPr>
              <a:t> </a:t>
            </a:r>
            <a:r>
              <a:rPr dirty="0" sz="3300">
                <a:latin typeface="Microsoft Sans Serif"/>
                <a:cs typeface="Microsoft Sans Serif"/>
              </a:rPr>
              <a:t>= </a:t>
            </a:r>
            <a:r>
              <a:rPr dirty="0" sz="3300" spc="-25">
                <a:latin typeface="Microsoft Sans Serif"/>
                <a:cs typeface="Microsoft Sans Serif"/>
              </a:rPr>
              <a:t>78</a:t>
            </a:r>
            <a:r>
              <a:rPr dirty="0" sz="3300" spc="-25" b="1">
                <a:latin typeface="Arial"/>
                <a:cs typeface="Arial"/>
              </a:rPr>
              <a:t>º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55"/>
              </a:spcBef>
              <a:buClr>
                <a:srgbClr val="387B0C"/>
              </a:buClr>
              <a:buFont typeface="Wingdings"/>
              <a:buChar char=""/>
            </a:pPr>
            <a:endParaRPr sz="3300">
              <a:latin typeface="Arial"/>
              <a:cs typeface="Arial"/>
            </a:endParaRPr>
          </a:p>
          <a:p>
            <a:pPr marL="390525" indent="-377825">
              <a:lnSpc>
                <a:spcPct val="100000"/>
              </a:lnSpc>
              <a:buClr>
                <a:srgbClr val="387B0C"/>
              </a:buClr>
              <a:buSzPct val="96969"/>
              <a:buFont typeface="Wingdings"/>
              <a:buChar char=""/>
              <a:tabLst>
                <a:tab pos="390525" algn="l"/>
              </a:tabLst>
            </a:pPr>
            <a:r>
              <a:rPr dirty="0" sz="3300">
                <a:latin typeface="Microsoft Sans Serif"/>
                <a:cs typeface="Microsoft Sans Serif"/>
              </a:rPr>
              <a:t>T</a:t>
            </a:r>
            <a:r>
              <a:rPr dirty="0" sz="2050">
                <a:latin typeface="Microsoft Sans Serif"/>
                <a:cs typeface="Microsoft Sans Serif"/>
              </a:rPr>
              <a:t>1</a:t>
            </a:r>
            <a:r>
              <a:rPr dirty="0" sz="2050" spc="409">
                <a:latin typeface="Microsoft Sans Serif"/>
                <a:cs typeface="Microsoft Sans Serif"/>
              </a:rPr>
              <a:t> </a:t>
            </a:r>
            <a:r>
              <a:rPr dirty="0" sz="3300">
                <a:latin typeface="Microsoft Sans Serif"/>
                <a:cs typeface="Microsoft Sans Serif"/>
              </a:rPr>
              <a:t>=</a:t>
            </a:r>
            <a:r>
              <a:rPr dirty="0" sz="3300" spc="40">
                <a:latin typeface="Microsoft Sans Serif"/>
                <a:cs typeface="Microsoft Sans Serif"/>
              </a:rPr>
              <a:t> </a:t>
            </a:r>
            <a:r>
              <a:rPr dirty="0" sz="3300" spc="-10">
                <a:latin typeface="Microsoft Sans Serif"/>
                <a:cs typeface="Microsoft Sans Serif"/>
              </a:rPr>
              <a:t>23.48m</a:t>
            </a:r>
            <a:endParaRPr sz="3300">
              <a:latin typeface="Microsoft Sans Serif"/>
              <a:cs typeface="Microsoft Sans Serif"/>
            </a:endParaRPr>
          </a:p>
          <a:p>
            <a:pPr marL="390525" indent="-377825">
              <a:lnSpc>
                <a:spcPct val="100000"/>
              </a:lnSpc>
              <a:spcBef>
                <a:spcPts val="400"/>
              </a:spcBef>
              <a:buClr>
                <a:srgbClr val="387B0C"/>
              </a:buClr>
              <a:buSzPct val="96969"/>
              <a:buFont typeface="Wingdings"/>
              <a:buChar char=""/>
              <a:tabLst>
                <a:tab pos="390525" algn="l"/>
                <a:tab pos="4310380" algn="l"/>
              </a:tabLst>
            </a:pPr>
            <a:r>
              <a:rPr dirty="0" sz="3300">
                <a:latin typeface="Microsoft Sans Serif"/>
                <a:cs typeface="Microsoft Sans Serif"/>
              </a:rPr>
              <a:t>T</a:t>
            </a:r>
            <a:r>
              <a:rPr dirty="0" sz="2050">
                <a:latin typeface="Microsoft Sans Serif"/>
                <a:cs typeface="Microsoft Sans Serif"/>
              </a:rPr>
              <a:t>2</a:t>
            </a:r>
            <a:r>
              <a:rPr dirty="0" sz="3300">
                <a:latin typeface="Microsoft Sans Serif"/>
                <a:cs typeface="Microsoft Sans Serif"/>
              </a:rPr>
              <a:t>=</a:t>
            </a:r>
            <a:r>
              <a:rPr dirty="0" sz="3300" spc="20">
                <a:latin typeface="Microsoft Sans Serif"/>
                <a:cs typeface="Microsoft Sans Serif"/>
              </a:rPr>
              <a:t> </a:t>
            </a:r>
            <a:r>
              <a:rPr dirty="0" sz="3300">
                <a:latin typeface="Microsoft Sans Serif"/>
                <a:cs typeface="Microsoft Sans Serif"/>
              </a:rPr>
              <a:t>60.00</a:t>
            </a:r>
            <a:r>
              <a:rPr dirty="0" sz="3300" spc="-10">
                <a:latin typeface="Microsoft Sans Serif"/>
                <a:cs typeface="Microsoft Sans Serif"/>
              </a:rPr>
              <a:t> </a:t>
            </a:r>
            <a:r>
              <a:rPr dirty="0" sz="3300" spc="865">
                <a:latin typeface="Microsoft Sans Serif"/>
                <a:cs typeface="Microsoft Sans Serif"/>
              </a:rPr>
              <a:t>–</a:t>
            </a:r>
            <a:r>
              <a:rPr dirty="0" sz="3300" spc="-15">
                <a:latin typeface="Microsoft Sans Serif"/>
                <a:cs typeface="Microsoft Sans Serif"/>
              </a:rPr>
              <a:t> </a:t>
            </a:r>
            <a:r>
              <a:rPr dirty="0" sz="3300">
                <a:latin typeface="Microsoft Sans Serif"/>
                <a:cs typeface="Microsoft Sans Serif"/>
              </a:rPr>
              <a:t>23.48</a:t>
            </a:r>
            <a:r>
              <a:rPr dirty="0" sz="3300" spc="-15">
                <a:latin typeface="Microsoft Sans Serif"/>
                <a:cs typeface="Microsoft Sans Serif"/>
              </a:rPr>
              <a:t> </a:t>
            </a:r>
            <a:r>
              <a:rPr dirty="0" sz="3300" spc="-50">
                <a:latin typeface="Microsoft Sans Serif"/>
                <a:cs typeface="Microsoft Sans Serif"/>
              </a:rPr>
              <a:t>=</a:t>
            </a:r>
            <a:r>
              <a:rPr dirty="0" sz="3300">
                <a:latin typeface="Microsoft Sans Serif"/>
                <a:cs typeface="Microsoft Sans Serif"/>
              </a:rPr>
              <a:t>	</a:t>
            </a:r>
            <a:r>
              <a:rPr dirty="0" sz="3300" spc="-10">
                <a:latin typeface="Microsoft Sans Serif"/>
                <a:cs typeface="Microsoft Sans Serif"/>
              </a:rPr>
              <a:t>36.52m</a:t>
            </a:r>
            <a:endParaRPr sz="3300">
              <a:latin typeface="Microsoft Sans Serif"/>
              <a:cs typeface="Microsoft Sans Serif"/>
            </a:endParaRPr>
          </a:p>
          <a:p>
            <a:pPr marL="390525" indent="-377825">
              <a:lnSpc>
                <a:spcPct val="100000"/>
              </a:lnSpc>
              <a:spcBef>
                <a:spcPts val="395"/>
              </a:spcBef>
              <a:buClr>
                <a:srgbClr val="387B0C"/>
              </a:buClr>
              <a:buSzPct val="96969"/>
              <a:buFont typeface="Wingdings"/>
              <a:buChar char=""/>
              <a:tabLst>
                <a:tab pos="390525" algn="l"/>
              </a:tabLst>
            </a:pPr>
            <a:r>
              <a:rPr dirty="0" sz="3300">
                <a:latin typeface="Microsoft Sans Serif"/>
                <a:cs typeface="Microsoft Sans Serif"/>
              </a:rPr>
              <a:t>R</a:t>
            </a:r>
            <a:r>
              <a:rPr dirty="0" sz="2050">
                <a:latin typeface="Microsoft Sans Serif"/>
                <a:cs typeface="Microsoft Sans Serif"/>
              </a:rPr>
              <a:t>2</a:t>
            </a:r>
            <a:r>
              <a:rPr dirty="0" sz="2050" spc="375">
                <a:latin typeface="Microsoft Sans Serif"/>
                <a:cs typeface="Microsoft Sans Serif"/>
              </a:rPr>
              <a:t> </a:t>
            </a:r>
            <a:r>
              <a:rPr dirty="0" sz="3300">
                <a:latin typeface="Microsoft Sans Serif"/>
                <a:cs typeface="Microsoft Sans Serif"/>
              </a:rPr>
              <a:t>=</a:t>
            </a:r>
            <a:r>
              <a:rPr dirty="0" sz="3300" spc="65">
                <a:latin typeface="Microsoft Sans Serif"/>
                <a:cs typeface="Microsoft Sans Serif"/>
              </a:rPr>
              <a:t> </a:t>
            </a:r>
            <a:r>
              <a:rPr dirty="0" sz="3300" spc="-10">
                <a:latin typeface="Microsoft Sans Serif"/>
                <a:cs typeface="Microsoft Sans Serif"/>
              </a:rPr>
              <a:t>45.098m</a:t>
            </a:r>
            <a:endParaRPr sz="3300">
              <a:latin typeface="Microsoft Sans Serif"/>
              <a:cs typeface="Microsoft Sans Serif"/>
            </a:endParaRPr>
          </a:p>
          <a:p>
            <a:pPr marL="390525" indent="-377825">
              <a:lnSpc>
                <a:spcPct val="100000"/>
              </a:lnSpc>
              <a:spcBef>
                <a:spcPts val="395"/>
              </a:spcBef>
              <a:buClr>
                <a:srgbClr val="387B0C"/>
              </a:buClr>
              <a:buSzPct val="96969"/>
              <a:buFont typeface="Wingdings"/>
              <a:buChar char=""/>
              <a:tabLst>
                <a:tab pos="390525" algn="l"/>
              </a:tabLst>
            </a:pPr>
            <a:r>
              <a:rPr dirty="0" sz="3300">
                <a:solidFill>
                  <a:srgbClr val="FF0000"/>
                </a:solidFill>
                <a:latin typeface="Microsoft Sans Serif"/>
                <a:cs typeface="Microsoft Sans Serif"/>
              </a:rPr>
              <a:t>R</a:t>
            </a:r>
            <a:r>
              <a:rPr dirty="0" sz="2050">
                <a:solidFill>
                  <a:srgbClr val="FF0000"/>
                </a:solidFill>
                <a:latin typeface="Microsoft Sans Serif"/>
                <a:cs typeface="Microsoft Sans Serif"/>
              </a:rPr>
              <a:t>1</a:t>
            </a:r>
            <a:r>
              <a:rPr dirty="0" sz="2050" spc="375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dirty="0" sz="3300">
                <a:solidFill>
                  <a:srgbClr val="FF0000"/>
                </a:solidFill>
                <a:latin typeface="Microsoft Sans Serif"/>
                <a:cs typeface="Microsoft Sans Serif"/>
              </a:rPr>
              <a:t>=</a:t>
            </a:r>
            <a:r>
              <a:rPr dirty="0" sz="3300" spc="65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dirty="0" sz="3300" spc="-20">
                <a:solidFill>
                  <a:srgbClr val="FF0000"/>
                </a:solidFill>
                <a:latin typeface="Microsoft Sans Serif"/>
                <a:cs typeface="Microsoft Sans Serif"/>
              </a:rPr>
              <a:t>76.8m</a:t>
            </a:r>
            <a:endParaRPr sz="33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015"/>
              </a:spcBef>
              <a:buClr>
                <a:srgbClr val="387B0C"/>
              </a:buClr>
              <a:buFont typeface="Wingdings"/>
              <a:buChar char=""/>
            </a:pPr>
            <a:endParaRPr sz="3300">
              <a:latin typeface="Microsoft Sans Serif"/>
              <a:cs typeface="Microsoft Sans Serif"/>
            </a:endParaRPr>
          </a:p>
          <a:p>
            <a:pPr marL="390525" indent="-377825">
              <a:lnSpc>
                <a:spcPct val="100000"/>
              </a:lnSpc>
              <a:spcBef>
                <a:spcPts val="5"/>
              </a:spcBef>
              <a:buClr>
                <a:srgbClr val="387B0C"/>
              </a:buClr>
              <a:buSzPct val="96969"/>
              <a:buFont typeface="Wingdings"/>
              <a:buChar char=""/>
              <a:tabLst>
                <a:tab pos="390525" algn="l"/>
              </a:tabLst>
            </a:pPr>
            <a:r>
              <a:rPr dirty="0" sz="3300">
                <a:solidFill>
                  <a:srgbClr val="7575D1"/>
                </a:solidFill>
                <a:latin typeface="Microsoft Sans Serif"/>
                <a:cs typeface="Microsoft Sans Serif"/>
              </a:rPr>
              <a:t>T</a:t>
            </a:r>
            <a:r>
              <a:rPr dirty="0" sz="1950">
                <a:solidFill>
                  <a:srgbClr val="7575D1"/>
                </a:solidFill>
                <a:latin typeface="Microsoft Sans Serif"/>
                <a:cs typeface="Microsoft Sans Serif"/>
              </a:rPr>
              <a:t>L</a:t>
            </a:r>
            <a:r>
              <a:rPr dirty="0" sz="1950" spc="400">
                <a:solidFill>
                  <a:srgbClr val="7575D1"/>
                </a:solidFill>
                <a:latin typeface="Microsoft Sans Serif"/>
                <a:cs typeface="Microsoft Sans Serif"/>
              </a:rPr>
              <a:t> </a:t>
            </a:r>
            <a:r>
              <a:rPr dirty="0" sz="3300">
                <a:solidFill>
                  <a:srgbClr val="7575D1"/>
                </a:solidFill>
                <a:latin typeface="Microsoft Sans Serif"/>
                <a:cs typeface="Microsoft Sans Serif"/>
              </a:rPr>
              <a:t>=</a:t>
            </a:r>
            <a:r>
              <a:rPr dirty="0" sz="3300" spc="35">
                <a:solidFill>
                  <a:srgbClr val="7575D1"/>
                </a:solidFill>
                <a:latin typeface="Microsoft Sans Serif"/>
                <a:cs typeface="Microsoft Sans Serif"/>
              </a:rPr>
              <a:t> </a:t>
            </a:r>
            <a:r>
              <a:rPr dirty="0" sz="3300" spc="-10">
                <a:solidFill>
                  <a:srgbClr val="7575D1"/>
                </a:solidFill>
                <a:latin typeface="Microsoft Sans Serif"/>
                <a:cs typeface="Microsoft Sans Serif"/>
              </a:rPr>
              <a:t>86.778m</a:t>
            </a:r>
            <a:endParaRPr sz="3300">
              <a:latin typeface="Microsoft Sans Serif"/>
              <a:cs typeface="Microsoft Sans Serif"/>
            </a:endParaRPr>
          </a:p>
          <a:p>
            <a:pPr marL="390525" indent="-377825">
              <a:lnSpc>
                <a:spcPct val="100000"/>
              </a:lnSpc>
              <a:spcBef>
                <a:spcPts val="395"/>
              </a:spcBef>
              <a:buClr>
                <a:srgbClr val="387B0C"/>
              </a:buClr>
              <a:buSzPct val="96969"/>
              <a:buFont typeface="Wingdings"/>
              <a:buChar char=""/>
              <a:tabLst>
                <a:tab pos="390525" algn="l"/>
              </a:tabLst>
            </a:pPr>
            <a:r>
              <a:rPr dirty="0" sz="3300">
                <a:solidFill>
                  <a:srgbClr val="7575D1"/>
                </a:solidFill>
                <a:latin typeface="Microsoft Sans Serif"/>
                <a:cs typeface="Microsoft Sans Serif"/>
              </a:rPr>
              <a:t>T</a:t>
            </a:r>
            <a:r>
              <a:rPr dirty="0" sz="2650">
                <a:solidFill>
                  <a:srgbClr val="7575D1"/>
                </a:solidFill>
                <a:latin typeface="Microsoft Sans Serif"/>
                <a:cs typeface="Microsoft Sans Serif"/>
              </a:rPr>
              <a:t>c</a:t>
            </a:r>
            <a:r>
              <a:rPr dirty="0" sz="2650" spc="210">
                <a:solidFill>
                  <a:srgbClr val="7575D1"/>
                </a:solidFill>
                <a:latin typeface="Microsoft Sans Serif"/>
                <a:cs typeface="Microsoft Sans Serif"/>
              </a:rPr>
              <a:t> </a:t>
            </a:r>
            <a:r>
              <a:rPr dirty="0" sz="3300">
                <a:solidFill>
                  <a:srgbClr val="7575D1"/>
                </a:solidFill>
                <a:latin typeface="Microsoft Sans Serif"/>
                <a:cs typeface="Microsoft Sans Serif"/>
              </a:rPr>
              <a:t>=</a:t>
            </a:r>
            <a:r>
              <a:rPr dirty="0" sz="3300" spc="20">
                <a:solidFill>
                  <a:srgbClr val="7575D1"/>
                </a:solidFill>
                <a:latin typeface="Microsoft Sans Serif"/>
                <a:cs typeface="Microsoft Sans Serif"/>
              </a:rPr>
              <a:t> </a:t>
            </a:r>
            <a:r>
              <a:rPr dirty="0" sz="3300" spc="-10">
                <a:solidFill>
                  <a:srgbClr val="7575D1"/>
                </a:solidFill>
                <a:latin typeface="Microsoft Sans Serif"/>
                <a:cs typeface="Microsoft Sans Serif"/>
              </a:rPr>
              <a:t>72.706m</a:t>
            </a:r>
            <a:endParaRPr sz="33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98609" y="339379"/>
            <a:ext cx="2148840" cy="495934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210"/>
              <a:t>ELEMENTOS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21116" y="2722089"/>
            <a:ext cx="1331366" cy="613996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15300" y="1231391"/>
            <a:ext cx="1154471" cy="963748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66460" y="6864096"/>
            <a:ext cx="3580841" cy="630312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44409" y="5739325"/>
            <a:ext cx="3415574" cy="623374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48252" y="7424387"/>
            <a:ext cx="19621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 spc="-25" b="1">
                <a:latin typeface="Arial"/>
                <a:cs typeface="Arial"/>
              </a:rPr>
              <a:t>30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503376" y="1457917"/>
            <a:ext cx="1633855" cy="4279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90525" indent="-377825">
              <a:lnSpc>
                <a:spcPct val="100000"/>
              </a:lnSpc>
              <a:spcBef>
                <a:spcPts val="90"/>
              </a:spcBef>
              <a:buClr>
                <a:srgbClr val="387B0C"/>
              </a:buClr>
              <a:buFont typeface="Wingdings"/>
              <a:buChar char=""/>
              <a:tabLst>
                <a:tab pos="390525" algn="l"/>
              </a:tabLst>
            </a:pPr>
            <a:r>
              <a:rPr dirty="0" sz="2650">
                <a:latin typeface="Microsoft Sans Serif"/>
                <a:cs typeface="Microsoft Sans Serif"/>
              </a:rPr>
              <a:t>c</a:t>
            </a:r>
            <a:r>
              <a:rPr dirty="0" sz="1750">
                <a:latin typeface="Microsoft Sans Serif"/>
                <a:cs typeface="Microsoft Sans Serif"/>
              </a:rPr>
              <a:t>1</a:t>
            </a:r>
            <a:r>
              <a:rPr dirty="0" sz="1750" spc="229">
                <a:latin typeface="Microsoft Sans Serif"/>
                <a:cs typeface="Microsoft Sans Serif"/>
              </a:rPr>
              <a:t> </a:t>
            </a:r>
            <a:r>
              <a:rPr dirty="0" sz="2650" spc="-20">
                <a:latin typeface="Microsoft Sans Serif"/>
                <a:cs typeface="Microsoft Sans Serif"/>
              </a:rPr>
              <a:t>=10m</a:t>
            </a:r>
            <a:endParaRPr sz="2650">
              <a:latin typeface="Microsoft Sans Serif"/>
              <a:cs typeface="Microsoft Sans Serif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503442" y="1861776"/>
            <a:ext cx="4488180" cy="13830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90525" indent="-377825">
              <a:lnSpc>
                <a:spcPct val="100000"/>
              </a:lnSpc>
              <a:spcBef>
                <a:spcPts val="95"/>
              </a:spcBef>
              <a:buClr>
                <a:srgbClr val="387B0C"/>
              </a:buClr>
              <a:buFont typeface="Wingdings"/>
              <a:buChar char=""/>
              <a:tabLst>
                <a:tab pos="390525" algn="l"/>
                <a:tab pos="1783080" algn="l"/>
                <a:tab pos="2491740" algn="l"/>
              </a:tabLst>
            </a:pPr>
            <a:r>
              <a:rPr dirty="0" sz="2200">
                <a:latin typeface="Microsoft Sans Serif"/>
                <a:cs typeface="Microsoft Sans Serif"/>
              </a:rPr>
              <a:t>G</a:t>
            </a:r>
            <a:r>
              <a:rPr dirty="0" sz="1750">
                <a:latin typeface="Microsoft Sans Serif"/>
                <a:cs typeface="Microsoft Sans Serif"/>
              </a:rPr>
              <a:t>c</a:t>
            </a:r>
            <a:r>
              <a:rPr dirty="0" sz="1750" spc="130">
                <a:latin typeface="Microsoft Sans Serif"/>
                <a:cs typeface="Microsoft Sans Serif"/>
              </a:rPr>
              <a:t> </a:t>
            </a:r>
            <a:r>
              <a:rPr dirty="0" sz="1500">
                <a:latin typeface="Microsoft Sans Serif"/>
                <a:cs typeface="Microsoft Sans Serif"/>
              </a:rPr>
              <a:t>1</a:t>
            </a:r>
            <a:r>
              <a:rPr dirty="0" sz="1500" spc="18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=</a:t>
            </a:r>
            <a:r>
              <a:rPr dirty="0" sz="2200" spc="1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7</a:t>
            </a:r>
            <a:r>
              <a:rPr dirty="0" sz="2200" spc="15">
                <a:latin typeface="Microsoft Sans Serif"/>
                <a:cs typeface="Microsoft Sans Serif"/>
              </a:rPr>
              <a:t> </a:t>
            </a:r>
            <a:r>
              <a:rPr dirty="0" sz="2200" spc="-50" b="1">
                <a:latin typeface="Arial"/>
                <a:cs typeface="Arial"/>
              </a:rPr>
              <a:t>º</a:t>
            </a:r>
            <a:r>
              <a:rPr dirty="0" sz="2200" b="1">
                <a:latin typeface="Arial"/>
                <a:cs typeface="Arial"/>
              </a:rPr>
              <a:t>	</a:t>
            </a:r>
            <a:r>
              <a:rPr dirty="0" sz="2200">
                <a:latin typeface="Microsoft Sans Serif"/>
                <a:cs typeface="Microsoft Sans Serif"/>
              </a:rPr>
              <a:t>27</a:t>
            </a:r>
            <a:r>
              <a:rPr dirty="0" sz="2200" spc="5">
                <a:latin typeface="Microsoft Sans Serif"/>
                <a:cs typeface="Microsoft Sans Serif"/>
              </a:rPr>
              <a:t> </a:t>
            </a:r>
            <a:r>
              <a:rPr dirty="0" sz="2050" spc="-50">
                <a:latin typeface="Microsoft Sans Serif"/>
                <a:cs typeface="Microsoft Sans Serif"/>
              </a:rPr>
              <a:t>´</a:t>
            </a:r>
            <a:r>
              <a:rPr dirty="0" sz="2050">
                <a:latin typeface="Microsoft Sans Serif"/>
                <a:cs typeface="Microsoft Sans Serif"/>
              </a:rPr>
              <a:t>	</a:t>
            </a:r>
            <a:r>
              <a:rPr dirty="0" sz="2200" spc="-10">
                <a:latin typeface="Microsoft Sans Serif"/>
                <a:cs typeface="Microsoft Sans Serif"/>
              </a:rPr>
              <a:t>56,41</a:t>
            </a:r>
            <a:r>
              <a:rPr dirty="0" sz="2050" spc="-10">
                <a:latin typeface="Microsoft Sans Serif"/>
                <a:cs typeface="Microsoft Sans Serif"/>
              </a:rPr>
              <a:t>´´</a:t>
            </a:r>
            <a:endParaRPr sz="2050">
              <a:latin typeface="Microsoft Sans Serif"/>
              <a:cs typeface="Microsoft Sans Serif"/>
            </a:endParaRPr>
          </a:p>
          <a:p>
            <a:pPr marL="390525" indent="-377825">
              <a:lnSpc>
                <a:spcPct val="100000"/>
              </a:lnSpc>
              <a:buClr>
                <a:srgbClr val="387B0C"/>
              </a:buClr>
              <a:buFont typeface="Wingdings"/>
              <a:buChar char=""/>
              <a:tabLst>
                <a:tab pos="390525" algn="l"/>
              </a:tabLst>
            </a:pPr>
            <a:r>
              <a:rPr dirty="0" sz="2200">
                <a:latin typeface="Microsoft Sans Serif"/>
                <a:cs typeface="Microsoft Sans Serif"/>
              </a:rPr>
              <a:t>L</a:t>
            </a:r>
            <a:r>
              <a:rPr dirty="0" sz="1850">
                <a:latin typeface="Microsoft Sans Serif"/>
                <a:cs typeface="Microsoft Sans Serif"/>
              </a:rPr>
              <a:t>c</a:t>
            </a:r>
            <a:r>
              <a:rPr dirty="0" sz="1850" spc="105">
                <a:latin typeface="Microsoft Sans Serif"/>
                <a:cs typeface="Microsoft Sans Serif"/>
              </a:rPr>
              <a:t> </a:t>
            </a:r>
            <a:r>
              <a:rPr dirty="0" sz="1500">
                <a:latin typeface="Microsoft Sans Serif"/>
                <a:cs typeface="Microsoft Sans Serif"/>
              </a:rPr>
              <a:t>1</a:t>
            </a:r>
            <a:r>
              <a:rPr dirty="0" sz="1500" spc="21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=</a:t>
            </a:r>
            <a:r>
              <a:rPr dirty="0" sz="2200" spc="20">
                <a:latin typeface="Microsoft Sans Serif"/>
                <a:cs typeface="Microsoft Sans Serif"/>
              </a:rPr>
              <a:t> </a:t>
            </a:r>
            <a:r>
              <a:rPr dirty="0" sz="2200" spc="-10">
                <a:latin typeface="Microsoft Sans Serif"/>
                <a:cs typeface="Microsoft Sans Serif"/>
              </a:rPr>
              <a:t>45.542m</a:t>
            </a:r>
            <a:endParaRPr sz="2200">
              <a:latin typeface="Microsoft Sans Serif"/>
              <a:cs typeface="Microsoft Sans Serif"/>
            </a:endParaRPr>
          </a:p>
          <a:p>
            <a:pPr marL="390525" indent="-377825">
              <a:lnSpc>
                <a:spcPct val="100000"/>
              </a:lnSpc>
              <a:spcBef>
                <a:spcPts val="10"/>
              </a:spcBef>
              <a:buClr>
                <a:srgbClr val="387B0C"/>
              </a:buClr>
              <a:buFont typeface="Wingdings"/>
              <a:buChar char=""/>
              <a:tabLst>
                <a:tab pos="390525" algn="l"/>
              </a:tabLst>
            </a:pPr>
            <a:r>
              <a:rPr dirty="0" sz="2200">
                <a:latin typeface="Microsoft Sans Serif"/>
                <a:cs typeface="Microsoft Sans Serif"/>
              </a:rPr>
              <a:t>Abscisa</a:t>
            </a:r>
            <a:r>
              <a:rPr dirty="0" sz="2200" spc="-1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del</a:t>
            </a:r>
            <a:r>
              <a:rPr dirty="0" sz="2200" spc="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PC:</a:t>
            </a:r>
            <a:r>
              <a:rPr dirty="0" sz="2300">
                <a:latin typeface="Microsoft Sans Serif"/>
                <a:cs typeface="Microsoft Sans Serif"/>
              </a:rPr>
              <a:t>K0 +</a:t>
            </a:r>
            <a:r>
              <a:rPr dirty="0" sz="2300" spc="5">
                <a:latin typeface="Microsoft Sans Serif"/>
                <a:cs typeface="Microsoft Sans Serif"/>
              </a:rPr>
              <a:t> </a:t>
            </a:r>
            <a:r>
              <a:rPr dirty="0" sz="2300" spc="-25">
                <a:latin typeface="Microsoft Sans Serif"/>
                <a:cs typeface="Microsoft Sans Serif"/>
              </a:rPr>
              <a:t>968</a:t>
            </a:r>
            <a:endParaRPr sz="2300">
              <a:latin typeface="Microsoft Sans Serif"/>
              <a:cs typeface="Microsoft Sans Serif"/>
            </a:endParaRPr>
          </a:p>
          <a:p>
            <a:pPr marL="390525" indent="-377825">
              <a:lnSpc>
                <a:spcPct val="100000"/>
              </a:lnSpc>
              <a:buClr>
                <a:srgbClr val="387B0C"/>
              </a:buClr>
              <a:buFont typeface="Wingdings"/>
              <a:buChar char=""/>
              <a:tabLst>
                <a:tab pos="390525" algn="l"/>
              </a:tabLst>
            </a:pPr>
            <a:r>
              <a:rPr dirty="0" sz="2200">
                <a:latin typeface="Microsoft Sans Serif"/>
                <a:cs typeface="Microsoft Sans Serif"/>
              </a:rPr>
              <a:t>Abscisa</a:t>
            </a:r>
            <a:r>
              <a:rPr dirty="0" sz="2200" spc="-1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del PCC</a:t>
            </a:r>
            <a:r>
              <a:rPr dirty="0" sz="2200" spc="1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=</a:t>
            </a:r>
            <a:r>
              <a:rPr dirty="0" sz="2200" spc="-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K1</a:t>
            </a:r>
            <a:r>
              <a:rPr dirty="0" sz="2200" spc="-1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+</a:t>
            </a:r>
            <a:r>
              <a:rPr dirty="0" sz="2200" spc="-10">
                <a:latin typeface="Microsoft Sans Serif"/>
                <a:cs typeface="Microsoft Sans Serif"/>
              </a:rPr>
              <a:t> 013.542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608719" y="1861776"/>
            <a:ext cx="97345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latin typeface="Microsoft Sans Serif"/>
                <a:cs typeface="Microsoft Sans Serif"/>
              </a:rPr>
              <a:t>Δ</a:t>
            </a:r>
            <a:r>
              <a:rPr dirty="0" sz="1500">
                <a:latin typeface="Microsoft Sans Serif"/>
                <a:cs typeface="Microsoft Sans Serif"/>
              </a:rPr>
              <a:t>1</a:t>
            </a:r>
            <a:r>
              <a:rPr dirty="0" sz="2200">
                <a:latin typeface="Microsoft Sans Serif"/>
                <a:cs typeface="Microsoft Sans Serif"/>
              </a:rPr>
              <a:t>=34</a:t>
            </a:r>
            <a:r>
              <a:rPr dirty="0" sz="2200" spc="-50">
                <a:latin typeface="Microsoft Sans Serif"/>
                <a:cs typeface="Microsoft Sans Serif"/>
              </a:rPr>
              <a:t> </a:t>
            </a:r>
            <a:r>
              <a:rPr dirty="0" sz="2200" spc="-50" b="1">
                <a:latin typeface="Arial"/>
                <a:cs typeface="Arial"/>
              </a:rPr>
              <a:t>º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503356" y="3553496"/>
            <a:ext cx="5353685" cy="405511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 b="1">
                <a:solidFill>
                  <a:srgbClr val="387B0C"/>
                </a:solidFill>
                <a:latin typeface="Arial"/>
                <a:cs typeface="Arial"/>
              </a:rPr>
              <a:t>Deflexión</a:t>
            </a:r>
            <a:r>
              <a:rPr dirty="0" sz="2300" spc="25" b="1">
                <a:solidFill>
                  <a:srgbClr val="387B0C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387B0C"/>
                </a:solidFill>
                <a:latin typeface="Arial"/>
                <a:cs typeface="Arial"/>
              </a:rPr>
              <a:t>por</a:t>
            </a:r>
            <a:r>
              <a:rPr dirty="0" sz="2300" spc="35" b="1">
                <a:solidFill>
                  <a:srgbClr val="387B0C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387B0C"/>
                </a:solidFill>
                <a:latin typeface="Arial"/>
                <a:cs typeface="Arial"/>
              </a:rPr>
              <a:t>cuerda</a:t>
            </a:r>
            <a:r>
              <a:rPr dirty="0" sz="2300" spc="45" b="1">
                <a:solidFill>
                  <a:srgbClr val="387B0C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387B0C"/>
                </a:solidFill>
                <a:latin typeface="Arial"/>
                <a:cs typeface="Arial"/>
              </a:rPr>
              <a:t>unidad</a:t>
            </a:r>
            <a:r>
              <a:rPr dirty="0" sz="2300" spc="55" b="1">
                <a:solidFill>
                  <a:srgbClr val="387B0C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387B0C"/>
                </a:solidFill>
                <a:latin typeface="Arial"/>
                <a:cs typeface="Arial"/>
              </a:rPr>
              <a:t>(10m)</a:t>
            </a:r>
            <a:endParaRPr sz="2300">
              <a:latin typeface="Arial"/>
              <a:cs typeface="Arial"/>
            </a:endParaRPr>
          </a:p>
          <a:p>
            <a:pPr marL="472440" indent="-459740">
              <a:lnSpc>
                <a:spcPct val="100000"/>
              </a:lnSpc>
              <a:spcBef>
                <a:spcPts val="10"/>
              </a:spcBef>
              <a:buClr>
                <a:srgbClr val="387B0C"/>
              </a:buClr>
              <a:buFont typeface="Wingdings"/>
              <a:buChar char=""/>
              <a:tabLst>
                <a:tab pos="472440" algn="l"/>
              </a:tabLst>
            </a:pPr>
            <a:r>
              <a:rPr dirty="0" sz="2300">
                <a:latin typeface="Microsoft Sans Serif"/>
                <a:cs typeface="Microsoft Sans Serif"/>
              </a:rPr>
              <a:t>δ</a:t>
            </a:r>
            <a:r>
              <a:rPr dirty="0" sz="2300" spc="3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=</a:t>
            </a:r>
            <a:r>
              <a:rPr dirty="0" sz="2300" spc="6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3</a:t>
            </a:r>
            <a:r>
              <a:rPr dirty="0" sz="2300" spc="3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°43´</a:t>
            </a:r>
            <a:r>
              <a:rPr dirty="0" sz="2300" spc="20">
                <a:latin typeface="Microsoft Sans Serif"/>
                <a:cs typeface="Microsoft Sans Serif"/>
              </a:rPr>
              <a:t> </a:t>
            </a:r>
            <a:r>
              <a:rPr dirty="0" sz="2300" spc="-10">
                <a:latin typeface="Microsoft Sans Serif"/>
                <a:cs typeface="Microsoft Sans Serif"/>
              </a:rPr>
              <a:t>58.20´´/c</a:t>
            </a:r>
            <a:endParaRPr sz="23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75"/>
              </a:spcBef>
              <a:buFont typeface="Wingdings"/>
              <a:buChar char=""/>
            </a:pPr>
            <a:endParaRPr sz="2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2200" b="1">
                <a:solidFill>
                  <a:srgbClr val="387B0C"/>
                </a:solidFill>
                <a:latin typeface="Arial"/>
                <a:cs typeface="Arial"/>
              </a:rPr>
              <a:t>Deflexión</a:t>
            </a:r>
            <a:r>
              <a:rPr dirty="0" sz="2200" spc="-85" b="1">
                <a:solidFill>
                  <a:srgbClr val="387B0C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387B0C"/>
                </a:solidFill>
                <a:latin typeface="Arial"/>
                <a:cs typeface="Arial"/>
              </a:rPr>
              <a:t>por</a:t>
            </a:r>
            <a:r>
              <a:rPr dirty="0" sz="2200" spc="-75" b="1">
                <a:solidFill>
                  <a:srgbClr val="387B0C"/>
                </a:solidFill>
                <a:latin typeface="Arial"/>
                <a:cs typeface="Arial"/>
              </a:rPr>
              <a:t> </a:t>
            </a:r>
            <a:r>
              <a:rPr dirty="0" sz="2200" spc="-20" b="1">
                <a:solidFill>
                  <a:srgbClr val="387B0C"/>
                </a:solidFill>
                <a:latin typeface="Arial"/>
                <a:cs typeface="Arial"/>
              </a:rPr>
              <a:t>metro</a:t>
            </a:r>
            <a:endParaRPr sz="2200">
              <a:latin typeface="Arial"/>
              <a:cs typeface="Arial"/>
            </a:endParaRPr>
          </a:p>
          <a:p>
            <a:pPr marL="390525" indent="-377825">
              <a:lnSpc>
                <a:spcPct val="100000"/>
              </a:lnSpc>
              <a:buClr>
                <a:srgbClr val="387B0C"/>
              </a:buClr>
              <a:buFont typeface="Wingdings"/>
              <a:buChar char=""/>
              <a:tabLst>
                <a:tab pos="390525" algn="l"/>
              </a:tabLst>
            </a:pPr>
            <a:r>
              <a:rPr dirty="0" sz="2200">
                <a:latin typeface="Microsoft Sans Serif"/>
                <a:cs typeface="Microsoft Sans Serif"/>
              </a:rPr>
              <a:t>d</a:t>
            </a:r>
            <a:r>
              <a:rPr dirty="0" sz="1750">
                <a:latin typeface="Microsoft Sans Serif"/>
                <a:cs typeface="Microsoft Sans Serif"/>
              </a:rPr>
              <a:t>10</a:t>
            </a:r>
            <a:r>
              <a:rPr dirty="0" sz="1750" spc="105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=</a:t>
            </a:r>
            <a:r>
              <a:rPr dirty="0" sz="2200" spc="1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0°</a:t>
            </a:r>
            <a:r>
              <a:rPr dirty="0" sz="2200" spc="-10">
                <a:latin typeface="Microsoft Sans Serif"/>
                <a:cs typeface="Microsoft Sans Serif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22´</a:t>
            </a:r>
            <a:r>
              <a:rPr dirty="0" sz="2200" spc="-10">
                <a:latin typeface="Microsoft Sans Serif"/>
                <a:cs typeface="Microsoft Sans Serif"/>
              </a:rPr>
              <a:t> 23.82´´/m</a:t>
            </a:r>
            <a:endParaRPr sz="2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50"/>
              </a:spcBef>
              <a:buFont typeface="Wingdings"/>
              <a:buChar char=""/>
            </a:pPr>
            <a:endParaRPr sz="2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2200" b="1">
                <a:solidFill>
                  <a:srgbClr val="387B0C"/>
                </a:solidFill>
                <a:latin typeface="Arial"/>
                <a:cs typeface="Arial"/>
              </a:rPr>
              <a:t>Deflexiones</a:t>
            </a:r>
            <a:r>
              <a:rPr dirty="0" sz="2200" spc="-90" b="1">
                <a:solidFill>
                  <a:srgbClr val="387B0C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387B0C"/>
                </a:solidFill>
                <a:latin typeface="Arial"/>
                <a:cs typeface="Arial"/>
              </a:rPr>
              <a:t>por</a:t>
            </a:r>
            <a:r>
              <a:rPr dirty="0" sz="2200" spc="-80" b="1">
                <a:solidFill>
                  <a:srgbClr val="387B0C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387B0C"/>
                </a:solidFill>
                <a:latin typeface="Arial"/>
                <a:cs typeface="Arial"/>
              </a:rPr>
              <a:t>subcuerda</a:t>
            </a:r>
            <a:endParaRPr sz="2200">
              <a:latin typeface="Arial"/>
              <a:cs typeface="Arial"/>
            </a:endParaRPr>
          </a:p>
          <a:p>
            <a:pPr marL="389890" indent="-377190">
              <a:lnSpc>
                <a:spcPct val="100000"/>
              </a:lnSpc>
              <a:spcBef>
                <a:spcPts val="5"/>
              </a:spcBef>
              <a:buClr>
                <a:srgbClr val="387B0C"/>
              </a:buClr>
              <a:buFont typeface="Wingdings"/>
              <a:buChar char=""/>
              <a:tabLst>
                <a:tab pos="389890" algn="l"/>
                <a:tab pos="3683635" algn="l"/>
              </a:tabLst>
            </a:pPr>
            <a:r>
              <a:rPr dirty="0" sz="2300">
                <a:latin typeface="Microsoft Sans Serif"/>
                <a:cs typeface="Microsoft Sans Serif"/>
              </a:rPr>
              <a:t>δ</a:t>
            </a:r>
            <a:r>
              <a:rPr dirty="0" sz="2300" spc="6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(adyacente</a:t>
            </a:r>
            <a:r>
              <a:rPr dirty="0" sz="2300" spc="2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a</a:t>
            </a:r>
            <a:r>
              <a:rPr dirty="0" sz="2300" spc="3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PC)</a:t>
            </a:r>
            <a:r>
              <a:rPr dirty="0" sz="2300" spc="5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=</a:t>
            </a:r>
            <a:r>
              <a:rPr dirty="0" sz="2300" spc="45">
                <a:latin typeface="Microsoft Sans Serif"/>
                <a:cs typeface="Microsoft Sans Serif"/>
              </a:rPr>
              <a:t> </a:t>
            </a:r>
            <a:r>
              <a:rPr dirty="0" sz="2300" spc="-25">
                <a:latin typeface="Microsoft Sans Serif"/>
                <a:cs typeface="Microsoft Sans Serif"/>
              </a:rPr>
              <a:t>0</a:t>
            </a:r>
            <a:r>
              <a:rPr dirty="0" sz="2300" spc="-25" b="1">
                <a:latin typeface="Arial"/>
                <a:cs typeface="Arial"/>
              </a:rPr>
              <a:t>º</a:t>
            </a:r>
            <a:r>
              <a:rPr dirty="0" sz="2300" b="1">
                <a:latin typeface="Arial"/>
                <a:cs typeface="Arial"/>
              </a:rPr>
              <a:t>	</a:t>
            </a:r>
            <a:r>
              <a:rPr dirty="0" sz="2300">
                <a:latin typeface="Microsoft Sans Serif"/>
                <a:cs typeface="Microsoft Sans Serif"/>
              </a:rPr>
              <a:t>44´</a:t>
            </a:r>
            <a:r>
              <a:rPr dirty="0" sz="2300" spc="50">
                <a:latin typeface="Microsoft Sans Serif"/>
                <a:cs typeface="Microsoft Sans Serif"/>
              </a:rPr>
              <a:t> </a:t>
            </a:r>
            <a:r>
              <a:rPr dirty="0" sz="2300" spc="-10">
                <a:latin typeface="Microsoft Sans Serif"/>
                <a:cs typeface="Microsoft Sans Serif"/>
              </a:rPr>
              <a:t>47.64´´</a:t>
            </a:r>
            <a:endParaRPr sz="2300">
              <a:latin typeface="Microsoft Sans Serif"/>
              <a:cs typeface="Microsoft Sans Serif"/>
            </a:endParaRPr>
          </a:p>
          <a:p>
            <a:pPr marL="389890" indent="-377190">
              <a:lnSpc>
                <a:spcPct val="100000"/>
              </a:lnSpc>
              <a:spcBef>
                <a:spcPts val="25"/>
              </a:spcBef>
              <a:buClr>
                <a:srgbClr val="387B0C"/>
              </a:buClr>
              <a:buFont typeface="Wingdings"/>
              <a:buChar char=""/>
              <a:tabLst>
                <a:tab pos="389890" algn="l"/>
              </a:tabLst>
            </a:pPr>
            <a:r>
              <a:rPr dirty="0" sz="2300">
                <a:latin typeface="Microsoft Sans Serif"/>
                <a:cs typeface="Microsoft Sans Serif"/>
              </a:rPr>
              <a:t>δ</a:t>
            </a:r>
            <a:r>
              <a:rPr dirty="0" sz="2300" spc="6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(adyacente</a:t>
            </a:r>
            <a:r>
              <a:rPr dirty="0" sz="2300" spc="1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a</a:t>
            </a:r>
            <a:r>
              <a:rPr dirty="0" sz="2300" spc="3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PCC)</a:t>
            </a:r>
            <a:r>
              <a:rPr dirty="0" sz="2300" spc="2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=</a:t>
            </a:r>
            <a:r>
              <a:rPr dirty="0" sz="2300" spc="55">
                <a:latin typeface="Microsoft Sans Serif"/>
                <a:cs typeface="Microsoft Sans Serif"/>
              </a:rPr>
              <a:t> </a:t>
            </a:r>
            <a:r>
              <a:rPr dirty="0" sz="2300" b="1">
                <a:latin typeface="Arial"/>
                <a:cs typeface="Arial"/>
              </a:rPr>
              <a:t>1</a:t>
            </a:r>
            <a:r>
              <a:rPr dirty="0" sz="2300" spc="10" b="1">
                <a:latin typeface="Arial"/>
                <a:cs typeface="Arial"/>
              </a:rPr>
              <a:t> </a:t>
            </a:r>
            <a:r>
              <a:rPr dirty="0" sz="2300" b="1">
                <a:latin typeface="Arial"/>
                <a:cs typeface="Arial"/>
              </a:rPr>
              <a:t>°</a:t>
            </a:r>
            <a:r>
              <a:rPr dirty="0" sz="2300" spc="20" b="1">
                <a:latin typeface="Arial"/>
                <a:cs typeface="Arial"/>
              </a:rPr>
              <a:t> </a:t>
            </a:r>
            <a:r>
              <a:rPr dirty="0" sz="2300" b="1">
                <a:latin typeface="Arial"/>
                <a:cs typeface="Arial"/>
              </a:rPr>
              <a:t>19´</a:t>
            </a:r>
            <a:r>
              <a:rPr dirty="0" sz="2300" spc="-10" b="1">
                <a:latin typeface="Arial"/>
                <a:cs typeface="Arial"/>
              </a:rPr>
              <a:t> 19.81´´</a:t>
            </a:r>
            <a:endParaRPr sz="2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300"/>
              </a:spcBef>
            </a:pPr>
            <a:endParaRPr sz="2300">
              <a:latin typeface="Arial"/>
              <a:cs typeface="Arial"/>
            </a:endParaRPr>
          </a:p>
          <a:p>
            <a:pPr marL="1522730">
              <a:lnSpc>
                <a:spcPct val="100000"/>
              </a:lnSpc>
            </a:pPr>
            <a:r>
              <a:rPr dirty="0" sz="1950" b="1">
                <a:solidFill>
                  <a:srgbClr val="387B0C"/>
                </a:solidFill>
                <a:latin typeface="Arial"/>
                <a:cs typeface="Arial"/>
              </a:rPr>
              <a:t>YULIETH</a:t>
            </a:r>
            <a:r>
              <a:rPr dirty="0" sz="1950" spc="70" b="1">
                <a:solidFill>
                  <a:srgbClr val="387B0C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387B0C"/>
                </a:solidFill>
                <a:latin typeface="Arial"/>
                <a:cs typeface="Arial"/>
              </a:rPr>
              <a:t>PEREZ</a:t>
            </a:r>
            <a:r>
              <a:rPr dirty="0" sz="1950" spc="80" b="1">
                <a:solidFill>
                  <a:srgbClr val="387B0C"/>
                </a:solidFill>
                <a:latin typeface="Arial"/>
                <a:cs typeface="Arial"/>
              </a:rPr>
              <a:t> </a:t>
            </a:r>
            <a:r>
              <a:rPr dirty="0" sz="1950" spc="-10" b="1">
                <a:solidFill>
                  <a:srgbClr val="387B0C"/>
                </a:solidFill>
                <a:latin typeface="Arial"/>
                <a:cs typeface="Arial"/>
              </a:rPr>
              <a:t>HERNANDEZ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002789" marR="5080" indent="-1990725">
              <a:lnSpc>
                <a:spcPct val="101000"/>
              </a:lnSpc>
              <a:spcBef>
                <a:spcPts val="95"/>
              </a:spcBef>
            </a:pPr>
            <a:r>
              <a:rPr dirty="0" spc="-240"/>
              <a:t>DEFLEXIONES</a:t>
            </a:r>
            <a:r>
              <a:rPr dirty="0" spc="-65"/>
              <a:t> </a:t>
            </a:r>
            <a:r>
              <a:rPr dirty="0" spc="-60"/>
              <a:t>PARA</a:t>
            </a:r>
            <a:r>
              <a:rPr dirty="0" spc="-165"/>
              <a:t> </a:t>
            </a:r>
            <a:r>
              <a:rPr dirty="0" spc="-30"/>
              <a:t>LA</a:t>
            </a:r>
            <a:r>
              <a:rPr dirty="0" spc="-110"/>
              <a:t> </a:t>
            </a:r>
            <a:r>
              <a:rPr dirty="0"/>
              <a:t>CURVA</a:t>
            </a:r>
            <a:r>
              <a:rPr dirty="0" spc="-100"/>
              <a:t> </a:t>
            </a:r>
            <a:r>
              <a:rPr dirty="0" spc="-75"/>
              <a:t>COMPUESTA </a:t>
            </a:r>
            <a:r>
              <a:rPr dirty="0" spc="-254">
                <a:solidFill>
                  <a:srgbClr val="FF0000"/>
                </a:solidFill>
              </a:rPr>
              <a:t>DESDE</a:t>
            </a:r>
            <a:r>
              <a:rPr dirty="0" spc="-3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PC</a:t>
            </a:r>
            <a:r>
              <a:rPr dirty="0" spc="5">
                <a:solidFill>
                  <a:srgbClr val="FF0000"/>
                </a:solidFill>
              </a:rPr>
              <a:t> </a:t>
            </a:r>
            <a:r>
              <a:rPr dirty="0" spc="-160">
                <a:solidFill>
                  <a:srgbClr val="FF0000"/>
                </a:solidFill>
              </a:rPr>
              <a:t>HASTA</a:t>
            </a:r>
            <a:r>
              <a:rPr dirty="0" spc="5">
                <a:solidFill>
                  <a:srgbClr val="FF0000"/>
                </a:solidFill>
              </a:rPr>
              <a:t> </a:t>
            </a:r>
            <a:r>
              <a:rPr dirty="0" spc="110">
                <a:solidFill>
                  <a:srgbClr val="FF0000"/>
                </a:solidFill>
              </a:rPr>
              <a:t>PCC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344903" y="1566161"/>
            <a:ext cx="5726430" cy="347916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169160">
              <a:lnSpc>
                <a:spcPct val="100000"/>
              </a:lnSpc>
              <a:spcBef>
                <a:spcPts val="130"/>
              </a:spcBef>
              <a:tabLst>
                <a:tab pos="4147820" algn="l"/>
              </a:tabLst>
            </a:pPr>
            <a:r>
              <a:rPr dirty="0" sz="1950" spc="-20" b="1">
                <a:solidFill>
                  <a:srgbClr val="387B0C"/>
                </a:solidFill>
                <a:latin typeface="Arial"/>
                <a:cs typeface="Arial"/>
              </a:rPr>
              <a:t>CURVA</a:t>
            </a:r>
            <a:r>
              <a:rPr dirty="0" sz="1950" spc="-70" b="1">
                <a:solidFill>
                  <a:srgbClr val="387B0C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387B0C"/>
                </a:solidFill>
                <a:latin typeface="Arial"/>
                <a:cs typeface="Arial"/>
              </a:rPr>
              <a:t>DEL</a:t>
            </a:r>
            <a:r>
              <a:rPr dirty="0" sz="1950" spc="-20" b="1">
                <a:solidFill>
                  <a:srgbClr val="387B0C"/>
                </a:solidFill>
                <a:latin typeface="Arial"/>
                <a:cs typeface="Arial"/>
              </a:rPr>
              <a:t> </a:t>
            </a:r>
            <a:r>
              <a:rPr dirty="0" sz="1950" spc="-25" b="1">
                <a:solidFill>
                  <a:srgbClr val="387B0C"/>
                </a:solidFill>
                <a:latin typeface="Arial"/>
                <a:cs typeface="Arial"/>
              </a:rPr>
              <a:t>PC</a:t>
            </a:r>
            <a:r>
              <a:rPr dirty="0" sz="1950" b="1">
                <a:solidFill>
                  <a:srgbClr val="387B0C"/>
                </a:solidFill>
                <a:latin typeface="Arial"/>
                <a:cs typeface="Arial"/>
              </a:rPr>
              <a:t>	AL</a:t>
            </a:r>
            <a:r>
              <a:rPr dirty="0" sz="1950" spc="10" b="1">
                <a:solidFill>
                  <a:srgbClr val="387B0C"/>
                </a:solidFill>
                <a:latin typeface="Arial"/>
                <a:cs typeface="Arial"/>
              </a:rPr>
              <a:t> </a:t>
            </a:r>
            <a:r>
              <a:rPr dirty="0" sz="1950" spc="-25" b="1">
                <a:solidFill>
                  <a:srgbClr val="387B0C"/>
                </a:solidFill>
                <a:latin typeface="Arial"/>
                <a:cs typeface="Arial"/>
              </a:rPr>
              <a:t>PCC</a:t>
            </a:r>
            <a:endParaRPr sz="1950">
              <a:latin typeface="Arial"/>
              <a:cs typeface="Arial"/>
            </a:endParaRPr>
          </a:p>
          <a:p>
            <a:pPr marL="12700" marR="658495">
              <a:lnSpc>
                <a:spcPct val="119500"/>
              </a:lnSpc>
              <a:spcBef>
                <a:spcPts val="2014"/>
              </a:spcBef>
              <a:tabLst>
                <a:tab pos="384175" algn="l"/>
                <a:tab pos="3143885" algn="l"/>
                <a:tab pos="3331845" algn="l"/>
                <a:tab pos="3814445" algn="l"/>
                <a:tab pos="4002404" algn="l"/>
              </a:tabLst>
            </a:pPr>
            <a:r>
              <a:rPr dirty="0" sz="2650" spc="-50">
                <a:latin typeface="Verdana"/>
                <a:cs typeface="Verdana"/>
              </a:rPr>
              <a:t>δ</a:t>
            </a:r>
            <a:r>
              <a:rPr dirty="0" sz="2650">
                <a:latin typeface="Verdana"/>
                <a:cs typeface="Verdana"/>
              </a:rPr>
              <a:t>	</a:t>
            </a:r>
            <a:r>
              <a:rPr dirty="0" sz="2650" spc="-910">
                <a:latin typeface="Verdana"/>
                <a:cs typeface="Verdana"/>
              </a:rPr>
              <a:t> </a:t>
            </a:r>
            <a:r>
              <a:rPr dirty="0" sz="1750">
                <a:latin typeface="Verdana"/>
                <a:cs typeface="Verdana"/>
              </a:rPr>
              <a:t>1</a:t>
            </a:r>
            <a:r>
              <a:rPr dirty="0" sz="1750" spc="285">
                <a:latin typeface="Verdana"/>
                <a:cs typeface="Verdana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=</a:t>
            </a:r>
            <a:r>
              <a:rPr dirty="0" sz="2650" spc="-2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K0</a:t>
            </a:r>
            <a:r>
              <a:rPr dirty="0" sz="2650" spc="-2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+</a:t>
            </a:r>
            <a:r>
              <a:rPr dirty="0" sz="2650" spc="-2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970</a:t>
            </a:r>
            <a:r>
              <a:rPr dirty="0" sz="2650" spc="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=</a:t>
            </a:r>
            <a:r>
              <a:rPr dirty="0" sz="2650" spc="-30">
                <a:latin typeface="Microsoft Sans Serif"/>
                <a:cs typeface="Microsoft Sans Serif"/>
              </a:rPr>
              <a:t> </a:t>
            </a:r>
            <a:r>
              <a:rPr dirty="0" sz="2650" spc="-340">
                <a:latin typeface="Verdana"/>
                <a:cs typeface="Verdana"/>
              </a:rPr>
              <a:t>0°</a:t>
            </a:r>
            <a:r>
              <a:rPr dirty="0" sz="2650">
                <a:latin typeface="Verdana"/>
                <a:cs typeface="Verdana"/>
              </a:rPr>
              <a:t>	</a:t>
            </a:r>
            <a:r>
              <a:rPr dirty="0" sz="2650" spc="-835">
                <a:latin typeface="Verdana"/>
                <a:cs typeface="Verdana"/>
              </a:rPr>
              <a:t> </a:t>
            </a:r>
            <a:r>
              <a:rPr dirty="0" sz="2650" spc="-395">
                <a:latin typeface="Verdana"/>
                <a:cs typeface="Verdana"/>
              </a:rPr>
              <a:t>44´</a:t>
            </a:r>
            <a:r>
              <a:rPr dirty="0" sz="2650" spc="-204">
                <a:latin typeface="Verdana"/>
                <a:cs typeface="Verdana"/>
              </a:rPr>
              <a:t> </a:t>
            </a:r>
            <a:r>
              <a:rPr dirty="0" sz="2650" spc="-380">
                <a:latin typeface="Verdana"/>
                <a:cs typeface="Verdana"/>
              </a:rPr>
              <a:t>47.64´´</a:t>
            </a:r>
            <a:r>
              <a:rPr dirty="0" sz="2650" spc="-50">
                <a:latin typeface="Verdana"/>
                <a:cs typeface="Verdana"/>
              </a:rPr>
              <a:t> δ</a:t>
            </a:r>
            <a:r>
              <a:rPr dirty="0" sz="2650">
                <a:latin typeface="Verdana"/>
                <a:cs typeface="Verdana"/>
              </a:rPr>
              <a:t>	</a:t>
            </a:r>
            <a:r>
              <a:rPr dirty="0" sz="2650" spc="-910">
                <a:latin typeface="Verdana"/>
                <a:cs typeface="Verdana"/>
              </a:rPr>
              <a:t> </a:t>
            </a:r>
            <a:r>
              <a:rPr dirty="0" sz="1950">
                <a:latin typeface="Verdana"/>
                <a:cs typeface="Verdana"/>
              </a:rPr>
              <a:t>2 </a:t>
            </a:r>
            <a:r>
              <a:rPr dirty="0" sz="2650">
                <a:latin typeface="Microsoft Sans Serif"/>
                <a:cs typeface="Microsoft Sans Serif"/>
              </a:rPr>
              <a:t>=</a:t>
            </a:r>
            <a:r>
              <a:rPr dirty="0" sz="2650" spc="-2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K0</a:t>
            </a:r>
            <a:r>
              <a:rPr dirty="0" sz="2650" spc="-3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+</a:t>
            </a:r>
            <a:r>
              <a:rPr dirty="0" sz="2650" spc="-2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980</a:t>
            </a:r>
            <a:r>
              <a:rPr dirty="0" sz="2650" spc="-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=</a:t>
            </a:r>
            <a:r>
              <a:rPr dirty="0" sz="2650" spc="-25">
                <a:latin typeface="Microsoft Sans Serif"/>
                <a:cs typeface="Microsoft Sans Serif"/>
              </a:rPr>
              <a:t> </a:t>
            </a:r>
            <a:r>
              <a:rPr dirty="0" sz="2650" spc="-20">
                <a:latin typeface="Microsoft Sans Serif"/>
                <a:cs typeface="Microsoft Sans Serif"/>
              </a:rPr>
              <a:t>4°</a:t>
            </a:r>
            <a:r>
              <a:rPr dirty="0" sz="2650">
                <a:latin typeface="Microsoft Sans Serif"/>
                <a:cs typeface="Microsoft Sans Serif"/>
              </a:rPr>
              <a:t>	</a:t>
            </a:r>
            <a:r>
              <a:rPr dirty="0" sz="2650" spc="-665">
                <a:latin typeface="Microsoft Sans Serif"/>
                <a:cs typeface="Microsoft Sans Serif"/>
              </a:rPr>
              <a:t> </a:t>
            </a:r>
            <a:r>
              <a:rPr dirty="0" sz="2650" spc="-10">
                <a:latin typeface="Microsoft Sans Serif"/>
                <a:cs typeface="Microsoft Sans Serif"/>
              </a:rPr>
              <a:t>28´</a:t>
            </a:r>
            <a:r>
              <a:rPr dirty="0" sz="2650">
                <a:latin typeface="Microsoft Sans Serif"/>
                <a:cs typeface="Microsoft Sans Serif"/>
              </a:rPr>
              <a:t>	</a:t>
            </a:r>
            <a:r>
              <a:rPr dirty="0" sz="2650" spc="-665">
                <a:latin typeface="Microsoft Sans Serif"/>
                <a:cs typeface="Microsoft Sans Serif"/>
              </a:rPr>
              <a:t> </a:t>
            </a:r>
            <a:r>
              <a:rPr dirty="0" sz="2650" spc="-10">
                <a:latin typeface="Microsoft Sans Serif"/>
                <a:cs typeface="Microsoft Sans Serif"/>
              </a:rPr>
              <a:t>45.84´´ </a:t>
            </a:r>
            <a:r>
              <a:rPr dirty="0" sz="2650" spc="-50">
                <a:latin typeface="Microsoft Sans Serif"/>
                <a:cs typeface="Microsoft Sans Serif"/>
              </a:rPr>
              <a:t>δ</a:t>
            </a:r>
            <a:r>
              <a:rPr dirty="0" sz="2650">
                <a:latin typeface="Microsoft Sans Serif"/>
                <a:cs typeface="Microsoft Sans Serif"/>
              </a:rPr>
              <a:t>	</a:t>
            </a:r>
            <a:r>
              <a:rPr dirty="0" sz="1950">
                <a:latin typeface="Microsoft Sans Serif"/>
                <a:cs typeface="Microsoft Sans Serif"/>
              </a:rPr>
              <a:t>3</a:t>
            </a:r>
            <a:r>
              <a:rPr dirty="0" sz="1950" spc="17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= K0</a:t>
            </a:r>
            <a:r>
              <a:rPr dirty="0" sz="2650" spc="-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+ 990</a:t>
            </a:r>
            <a:r>
              <a:rPr dirty="0" sz="2650" spc="2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=</a:t>
            </a:r>
            <a:r>
              <a:rPr dirty="0" sz="2650" spc="5">
                <a:latin typeface="Microsoft Sans Serif"/>
                <a:cs typeface="Microsoft Sans Serif"/>
              </a:rPr>
              <a:t> </a:t>
            </a:r>
            <a:r>
              <a:rPr dirty="0" sz="2650" spc="-25">
                <a:latin typeface="Microsoft Sans Serif"/>
                <a:cs typeface="Microsoft Sans Serif"/>
              </a:rPr>
              <a:t>8°</a:t>
            </a:r>
            <a:r>
              <a:rPr dirty="0" sz="2650">
                <a:latin typeface="Microsoft Sans Serif"/>
                <a:cs typeface="Microsoft Sans Serif"/>
              </a:rPr>
              <a:t>	</a:t>
            </a:r>
            <a:r>
              <a:rPr dirty="0" sz="2650" spc="-25">
                <a:latin typeface="Microsoft Sans Serif"/>
                <a:cs typeface="Microsoft Sans Serif"/>
              </a:rPr>
              <a:t>12´</a:t>
            </a:r>
            <a:r>
              <a:rPr dirty="0" sz="2650">
                <a:latin typeface="Microsoft Sans Serif"/>
                <a:cs typeface="Microsoft Sans Serif"/>
              </a:rPr>
              <a:t>	</a:t>
            </a:r>
            <a:r>
              <a:rPr dirty="0" sz="2650" spc="-10">
                <a:latin typeface="Microsoft Sans Serif"/>
                <a:cs typeface="Microsoft Sans Serif"/>
              </a:rPr>
              <a:t>44.04´´ </a:t>
            </a:r>
            <a:r>
              <a:rPr dirty="0" sz="2650" spc="-50">
                <a:latin typeface="Microsoft Sans Serif"/>
                <a:cs typeface="Microsoft Sans Serif"/>
              </a:rPr>
              <a:t>δ</a:t>
            </a:r>
            <a:r>
              <a:rPr dirty="0" sz="2650">
                <a:latin typeface="Microsoft Sans Serif"/>
                <a:cs typeface="Microsoft Sans Serif"/>
              </a:rPr>
              <a:t>	</a:t>
            </a:r>
            <a:r>
              <a:rPr dirty="0" sz="1950">
                <a:latin typeface="Microsoft Sans Serif"/>
                <a:cs typeface="Microsoft Sans Serif"/>
              </a:rPr>
              <a:t>4</a:t>
            </a:r>
            <a:r>
              <a:rPr dirty="0" sz="1950" spc="17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= K1</a:t>
            </a:r>
            <a:r>
              <a:rPr dirty="0" sz="2650" spc="-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+ 000</a:t>
            </a:r>
            <a:r>
              <a:rPr dirty="0" sz="2650" spc="2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=</a:t>
            </a:r>
            <a:r>
              <a:rPr dirty="0" sz="2650" spc="5">
                <a:latin typeface="Microsoft Sans Serif"/>
                <a:cs typeface="Microsoft Sans Serif"/>
              </a:rPr>
              <a:t> </a:t>
            </a:r>
            <a:r>
              <a:rPr dirty="0" sz="2650" spc="-25">
                <a:latin typeface="Microsoft Sans Serif"/>
                <a:cs typeface="Microsoft Sans Serif"/>
              </a:rPr>
              <a:t>11°</a:t>
            </a:r>
            <a:r>
              <a:rPr dirty="0" sz="2650">
                <a:latin typeface="Microsoft Sans Serif"/>
                <a:cs typeface="Microsoft Sans Serif"/>
              </a:rPr>
              <a:t>	</a:t>
            </a:r>
            <a:r>
              <a:rPr dirty="0" sz="2650" spc="-25">
                <a:latin typeface="Microsoft Sans Serif"/>
                <a:cs typeface="Microsoft Sans Serif"/>
              </a:rPr>
              <a:t>56´</a:t>
            </a:r>
            <a:r>
              <a:rPr dirty="0" sz="2650">
                <a:latin typeface="Microsoft Sans Serif"/>
                <a:cs typeface="Microsoft Sans Serif"/>
              </a:rPr>
              <a:t>		</a:t>
            </a:r>
            <a:r>
              <a:rPr dirty="0" sz="2650" spc="-25">
                <a:latin typeface="Microsoft Sans Serif"/>
                <a:cs typeface="Microsoft Sans Serif"/>
              </a:rPr>
              <a:t>42.24´´ </a:t>
            </a:r>
            <a:r>
              <a:rPr dirty="0" sz="2650" spc="-50">
                <a:latin typeface="Microsoft Sans Serif"/>
                <a:cs typeface="Microsoft Sans Serif"/>
              </a:rPr>
              <a:t>δ</a:t>
            </a:r>
            <a:r>
              <a:rPr dirty="0" sz="2650">
                <a:latin typeface="Microsoft Sans Serif"/>
                <a:cs typeface="Microsoft Sans Serif"/>
              </a:rPr>
              <a:t>	</a:t>
            </a:r>
            <a:r>
              <a:rPr dirty="0" sz="1950">
                <a:latin typeface="Microsoft Sans Serif"/>
                <a:cs typeface="Microsoft Sans Serif"/>
              </a:rPr>
              <a:t>5</a:t>
            </a:r>
            <a:r>
              <a:rPr dirty="0" sz="1950" spc="17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= K1</a:t>
            </a:r>
            <a:r>
              <a:rPr dirty="0" sz="2650" spc="-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+ 010</a:t>
            </a:r>
            <a:r>
              <a:rPr dirty="0" sz="2650" spc="2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=</a:t>
            </a:r>
            <a:r>
              <a:rPr dirty="0" sz="2650" spc="5">
                <a:latin typeface="Microsoft Sans Serif"/>
                <a:cs typeface="Microsoft Sans Serif"/>
              </a:rPr>
              <a:t> </a:t>
            </a:r>
            <a:r>
              <a:rPr dirty="0" sz="2650" spc="-25">
                <a:latin typeface="Microsoft Sans Serif"/>
                <a:cs typeface="Microsoft Sans Serif"/>
              </a:rPr>
              <a:t>15°</a:t>
            </a:r>
            <a:r>
              <a:rPr dirty="0" sz="2650">
                <a:latin typeface="Microsoft Sans Serif"/>
                <a:cs typeface="Microsoft Sans Serif"/>
              </a:rPr>
              <a:t>	</a:t>
            </a:r>
            <a:r>
              <a:rPr dirty="0" sz="2650" spc="-25">
                <a:latin typeface="Microsoft Sans Serif"/>
                <a:cs typeface="Microsoft Sans Serif"/>
              </a:rPr>
              <a:t>40´</a:t>
            </a:r>
            <a:r>
              <a:rPr dirty="0" sz="2650">
                <a:latin typeface="Microsoft Sans Serif"/>
                <a:cs typeface="Microsoft Sans Serif"/>
              </a:rPr>
              <a:t>		</a:t>
            </a:r>
            <a:r>
              <a:rPr dirty="0" sz="2650" spc="-25">
                <a:latin typeface="Microsoft Sans Serif"/>
                <a:cs typeface="Microsoft Sans Serif"/>
              </a:rPr>
              <a:t>40.44´´</a:t>
            </a:r>
            <a:endParaRPr sz="26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  <a:tabLst>
                <a:tab pos="384175" algn="l"/>
                <a:tab pos="3985260" algn="l"/>
                <a:tab pos="4655820" algn="l"/>
              </a:tabLst>
            </a:pPr>
            <a:r>
              <a:rPr dirty="0" sz="2650" spc="-50">
                <a:latin typeface="Microsoft Sans Serif"/>
                <a:cs typeface="Microsoft Sans Serif"/>
              </a:rPr>
              <a:t>δ</a:t>
            </a:r>
            <a:r>
              <a:rPr dirty="0" sz="2650">
                <a:latin typeface="Microsoft Sans Serif"/>
                <a:cs typeface="Microsoft Sans Serif"/>
              </a:rPr>
              <a:t>	</a:t>
            </a:r>
            <a:r>
              <a:rPr dirty="0" sz="1950">
                <a:latin typeface="Microsoft Sans Serif"/>
                <a:cs typeface="Microsoft Sans Serif"/>
              </a:rPr>
              <a:t>6</a:t>
            </a:r>
            <a:r>
              <a:rPr dirty="0" sz="1950" spc="17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=</a:t>
            </a:r>
            <a:r>
              <a:rPr dirty="0" sz="2650" spc="-1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K1</a:t>
            </a:r>
            <a:r>
              <a:rPr dirty="0" sz="2650" spc="-2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+</a:t>
            </a:r>
            <a:r>
              <a:rPr dirty="0" sz="2650" spc="-1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013,542</a:t>
            </a:r>
            <a:r>
              <a:rPr dirty="0" sz="2650" spc="4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=</a:t>
            </a:r>
            <a:r>
              <a:rPr dirty="0" sz="2650" spc="-15">
                <a:latin typeface="Microsoft Sans Serif"/>
                <a:cs typeface="Microsoft Sans Serif"/>
              </a:rPr>
              <a:t> </a:t>
            </a:r>
            <a:r>
              <a:rPr dirty="0" sz="2650" spc="-25">
                <a:latin typeface="Microsoft Sans Serif"/>
                <a:cs typeface="Microsoft Sans Serif"/>
              </a:rPr>
              <a:t>17°</a:t>
            </a:r>
            <a:r>
              <a:rPr dirty="0" sz="2650">
                <a:latin typeface="Microsoft Sans Serif"/>
                <a:cs typeface="Microsoft Sans Serif"/>
              </a:rPr>
              <a:t>	</a:t>
            </a:r>
            <a:r>
              <a:rPr dirty="0" sz="2650" spc="-25">
                <a:latin typeface="Microsoft Sans Serif"/>
                <a:cs typeface="Microsoft Sans Serif"/>
              </a:rPr>
              <a:t>00´</a:t>
            </a:r>
            <a:r>
              <a:rPr dirty="0" sz="2650">
                <a:latin typeface="Microsoft Sans Serif"/>
                <a:cs typeface="Microsoft Sans Serif"/>
              </a:rPr>
              <a:t>	</a:t>
            </a:r>
            <a:r>
              <a:rPr dirty="0" sz="2650" spc="-10">
                <a:latin typeface="Microsoft Sans Serif"/>
                <a:cs typeface="Microsoft Sans Serif"/>
              </a:rPr>
              <a:t>00.25´´</a:t>
            </a:r>
            <a:endParaRPr sz="2650">
              <a:latin typeface="Microsoft Sans Serif"/>
              <a:cs typeface="Microsoft Sans Serif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068618" y="5418907"/>
            <a:ext cx="4210050" cy="1635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286385">
              <a:lnSpc>
                <a:spcPct val="100499"/>
              </a:lnSpc>
              <a:spcBef>
                <a:spcPts val="95"/>
              </a:spcBef>
            </a:pPr>
            <a:r>
              <a:rPr dirty="0" sz="5250" spc="-10" b="1">
                <a:solidFill>
                  <a:srgbClr val="387B0C"/>
                </a:solidFill>
                <a:latin typeface="Tahoma"/>
                <a:cs typeface="Tahoma"/>
              </a:rPr>
              <a:t>CHEQUEO </a:t>
            </a:r>
            <a:r>
              <a:rPr dirty="0" sz="5250" spc="-420" b="1">
                <a:solidFill>
                  <a:srgbClr val="387B0C"/>
                </a:solidFill>
                <a:latin typeface="Tahoma"/>
                <a:cs typeface="Tahoma"/>
              </a:rPr>
              <a:t>DEFLEXIONES</a:t>
            </a:r>
            <a:endParaRPr sz="525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370770" y="235813"/>
            <a:ext cx="7227570" cy="12325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124710" marR="5080" indent="-2112645">
              <a:lnSpc>
                <a:spcPct val="100200"/>
              </a:lnSpc>
              <a:spcBef>
                <a:spcPts val="100"/>
              </a:spcBef>
            </a:pPr>
            <a:r>
              <a:rPr dirty="0" sz="3950" spc="-320"/>
              <a:t>DEFLEXIONES</a:t>
            </a:r>
            <a:r>
              <a:rPr dirty="0" sz="3950" spc="-10"/>
              <a:t> </a:t>
            </a:r>
            <a:r>
              <a:rPr dirty="0" sz="3950" spc="-100"/>
              <a:t>PARA</a:t>
            </a:r>
            <a:r>
              <a:rPr dirty="0" sz="3950" spc="-195"/>
              <a:t> </a:t>
            </a:r>
            <a:r>
              <a:rPr dirty="0" sz="3950" spc="-65"/>
              <a:t>LA</a:t>
            </a:r>
            <a:r>
              <a:rPr dirty="0" sz="3950" spc="-210"/>
              <a:t> </a:t>
            </a:r>
            <a:r>
              <a:rPr dirty="0" sz="3950" spc="-10"/>
              <a:t>CURVA </a:t>
            </a:r>
            <a:r>
              <a:rPr dirty="0" sz="3950" spc="-50"/>
              <a:t>COMPUESTA</a:t>
            </a:r>
            <a:endParaRPr sz="39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65586" y="2482571"/>
            <a:ext cx="4347845" cy="423037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392430" indent="-379730">
              <a:lnSpc>
                <a:spcPct val="100000"/>
              </a:lnSpc>
              <a:spcBef>
                <a:spcPts val="500"/>
              </a:spcBef>
              <a:buChar char="•"/>
              <a:tabLst>
                <a:tab pos="392430" algn="l"/>
                <a:tab pos="2699385" algn="l"/>
              </a:tabLst>
            </a:pPr>
            <a:r>
              <a:rPr dirty="0" sz="3050">
                <a:latin typeface="Verdana"/>
                <a:cs typeface="Verdana"/>
              </a:rPr>
              <a:t>Abscisa</a:t>
            </a:r>
            <a:r>
              <a:rPr dirty="0" sz="3050" spc="-250">
                <a:latin typeface="Verdana"/>
                <a:cs typeface="Verdana"/>
              </a:rPr>
              <a:t> </a:t>
            </a:r>
            <a:r>
              <a:rPr dirty="0" sz="3050" spc="160">
                <a:latin typeface="Verdana"/>
                <a:cs typeface="Verdana"/>
              </a:rPr>
              <a:t>de</a:t>
            </a:r>
            <a:r>
              <a:rPr dirty="0" sz="3050">
                <a:latin typeface="Verdana"/>
                <a:cs typeface="Verdana"/>
              </a:rPr>
              <a:t>	</a:t>
            </a:r>
            <a:r>
              <a:rPr dirty="0" sz="3050" spc="-325">
                <a:latin typeface="Verdana"/>
                <a:cs typeface="Verdana"/>
              </a:rPr>
              <a:t>PT</a:t>
            </a:r>
            <a:endParaRPr sz="3050">
              <a:latin typeface="Verdana"/>
              <a:cs typeface="Verdana"/>
            </a:endParaRPr>
          </a:p>
          <a:p>
            <a:pPr marL="392430" indent="-379730">
              <a:lnSpc>
                <a:spcPct val="100000"/>
              </a:lnSpc>
              <a:spcBef>
                <a:spcPts val="409"/>
              </a:spcBef>
              <a:buChar char="•"/>
              <a:tabLst>
                <a:tab pos="392430" algn="l"/>
              </a:tabLst>
            </a:pPr>
            <a:r>
              <a:rPr dirty="0" sz="3050">
                <a:latin typeface="Verdana"/>
                <a:cs typeface="Verdana"/>
              </a:rPr>
              <a:t>Lc</a:t>
            </a:r>
            <a:r>
              <a:rPr dirty="0" sz="3050" spc="-150">
                <a:latin typeface="Verdana"/>
                <a:cs typeface="Verdana"/>
              </a:rPr>
              <a:t> </a:t>
            </a:r>
            <a:r>
              <a:rPr dirty="0" sz="1750" spc="-50">
                <a:latin typeface="Verdana"/>
                <a:cs typeface="Verdana"/>
              </a:rPr>
              <a:t>2</a:t>
            </a:r>
            <a:endParaRPr sz="1750">
              <a:latin typeface="Verdana"/>
              <a:cs typeface="Verdana"/>
            </a:endParaRPr>
          </a:p>
          <a:p>
            <a:pPr marL="392430" indent="-379730">
              <a:lnSpc>
                <a:spcPct val="100000"/>
              </a:lnSpc>
              <a:spcBef>
                <a:spcPts val="405"/>
              </a:spcBef>
              <a:buChar char="•"/>
              <a:tabLst>
                <a:tab pos="392430" algn="l"/>
              </a:tabLst>
            </a:pPr>
            <a:r>
              <a:rPr dirty="0" sz="3050" spc="345">
                <a:latin typeface="Verdana"/>
                <a:cs typeface="Verdana"/>
              </a:rPr>
              <a:t>Gc</a:t>
            </a:r>
            <a:r>
              <a:rPr dirty="0" sz="3050" spc="-235">
                <a:latin typeface="Verdana"/>
                <a:cs typeface="Verdana"/>
              </a:rPr>
              <a:t> </a:t>
            </a:r>
            <a:r>
              <a:rPr dirty="0" sz="1950" spc="-50">
                <a:latin typeface="Verdana"/>
                <a:cs typeface="Verdana"/>
              </a:rPr>
              <a:t>2</a:t>
            </a:r>
            <a:endParaRPr sz="1950">
              <a:latin typeface="Verdana"/>
              <a:cs typeface="Verdana"/>
            </a:endParaRPr>
          </a:p>
          <a:p>
            <a:pPr marL="392430" indent="-379730">
              <a:lnSpc>
                <a:spcPct val="100000"/>
              </a:lnSpc>
              <a:spcBef>
                <a:spcPts val="395"/>
              </a:spcBef>
              <a:buChar char="•"/>
              <a:tabLst>
                <a:tab pos="392430" algn="l"/>
              </a:tabLst>
            </a:pPr>
            <a:r>
              <a:rPr dirty="0" sz="3050" spc="-100">
                <a:latin typeface="Verdana"/>
                <a:cs typeface="Verdana"/>
              </a:rPr>
              <a:t>δ</a:t>
            </a:r>
            <a:r>
              <a:rPr dirty="0" sz="3050" spc="-245">
                <a:latin typeface="Verdana"/>
                <a:cs typeface="Verdana"/>
              </a:rPr>
              <a:t> </a:t>
            </a:r>
            <a:r>
              <a:rPr dirty="0" sz="3050">
                <a:latin typeface="Verdana"/>
                <a:cs typeface="Verdana"/>
              </a:rPr>
              <a:t>por</a:t>
            </a:r>
            <a:r>
              <a:rPr dirty="0" sz="3050" spc="-240">
                <a:latin typeface="Verdana"/>
                <a:cs typeface="Verdana"/>
              </a:rPr>
              <a:t> </a:t>
            </a:r>
            <a:r>
              <a:rPr dirty="0" sz="3050" spc="95">
                <a:latin typeface="Verdana"/>
                <a:cs typeface="Verdana"/>
              </a:rPr>
              <a:t>cuerda</a:t>
            </a:r>
            <a:r>
              <a:rPr dirty="0" sz="3050" spc="-215">
                <a:latin typeface="Verdana"/>
                <a:cs typeface="Verdana"/>
              </a:rPr>
              <a:t> </a:t>
            </a:r>
            <a:r>
              <a:rPr dirty="0" sz="3050" spc="40">
                <a:latin typeface="Verdana"/>
                <a:cs typeface="Verdana"/>
              </a:rPr>
              <a:t>unidad</a:t>
            </a:r>
            <a:endParaRPr sz="3050">
              <a:latin typeface="Verdana"/>
              <a:cs typeface="Verdana"/>
            </a:endParaRPr>
          </a:p>
          <a:p>
            <a:pPr marL="392430" indent="-379730">
              <a:lnSpc>
                <a:spcPct val="100000"/>
              </a:lnSpc>
              <a:spcBef>
                <a:spcPts val="455"/>
              </a:spcBef>
              <a:buChar char="•"/>
              <a:tabLst>
                <a:tab pos="392430" algn="l"/>
              </a:tabLst>
            </a:pPr>
            <a:r>
              <a:rPr dirty="0" sz="3050" spc="204">
                <a:latin typeface="Verdana"/>
                <a:cs typeface="Verdana"/>
              </a:rPr>
              <a:t>d</a:t>
            </a:r>
            <a:r>
              <a:rPr dirty="0" sz="3050" spc="-270">
                <a:latin typeface="Verdana"/>
                <a:cs typeface="Verdana"/>
              </a:rPr>
              <a:t> </a:t>
            </a:r>
            <a:r>
              <a:rPr dirty="0" sz="3050" spc="-55">
                <a:latin typeface="Verdana"/>
                <a:cs typeface="Verdana"/>
              </a:rPr>
              <a:t>metro</a:t>
            </a:r>
            <a:r>
              <a:rPr dirty="0" sz="3050" spc="-225">
                <a:latin typeface="Verdana"/>
                <a:cs typeface="Verdana"/>
              </a:rPr>
              <a:t> </a:t>
            </a:r>
            <a:r>
              <a:rPr dirty="0" sz="3050" spc="-10">
                <a:latin typeface="Verdana"/>
                <a:cs typeface="Verdana"/>
              </a:rPr>
              <a:t>(d</a:t>
            </a:r>
            <a:r>
              <a:rPr dirty="0" sz="3050" spc="-240">
                <a:latin typeface="Verdana"/>
                <a:cs typeface="Verdana"/>
              </a:rPr>
              <a:t> </a:t>
            </a:r>
            <a:r>
              <a:rPr dirty="0" sz="1950" spc="-25">
                <a:latin typeface="Verdana"/>
                <a:cs typeface="Verdana"/>
              </a:rPr>
              <a:t>5</a:t>
            </a:r>
            <a:r>
              <a:rPr dirty="0" sz="3500" spc="-25">
                <a:latin typeface="Verdana"/>
                <a:cs typeface="Verdana"/>
              </a:rPr>
              <a:t>)</a:t>
            </a:r>
            <a:endParaRPr sz="3500">
              <a:latin typeface="Verdana"/>
              <a:cs typeface="Verdana"/>
            </a:endParaRPr>
          </a:p>
          <a:p>
            <a:pPr marL="497840" indent="-485140">
              <a:lnSpc>
                <a:spcPct val="100000"/>
              </a:lnSpc>
              <a:spcBef>
                <a:spcPts val="400"/>
              </a:spcBef>
              <a:buChar char="•"/>
              <a:tabLst>
                <a:tab pos="497840" algn="l"/>
              </a:tabLst>
            </a:pPr>
            <a:r>
              <a:rPr dirty="0" sz="3050" spc="-10">
                <a:latin typeface="Verdana"/>
                <a:cs typeface="Verdana"/>
              </a:rPr>
              <a:t>Subcuerdas</a:t>
            </a:r>
            <a:endParaRPr sz="3050">
              <a:latin typeface="Verdana"/>
              <a:cs typeface="Verdana"/>
            </a:endParaRPr>
          </a:p>
          <a:p>
            <a:pPr marL="392430" indent="-379730">
              <a:lnSpc>
                <a:spcPct val="100000"/>
              </a:lnSpc>
              <a:spcBef>
                <a:spcPts val="405"/>
              </a:spcBef>
              <a:buChar char="•"/>
              <a:tabLst>
                <a:tab pos="392430" algn="l"/>
              </a:tabLst>
            </a:pPr>
            <a:r>
              <a:rPr dirty="0" sz="3050" spc="-10">
                <a:latin typeface="Verdana"/>
                <a:cs typeface="Verdana"/>
              </a:rPr>
              <a:t>Deflexiones</a:t>
            </a:r>
            <a:endParaRPr sz="3050">
              <a:latin typeface="Verdana"/>
              <a:cs typeface="Verdana"/>
            </a:endParaRPr>
          </a:p>
          <a:p>
            <a:pPr marL="392430" indent="-379730">
              <a:lnSpc>
                <a:spcPct val="100000"/>
              </a:lnSpc>
              <a:spcBef>
                <a:spcPts val="409"/>
              </a:spcBef>
              <a:buChar char="•"/>
              <a:tabLst>
                <a:tab pos="392430" algn="l"/>
              </a:tabLst>
            </a:pPr>
            <a:r>
              <a:rPr dirty="0" sz="3050" spc="125">
                <a:latin typeface="Verdana"/>
                <a:cs typeface="Verdana"/>
              </a:rPr>
              <a:t>Chequeo</a:t>
            </a:r>
            <a:endParaRPr sz="305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76909" y="202170"/>
            <a:ext cx="7227570" cy="177736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124710" marR="5080" indent="-2112645">
              <a:lnSpc>
                <a:spcPct val="100299"/>
              </a:lnSpc>
              <a:spcBef>
                <a:spcPts val="95"/>
              </a:spcBef>
            </a:pPr>
            <a:r>
              <a:rPr dirty="0" sz="3950" spc="-320"/>
              <a:t>DEFLEXIONES</a:t>
            </a:r>
            <a:r>
              <a:rPr dirty="0" sz="3950" spc="-10"/>
              <a:t> </a:t>
            </a:r>
            <a:r>
              <a:rPr dirty="0" sz="3950" spc="-100"/>
              <a:t>PARA</a:t>
            </a:r>
            <a:r>
              <a:rPr dirty="0" sz="3950" spc="-195"/>
              <a:t> </a:t>
            </a:r>
            <a:r>
              <a:rPr dirty="0" sz="3950" spc="-65"/>
              <a:t>LA</a:t>
            </a:r>
            <a:r>
              <a:rPr dirty="0" sz="3950" spc="-210"/>
              <a:t> </a:t>
            </a:r>
            <a:r>
              <a:rPr dirty="0" sz="3950" spc="-10"/>
              <a:t>CURVA </a:t>
            </a:r>
            <a:r>
              <a:rPr dirty="0" sz="3950" spc="-50"/>
              <a:t>COMPUESTA</a:t>
            </a:r>
            <a:endParaRPr sz="3950"/>
          </a:p>
          <a:p>
            <a:pPr algn="ctr" marR="286385">
              <a:lnSpc>
                <a:spcPct val="100000"/>
              </a:lnSpc>
              <a:spcBef>
                <a:spcPts val="620"/>
              </a:spcBef>
            </a:pPr>
            <a:r>
              <a:rPr dirty="0" spc="-30">
                <a:solidFill>
                  <a:srgbClr val="FF0000"/>
                </a:solidFill>
                <a:latin typeface="Arial"/>
                <a:cs typeface="Arial"/>
              </a:rPr>
              <a:t>CURVA</a:t>
            </a:r>
            <a:r>
              <a:rPr dirty="0" spc="-11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FF0000"/>
                </a:solidFill>
                <a:latin typeface="Arial"/>
                <a:cs typeface="Arial"/>
              </a:rPr>
              <a:t>DESDE PCC</a:t>
            </a:r>
            <a:r>
              <a:rPr dirty="0" spc="-1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dirty="0" spc="-11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pc="-25">
                <a:solidFill>
                  <a:srgbClr val="FF0000"/>
                </a:solidFill>
                <a:latin typeface="Arial"/>
                <a:cs typeface="Arial"/>
              </a:rPr>
              <a:t>PT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0"/>
              <a:t>Calcular:</a:t>
            </a:r>
          </a:p>
          <a:p>
            <a:pPr>
              <a:lnSpc>
                <a:spcPct val="100000"/>
              </a:lnSpc>
              <a:spcBef>
                <a:spcPts val="1480"/>
              </a:spcBef>
            </a:pPr>
          </a:p>
          <a:p>
            <a:pPr algn="just" marL="513080" marR="6350" indent="-501015">
              <a:lnSpc>
                <a:spcPct val="101000"/>
              </a:lnSpc>
              <a:buAutoNum type="alphaLcPeriod"/>
              <a:tabLst>
                <a:tab pos="515620" algn="l"/>
              </a:tabLst>
            </a:pPr>
            <a:r>
              <a:rPr dirty="0" spc="-175" b="0">
                <a:latin typeface="Verdana"/>
                <a:cs typeface="Verdana"/>
              </a:rPr>
              <a:t>Los</a:t>
            </a:r>
            <a:r>
              <a:rPr dirty="0" spc="5980" b="0">
                <a:latin typeface="Verdana"/>
                <a:cs typeface="Verdana"/>
              </a:rPr>
              <a:t> </a:t>
            </a:r>
            <a:r>
              <a:rPr dirty="0" spc="-30" b="0">
                <a:latin typeface="Verdana"/>
                <a:cs typeface="Verdana"/>
              </a:rPr>
              <a:t>elementos</a:t>
            </a:r>
            <a:r>
              <a:rPr dirty="0" spc="5980" b="0">
                <a:latin typeface="Verdana"/>
                <a:cs typeface="Verdana"/>
              </a:rPr>
              <a:t> </a:t>
            </a:r>
            <a:r>
              <a:rPr dirty="0" spc="-5" b="0">
                <a:latin typeface="Verdana"/>
                <a:cs typeface="Verdana"/>
              </a:rPr>
              <a:t>geométricos</a:t>
            </a:r>
            <a:r>
              <a:rPr dirty="0" spc="-270" b="0">
                <a:latin typeface="Verdana"/>
                <a:cs typeface="Verdana"/>
              </a:rPr>
              <a:t> </a:t>
            </a:r>
            <a:r>
              <a:rPr dirty="0" spc="-270" b="0">
                <a:latin typeface="Verdana"/>
                <a:cs typeface="Verdana"/>
              </a:rPr>
              <a:t>	</a:t>
            </a:r>
            <a:r>
              <a:rPr dirty="0" spc="20" b="0">
                <a:latin typeface="Verdana"/>
                <a:cs typeface="Verdana"/>
              </a:rPr>
              <a:t>completos</a:t>
            </a:r>
            <a:r>
              <a:rPr dirty="0" spc="-50" b="0">
                <a:latin typeface="Verdana"/>
                <a:cs typeface="Verdana"/>
              </a:rPr>
              <a:t> </a:t>
            </a:r>
            <a:r>
              <a:rPr dirty="0" spc="200" b="0">
                <a:latin typeface="Verdana"/>
                <a:cs typeface="Verdana"/>
              </a:rPr>
              <a:t>de</a:t>
            </a:r>
            <a:r>
              <a:rPr dirty="0" spc="-55" b="0">
                <a:latin typeface="Verdana"/>
                <a:cs typeface="Verdana"/>
              </a:rPr>
              <a:t> </a:t>
            </a:r>
            <a:r>
              <a:rPr dirty="0" spc="10" b="0">
                <a:latin typeface="Verdana"/>
                <a:cs typeface="Verdana"/>
              </a:rPr>
              <a:t>la</a:t>
            </a:r>
            <a:r>
              <a:rPr dirty="0" spc="-35" b="0">
                <a:latin typeface="Verdana"/>
                <a:cs typeface="Verdana"/>
              </a:rPr>
              <a:t> </a:t>
            </a:r>
            <a:r>
              <a:rPr dirty="0" b="0">
                <a:latin typeface="Verdana"/>
                <a:cs typeface="Verdana"/>
              </a:rPr>
              <a:t>Curva</a:t>
            </a:r>
            <a:r>
              <a:rPr dirty="0" spc="-35" b="0">
                <a:latin typeface="Verdana"/>
                <a:cs typeface="Verdana"/>
              </a:rPr>
              <a:t> </a:t>
            </a:r>
            <a:r>
              <a:rPr dirty="0" spc="-235" b="0">
                <a:latin typeface="Verdana"/>
                <a:cs typeface="Verdana"/>
              </a:rPr>
              <a:t>1</a:t>
            </a:r>
            <a:r>
              <a:rPr dirty="0" spc="-70" b="0">
                <a:latin typeface="Verdana"/>
                <a:cs typeface="Verdana"/>
              </a:rPr>
              <a:t> </a:t>
            </a:r>
            <a:r>
              <a:rPr dirty="0" spc="-165" b="0">
                <a:latin typeface="Verdana"/>
                <a:cs typeface="Verdana"/>
              </a:rPr>
              <a:t>y</a:t>
            </a:r>
            <a:r>
              <a:rPr dirty="0" spc="-45" b="0">
                <a:latin typeface="Verdana"/>
                <a:cs typeface="Verdana"/>
              </a:rPr>
              <a:t> </a:t>
            </a:r>
            <a:r>
              <a:rPr dirty="0" spc="10" b="0">
                <a:latin typeface="Verdana"/>
                <a:cs typeface="Verdana"/>
              </a:rPr>
              <a:t>Curva</a:t>
            </a:r>
            <a:r>
              <a:rPr dirty="0" spc="-65" b="0">
                <a:latin typeface="Verdana"/>
                <a:cs typeface="Verdana"/>
              </a:rPr>
              <a:t> </a:t>
            </a:r>
            <a:r>
              <a:rPr dirty="0" spc="-235" b="0">
                <a:latin typeface="Verdana"/>
                <a:cs typeface="Verdana"/>
              </a:rPr>
              <a:t>2</a:t>
            </a:r>
            <a:r>
              <a:rPr dirty="0" spc="-130" b="0">
                <a:latin typeface="Verdana"/>
                <a:cs typeface="Verdana"/>
              </a:rPr>
              <a:t> </a:t>
            </a:r>
            <a:r>
              <a:rPr dirty="0" spc="-130" b="0">
                <a:latin typeface="Verdana"/>
                <a:cs typeface="Verdana"/>
              </a:rPr>
              <a:t>	</a:t>
            </a:r>
            <a:r>
              <a:rPr dirty="0" spc="185" b="0">
                <a:latin typeface="Verdana"/>
                <a:cs typeface="Verdana"/>
              </a:rPr>
              <a:t>de</a:t>
            </a:r>
            <a:r>
              <a:rPr dirty="0" spc="2880" b="0">
                <a:latin typeface="Verdana"/>
                <a:cs typeface="Verdana"/>
              </a:rPr>
              <a:t> </a:t>
            </a:r>
            <a:r>
              <a:rPr dirty="0" spc="10" b="0">
                <a:latin typeface="Verdana"/>
                <a:cs typeface="Verdana"/>
              </a:rPr>
              <a:t>la</a:t>
            </a:r>
            <a:r>
              <a:rPr dirty="0" spc="2870" b="0">
                <a:latin typeface="Verdana"/>
                <a:cs typeface="Verdana"/>
              </a:rPr>
              <a:t> </a:t>
            </a:r>
            <a:r>
              <a:rPr dirty="0" spc="20" b="0">
                <a:latin typeface="Verdana"/>
                <a:cs typeface="Verdana"/>
              </a:rPr>
              <a:t>curva</a:t>
            </a:r>
            <a:r>
              <a:rPr dirty="0" spc="2870" b="0">
                <a:latin typeface="Verdana"/>
                <a:cs typeface="Verdana"/>
              </a:rPr>
              <a:t> </a:t>
            </a:r>
            <a:r>
              <a:rPr dirty="0" spc="50" b="0">
                <a:latin typeface="Verdana"/>
                <a:cs typeface="Verdana"/>
              </a:rPr>
              <a:t>compuesta</a:t>
            </a:r>
            <a:r>
              <a:rPr dirty="0" spc="2870" b="0">
                <a:latin typeface="Verdana"/>
                <a:cs typeface="Verdana"/>
              </a:rPr>
              <a:t> </a:t>
            </a:r>
            <a:r>
              <a:rPr dirty="0" spc="45" b="0">
                <a:latin typeface="Verdana"/>
                <a:cs typeface="Verdana"/>
              </a:rPr>
              <a:t>del</a:t>
            </a:r>
            <a:r>
              <a:rPr dirty="0" spc="-295" b="0">
                <a:latin typeface="Verdana"/>
                <a:cs typeface="Verdana"/>
              </a:rPr>
              <a:t> </a:t>
            </a:r>
            <a:r>
              <a:rPr dirty="0" spc="-295" b="0">
                <a:latin typeface="Verdana"/>
                <a:cs typeface="Verdana"/>
              </a:rPr>
              <a:t>	</a:t>
            </a:r>
            <a:r>
              <a:rPr dirty="0" b="0">
                <a:latin typeface="Verdana"/>
                <a:cs typeface="Verdana"/>
              </a:rPr>
              <a:t>ejercicio</a:t>
            </a:r>
            <a:r>
              <a:rPr dirty="0" spc="-195" b="0">
                <a:latin typeface="Verdana"/>
                <a:cs typeface="Verdana"/>
              </a:rPr>
              <a:t> </a:t>
            </a:r>
            <a:r>
              <a:rPr dirty="0" spc="200" b="0">
                <a:latin typeface="Verdana"/>
                <a:cs typeface="Verdana"/>
              </a:rPr>
              <a:t>de</a:t>
            </a:r>
            <a:r>
              <a:rPr dirty="0" spc="-240" b="0">
                <a:latin typeface="Verdana"/>
                <a:cs typeface="Verdana"/>
              </a:rPr>
              <a:t> </a:t>
            </a:r>
            <a:r>
              <a:rPr dirty="0" spc="10" b="0">
                <a:latin typeface="Verdana"/>
                <a:cs typeface="Verdana"/>
              </a:rPr>
              <a:t>la</a:t>
            </a:r>
            <a:r>
              <a:rPr dirty="0" spc="-220" b="0">
                <a:latin typeface="Verdana"/>
                <a:cs typeface="Verdana"/>
              </a:rPr>
              <a:t> </a:t>
            </a:r>
            <a:r>
              <a:rPr dirty="0" spc="-10" b="0">
                <a:latin typeface="Verdana"/>
                <a:cs typeface="Verdana"/>
              </a:rPr>
              <a:t>clase.</a:t>
            </a:r>
          </a:p>
          <a:p>
            <a:pPr>
              <a:lnSpc>
                <a:spcPct val="100000"/>
              </a:lnSpc>
              <a:spcBef>
                <a:spcPts val="1465"/>
              </a:spcBef>
              <a:buFont typeface="Verdana"/>
              <a:buAutoNum type="alphaLcPeriod"/>
            </a:pPr>
          </a:p>
          <a:p>
            <a:pPr algn="just" marL="512445" marR="5080" indent="-500380">
              <a:lnSpc>
                <a:spcPct val="101000"/>
              </a:lnSpc>
              <a:buAutoNum type="alphaLcPeriod"/>
              <a:tabLst>
                <a:tab pos="515620" algn="l"/>
              </a:tabLst>
            </a:pPr>
            <a:r>
              <a:rPr dirty="0" spc="-85" b="0">
                <a:latin typeface="Verdana"/>
                <a:cs typeface="Verdana"/>
              </a:rPr>
              <a:t>Las</a:t>
            </a:r>
            <a:r>
              <a:rPr dirty="0" spc="-90" b="0">
                <a:latin typeface="Verdana"/>
                <a:cs typeface="Verdana"/>
              </a:rPr>
              <a:t> </a:t>
            </a:r>
            <a:r>
              <a:rPr dirty="0" spc="-20" b="0">
                <a:latin typeface="Verdana"/>
                <a:cs typeface="Verdana"/>
              </a:rPr>
              <a:t>deflexiones</a:t>
            </a:r>
            <a:r>
              <a:rPr dirty="0" spc="-35" b="0">
                <a:latin typeface="Verdana"/>
                <a:cs typeface="Verdana"/>
              </a:rPr>
              <a:t> </a:t>
            </a:r>
            <a:r>
              <a:rPr dirty="0" spc="185" b="0">
                <a:latin typeface="Verdana"/>
                <a:cs typeface="Verdana"/>
              </a:rPr>
              <a:t>de</a:t>
            </a:r>
            <a:r>
              <a:rPr dirty="0" spc="-65" b="0">
                <a:latin typeface="Verdana"/>
                <a:cs typeface="Verdana"/>
              </a:rPr>
              <a:t> </a:t>
            </a:r>
            <a:r>
              <a:rPr dirty="0" b="0">
                <a:latin typeface="Verdana"/>
                <a:cs typeface="Verdana"/>
              </a:rPr>
              <a:t>la</a:t>
            </a:r>
            <a:r>
              <a:rPr dirty="0" spc="-70" b="0">
                <a:latin typeface="Verdana"/>
                <a:cs typeface="Verdana"/>
              </a:rPr>
              <a:t> </a:t>
            </a:r>
            <a:r>
              <a:rPr dirty="0" b="0">
                <a:latin typeface="Verdana"/>
                <a:cs typeface="Verdana"/>
              </a:rPr>
              <a:t>curva</a:t>
            </a:r>
            <a:r>
              <a:rPr dirty="0" spc="-75" b="0">
                <a:latin typeface="Verdana"/>
                <a:cs typeface="Verdana"/>
              </a:rPr>
              <a:t> </a:t>
            </a:r>
            <a:r>
              <a:rPr dirty="0" b="0">
                <a:latin typeface="Verdana"/>
                <a:cs typeface="Verdana"/>
              </a:rPr>
              <a:t>2</a:t>
            </a:r>
            <a:r>
              <a:rPr dirty="0" spc="-80" b="0">
                <a:latin typeface="Verdana"/>
                <a:cs typeface="Verdana"/>
              </a:rPr>
              <a:t> </a:t>
            </a:r>
            <a:r>
              <a:rPr dirty="0" spc="200" b="0">
                <a:latin typeface="Verdana"/>
                <a:cs typeface="Verdana"/>
              </a:rPr>
              <a:t>de</a:t>
            </a:r>
            <a:r>
              <a:rPr dirty="0" spc="-65" b="0">
                <a:latin typeface="Verdana"/>
                <a:cs typeface="Verdana"/>
              </a:rPr>
              <a:t> </a:t>
            </a:r>
            <a:r>
              <a:rPr dirty="0" spc="-25" b="0">
                <a:latin typeface="Verdana"/>
                <a:cs typeface="Verdana"/>
              </a:rPr>
              <a:t>la </a:t>
            </a:r>
            <a:r>
              <a:rPr dirty="0" spc="-25" b="0">
                <a:latin typeface="Verdana"/>
                <a:cs typeface="Verdana"/>
              </a:rPr>
              <a:t>	</a:t>
            </a:r>
            <a:r>
              <a:rPr dirty="0" b="0">
                <a:latin typeface="Verdana"/>
                <a:cs typeface="Verdana"/>
              </a:rPr>
              <a:t>curva</a:t>
            </a:r>
            <a:r>
              <a:rPr dirty="0" spc="-150" b="0">
                <a:latin typeface="Verdana"/>
                <a:cs typeface="Verdana"/>
              </a:rPr>
              <a:t> </a:t>
            </a:r>
            <a:r>
              <a:rPr dirty="0" spc="-10" b="0">
                <a:latin typeface="Verdana"/>
                <a:cs typeface="Verdana"/>
              </a:rPr>
              <a:t>compuesta.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47057" y="502365"/>
            <a:ext cx="447802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484"/>
              <a:t>TALLER</a:t>
            </a:r>
            <a:r>
              <a:rPr dirty="0" sz="4400" spc="-50"/>
              <a:t> </a:t>
            </a:r>
            <a:r>
              <a:rPr dirty="0" sz="4400" spc="-290"/>
              <a:t>EN</a:t>
            </a:r>
            <a:r>
              <a:rPr dirty="0" sz="4400" spc="-40"/>
              <a:t> </a:t>
            </a:r>
            <a:r>
              <a:rPr dirty="0" sz="4400" spc="-125"/>
              <a:t>CLASE</a:t>
            </a:r>
            <a:endParaRPr sz="4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4300"/>
            <a:ext cx="2052935" cy="75438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08019" y="1073756"/>
            <a:ext cx="5333074" cy="535599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038020" y="7198812"/>
            <a:ext cx="365696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b="1">
                <a:solidFill>
                  <a:srgbClr val="387B0C"/>
                </a:solidFill>
                <a:latin typeface="Arial"/>
                <a:cs typeface="Arial"/>
              </a:rPr>
              <a:t>YULIETH</a:t>
            </a:r>
            <a:r>
              <a:rPr dirty="0" sz="1950" spc="70" b="1">
                <a:solidFill>
                  <a:srgbClr val="387B0C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387B0C"/>
                </a:solidFill>
                <a:latin typeface="Arial"/>
                <a:cs typeface="Arial"/>
              </a:rPr>
              <a:t>PEREZ</a:t>
            </a:r>
            <a:r>
              <a:rPr dirty="0" sz="1950" spc="80" b="1">
                <a:solidFill>
                  <a:srgbClr val="387B0C"/>
                </a:solidFill>
                <a:latin typeface="Arial"/>
                <a:cs typeface="Arial"/>
              </a:rPr>
              <a:t> </a:t>
            </a:r>
            <a:r>
              <a:rPr dirty="0" sz="1950" spc="-10" b="1">
                <a:solidFill>
                  <a:srgbClr val="387B0C"/>
                </a:solidFill>
                <a:latin typeface="Arial"/>
                <a:cs typeface="Arial"/>
              </a:rPr>
              <a:t>HERNANDEZ</a:t>
            </a:r>
            <a:endParaRPr sz="1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curva cc</dc:title>
  <dcterms:created xsi:type="dcterms:W3CDTF">2025-11-29T00:39:35Z</dcterms:created>
  <dcterms:modified xsi:type="dcterms:W3CDTF">2025-11-29T00:39:35Z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2025-03-12T00:00:00Z</vt:filetime>
  </property>
  <property fmtid="{D5CDD505-2E9C-101B-9397-08002B2CF9AE}" pid="3" name="LastSaved">
    <vt:filetime>2025-11-29T00:00:00Z</vt:filetime>
  </property>
  <property fmtid="{D5CDD505-2E9C-101B-9397-08002B2CF9AE}" pid="4" name="Producer">
    <vt:lpwstr>Microsoft: Print To PDF</vt:lpwstr>
  </property>
</Properties>
</file>