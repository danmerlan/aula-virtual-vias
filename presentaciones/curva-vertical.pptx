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FFFF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"/>
            <a:ext cx="10058400" cy="7543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14300"/>
            <a:ext cx="10058400" cy="75438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31414" y="660654"/>
            <a:ext cx="4767072" cy="4511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FFFF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4300"/>
            <a:ext cx="10058400" cy="7543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14300"/>
            <a:ext cx="10058400" cy="7543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0670" y="1381791"/>
            <a:ext cx="9227388" cy="14134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4687" y="3309680"/>
            <a:ext cx="6328409" cy="301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FFFF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3" Type="http://schemas.openxmlformats.org/officeDocument/2006/relationships/image" Target="../media/image33.jpg"/><Relationship Id="rId4" Type="http://schemas.openxmlformats.org/officeDocument/2006/relationships/image" Target="../media/image34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40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png"/><Relationship Id="rId3" Type="http://schemas.openxmlformats.org/officeDocument/2006/relationships/image" Target="../media/image46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png"/><Relationship Id="rId3" Type="http://schemas.openxmlformats.org/officeDocument/2006/relationships/image" Target="../media/image5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45278" y="3530367"/>
            <a:ext cx="7439659" cy="3562350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dirty="0" sz="4400" spc="-555" b="1">
                <a:solidFill>
                  <a:srgbClr val="FFFFFF"/>
                </a:solidFill>
                <a:latin typeface="Tahoma"/>
                <a:cs typeface="Tahoma"/>
              </a:rPr>
              <a:t>YULIETH</a:t>
            </a:r>
            <a:r>
              <a:rPr dirty="0" sz="44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400" spc="-509" b="1">
                <a:solidFill>
                  <a:srgbClr val="FFFFFF"/>
                </a:solidFill>
                <a:latin typeface="Tahoma"/>
                <a:cs typeface="Tahoma"/>
              </a:rPr>
              <a:t>PEREZ</a:t>
            </a:r>
            <a:r>
              <a:rPr dirty="0" sz="4400" spc="-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400" spc="-320" b="1">
                <a:solidFill>
                  <a:srgbClr val="FFFFFF"/>
                </a:solidFill>
                <a:latin typeface="Tahoma"/>
                <a:cs typeface="Tahoma"/>
              </a:rPr>
              <a:t>HERNANDEZ</a:t>
            </a:r>
            <a:endParaRPr sz="4400">
              <a:latin typeface="Tahoma"/>
              <a:cs typeface="Tahoma"/>
            </a:endParaRPr>
          </a:p>
          <a:p>
            <a:pPr algn="ctr" marL="1726564" marR="1718945" indent="-1270">
              <a:lnSpc>
                <a:spcPct val="120000"/>
              </a:lnSpc>
              <a:spcBef>
                <a:spcPts val="40"/>
              </a:spcBef>
            </a:pPr>
            <a:r>
              <a:rPr dirty="0" sz="2200" spc="-180" b="1">
                <a:solidFill>
                  <a:srgbClr val="FFFFFF"/>
                </a:solidFill>
                <a:latin typeface="Tahoma"/>
                <a:cs typeface="Tahoma"/>
              </a:rPr>
              <a:t>INGENIERO</a:t>
            </a:r>
            <a:r>
              <a:rPr dirty="0" sz="2200" spc="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00" spc="-10" b="1">
                <a:solidFill>
                  <a:srgbClr val="FFFFFF"/>
                </a:solidFill>
                <a:latin typeface="Tahoma"/>
                <a:cs typeface="Tahoma"/>
              </a:rPr>
              <a:t>CIVIL </a:t>
            </a:r>
            <a:r>
              <a:rPr dirty="0" sz="2200" spc="-204" b="1">
                <a:solidFill>
                  <a:srgbClr val="FFFFFF"/>
                </a:solidFill>
                <a:latin typeface="Tahoma"/>
                <a:cs typeface="Tahoma"/>
              </a:rPr>
              <a:t>UNIVERSIDAD</a:t>
            </a:r>
            <a:r>
              <a:rPr dirty="0" sz="2200" spc="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00" spc="-185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200" spc="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00" spc="-20" b="1">
                <a:solidFill>
                  <a:srgbClr val="FFFFFF"/>
                </a:solidFill>
                <a:latin typeface="Tahoma"/>
                <a:cs typeface="Tahoma"/>
              </a:rPr>
              <a:t>CARTAGENA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2200">
              <a:latin typeface="Tahoma"/>
              <a:cs typeface="Tahoma"/>
            </a:endParaRPr>
          </a:p>
          <a:p>
            <a:pPr algn="ctr" marL="12700" marR="5080">
              <a:lnSpc>
                <a:spcPct val="100000"/>
              </a:lnSpc>
              <a:spcBef>
                <a:spcPts val="5"/>
              </a:spcBef>
            </a:pPr>
            <a:r>
              <a:rPr dirty="0" sz="3300" spc="-305" b="1">
                <a:solidFill>
                  <a:srgbClr val="FFFFFF"/>
                </a:solidFill>
                <a:latin typeface="Tahoma"/>
                <a:cs typeface="Tahoma"/>
              </a:rPr>
              <a:t>ESPECIALISTA</a:t>
            </a:r>
            <a:r>
              <a:rPr dirty="0" sz="33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300" spc="-200" b="1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dirty="0" sz="3300" spc="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300" spc="-305" b="1">
                <a:solidFill>
                  <a:srgbClr val="FFFFFF"/>
                </a:solidFill>
                <a:latin typeface="Tahoma"/>
                <a:cs typeface="Tahoma"/>
              </a:rPr>
              <a:t>INGENIERIA</a:t>
            </a:r>
            <a:r>
              <a:rPr dirty="0" sz="33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300" spc="-265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300" spc="-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300" spc="-105" b="1">
                <a:solidFill>
                  <a:srgbClr val="FFFFFF"/>
                </a:solidFill>
                <a:latin typeface="Tahoma"/>
                <a:cs typeface="Tahoma"/>
              </a:rPr>
              <a:t>VIAS </a:t>
            </a:r>
            <a:r>
              <a:rPr dirty="0" sz="3300" spc="-470" b="1">
                <a:solidFill>
                  <a:srgbClr val="FFFFFF"/>
                </a:solidFill>
                <a:latin typeface="Tahoma"/>
                <a:cs typeface="Tahoma"/>
              </a:rPr>
              <a:t>TERRESTRES</a:t>
            </a:r>
            <a:endParaRPr sz="33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dirty="0" sz="2200" spc="-204" b="1">
                <a:solidFill>
                  <a:srgbClr val="FFFFFF"/>
                </a:solidFill>
                <a:latin typeface="Tahoma"/>
                <a:cs typeface="Tahoma"/>
              </a:rPr>
              <a:t>UNIVERSIDAD</a:t>
            </a:r>
            <a:r>
              <a:rPr dirty="0" sz="2200" spc="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00" spc="-185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200" spc="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00" spc="-10" b="1">
                <a:solidFill>
                  <a:srgbClr val="FFFFFF"/>
                </a:solidFill>
                <a:latin typeface="Tahoma"/>
                <a:cs typeface="Tahoma"/>
              </a:rPr>
              <a:t>CARTAGENA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485138" y="910589"/>
            <a:ext cx="7134225" cy="767080"/>
            <a:chOff x="1485138" y="910589"/>
            <a:chExt cx="7134225" cy="767080"/>
          </a:xfrm>
        </p:grpSpPr>
        <p:sp>
          <p:nvSpPr>
            <p:cNvPr id="4" name="object 4" descr=""/>
            <p:cNvSpPr/>
            <p:nvPr/>
          </p:nvSpPr>
          <p:spPr>
            <a:xfrm>
              <a:off x="1488947" y="914399"/>
              <a:ext cx="7126605" cy="759460"/>
            </a:xfrm>
            <a:custGeom>
              <a:avLst/>
              <a:gdLst/>
              <a:ahLst/>
              <a:cxnLst/>
              <a:rect l="l" t="t" r="r" b="b"/>
              <a:pathLst>
                <a:path w="7126605" h="759460">
                  <a:moveTo>
                    <a:pt x="2877312" y="740664"/>
                  </a:moveTo>
                  <a:lnTo>
                    <a:pt x="2734056" y="740664"/>
                  </a:lnTo>
                  <a:lnTo>
                    <a:pt x="3012948" y="18288"/>
                  </a:lnTo>
                  <a:lnTo>
                    <a:pt x="3151632" y="18288"/>
                  </a:lnTo>
                  <a:lnTo>
                    <a:pt x="3225179" y="208788"/>
                  </a:lnTo>
                  <a:lnTo>
                    <a:pt x="3083052" y="208788"/>
                  </a:lnTo>
                  <a:lnTo>
                    <a:pt x="2987040" y="457200"/>
                  </a:lnTo>
                  <a:lnTo>
                    <a:pt x="3321085" y="457200"/>
                  </a:lnTo>
                  <a:lnTo>
                    <a:pt x="3372862" y="591312"/>
                  </a:lnTo>
                  <a:lnTo>
                    <a:pt x="2935224" y="591312"/>
                  </a:lnTo>
                  <a:lnTo>
                    <a:pt x="2877312" y="740664"/>
                  </a:lnTo>
                  <a:close/>
                </a:path>
                <a:path w="7126605" h="759460">
                  <a:moveTo>
                    <a:pt x="3321085" y="457200"/>
                  </a:moveTo>
                  <a:lnTo>
                    <a:pt x="3179064" y="457200"/>
                  </a:lnTo>
                  <a:lnTo>
                    <a:pt x="3083052" y="208788"/>
                  </a:lnTo>
                  <a:lnTo>
                    <a:pt x="3225179" y="208788"/>
                  </a:lnTo>
                  <a:lnTo>
                    <a:pt x="3321085" y="457200"/>
                  </a:lnTo>
                  <a:close/>
                </a:path>
                <a:path w="7126605" h="759460">
                  <a:moveTo>
                    <a:pt x="3430524" y="740664"/>
                  </a:moveTo>
                  <a:lnTo>
                    <a:pt x="3287268" y="740664"/>
                  </a:lnTo>
                  <a:lnTo>
                    <a:pt x="3230880" y="591312"/>
                  </a:lnTo>
                  <a:lnTo>
                    <a:pt x="3372862" y="591312"/>
                  </a:lnTo>
                  <a:lnTo>
                    <a:pt x="3430524" y="740664"/>
                  </a:lnTo>
                  <a:close/>
                </a:path>
                <a:path w="7126605" h="759460">
                  <a:moveTo>
                    <a:pt x="143255" y="740664"/>
                  </a:moveTo>
                  <a:lnTo>
                    <a:pt x="0" y="740664"/>
                  </a:lnTo>
                  <a:lnTo>
                    <a:pt x="278891" y="18288"/>
                  </a:lnTo>
                  <a:lnTo>
                    <a:pt x="417575" y="18288"/>
                  </a:lnTo>
                  <a:lnTo>
                    <a:pt x="491123" y="208788"/>
                  </a:lnTo>
                  <a:lnTo>
                    <a:pt x="348995" y="208788"/>
                  </a:lnTo>
                  <a:lnTo>
                    <a:pt x="252983" y="457200"/>
                  </a:lnTo>
                  <a:lnTo>
                    <a:pt x="587029" y="457200"/>
                  </a:lnTo>
                  <a:lnTo>
                    <a:pt x="638806" y="591312"/>
                  </a:lnTo>
                  <a:lnTo>
                    <a:pt x="201167" y="591312"/>
                  </a:lnTo>
                  <a:lnTo>
                    <a:pt x="143255" y="740664"/>
                  </a:lnTo>
                  <a:close/>
                </a:path>
                <a:path w="7126605" h="759460">
                  <a:moveTo>
                    <a:pt x="587029" y="457200"/>
                  </a:moveTo>
                  <a:lnTo>
                    <a:pt x="445008" y="457200"/>
                  </a:lnTo>
                  <a:lnTo>
                    <a:pt x="348995" y="208788"/>
                  </a:lnTo>
                  <a:lnTo>
                    <a:pt x="491123" y="208788"/>
                  </a:lnTo>
                  <a:lnTo>
                    <a:pt x="587029" y="457200"/>
                  </a:lnTo>
                  <a:close/>
                </a:path>
                <a:path w="7126605" h="759460">
                  <a:moveTo>
                    <a:pt x="696467" y="740664"/>
                  </a:moveTo>
                  <a:lnTo>
                    <a:pt x="553211" y="740664"/>
                  </a:lnTo>
                  <a:lnTo>
                    <a:pt x="496824" y="591312"/>
                  </a:lnTo>
                  <a:lnTo>
                    <a:pt x="638806" y="591312"/>
                  </a:lnTo>
                  <a:lnTo>
                    <a:pt x="696467" y="740664"/>
                  </a:lnTo>
                  <a:close/>
                </a:path>
                <a:path w="7126605" h="759460">
                  <a:moveTo>
                    <a:pt x="6754368" y="758952"/>
                  </a:moveTo>
                  <a:lnTo>
                    <a:pt x="6701148" y="755784"/>
                  </a:lnTo>
                  <a:lnTo>
                    <a:pt x="6651187" y="746308"/>
                  </a:lnTo>
                  <a:lnTo>
                    <a:pt x="6604444" y="730567"/>
                  </a:lnTo>
                  <a:lnTo>
                    <a:pt x="6560876" y="708603"/>
                  </a:lnTo>
                  <a:lnTo>
                    <a:pt x="6520441" y="680458"/>
                  </a:lnTo>
                  <a:lnTo>
                    <a:pt x="6483096" y="646176"/>
                  </a:lnTo>
                  <a:lnTo>
                    <a:pt x="6450272" y="607504"/>
                  </a:lnTo>
                  <a:lnTo>
                    <a:pt x="6423603" y="566532"/>
                  </a:lnTo>
                  <a:lnTo>
                    <a:pt x="6402895" y="523113"/>
                  </a:lnTo>
                  <a:lnTo>
                    <a:pt x="6388156" y="477407"/>
                  </a:lnTo>
                  <a:lnTo>
                    <a:pt x="6379344" y="429499"/>
                  </a:lnTo>
                  <a:lnTo>
                    <a:pt x="6376505" y="381000"/>
                  </a:lnTo>
                  <a:lnTo>
                    <a:pt x="6376416" y="379476"/>
                  </a:lnTo>
                  <a:lnTo>
                    <a:pt x="6379411" y="330684"/>
                  </a:lnTo>
                  <a:lnTo>
                    <a:pt x="6379479" y="329588"/>
                  </a:lnTo>
                  <a:lnTo>
                    <a:pt x="6379559" y="328279"/>
                  </a:lnTo>
                  <a:lnTo>
                    <a:pt x="6388939" y="279908"/>
                  </a:lnTo>
                  <a:lnTo>
                    <a:pt x="6388989" y="279654"/>
                  </a:lnTo>
                  <a:lnTo>
                    <a:pt x="6404624" y="233553"/>
                  </a:lnTo>
                  <a:lnTo>
                    <a:pt x="6426708" y="188976"/>
                  </a:lnTo>
                  <a:lnTo>
                    <a:pt x="6453497" y="146946"/>
                  </a:lnTo>
                  <a:lnTo>
                    <a:pt x="6485572" y="109918"/>
                  </a:lnTo>
                  <a:lnTo>
                    <a:pt x="6522505" y="77747"/>
                  </a:lnTo>
                  <a:lnTo>
                    <a:pt x="6563868" y="50292"/>
                  </a:lnTo>
                  <a:lnTo>
                    <a:pt x="6608397" y="28289"/>
                  </a:lnTo>
                  <a:lnTo>
                    <a:pt x="6654927" y="12573"/>
                  </a:lnTo>
                  <a:lnTo>
                    <a:pt x="6703622" y="3055"/>
                  </a:lnTo>
                  <a:lnTo>
                    <a:pt x="6704564" y="3055"/>
                  </a:lnTo>
                  <a:lnTo>
                    <a:pt x="6752844" y="0"/>
                  </a:lnTo>
                  <a:lnTo>
                    <a:pt x="6802748" y="3055"/>
                  </a:lnTo>
                  <a:lnTo>
                    <a:pt x="6850323" y="12248"/>
                  </a:lnTo>
                  <a:lnTo>
                    <a:pt x="6895528" y="27622"/>
                  </a:lnTo>
                  <a:lnTo>
                    <a:pt x="6938320" y="49219"/>
                  </a:lnTo>
                  <a:lnTo>
                    <a:pt x="6978657" y="77081"/>
                  </a:lnTo>
                  <a:lnTo>
                    <a:pt x="7016496" y="111252"/>
                  </a:lnTo>
                  <a:lnTo>
                    <a:pt x="7036680" y="134112"/>
                  </a:lnTo>
                  <a:lnTo>
                    <a:pt x="6751320" y="134112"/>
                  </a:lnTo>
                  <a:lnTo>
                    <a:pt x="6703028" y="138422"/>
                  </a:lnTo>
                  <a:lnTo>
                    <a:pt x="6658737" y="151447"/>
                  </a:lnTo>
                  <a:lnTo>
                    <a:pt x="6618446" y="173331"/>
                  </a:lnTo>
                  <a:lnTo>
                    <a:pt x="6582155" y="204216"/>
                  </a:lnTo>
                  <a:lnTo>
                    <a:pt x="6552390" y="241053"/>
                  </a:lnTo>
                  <a:lnTo>
                    <a:pt x="6531483" y="282892"/>
                  </a:lnTo>
                  <a:lnTo>
                    <a:pt x="6519148" y="329588"/>
                  </a:lnTo>
                  <a:lnTo>
                    <a:pt x="6515220" y="379476"/>
                  </a:lnTo>
                  <a:lnTo>
                    <a:pt x="6515100" y="381000"/>
                  </a:lnTo>
                  <a:lnTo>
                    <a:pt x="6520291" y="438197"/>
                  </a:lnTo>
                  <a:lnTo>
                    <a:pt x="6536055" y="488823"/>
                  </a:lnTo>
                  <a:lnTo>
                    <a:pt x="6562677" y="533161"/>
                  </a:lnTo>
                  <a:lnTo>
                    <a:pt x="6600444" y="571500"/>
                  </a:lnTo>
                  <a:lnTo>
                    <a:pt x="6634996" y="594621"/>
                  </a:lnTo>
                  <a:lnTo>
                    <a:pt x="6672136" y="611258"/>
                  </a:lnTo>
                  <a:lnTo>
                    <a:pt x="6712100" y="621434"/>
                  </a:lnTo>
                  <a:lnTo>
                    <a:pt x="6754368" y="624840"/>
                  </a:lnTo>
                  <a:lnTo>
                    <a:pt x="7039481" y="624840"/>
                  </a:lnTo>
                  <a:lnTo>
                    <a:pt x="7018020" y="649224"/>
                  </a:lnTo>
                  <a:lnTo>
                    <a:pt x="6980287" y="682752"/>
                  </a:lnTo>
                  <a:lnTo>
                    <a:pt x="6940183" y="710184"/>
                  </a:lnTo>
                  <a:lnTo>
                    <a:pt x="6897624" y="731520"/>
                  </a:lnTo>
                  <a:lnTo>
                    <a:pt x="6852525" y="746760"/>
                  </a:lnTo>
                  <a:lnTo>
                    <a:pt x="6805427" y="755784"/>
                  </a:lnTo>
                  <a:lnTo>
                    <a:pt x="6806785" y="755784"/>
                  </a:lnTo>
                  <a:lnTo>
                    <a:pt x="6754368" y="758952"/>
                  </a:lnTo>
                  <a:close/>
                </a:path>
                <a:path w="7126605" h="759460">
                  <a:moveTo>
                    <a:pt x="7039481" y="624840"/>
                  </a:moveTo>
                  <a:lnTo>
                    <a:pt x="6754368" y="624840"/>
                  </a:lnTo>
                  <a:lnTo>
                    <a:pt x="6800897" y="620529"/>
                  </a:lnTo>
                  <a:lnTo>
                    <a:pt x="6844284" y="607504"/>
                  </a:lnTo>
                  <a:lnTo>
                    <a:pt x="6884241" y="585620"/>
                  </a:lnTo>
                  <a:lnTo>
                    <a:pt x="6920484" y="554736"/>
                  </a:lnTo>
                  <a:lnTo>
                    <a:pt x="6950487" y="517302"/>
                  </a:lnTo>
                  <a:lnTo>
                    <a:pt x="6971919" y="475869"/>
                  </a:lnTo>
                  <a:lnTo>
                    <a:pt x="6984777" y="430434"/>
                  </a:lnTo>
                  <a:lnTo>
                    <a:pt x="6989064" y="381000"/>
                  </a:lnTo>
                  <a:lnTo>
                    <a:pt x="6984777" y="330684"/>
                  </a:lnTo>
                  <a:lnTo>
                    <a:pt x="6971919" y="284797"/>
                  </a:lnTo>
                  <a:lnTo>
                    <a:pt x="6950487" y="243197"/>
                  </a:lnTo>
                  <a:lnTo>
                    <a:pt x="6920484" y="205740"/>
                  </a:lnTo>
                  <a:lnTo>
                    <a:pt x="6883336" y="174617"/>
                  </a:lnTo>
                  <a:lnTo>
                    <a:pt x="6842760" y="152209"/>
                  </a:lnTo>
                  <a:lnTo>
                    <a:pt x="6798754" y="138660"/>
                  </a:lnTo>
                  <a:lnTo>
                    <a:pt x="6751320" y="134112"/>
                  </a:lnTo>
                  <a:lnTo>
                    <a:pt x="7036680" y="134112"/>
                  </a:lnTo>
                  <a:lnTo>
                    <a:pt x="7050024" y="149225"/>
                  </a:lnTo>
                  <a:lnTo>
                    <a:pt x="7077456" y="189992"/>
                  </a:lnTo>
                  <a:lnTo>
                    <a:pt x="7098675" y="233314"/>
                  </a:lnTo>
                  <a:lnTo>
                    <a:pt x="7098792" y="233553"/>
                  </a:lnTo>
                  <a:lnTo>
                    <a:pt x="7113948" y="279654"/>
                  </a:lnTo>
                  <a:lnTo>
                    <a:pt x="7114032" y="279908"/>
                  </a:lnTo>
                  <a:lnTo>
                    <a:pt x="7123176" y="329057"/>
                  </a:lnTo>
                  <a:lnTo>
                    <a:pt x="7126134" y="379476"/>
                  </a:lnTo>
                  <a:lnTo>
                    <a:pt x="7126224" y="381000"/>
                  </a:lnTo>
                  <a:lnTo>
                    <a:pt x="7123449" y="429499"/>
                  </a:lnTo>
                  <a:lnTo>
                    <a:pt x="7114427" y="481019"/>
                  </a:lnTo>
                  <a:lnTo>
                    <a:pt x="7099554" y="527113"/>
                  </a:lnTo>
                  <a:lnTo>
                    <a:pt x="7078584" y="570540"/>
                  </a:lnTo>
                  <a:lnTo>
                    <a:pt x="7051435" y="611258"/>
                  </a:lnTo>
                  <a:lnTo>
                    <a:pt x="7039481" y="624840"/>
                  </a:lnTo>
                  <a:close/>
                </a:path>
                <a:path w="7126605" h="759460">
                  <a:moveTo>
                    <a:pt x="6316980" y="153924"/>
                  </a:moveTo>
                  <a:lnTo>
                    <a:pt x="5917692" y="153924"/>
                  </a:lnTo>
                  <a:lnTo>
                    <a:pt x="5917692" y="18288"/>
                  </a:lnTo>
                  <a:lnTo>
                    <a:pt x="6316980" y="18288"/>
                  </a:lnTo>
                  <a:lnTo>
                    <a:pt x="6316980" y="153924"/>
                  </a:lnTo>
                  <a:close/>
                </a:path>
                <a:path w="7126605" h="759460">
                  <a:moveTo>
                    <a:pt x="6185916" y="740664"/>
                  </a:moveTo>
                  <a:lnTo>
                    <a:pt x="6047232" y="740664"/>
                  </a:lnTo>
                  <a:lnTo>
                    <a:pt x="6047232" y="153924"/>
                  </a:lnTo>
                  <a:lnTo>
                    <a:pt x="6185916" y="153924"/>
                  </a:lnTo>
                  <a:lnTo>
                    <a:pt x="6185916" y="740664"/>
                  </a:lnTo>
                  <a:close/>
                </a:path>
                <a:path w="7126605" h="759460">
                  <a:moveTo>
                    <a:pt x="5384292" y="740664"/>
                  </a:moveTo>
                  <a:lnTo>
                    <a:pt x="5247132" y="740664"/>
                  </a:lnTo>
                  <a:lnTo>
                    <a:pt x="5247132" y="18288"/>
                  </a:lnTo>
                  <a:lnTo>
                    <a:pt x="5378196" y="18288"/>
                  </a:lnTo>
                  <a:lnTo>
                    <a:pt x="5539823" y="266700"/>
                  </a:lnTo>
                  <a:lnTo>
                    <a:pt x="5384292" y="266700"/>
                  </a:lnTo>
                  <a:lnTo>
                    <a:pt x="5384292" y="740664"/>
                  </a:lnTo>
                  <a:close/>
                </a:path>
                <a:path w="7126605" h="759460">
                  <a:moveTo>
                    <a:pt x="5824728" y="493776"/>
                  </a:moveTo>
                  <a:lnTo>
                    <a:pt x="5687568" y="493776"/>
                  </a:lnTo>
                  <a:lnTo>
                    <a:pt x="5687568" y="18288"/>
                  </a:lnTo>
                  <a:lnTo>
                    <a:pt x="5824728" y="18288"/>
                  </a:lnTo>
                  <a:lnTo>
                    <a:pt x="5824728" y="493776"/>
                  </a:lnTo>
                  <a:close/>
                </a:path>
                <a:path w="7126605" h="759460">
                  <a:moveTo>
                    <a:pt x="5824728" y="740664"/>
                  </a:moveTo>
                  <a:lnTo>
                    <a:pt x="5692140" y="740664"/>
                  </a:lnTo>
                  <a:lnTo>
                    <a:pt x="5384292" y="266700"/>
                  </a:lnTo>
                  <a:lnTo>
                    <a:pt x="5539823" y="266700"/>
                  </a:lnTo>
                  <a:lnTo>
                    <a:pt x="5687568" y="493776"/>
                  </a:lnTo>
                  <a:lnTo>
                    <a:pt x="5824728" y="493776"/>
                  </a:lnTo>
                  <a:lnTo>
                    <a:pt x="5824728" y="740664"/>
                  </a:lnTo>
                  <a:close/>
                </a:path>
                <a:path w="7126605" h="759460">
                  <a:moveTo>
                    <a:pt x="5117592" y="740664"/>
                  </a:moveTo>
                  <a:lnTo>
                    <a:pt x="4724400" y="740664"/>
                  </a:lnTo>
                  <a:lnTo>
                    <a:pt x="4724400" y="18288"/>
                  </a:lnTo>
                  <a:lnTo>
                    <a:pt x="5117592" y="18288"/>
                  </a:lnTo>
                  <a:lnTo>
                    <a:pt x="5117592" y="152400"/>
                  </a:lnTo>
                  <a:lnTo>
                    <a:pt x="4860036" y="152400"/>
                  </a:lnTo>
                  <a:lnTo>
                    <a:pt x="4860036" y="283464"/>
                  </a:lnTo>
                  <a:lnTo>
                    <a:pt x="5117592" y="283464"/>
                  </a:lnTo>
                  <a:lnTo>
                    <a:pt x="5117592" y="414528"/>
                  </a:lnTo>
                  <a:lnTo>
                    <a:pt x="4860036" y="414528"/>
                  </a:lnTo>
                  <a:lnTo>
                    <a:pt x="4860036" y="605027"/>
                  </a:lnTo>
                  <a:lnTo>
                    <a:pt x="5117592" y="605027"/>
                  </a:lnTo>
                  <a:lnTo>
                    <a:pt x="5117592" y="740664"/>
                  </a:lnTo>
                  <a:close/>
                </a:path>
                <a:path w="7126605" h="759460">
                  <a:moveTo>
                    <a:pt x="4567428" y="740664"/>
                  </a:moveTo>
                  <a:lnTo>
                    <a:pt x="4431792" y="740664"/>
                  </a:lnTo>
                  <a:lnTo>
                    <a:pt x="4431792" y="18288"/>
                  </a:lnTo>
                  <a:lnTo>
                    <a:pt x="4567428" y="18288"/>
                  </a:lnTo>
                  <a:lnTo>
                    <a:pt x="4567428" y="740664"/>
                  </a:lnTo>
                  <a:close/>
                </a:path>
                <a:path w="7126605" h="759460">
                  <a:moveTo>
                    <a:pt x="3614928" y="740664"/>
                  </a:moveTo>
                  <a:lnTo>
                    <a:pt x="3480816" y="740664"/>
                  </a:lnTo>
                  <a:lnTo>
                    <a:pt x="3605784" y="18288"/>
                  </a:lnTo>
                  <a:lnTo>
                    <a:pt x="3739896" y="18288"/>
                  </a:lnTo>
                  <a:lnTo>
                    <a:pt x="3828288" y="283464"/>
                  </a:lnTo>
                  <a:lnTo>
                    <a:pt x="3694176" y="283464"/>
                  </a:lnTo>
                  <a:lnTo>
                    <a:pt x="3614928" y="740664"/>
                  </a:lnTo>
                  <a:close/>
                </a:path>
                <a:path w="7126605" h="759460">
                  <a:moveTo>
                    <a:pt x="4040855" y="521208"/>
                  </a:moveTo>
                  <a:lnTo>
                    <a:pt x="3907536" y="521208"/>
                  </a:lnTo>
                  <a:lnTo>
                    <a:pt x="4076700" y="18288"/>
                  </a:lnTo>
                  <a:lnTo>
                    <a:pt x="4210812" y="18288"/>
                  </a:lnTo>
                  <a:lnTo>
                    <a:pt x="4255008" y="283464"/>
                  </a:lnTo>
                  <a:lnTo>
                    <a:pt x="4120896" y="283464"/>
                  </a:lnTo>
                  <a:lnTo>
                    <a:pt x="4040855" y="521208"/>
                  </a:lnTo>
                  <a:close/>
                </a:path>
                <a:path w="7126605" h="759460">
                  <a:moveTo>
                    <a:pt x="3966972" y="740664"/>
                  </a:moveTo>
                  <a:lnTo>
                    <a:pt x="3846576" y="740664"/>
                  </a:lnTo>
                  <a:lnTo>
                    <a:pt x="3694176" y="283464"/>
                  </a:lnTo>
                  <a:lnTo>
                    <a:pt x="3828288" y="283464"/>
                  </a:lnTo>
                  <a:lnTo>
                    <a:pt x="3907536" y="521208"/>
                  </a:lnTo>
                  <a:lnTo>
                    <a:pt x="4040855" y="521208"/>
                  </a:lnTo>
                  <a:lnTo>
                    <a:pt x="3966972" y="740664"/>
                  </a:lnTo>
                  <a:close/>
                </a:path>
                <a:path w="7126605" h="759460">
                  <a:moveTo>
                    <a:pt x="4331207" y="740664"/>
                  </a:moveTo>
                  <a:lnTo>
                    <a:pt x="4198620" y="740664"/>
                  </a:lnTo>
                  <a:lnTo>
                    <a:pt x="4120896" y="283464"/>
                  </a:lnTo>
                  <a:lnTo>
                    <a:pt x="4255008" y="283464"/>
                  </a:lnTo>
                  <a:lnTo>
                    <a:pt x="4331207" y="740664"/>
                  </a:lnTo>
                  <a:close/>
                </a:path>
                <a:path w="7126605" h="759460">
                  <a:moveTo>
                    <a:pt x="2663952" y="740664"/>
                  </a:moveTo>
                  <a:lnTo>
                    <a:pt x="2270760" y="740664"/>
                  </a:lnTo>
                  <a:lnTo>
                    <a:pt x="2270760" y="18288"/>
                  </a:lnTo>
                  <a:lnTo>
                    <a:pt x="2663952" y="18288"/>
                  </a:lnTo>
                  <a:lnTo>
                    <a:pt x="2663952" y="152400"/>
                  </a:lnTo>
                  <a:lnTo>
                    <a:pt x="2406395" y="152400"/>
                  </a:lnTo>
                  <a:lnTo>
                    <a:pt x="2406395" y="283464"/>
                  </a:lnTo>
                  <a:lnTo>
                    <a:pt x="2663952" y="283464"/>
                  </a:lnTo>
                  <a:lnTo>
                    <a:pt x="2663952" y="414528"/>
                  </a:lnTo>
                  <a:lnTo>
                    <a:pt x="2406395" y="414528"/>
                  </a:lnTo>
                  <a:lnTo>
                    <a:pt x="2406395" y="605027"/>
                  </a:lnTo>
                  <a:lnTo>
                    <a:pt x="2663952" y="605027"/>
                  </a:lnTo>
                  <a:lnTo>
                    <a:pt x="2663952" y="740664"/>
                  </a:lnTo>
                  <a:close/>
                </a:path>
                <a:path w="7126605" h="759460">
                  <a:moveTo>
                    <a:pt x="1664207" y="740664"/>
                  </a:moveTo>
                  <a:lnTo>
                    <a:pt x="1527047" y="740664"/>
                  </a:lnTo>
                  <a:lnTo>
                    <a:pt x="1527047" y="18288"/>
                  </a:lnTo>
                  <a:lnTo>
                    <a:pt x="1658111" y="18288"/>
                  </a:lnTo>
                  <a:lnTo>
                    <a:pt x="1819738" y="266700"/>
                  </a:lnTo>
                  <a:lnTo>
                    <a:pt x="1664207" y="266700"/>
                  </a:lnTo>
                  <a:lnTo>
                    <a:pt x="1664207" y="740664"/>
                  </a:lnTo>
                  <a:close/>
                </a:path>
                <a:path w="7126605" h="759460">
                  <a:moveTo>
                    <a:pt x="2104643" y="493776"/>
                  </a:moveTo>
                  <a:lnTo>
                    <a:pt x="1967483" y="493776"/>
                  </a:lnTo>
                  <a:lnTo>
                    <a:pt x="1967483" y="18288"/>
                  </a:lnTo>
                  <a:lnTo>
                    <a:pt x="2104643" y="18288"/>
                  </a:lnTo>
                  <a:lnTo>
                    <a:pt x="2104643" y="493776"/>
                  </a:lnTo>
                  <a:close/>
                </a:path>
                <a:path w="7126605" h="759460">
                  <a:moveTo>
                    <a:pt x="2104643" y="740664"/>
                  </a:moveTo>
                  <a:lnTo>
                    <a:pt x="1972056" y="740664"/>
                  </a:lnTo>
                  <a:lnTo>
                    <a:pt x="1664207" y="266700"/>
                  </a:lnTo>
                  <a:lnTo>
                    <a:pt x="1819738" y="266700"/>
                  </a:lnTo>
                  <a:lnTo>
                    <a:pt x="1967483" y="493776"/>
                  </a:lnTo>
                  <a:lnTo>
                    <a:pt x="2104643" y="493776"/>
                  </a:lnTo>
                  <a:lnTo>
                    <a:pt x="2104643" y="740664"/>
                  </a:lnTo>
                  <a:close/>
                </a:path>
                <a:path w="7126605" h="759460">
                  <a:moveTo>
                    <a:pt x="1370076" y="740664"/>
                  </a:moveTo>
                  <a:lnTo>
                    <a:pt x="1234439" y="740664"/>
                  </a:lnTo>
                  <a:lnTo>
                    <a:pt x="1234439" y="18288"/>
                  </a:lnTo>
                  <a:lnTo>
                    <a:pt x="1370076" y="18288"/>
                  </a:lnTo>
                  <a:lnTo>
                    <a:pt x="1370076" y="740664"/>
                  </a:lnTo>
                  <a:close/>
                </a:path>
                <a:path w="7126605" h="759460">
                  <a:moveTo>
                    <a:pt x="1139951" y="740664"/>
                  </a:moveTo>
                  <a:lnTo>
                    <a:pt x="801623" y="740664"/>
                  </a:lnTo>
                  <a:lnTo>
                    <a:pt x="801623" y="18288"/>
                  </a:lnTo>
                  <a:lnTo>
                    <a:pt x="938784" y="18288"/>
                  </a:lnTo>
                  <a:lnTo>
                    <a:pt x="938784" y="609600"/>
                  </a:lnTo>
                  <a:lnTo>
                    <a:pt x="1139951" y="609600"/>
                  </a:lnTo>
                  <a:lnTo>
                    <a:pt x="1139951" y="740664"/>
                  </a:lnTo>
                  <a:close/>
                </a:path>
              </a:pathLst>
            </a:custGeom>
            <a:solidFill>
              <a:srgbClr val="FF5B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88948" y="914399"/>
              <a:ext cx="7126605" cy="759460"/>
            </a:xfrm>
            <a:custGeom>
              <a:avLst/>
              <a:gdLst/>
              <a:ahLst/>
              <a:cxnLst/>
              <a:rect l="l" t="t" r="r" b="b"/>
              <a:pathLst>
                <a:path w="7126605" h="759460">
                  <a:moveTo>
                    <a:pt x="3083051" y="208788"/>
                  </a:moveTo>
                  <a:lnTo>
                    <a:pt x="2987039" y="457200"/>
                  </a:lnTo>
                  <a:lnTo>
                    <a:pt x="3179063" y="457200"/>
                  </a:lnTo>
                  <a:lnTo>
                    <a:pt x="3083051" y="208788"/>
                  </a:lnTo>
                  <a:close/>
                </a:path>
                <a:path w="7126605" h="759460">
                  <a:moveTo>
                    <a:pt x="348995" y="208788"/>
                  </a:moveTo>
                  <a:lnTo>
                    <a:pt x="252983" y="457200"/>
                  </a:lnTo>
                  <a:lnTo>
                    <a:pt x="445008" y="457200"/>
                  </a:lnTo>
                  <a:lnTo>
                    <a:pt x="348995" y="208788"/>
                  </a:lnTo>
                  <a:close/>
                </a:path>
                <a:path w="7126605" h="759460">
                  <a:moveTo>
                    <a:pt x="6751319" y="134112"/>
                  </a:moveTo>
                  <a:lnTo>
                    <a:pt x="6703028" y="138422"/>
                  </a:lnTo>
                  <a:lnTo>
                    <a:pt x="6658736" y="151447"/>
                  </a:lnTo>
                  <a:lnTo>
                    <a:pt x="6618446" y="173331"/>
                  </a:lnTo>
                  <a:lnTo>
                    <a:pt x="6582155" y="204216"/>
                  </a:lnTo>
                  <a:lnTo>
                    <a:pt x="6552390" y="241053"/>
                  </a:lnTo>
                  <a:lnTo>
                    <a:pt x="6531482" y="282892"/>
                  </a:lnTo>
                  <a:lnTo>
                    <a:pt x="6519148" y="329588"/>
                  </a:lnTo>
                  <a:lnTo>
                    <a:pt x="6515100" y="381000"/>
                  </a:lnTo>
                  <a:lnTo>
                    <a:pt x="6520291" y="438197"/>
                  </a:lnTo>
                  <a:lnTo>
                    <a:pt x="6536055" y="488822"/>
                  </a:lnTo>
                  <a:lnTo>
                    <a:pt x="6562677" y="533161"/>
                  </a:lnTo>
                  <a:lnTo>
                    <a:pt x="6600443" y="571500"/>
                  </a:lnTo>
                  <a:lnTo>
                    <a:pt x="6634995" y="594621"/>
                  </a:lnTo>
                  <a:lnTo>
                    <a:pt x="6672262" y="611314"/>
                  </a:lnTo>
                  <a:lnTo>
                    <a:pt x="6712100" y="621434"/>
                  </a:lnTo>
                  <a:lnTo>
                    <a:pt x="6754367" y="624840"/>
                  </a:lnTo>
                  <a:lnTo>
                    <a:pt x="6800897" y="620529"/>
                  </a:lnTo>
                  <a:lnTo>
                    <a:pt x="6844283" y="607504"/>
                  </a:lnTo>
                  <a:lnTo>
                    <a:pt x="6884241" y="585620"/>
                  </a:lnTo>
                  <a:lnTo>
                    <a:pt x="6920483" y="554736"/>
                  </a:lnTo>
                  <a:lnTo>
                    <a:pt x="6950487" y="517302"/>
                  </a:lnTo>
                  <a:lnTo>
                    <a:pt x="6971918" y="475869"/>
                  </a:lnTo>
                  <a:lnTo>
                    <a:pt x="6984777" y="430434"/>
                  </a:lnTo>
                  <a:lnTo>
                    <a:pt x="6989063" y="381000"/>
                  </a:lnTo>
                  <a:lnTo>
                    <a:pt x="6984777" y="330684"/>
                  </a:lnTo>
                  <a:lnTo>
                    <a:pt x="6971918" y="284797"/>
                  </a:lnTo>
                  <a:lnTo>
                    <a:pt x="6950487" y="243197"/>
                  </a:lnTo>
                  <a:lnTo>
                    <a:pt x="6920483" y="205740"/>
                  </a:lnTo>
                  <a:lnTo>
                    <a:pt x="6883336" y="174617"/>
                  </a:lnTo>
                  <a:lnTo>
                    <a:pt x="6842759" y="152209"/>
                  </a:lnTo>
                  <a:lnTo>
                    <a:pt x="6798754" y="138660"/>
                  </a:lnTo>
                  <a:lnTo>
                    <a:pt x="6751319" y="134112"/>
                  </a:lnTo>
                  <a:close/>
                </a:path>
                <a:path w="7126605" h="759460">
                  <a:moveTo>
                    <a:pt x="5917691" y="18288"/>
                  </a:moveTo>
                  <a:lnTo>
                    <a:pt x="6316979" y="18288"/>
                  </a:lnTo>
                  <a:lnTo>
                    <a:pt x="6316979" y="153924"/>
                  </a:lnTo>
                  <a:lnTo>
                    <a:pt x="6185916" y="153924"/>
                  </a:lnTo>
                  <a:lnTo>
                    <a:pt x="6185916" y="740664"/>
                  </a:lnTo>
                  <a:lnTo>
                    <a:pt x="6047232" y="740664"/>
                  </a:lnTo>
                  <a:lnTo>
                    <a:pt x="6047232" y="153924"/>
                  </a:lnTo>
                  <a:lnTo>
                    <a:pt x="5917691" y="153924"/>
                  </a:lnTo>
                  <a:lnTo>
                    <a:pt x="5917691" y="18288"/>
                  </a:lnTo>
                  <a:close/>
                </a:path>
                <a:path w="7126605" h="759460">
                  <a:moveTo>
                    <a:pt x="5247131" y="18288"/>
                  </a:moveTo>
                  <a:lnTo>
                    <a:pt x="5378196" y="18288"/>
                  </a:lnTo>
                  <a:lnTo>
                    <a:pt x="5687567" y="493776"/>
                  </a:lnTo>
                  <a:lnTo>
                    <a:pt x="5687567" y="18288"/>
                  </a:lnTo>
                  <a:lnTo>
                    <a:pt x="5824727" y="18288"/>
                  </a:lnTo>
                  <a:lnTo>
                    <a:pt x="5824727" y="740664"/>
                  </a:lnTo>
                  <a:lnTo>
                    <a:pt x="5692140" y="740664"/>
                  </a:lnTo>
                  <a:lnTo>
                    <a:pt x="5384291" y="266700"/>
                  </a:lnTo>
                  <a:lnTo>
                    <a:pt x="5384291" y="740664"/>
                  </a:lnTo>
                  <a:lnTo>
                    <a:pt x="5247131" y="740664"/>
                  </a:lnTo>
                  <a:lnTo>
                    <a:pt x="5247131" y="18288"/>
                  </a:lnTo>
                  <a:close/>
                </a:path>
                <a:path w="7126605" h="759460">
                  <a:moveTo>
                    <a:pt x="4724400" y="18288"/>
                  </a:moveTo>
                  <a:lnTo>
                    <a:pt x="5117591" y="18288"/>
                  </a:lnTo>
                  <a:lnTo>
                    <a:pt x="5117591" y="152400"/>
                  </a:lnTo>
                  <a:lnTo>
                    <a:pt x="4860035" y="152400"/>
                  </a:lnTo>
                  <a:lnTo>
                    <a:pt x="4860035" y="283464"/>
                  </a:lnTo>
                  <a:lnTo>
                    <a:pt x="5117591" y="283464"/>
                  </a:lnTo>
                  <a:lnTo>
                    <a:pt x="5117591" y="414528"/>
                  </a:lnTo>
                  <a:lnTo>
                    <a:pt x="4860035" y="414528"/>
                  </a:lnTo>
                  <a:lnTo>
                    <a:pt x="4860035" y="605027"/>
                  </a:lnTo>
                  <a:lnTo>
                    <a:pt x="5117591" y="605027"/>
                  </a:lnTo>
                  <a:lnTo>
                    <a:pt x="5117591" y="740664"/>
                  </a:lnTo>
                  <a:lnTo>
                    <a:pt x="4724400" y="740664"/>
                  </a:lnTo>
                  <a:lnTo>
                    <a:pt x="4724400" y="18288"/>
                  </a:lnTo>
                  <a:close/>
                </a:path>
                <a:path w="7126605" h="759460">
                  <a:moveTo>
                    <a:pt x="4431791" y="18288"/>
                  </a:moveTo>
                  <a:lnTo>
                    <a:pt x="4567427" y="18288"/>
                  </a:lnTo>
                  <a:lnTo>
                    <a:pt x="4567427" y="740664"/>
                  </a:lnTo>
                  <a:lnTo>
                    <a:pt x="4431791" y="740664"/>
                  </a:lnTo>
                  <a:lnTo>
                    <a:pt x="4431791" y="18288"/>
                  </a:lnTo>
                  <a:close/>
                </a:path>
                <a:path w="7126605" h="759460">
                  <a:moveTo>
                    <a:pt x="3605783" y="18288"/>
                  </a:moveTo>
                  <a:lnTo>
                    <a:pt x="3739895" y="18288"/>
                  </a:lnTo>
                  <a:lnTo>
                    <a:pt x="3907535" y="521207"/>
                  </a:lnTo>
                  <a:lnTo>
                    <a:pt x="4076699" y="18288"/>
                  </a:lnTo>
                  <a:lnTo>
                    <a:pt x="4210811" y="18288"/>
                  </a:lnTo>
                  <a:lnTo>
                    <a:pt x="4331207" y="740664"/>
                  </a:lnTo>
                  <a:lnTo>
                    <a:pt x="4198619" y="740664"/>
                  </a:lnTo>
                  <a:lnTo>
                    <a:pt x="4120895" y="283464"/>
                  </a:lnTo>
                  <a:lnTo>
                    <a:pt x="3966971" y="740664"/>
                  </a:lnTo>
                  <a:lnTo>
                    <a:pt x="3846575" y="740664"/>
                  </a:lnTo>
                  <a:lnTo>
                    <a:pt x="3694175" y="283464"/>
                  </a:lnTo>
                  <a:lnTo>
                    <a:pt x="3614927" y="740664"/>
                  </a:lnTo>
                  <a:lnTo>
                    <a:pt x="3480815" y="740664"/>
                  </a:lnTo>
                  <a:lnTo>
                    <a:pt x="3605783" y="18288"/>
                  </a:lnTo>
                  <a:close/>
                </a:path>
                <a:path w="7126605" h="759460">
                  <a:moveTo>
                    <a:pt x="3012947" y="18288"/>
                  </a:moveTo>
                  <a:lnTo>
                    <a:pt x="3151631" y="18288"/>
                  </a:lnTo>
                  <a:lnTo>
                    <a:pt x="3430523" y="740664"/>
                  </a:lnTo>
                  <a:lnTo>
                    <a:pt x="3287267" y="740664"/>
                  </a:lnTo>
                  <a:lnTo>
                    <a:pt x="3230879" y="591312"/>
                  </a:lnTo>
                  <a:lnTo>
                    <a:pt x="2935223" y="591312"/>
                  </a:lnTo>
                  <a:lnTo>
                    <a:pt x="2877311" y="740664"/>
                  </a:lnTo>
                  <a:lnTo>
                    <a:pt x="2734055" y="740664"/>
                  </a:lnTo>
                  <a:lnTo>
                    <a:pt x="3012947" y="18288"/>
                  </a:lnTo>
                  <a:close/>
                </a:path>
                <a:path w="7126605" h="759460">
                  <a:moveTo>
                    <a:pt x="2270759" y="18288"/>
                  </a:moveTo>
                  <a:lnTo>
                    <a:pt x="2663951" y="18288"/>
                  </a:lnTo>
                  <a:lnTo>
                    <a:pt x="2663951" y="152400"/>
                  </a:lnTo>
                  <a:lnTo>
                    <a:pt x="2406395" y="152400"/>
                  </a:lnTo>
                  <a:lnTo>
                    <a:pt x="2406395" y="283464"/>
                  </a:lnTo>
                  <a:lnTo>
                    <a:pt x="2663951" y="283464"/>
                  </a:lnTo>
                  <a:lnTo>
                    <a:pt x="2663951" y="414528"/>
                  </a:lnTo>
                  <a:lnTo>
                    <a:pt x="2406395" y="414528"/>
                  </a:lnTo>
                  <a:lnTo>
                    <a:pt x="2406395" y="605027"/>
                  </a:lnTo>
                  <a:lnTo>
                    <a:pt x="2663951" y="605027"/>
                  </a:lnTo>
                  <a:lnTo>
                    <a:pt x="2663951" y="740664"/>
                  </a:lnTo>
                  <a:lnTo>
                    <a:pt x="2270759" y="740664"/>
                  </a:lnTo>
                  <a:lnTo>
                    <a:pt x="2270759" y="18288"/>
                  </a:lnTo>
                  <a:close/>
                </a:path>
                <a:path w="7126605" h="759460">
                  <a:moveTo>
                    <a:pt x="1527047" y="18288"/>
                  </a:moveTo>
                  <a:lnTo>
                    <a:pt x="1658111" y="18288"/>
                  </a:lnTo>
                  <a:lnTo>
                    <a:pt x="1967483" y="493776"/>
                  </a:lnTo>
                  <a:lnTo>
                    <a:pt x="1967483" y="18288"/>
                  </a:lnTo>
                  <a:lnTo>
                    <a:pt x="2104643" y="18288"/>
                  </a:lnTo>
                  <a:lnTo>
                    <a:pt x="2104643" y="740664"/>
                  </a:lnTo>
                  <a:lnTo>
                    <a:pt x="1972055" y="740664"/>
                  </a:lnTo>
                  <a:lnTo>
                    <a:pt x="1664207" y="266700"/>
                  </a:lnTo>
                  <a:lnTo>
                    <a:pt x="1664207" y="740664"/>
                  </a:lnTo>
                  <a:lnTo>
                    <a:pt x="1527047" y="740664"/>
                  </a:lnTo>
                  <a:lnTo>
                    <a:pt x="1527047" y="18288"/>
                  </a:lnTo>
                  <a:close/>
                </a:path>
                <a:path w="7126605" h="759460">
                  <a:moveTo>
                    <a:pt x="1234439" y="18288"/>
                  </a:moveTo>
                  <a:lnTo>
                    <a:pt x="1370075" y="18288"/>
                  </a:lnTo>
                  <a:lnTo>
                    <a:pt x="1370075" y="740664"/>
                  </a:lnTo>
                  <a:lnTo>
                    <a:pt x="1234439" y="740664"/>
                  </a:lnTo>
                  <a:lnTo>
                    <a:pt x="1234439" y="18288"/>
                  </a:lnTo>
                  <a:close/>
                </a:path>
                <a:path w="7126605" h="759460">
                  <a:moveTo>
                    <a:pt x="801623" y="18288"/>
                  </a:moveTo>
                  <a:lnTo>
                    <a:pt x="938783" y="18288"/>
                  </a:lnTo>
                  <a:lnTo>
                    <a:pt x="938783" y="609600"/>
                  </a:lnTo>
                  <a:lnTo>
                    <a:pt x="1139951" y="609600"/>
                  </a:lnTo>
                  <a:lnTo>
                    <a:pt x="1139951" y="740664"/>
                  </a:lnTo>
                  <a:lnTo>
                    <a:pt x="801623" y="740664"/>
                  </a:lnTo>
                  <a:lnTo>
                    <a:pt x="801623" y="18288"/>
                  </a:lnTo>
                  <a:close/>
                </a:path>
                <a:path w="7126605" h="759460">
                  <a:moveTo>
                    <a:pt x="278891" y="18288"/>
                  </a:moveTo>
                  <a:lnTo>
                    <a:pt x="417575" y="18288"/>
                  </a:lnTo>
                  <a:lnTo>
                    <a:pt x="696467" y="740664"/>
                  </a:lnTo>
                  <a:lnTo>
                    <a:pt x="553211" y="740664"/>
                  </a:lnTo>
                  <a:lnTo>
                    <a:pt x="496824" y="591312"/>
                  </a:lnTo>
                  <a:lnTo>
                    <a:pt x="201167" y="591312"/>
                  </a:lnTo>
                  <a:lnTo>
                    <a:pt x="143255" y="740664"/>
                  </a:lnTo>
                  <a:lnTo>
                    <a:pt x="0" y="740664"/>
                  </a:lnTo>
                  <a:lnTo>
                    <a:pt x="278891" y="18288"/>
                  </a:lnTo>
                  <a:close/>
                </a:path>
                <a:path w="7126605" h="759460">
                  <a:moveTo>
                    <a:pt x="6752843" y="0"/>
                  </a:moveTo>
                  <a:lnTo>
                    <a:pt x="6802747" y="3055"/>
                  </a:lnTo>
                  <a:lnTo>
                    <a:pt x="6850323" y="12248"/>
                  </a:lnTo>
                  <a:lnTo>
                    <a:pt x="6895528" y="27622"/>
                  </a:lnTo>
                  <a:lnTo>
                    <a:pt x="6938320" y="49219"/>
                  </a:lnTo>
                  <a:lnTo>
                    <a:pt x="6978656" y="77081"/>
                  </a:lnTo>
                  <a:lnTo>
                    <a:pt x="7016495" y="111252"/>
                  </a:lnTo>
                  <a:lnTo>
                    <a:pt x="7050023" y="149225"/>
                  </a:lnTo>
                  <a:lnTo>
                    <a:pt x="7077455" y="189992"/>
                  </a:lnTo>
                  <a:lnTo>
                    <a:pt x="7098792" y="233553"/>
                  </a:lnTo>
                  <a:lnTo>
                    <a:pt x="7114032" y="279908"/>
                  </a:lnTo>
                  <a:lnTo>
                    <a:pt x="7123176" y="329057"/>
                  </a:lnTo>
                  <a:lnTo>
                    <a:pt x="7126224" y="381000"/>
                  </a:lnTo>
                  <a:lnTo>
                    <a:pt x="7123288" y="432300"/>
                  </a:lnTo>
                  <a:lnTo>
                    <a:pt x="7114427" y="481019"/>
                  </a:lnTo>
                  <a:lnTo>
                    <a:pt x="7099553" y="527113"/>
                  </a:lnTo>
                  <a:lnTo>
                    <a:pt x="7078584" y="570540"/>
                  </a:lnTo>
                  <a:lnTo>
                    <a:pt x="7051434" y="611258"/>
                  </a:lnTo>
                  <a:lnTo>
                    <a:pt x="7018019" y="649224"/>
                  </a:lnTo>
                  <a:lnTo>
                    <a:pt x="6980286" y="682752"/>
                  </a:lnTo>
                  <a:lnTo>
                    <a:pt x="6940183" y="710183"/>
                  </a:lnTo>
                  <a:lnTo>
                    <a:pt x="6897623" y="731519"/>
                  </a:lnTo>
                  <a:lnTo>
                    <a:pt x="6852524" y="746759"/>
                  </a:lnTo>
                  <a:lnTo>
                    <a:pt x="6804801" y="755903"/>
                  </a:lnTo>
                  <a:lnTo>
                    <a:pt x="6754367" y="758951"/>
                  </a:lnTo>
                  <a:lnTo>
                    <a:pt x="6701147" y="755784"/>
                  </a:lnTo>
                  <a:lnTo>
                    <a:pt x="6651187" y="746308"/>
                  </a:lnTo>
                  <a:lnTo>
                    <a:pt x="6604444" y="730567"/>
                  </a:lnTo>
                  <a:lnTo>
                    <a:pt x="6560876" y="708603"/>
                  </a:lnTo>
                  <a:lnTo>
                    <a:pt x="6520440" y="680458"/>
                  </a:lnTo>
                  <a:lnTo>
                    <a:pt x="6483095" y="646175"/>
                  </a:lnTo>
                  <a:lnTo>
                    <a:pt x="6450322" y="607582"/>
                  </a:lnTo>
                  <a:lnTo>
                    <a:pt x="6423603" y="566532"/>
                  </a:lnTo>
                  <a:lnTo>
                    <a:pt x="6402895" y="523113"/>
                  </a:lnTo>
                  <a:lnTo>
                    <a:pt x="6388156" y="477407"/>
                  </a:lnTo>
                  <a:lnTo>
                    <a:pt x="6379344" y="429499"/>
                  </a:lnTo>
                  <a:lnTo>
                    <a:pt x="6376416" y="379476"/>
                  </a:lnTo>
                  <a:lnTo>
                    <a:pt x="6379559" y="328279"/>
                  </a:lnTo>
                  <a:lnTo>
                    <a:pt x="6388988" y="279654"/>
                  </a:lnTo>
                  <a:lnTo>
                    <a:pt x="6404705" y="233314"/>
                  </a:lnTo>
                  <a:lnTo>
                    <a:pt x="6426708" y="188976"/>
                  </a:lnTo>
                  <a:lnTo>
                    <a:pt x="6453496" y="146946"/>
                  </a:lnTo>
                  <a:lnTo>
                    <a:pt x="6485572" y="109918"/>
                  </a:lnTo>
                  <a:lnTo>
                    <a:pt x="6522505" y="77747"/>
                  </a:lnTo>
                  <a:lnTo>
                    <a:pt x="6563867" y="50292"/>
                  </a:lnTo>
                  <a:lnTo>
                    <a:pt x="6608397" y="28289"/>
                  </a:lnTo>
                  <a:lnTo>
                    <a:pt x="6654926" y="12573"/>
                  </a:lnTo>
                  <a:lnTo>
                    <a:pt x="6703170" y="3143"/>
                  </a:lnTo>
                  <a:lnTo>
                    <a:pt x="6752843" y="0"/>
                  </a:lnTo>
                  <a:close/>
                </a:path>
              </a:pathLst>
            </a:custGeom>
            <a:ln w="7620">
              <a:solidFill>
                <a:srgbClr val="AF235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2844546" y="2117598"/>
            <a:ext cx="4444365" cy="767080"/>
            <a:chOff x="2844546" y="2117598"/>
            <a:chExt cx="4444365" cy="767080"/>
          </a:xfrm>
        </p:grpSpPr>
        <p:sp>
          <p:nvSpPr>
            <p:cNvPr id="7" name="object 7" descr=""/>
            <p:cNvSpPr/>
            <p:nvPr/>
          </p:nvSpPr>
          <p:spPr>
            <a:xfrm>
              <a:off x="2848356" y="2121408"/>
              <a:ext cx="4436745" cy="759460"/>
            </a:xfrm>
            <a:custGeom>
              <a:avLst/>
              <a:gdLst/>
              <a:ahLst/>
              <a:cxnLst/>
              <a:rect l="l" t="t" r="r" b="b"/>
              <a:pathLst>
                <a:path w="4436745" h="759460">
                  <a:moveTo>
                    <a:pt x="3439668" y="740664"/>
                  </a:moveTo>
                  <a:lnTo>
                    <a:pt x="3296412" y="740664"/>
                  </a:lnTo>
                  <a:lnTo>
                    <a:pt x="3575304" y="18288"/>
                  </a:lnTo>
                  <a:lnTo>
                    <a:pt x="3713988" y="18288"/>
                  </a:lnTo>
                  <a:lnTo>
                    <a:pt x="3787535" y="208788"/>
                  </a:lnTo>
                  <a:lnTo>
                    <a:pt x="3645408" y="208788"/>
                  </a:lnTo>
                  <a:lnTo>
                    <a:pt x="3549396" y="457200"/>
                  </a:lnTo>
                  <a:lnTo>
                    <a:pt x="3883441" y="457200"/>
                  </a:lnTo>
                  <a:lnTo>
                    <a:pt x="3935218" y="591312"/>
                  </a:lnTo>
                  <a:lnTo>
                    <a:pt x="3497580" y="591312"/>
                  </a:lnTo>
                  <a:lnTo>
                    <a:pt x="3439668" y="740664"/>
                  </a:lnTo>
                  <a:close/>
                </a:path>
                <a:path w="4436745" h="759460">
                  <a:moveTo>
                    <a:pt x="3883441" y="457200"/>
                  </a:moveTo>
                  <a:lnTo>
                    <a:pt x="3741420" y="457200"/>
                  </a:lnTo>
                  <a:lnTo>
                    <a:pt x="3645408" y="208788"/>
                  </a:lnTo>
                  <a:lnTo>
                    <a:pt x="3787535" y="208788"/>
                  </a:lnTo>
                  <a:lnTo>
                    <a:pt x="3883441" y="457200"/>
                  </a:lnTo>
                  <a:close/>
                </a:path>
                <a:path w="4436745" h="759460">
                  <a:moveTo>
                    <a:pt x="3992880" y="740664"/>
                  </a:moveTo>
                  <a:lnTo>
                    <a:pt x="3849624" y="740664"/>
                  </a:lnTo>
                  <a:lnTo>
                    <a:pt x="3793236" y="591312"/>
                  </a:lnTo>
                  <a:lnTo>
                    <a:pt x="3935218" y="591312"/>
                  </a:lnTo>
                  <a:lnTo>
                    <a:pt x="3992880" y="740664"/>
                  </a:lnTo>
                  <a:close/>
                </a:path>
                <a:path w="4436745" h="759460">
                  <a:moveTo>
                    <a:pt x="1429512" y="740664"/>
                  </a:moveTo>
                  <a:lnTo>
                    <a:pt x="1290828" y="740664"/>
                  </a:lnTo>
                  <a:lnTo>
                    <a:pt x="1290828" y="18288"/>
                  </a:lnTo>
                  <a:lnTo>
                    <a:pt x="1437132" y="18288"/>
                  </a:lnTo>
                  <a:lnTo>
                    <a:pt x="1492519" y="19478"/>
                  </a:lnTo>
                  <a:lnTo>
                    <a:pt x="1539621" y="23240"/>
                  </a:lnTo>
                  <a:lnTo>
                    <a:pt x="1578149" y="29860"/>
                  </a:lnTo>
                  <a:lnTo>
                    <a:pt x="1631799" y="51863"/>
                  </a:lnTo>
                  <a:lnTo>
                    <a:pt x="1672328" y="87201"/>
                  </a:lnTo>
                  <a:lnTo>
                    <a:pt x="1702593" y="135993"/>
                  </a:lnTo>
                  <a:lnTo>
                    <a:pt x="1708369" y="152400"/>
                  </a:lnTo>
                  <a:lnTo>
                    <a:pt x="1429512" y="152400"/>
                  </a:lnTo>
                  <a:lnTo>
                    <a:pt x="1429512" y="300228"/>
                  </a:lnTo>
                  <a:lnTo>
                    <a:pt x="1708766" y="300228"/>
                  </a:lnTo>
                  <a:lnTo>
                    <a:pt x="1700665" y="321159"/>
                  </a:lnTo>
                  <a:lnTo>
                    <a:pt x="1666375" y="368522"/>
                  </a:lnTo>
                  <a:lnTo>
                    <a:pt x="1615463" y="405098"/>
                  </a:lnTo>
                  <a:lnTo>
                    <a:pt x="1583436" y="419100"/>
                  </a:lnTo>
                  <a:lnTo>
                    <a:pt x="1591525" y="434340"/>
                  </a:lnTo>
                  <a:lnTo>
                    <a:pt x="1429512" y="434340"/>
                  </a:lnTo>
                  <a:lnTo>
                    <a:pt x="1429512" y="740664"/>
                  </a:lnTo>
                  <a:close/>
                </a:path>
                <a:path w="4436745" h="759460">
                  <a:moveTo>
                    <a:pt x="1708766" y="300228"/>
                  </a:moveTo>
                  <a:lnTo>
                    <a:pt x="1472184" y="300228"/>
                  </a:lnTo>
                  <a:lnTo>
                    <a:pt x="1502521" y="299108"/>
                  </a:lnTo>
                  <a:lnTo>
                    <a:pt x="1527429" y="295846"/>
                  </a:lnTo>
                  <a:lnTo>
                    <a:pt x="1572982" y="273129"/>
                  </a:lnTo>
                  <a:lnTo>
                    <a:pt x="1586366" y="227076"/>
                  </a:lnTo>
                  <a:lnTo>
                    <a:pt x="1586484" y="225552"/>
                  </a:lnTo>
                  <a:lnTo>
                    <a:pt x="1574292" y="184404"/>
                  </a:lnTo>
                  <a:lnTo>
                    <a:pt x="1542288" y="160020"/>
                  </a:lnTo>
                  <a:lnTo>
                    <a:pt x="1491495" y="152733"/>
                  </a:lnTo>
                  <a:lnTo>
                    <a:pt x="1466088" y="152400"/>
                  </a:lnTo>
                  <a:lnTo>
                    <a:pt x="1708369" y="152400"/>
                  </a:lnTo>
                  <a:lnTo>
                    <a:pt x="1712544" y="164258"/>
                  </a:lnTo>
                  <a:lnTo>
                    <a:pt x="1712595" y="164401"/>
                  </a:lnTo>
                  <a:lnTo>
                    <a:pt x="1718595" y="194810"/>
                  </a:lnTo>
                  <a:lnTo>
                    <a:pt x="1720501" y="225552"/>
                  </a:lnTo>
                  <a:lnTo>
                    <a:pt x="1720596" y="227076"/>
                  </a:lnTo>
                  <a:lnTo>
                    <a:pt x="1718404" y="260223"/>
                  </a:lnTo>
                  <a:lnTo>
                    <a:pt x="1718333" y="261294"/>
                  </a:lnTo>
                  <a:lnTo>
                    <a:pt x="1711642" y="292798"/>
                  </a:lnTo>
                  <a:lnTo>
                    <a:pt x="1708766" y="300228"/>
                  </a:lnTo>
                  <a:close/>
                </a:path>
                <a:path w="4436745" h="759460">
                  <a:moveTo>
                    <a:pt x="1754124" y="740664"/>
                  </a:moveTo>
                  <a:lnTo>
                    <a:pt x="1603248" y="740664"/>
                  </a:lnTo>
                  <a:lnTo>
                    <a:pt x="1441704" y="434340"/>
                  </a:lnTo>
                  <a:lnTo>
                    <a:pt x="1591525" y="434340"/>
                  </a:lnTo>
                  <a:lnTo>
                    <a:pt x="1754124" y="740664"/>
                  </a:lnTo>
                  <a:close/>
                </a:path>
                <a:path w="4436745" h="759460">
                  <a:moveTo>
                    <a:pt x="4436364" y="740664"/>
                  </a:moveTo>
                  <a:lnTo>
                    <a:pt x="4098036" y="740664"/>
                  </a:lnTo>
                  <a:lnTo>
                    <a:pt x="4098036" y="18288"/>
                  </a:lnTo>
                  <a:lnTo>
                    <a:pt x="4235196" y="18288"/>
                  </a:lnTo>
                  <a:lnTo>
                    <a:pt x="4235196" y="609600"/>
                  </a:lnTo>
                  <a:lnTo>
                    <a:pt x="4436364" y="609600"/>
                  </a:lnTo>
                  <a:lnTo>
                    <a:pt x="4436364" y="740664"/>
                  </a:lnTo>
                  <a:close/>
                </a:path>
                <a:path w="4436745" h="759460">
                  <a:moveTo>
                    <a:pt x="2414016" y="740664"/>
                  </a:moveTo>
                  <a:lnTo>
                    <a:pt x="2278380" y="740664"/>
                  </a:lnTo>
                  <a:lnTo>
                    <a:pt x="2278380" y="18288"/>
                  </a:lnTo>
                  <a:lnTo>
                    <a:pt x="2414016" y="18288"/>
                  </a:lnTo>
                  <a:lnTo>
                    <a:pt x="2414016" y="740664"/>
                  </a:lnTo>
                  <a:close/>
                </a:path>
                <a:path w="4436745" h="759460">
                  <a:moveTo>
                    <a:pt x="2193036" y="153924"/>
                  </a:moveTo>
                  <a:lnTo>
                    <a:pt x="1793748" y="153924"/>
                  </a:lnTo>
                  <a:lnTo>
                    <a:pt x="1793748" y="18288"/>
                  </a:lnTo>
                  <a:lnTo>
                    <a:pt x="2193036" y="18288"/>
                  </a:lnTo>
                  <a:lnTo>
                    <a:pt x="2193036" y="153924"/>
                  </a:lnTo>
                  <a:close/>
                </a:path>
                <a:path w="4436745" h="759460">
                  <a:moveTo>
                    <a:pt x="2061972" y="740664"/>
                  </a:moveTo>
                  <a:lnTo>
                    <a:pt x="1923288" y="740664"/>
                  </a:lnTo>
                  <a:lnTo>
                    <a:pt x="1923288" y="153924"/>
                  </a:lnTo>
                  <a:lnTo>
                    <a:pt x="2061972" y="153924"/>
                  </a:lnTo>
                  <a:lnTo>
                    <a:pt x="2061972" y="740664"/>
                  </a:lnTo>
                  <a:close/>
                </a:path>
                <a:path w="4436745" h="759460">
                  <a:moveTo>
                    <a:pt x="1153667" y="740664"/>
                  </a:moveTo>
                  <a:lnTo>
                    <a:pt x="760475" y="740664"/>
                  </a:lnTo>
                  <a:lnTo>
                    <a:pt x="760475" y="18288"/>
                  </a:lnTo>
                  <a:lnTo>
                    <a:pt x="1153667" y="18288"/>
                  </a:lnTo>
                  <a:lnTo>
                    <a:pt x="1153667" y="152400"/>
                  </a:lnTo>
                  <a:lnTo>
                    <a:pt x="896111" y="152400"/>
                  </a:lnTo>
                  <a:lnTo>
                    <a:pt x="896111" y="283464"/>
                  </a:lnTo>
                  <a:lnTo>
                    <a:pt x="1153667" y="283464"/>
                  </a:lnTo>
                  <a:lnTo>
                    <a:pt x="1153667" y="414528"/>
                  </a:lnTo>
                  <a:lnTo>
                    <a:pt x="896111" y="414528"/>
                  </a:lnTo>
                  <a:lnTo>
                    <a:pt x="896111" y="605027"/>
                  </a:lnTo>
                  <a:lnTo>
                    <a:pt x="1153667" y="605027"/>
                  </a:lnTo>
                  <a:lnTo>
                    <a:pt x="1153667" y="740664"/>
                  </a:lnTo>
                  <a:close/>
                </a:path>
                <a:path w="4436745" h="759460">
                  <a:moveTo>
                    <a:pt x="388619" y="740664"/>
                  </a:moveTo>
                  <a:lnTo>
                    <a:pt x="256032" y="740664"/>
                  </a:lnTo>
                  <a:lnTo>
                    <a:pt x="0" y="18288"/>
                  </a:lnTo>
                  <a:lnTo>
                    <a:pt x="141732" y="18288"/>
                  </a:lnTo>
                  <a:lnTo>
                    <a:pt x="323088" y="530351"/>
                  </a:lnTo>
                  <a:lnTo>
                    <a:pt x="464491" y="530351"/>
                  </a:lnTo>
                  <a:lnTo>
                    <a:pt x="388619" y="740664"/>
                  </a:lnTo>
                  <a:close/>
                </a:path>
                <a:path w="4436745" h="759460">
                  <a:moveTo>
                    <a:pt x="464491" y="530351"/>
                  </a:moveTo>
                  <a:lnTo>
                    <a:pt x="323088" y="530351"/>
                  </a:lnTo>
                  <a:lnTo>
                    <a:pt x="507492" y="18288"/>
                  </a:lnTo>
                  <a:lnTo>
                    <a:pt x="649224" y="18288"/>
                  </a:lnTo>
                  <a:lnTo>
                    <a:pt x="464491" y="530351"/>
                  </a:lnTo>
                  <a:close/>
                </a:path>
                <a:path w="4436745" h="759460">
                  <a:moveTo>
                    <a:pt x="2916936" y="758952"/>
                  </a:moveTo>
                  <a:lnTo>
                    <a:pt x="2862319" y="755918"/>
                  </a:lnTo>
                  <a:lnTo>
                    <a:pt x="2811215" y="746872"/>
                  </a:lnTo>
                  <a:lnTo>
                    <a:pt x="2763583" y="731901"/>
                  </a:lnTo>
                  <a:lnTo>
                    <a:pt x="2719380" y="711087"/>
                  </a:lnTo>
                  <a:lnTo>
                    <a:pt x="2678564" y="684515"/>
                  </a:lnTo>
                  <a:lnTo>
                    <a:pt x="2641092" y="652272"/>
                  </a:lnTo>
                  <a:lnTo>
                    <a:pt x="2608319" y="614807"/>
                  </a:lnTo>
                  <a:lnTo>
                    <a:pt x="2581599" y="574040"/>
                  </a:lnTo>
                  <a:lnTo>
                    <a:pt x="2560891" y="529971"/>
                  </a:lnTo>
                  <a:lnTo>
                    <a:pt x="2546152" y="482600"/>
                  </a:lnTo>
                  <a:lnTo>
                    <a:pt x="2537340" y="431927"/>
                  </a:lnTo>
                  <a:lnTo>
                    <a:pt x="2534412" y="377952"/>
                  </a:lnTo>
                  <a:lnTo>
                    <a:pt x="2537317" y="325659"/>
                  </a:lnTo>
                  <a:lnTo>
                    <a:pt x="2546223" y="276225"/>
                  </a:lnTo>
                  <a:lnTo>
                    <a:pt x="2561415" y="229647"/>
                  </a:lnTo>
                  <a:lnTo>
                    <a:pt x="2583180" y="185928"/>
                  </a:lnTo>
                  <a:lnTo>
                    <a:pt x="2610016" y="145875"/>
                  </a:lnTo>
                  <a:lnTo>
                    <a:pt x="2642425" y="110109"/>
                  </a:lnTo>
                  <a:lnTo>
                    <a:pt x="2680263" y="78343"/>
                  </a:lnTo>
                  <a:lnTo>
                    <a:pt x="2723388" y="50292"/>
                  </a:lnTo>
                  <a:lnTo>
                    <a:pt x="2769084" y="28289"/>
                  </a:lnTo>
                  <a:lnTo>
                    <a:pt x="2816923" y="12573"/>
                  </a:lnTo>
                  <a:lnTo>
                    <a:pt x="2866763" y="3143"/>
                  </a:lnTo>
                  <a:lnTo>
                    <a:pt x="2918460" y="0"/>
                  </a:lnTo>
                  <a:lnTo>
                    <a:pt x="2962727" y="2309"/>
                  </a:lnTo>
                  <a:lnTo>
                    <a:pt x="3006280" y="9334"/>
                  </a:lnTo>
                  <a:lnTo>
                    <a:pt x="3048976" y="21216"/>
                  </a:lnTo>
                  <a:lnTo>
                    <a:pt x="3090672" y="38100"/>
                  </a:lnTo>
                  <a:lnTo>
                    <a:pt x="3130629" y="58626"/>
                  </a:lnTo>
                  <a:lnTo>
                    <a:pt x="3168015" y="83439"/>
                  </a:lnTo>
                  <a:lnTo>
                    <a:pt x="3202543" y="112252"/>
                  </a:lnTo>
                  <a:lnTo>
                    <a:pt x="3222164" y="132588"/>
                  </a:lnTo>
                  <a:lnTo>
                    <a:pt x="2916936" y="132588"/>
                  </a:lnTo>
                  <a:lnTo>
                    <a:pt x="2867263" y="137136"/>
                  </a:lnTo>
                  <a:lnTo>
                    <a:pt x="2821305" y="150685"/>
                  </a:lnTo>
                  <a:lnTo>
                    <a:pt x="2779347" y="173093"/>
                  </a:lnTo>
                  <a:lnTo>
                    <a:pt x="2741676" y="204216"/>
                  </a:lnTo>
                  <a:lnTo>
                    <a:pt x="2710791" y="241649"/>
                  </a:lnTo>
                  <a:lnTo>
                    <a:pt x="2688907" y="283083"/>
                  </a:lnTo>
                  <a:lnTo>
                    <a:pt x="2675882" y="328517"/>
                  </a:lnTo>
                  <a:lnTo>
                    <a:pt x="2671572" y="377952"/>
                  </a:lnTo>
                  <a:lnTo>
                    <a:pt x="2673548" y="413385"/>
                  </a:lnTo>
                  <a:lnTo>
                    <a:pt x="2688931" y="477393"/>
                  </a:lnTo>
                  <a:lnTo>
                    <a:pt x="2719744" y="532852"/>
                  </a:lnTo>
                  <a:lnTo>
                    <a:pt x="2764845" y="576905"/>
                  </a:lnTo>
                  <a:lnTo>
                    <a:pt x="2821376" y="608361"/>
                  </a:lnTo>
                  <a:lnTo>
                    <a:pt x="2884765" y="624363"/>
                  </a:lnTo>
                  <a:lnTo>
                    <a:pt x="2918460" y="626364"/>
                  </a:lnTo>
                  <a:lnTo>
                    <a:pt x="3224199" y="626364"/>
                  </a:lnTo>
                  <a:lnTo>
                    <a:pt x="3191446" y="656248"/>
                  </a:lnTo>
                  <a:lnTo>
                    <a:pt x="3153156" y="686371"/>
                  </a:lnTo>
                  <a:lnTo>
                    <a:pt x="3116008" y="710493"/>
                  </a:lnTo>
                  <a:lnTo>
                    <a:pt x="3080004" y="728472"/>
                  </a:lnTo>
                  <a:lnTo>
                    <a:pt x="3043166" y="741592"/>
                  </a:lnTo>
                  <a:lnTo>
                    <a:pt x="3003613" y="751141"/>
                  </a:lnTo>
                  <a:lnTo>
                    <a:pt x="2961489" y="756975"/>
                  </a:lnTo>
                  <a:lnTo>
                    <a:pt x="2916936" y="758952"/>
                  </a:lnTo>
                  <a:close/>
                </a:path>
                <a:path w="4436745" h="759460">
                  <a:moveTo>
                    <a:pt x="3137916" y="236220"/>
                  </a:moveTo>
                  <a:lnTo>
                    <a:pt x="3097670" y="199107"/>
                  </a:lnTo>
                  <a:lnTo>
                    <a:pt x="3055522" y="170114"/>
                  </a:lnTo>
                  <a:lnTo>
                    <a:pt x="3011399" y="149315"/>
                  </a:lnTo>
                  <a:lnTo>
                    <a:pt x="2965228" y="136782"/>
                  </a:lnTo>
                  <a:lnTo>
                    <a:pt x="2916936" y="132588"/>
                  </a:lnTo>
                  <a:lnTo>
                    <a:pt x="3222164" y="132588"/>
                  </a:lnTo>
                  <a:lnTo>
                    <a:pt x="3233928" y="144780"/>
                  </a:lnTo>
                  <a:lnTo>
                    <a:pt x="3137916" y="236220"/>
                  </a:lnTo>
                  <a:close/>
                </a:path>
                <a:path w="4436745" h="759460">
                  <a:moveTo>
                    <a:pt x="3224199" y="626364"/>
                  </a:moveTo>
                  <a:lnTo>
                    <a:pt x="2918460" y="626364"/>
                  </a:lnTo>
                  <a:lnTo>
                    <a:pt x="2948463" y="624935"/>
                  </a:lnTo>
                  <a:lnTo>
                    <a:pt x="2976753" y="620649"/>
                  </a:lnTo>
                  <a:lnTo>
                    <a:pt x="3028188" y="603504"/>
                  </a:lnTo>
                  <a:lnTo>
                    <a:pt x="3080766" y="572833"/>
                  </a:lnTo>
                  <a:lnTo>
                    <a:pt x="3137916" y="522732"/>
                  </a:lnTo>
                  <a:lnTo>
                    <a:pt x="3230880" y="620268"/>
                  </a:lnTo>
                  <a:lnTo>
                    <a:pt x="3224199" y="626364"/>
                  </a:lnTo>
                  <a:close/>
                </a:path>
              </a:pathLst>
            </a:custGeom>
            <a:solidFill>
              <a:srgbClr val="FF5B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97752" y="2330196"/>
              <a:ext cx="192405" cy="248920"/>
            </a:xfrm>
            <a:custGeom>
              <a:avLst/>
              <a:gdLst/>
              <a:ahLst/>
              <a:cxnLst/>
              <a:rect l="l" t="t" r="r" b="b"/>
              <a:pathLst>
                <a:path w="192404" h="248919">
                  <a:moveTo>
                    <a:pt x="96012" y="0"/>
                  </a:moveTo>
                  <a:lnTo>
                    <a:pt x="0" y="248411"/>
                  </a:lnTo>
                  <a:lnTo>
                    <a:pt x="192024" y="248411"/>
                  </a:lnTo>
                  <a:lnTo>
                    <a:pt x="96012" y="0"/>
                  </a:lnTo>
                  <a:close/>
                </a:path>
              </a:pathLst>
            </a:custGeom>
            <a:ln w="7620">
              <a:solidFill>
                <a:srgbClr val="AF235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4058" y="2269998"/>
              <a:ext cx="164591" cy="155448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2848356" y="2121408"/>
              <a:ext cx="4436745" cy="759460"/>
            </a:xfrm>
            <a:custGeom>
              <a:avLst/>
              <a:gdLst/>
              <a:ahLst/>
              <a:cxnLst/>
              <a:rect l="l" t="t" r="r" b="b"/>
              <a:pathLst>
                <a:path w="4436745" h="759460">
                  <a:moveTo>
                    <a:pt x="4098036" y="18287"/>
                  </a:moveTo>
                  <a:lnTo>
                    <a:pt x="4235195" y="18287"/>
                  </a:lnTo>
                  <a:lnTo>
                    <a:pt x="4235195" y="609600"/>
                  </a:lnTo>
                  <a:lnTo>
                    <a:pt x="4436364" y="609600"/>
                  </a:lnTo>
                  <a:lnTo>
                    <a:pt x="4436364" y="740664"/>
                  </a:lnTo>
                  <a:lnTo>
                    <a:pt x="4098036" y="740664"/>
                  </a:lnTo>
                  <a:lnTo>
                    <a:pt x="4098036" y="18287"/>
                  </a:lnTo>
                  <a:close/>
                </a:path>
                <a:path w="4436745" h="759460">
                  <a:moveTo>
                    <a:pt x="3575304" y="18287"/>
                  </a:moveTo>
                  <a:lnTo>
                    <a:pt x="3713988" y="18287"/>
                  </a:lnTo>
                  <a:lnTo>
                    <a:pt x="3992880" y="740664"/>
                  </a:lnTo>
                  <a:lnTo>
                    <a:pt x="3849624" y="740664"/>
                  </a:lnTo>
                  <a:lnTo>
                    <a:pt x="3793236" y="591311"/>
                  </a:lnTo>
                  <a:lnTo>
                    <a:pt x="3497580" y="591311"/>
                  </a:lnTo>
                  <a:lnTo>
                    <a:pt x="3439668" y="740664"/>
                  </a:lnTo>
                  <a:lnTo>
                    <a:pt x="3296412" y="740664"/>
                  </a:lnTo>
                  <a:lnTo>
                    <a:pt x="3575304" y="18287"/>
                  </a:lnTo>
                  <a:close/>
                </a:path>
                <a:path w="4436745" h="759460">
                  <a:moveTo>
                    <a:pt x="2278379" y="18287"/>
                  </a:moveTo>
                  <a:lnTo>
                    <a:pt x="2414016" y="18287"/>
                  </a:lnTo>
                  <a:lnTo>
                    <a:pt x="2414016" y="740664"/>
                  </a:lnTo>
                  <a:lnTo>
                    <a:pt x="2278379" y="740664"/>
                  </a:lnTo>
                  <a:lnTo>
                    <a:pt x="2278379" y="18287"/>
                  </a:lnTo>
                  <a:close/>
                </a:path>
                <a:path w="4436745" h="759460">
                  <a:moveTo>
                    <a:pt x="1793748" y="18287"/>
                  </a:moveTo>
                  <a:lnTo>
                    <a:pt x="2193036" y="18287"/>
                  </a:lnTo>
                  <a:lnTo>
                    <a:pt x="2193036" y="153923"/>
                  </a:lnTo>
                  <a:lnTo>
                    <a:pt x="2061971" y="153923"/>
                  </a:lnTo>
                  <a:lnTo>
                    <a:pt x="2061971" y="740664"/>
                  </a:lnTo>
                  <a:lnTo>
                    <a:pt x="1923287" y="740664"/>
                  </a:lnTo>
                  <a:lnTo>
                    <a:pt x="1923287" y="153923"/>
                  </a:lnTo>
                  <a:lnTo>
                    <a:pt x="1793748" y="153923"/>
                  </a:lnTo>
                  <a:lnTo>
                    <a:pt x="1793748" y="18287"/>
                  </a:lnTo>
                  <a:close/>
                </a:path>
                <a:path w="4436745" h="759460">
                  <a:moveTo>
                    <a:pt x="1290828" y="18287"/>
                  </a:moveTo>
                  <a:lnTo>
                    <a:pt x="1437132" y="18287"/>
                  </a:lnTo>
                  <a:lnTo>
                    <a:pt x="1492519" y="19478"/>
                  </a:lnTo>
                  <a:lnTo>
                    <a:pt x="1539620" y="23240"/>
                  </a:lnTo>
                  <a:lnTo>
                    <a:pt x="1578149" y="29860"/>
                  </a:lnTo>
                  <a:lnTo>
                    <a:pt x="1631799" y="51863"/>
                  </a:lnTo>
                  <a:lnTo>
                    <a:pt x="1672328" y="87201"/>
                  </a:lnTo>
                  <a:lnTo>
                    <a:pt x="1702593" y="135993"/>
                  </a:lnTo>
                  <a:lnTo>
                    <a:pt x="1718595" y="194810"/>
                  </a:lnTo>
                  <a:lnTo>
                    <a:pt x="1720595" y="227076"/>
                  </a:lnTo>
                  <a:lnTo>
                    <a:pt x="1718333" y="261294"/>
                  </a:lnTo>
                  <a:lnTo>
                    <a:pt x="1700664" y="321159"/>
                  </a:lnTo>
                  <a:lnTo>
                    <a:pt x="1666374" y="368522"/>
                  </a:lnTo>
                  <a:lnTo>
                    <a:pt x="1615463" y="405098"/>
                  </a:lnTo>
                  <a:lnTo>
                    <a:pt x="1583436" y="419100"/>
                  </a:lnTo>
                  <a:lnTo>
                    <a:pt x="1754124" y="740664"/>
                  </a:lnTo>
                  <a:lnTo>
                    <a:pt x="1603248" y="740664"/>
                  </a:lnTo>
                  <a:lnTo>
                    <a:pt x="1441703" y="434339"/>
                  </a:lnTo>
                  <a:lnTo>
                    <a:pt x="1429512" y="434339"/>
                  </a:lnTo>
                  <a:lnTo>
                    <a:pt x="1429512" y="740664"/>
                  </a:lnTo>
                  <a:lnTo>
                    <a:pt x="1290828" y="740664"/>
                  </a:lnTo>
                  <a:lnTo>
                    <a:pt x="1290828" y="18287"/>
                  </a:lnTo>
                  <a:close/>
                </a:path>
                <a:path w="4436745" h="759460">
                  <a:moveTo>
                    <a:pt x="760475" y="18287"/>
                  </a:moveTo>
                  <a:lnTo>
                    <a:pt x="1153667" y="18287"/>
                  </a:lnTo>
                  <a:lnTo>
                    <a:pt x="1153667" y="152399"/>
                  </a:lnTo>
                  <a:lnTo>
                    <a:pt x="896111" y="152399"/>
                  </a:lnTo>
                  <a:lnTo>
                    <a:pt x="896111" y="283463"/>
                  </a:lnTo>
                  <a:lnTo>
                    <a:pt x="1153667" y="283463"/>
                  </a:lnTo>
                  <a:lnTo>
                    <a:pt x="1153667" y="414528"/>
                  </a:lnTo>
                  <a:lnTo>
                    <a:pt x="896111" y="414528"/>
                  </a:lnTo>
                  <a:lnTo>
                    <a:pt x="896111" y="605027"/>
                  </a:lnTo>
                  <a:lnTo>
                    <a:pt x="1153667" y="605027"/>
                  </a:lnTo>
                  <a:lnTo>
                    <a:pt x="1153667" y="740664"/>
                  </a:lnTo>
                  <a:lnTo>
                    <a:pt x="760475" y="740664"/>
                  </a:lnTo>
                  <a:lnTo>
                    <a:pt x="760475" y="18287"/>
                  </a:lnTo>
                  <a:close/>
                </a:path>
                <a:path w="4436745" h="759460">
                  <a:moveTo>
                    <a:pt x="0" y="18287"/>
                  </a:moveTo>
                  <a:lnTo>
                    <a:pt x="141732" y="18287"/>
                  </a:lnTo>
                  <a:lnTo>
                    <a:pt x="323088" y="530351"/>
                  </a:lnTo>
                  <a:lnTo>
                    <a:pt x="507491" y="18287"/>
                  </a:lnTo>
                  <a:lnTo>
                    <a:pt x="649224" y="18287"/>
                  </a:lnTo>
                  <a:lnTo>
                    <a:pt x="388619" y="740664"/>
                  </a:lnTo>
                  <a:lnTo>
                    <a:pt x="256032" y="740664"/>
                  </a:lnTo>
                  <a:lnTo>
                    <a:pt x="0" y="18287"/>
                  </a:lnTo>
                  <a:close/>
                </a:path>
                <a:path w="4436745" h="759460">
                  <a:moveTo>
                    <a:pt x="2918460" y="0"/>
                  </a:moveTo>
                  <a:lnTo>
                    <a:pt x="2962727" y="2309"/>
                  </a:lnTo>
                  <a:lnTo>
                    <a:pt x="3006280" y="9334"/>
                  </a:lnTo>
                  <a:lnTo>
                    <a:pt x="3048976" y="21216"/>
                  </a:lnTo>
                  <a:lnTo>
                    <a:pt x="3090671" y="38099"/>
                  </a:lnTo>
                  <a:lnTo>
                    <a:pt x="3130629" y="58626"/>
                  </a:lnTo>
                  <a:lnTo>
                    <a:pt x="3168015" y="83438"/>
                  </a:lnTo>
                  <a:lnTo>
                    <a:pt x="3202543" y="112252"/>
                  </a:lnTo>
                  <a:lnTo>
                    <a:pt x="3233928" y="144779"/>
                  </a:lnTo>
                  <a:lnTo>
                    <a:pt x="3137916" y="236219"/>
                  </a:lnTo>
                  <a:lnTo>
                    <a:pt x="3097670" y="199107"/>
                  </a:lnTo>
                  <a:lnTo>
                    <a:pt x="3055522" y="170114"/>
                  </a:lnTo>
                  <a:lnTo>
                    <a:pt x="3011399" y="149315"/>
                  </a:lnTo>
                  <a:lnTo>
                    <a:pt x="2965228" y="136782"/>
                  </a:lnTo>
                  <a:lnTo>
                    <a:pt x="2916935" y="132587"/>
                  </a:lnTo>
                  <a:lnTo>
                    <a:pt x="2867263" y="137136"/>
                  </a:lnTo>
                  <a:lnTo>
                    <a:pt x="2821305" y="150685"/>
                  </a:lnTo>
                  <a:lnTo>
                    <a:pt x="2779347" y="173093"/>
                  </a:lnTo>
                  <a:lnTo>
                    <a:pt x="2741676" y="204215"/>
                  </a:lnTo>
                  <a:lnTo>
                    <a:pt x="2710791" y="241649"/>
                  </a:lnTo>
                  <a:lnTo>
                    <a:pt x="2688907" y="283083"/>
                  </a:lnTo>
                  <a:lnTo>
                    <a:pt x="2675882" y="328517"/>
                  </a:lnTo>
                  <a:lnTo>
                    <a:pt x="2671572" y="377952"/>
                  </a:lnTo>
                  <a:lnTo>
                    <a:pt x="2673548" y="413384"/>
                  </a:lnTo>
                  <a:lnTo>
                    <a:pt x="2688931" y="477393"/>
                  </a:lnTo>
                  <a:lnTo>
                    <a:pt x="2719744" y="532852"/>
                  </a:lnTo>
                  <a:lnTo>
                    <a:pt x="2764845" y="576905"/>
                  </a:lnTo>
                  <a:lnTo>
                    <a:pt x="2821376" y="608361"/>
                  </a:lnTo>
                  <a:lnTo>
                    <a:pt x="2884765" y="624363"/>
                  </a:lnTo>
                  <a:lnTo>
                    <a:pt x="2918460" y="626364"/>
                  </a:lnTo>
                  <a:lnTo>
                    <a:pt x="2948463" y="624935"/>
                  </a:lnTo>
                  <a:lnTo>
                    <a:pt x="3003327" y="613505"/>
                  </a:lnTo>
                  <a:lnTo>
                    <a:pt x="3053905" y="590669"/>
                  </a:lnTo>
                  <a:lnTo>
                    <a:pt x="3108769" y="550140"/>
                  </a:lnTo>
                  <a:lnTo>
                    <a:pt x="3137916" y="522731"/>
                  </a:lnTo>
                  <a:lnTo>
                    <a:pt x="3230880" y="620268"/>
                  </a:lnTo>
                  <a:lnTo>
                    <a:pt x="3191446" y="656248"/>
                  </a:lnTo>
                  <a:lnTo>
                    <a:pt x="3153156" y="686371"/>
                  </a:lnTo>
                  <a:lnTo>
                    <a:pt x="3116008" y="710493"/>
                  </a:lnTo>
                  <a:lnTo>
                    <a:pt x="3080004" y="728472"/>
                  </a:lnTo>
                  <a:lnTo>
                    <a:pt x="3043166" y="741592"/>
                  </a:lnTo>
                  <a:lnTo>
                    <a:pt x="3003613" y="751141"/>
                  </a:lnTo>
                  <a:lnTo>
                    <a:pt x="2961489" y="756975"/>
                  </a:lnTo>
                  <a:lnTo>
                    <a:pt x="2916935" y="758951"/>
                  </a:lnTo>
                  <a:lnTo>
                    <a:pt x="2862318" y="755918"/>
                  </a:lnTo>
                  <a:lnTo>
                    <a:pt x="2811215" y="746872"/>
                  </a:lnTo>
                  <a:lnTo>
                    <a:pt x="2763583" y="731900"/>
                  </a:lnTo>
                  <a:lnTo>
                    <a:pt x="2719380" y="711087"/>
                  </a:lnTo>
                  <a:lnTo>
                    <a:pt x="2678564" y="684515"/>
                  </a:lnTo>
                  <a:lnTo>
                    <a:pt x="2641091" y="652272"/>
                  </a:lnTo>
                  <a:lnTo>
                    <a:pt x="2608318" y="614807"/>
                  </a:lnTo>
                  <a:lnTo>
                    <a:pt x="2581599" y="574040"/>
                  </a:lnTo>
                  <a:lnTo>
                    <a:pt x="2560891" y="529971"/>
                  </a:lnTo>
                  <a:lnTo>
                    <a:pt x="2546152" y="482600"/>
                  </a:lnTo>
                  <a:lnTo>
                    <a:pt x="2537340" y="431927"/>
                  </a:lnTo>
                  <a:lnTo>
                    <a:pt x="2534412" y="377952"/>
                  </a:lnTo>
                  <a:lnTo>
                    <a:pt x="2537317" y="325659"/>
                  </a:lnTo>
                  <a:lnTo>
                    <a:pt x="2546223" y="276225"/>
                  </a:lnTo>
                  <a:lnTo>
                    <a:pt x="2561415" y="229647"/>
                  </a:lnTo>
                  <a:lnTo>
                    <a:pt x="2583180" y="185927"/>
                  </a:lnTo>
                  <a:lnTo>
                    <a:pt x="2610016" y="145875"/>
                  </a:lnTo>
                  <a:lnTo>
                    <a:pt x="2642425" y="110109"/>
                  </a:lnTo>
                  <a:lnTo>
                    <a:pt x="2680263" y="78343"/>
                  </a:lnTo>
                  <a:lnTo>
                    <a:pt x="2723387" y="50292"/>
                  </a:lnTo>
                  <a:lnTo>
                    <a:pt x="2769084" y="28289"/>
                  </a:lnTo>
                  <a:lnTo>
                    <a:pt x="2816923" y="12573"/>
                  </a:lnTo>
                  <a:lnTo>
                    <a:pt x="2866763" y="3143"/>
                  </a:lnTo>
                  <a:lnTo>
                    <a:pt x="2918460" y="0"/>
                  </a:lnTo>
                  <a:close/>
                </a:path>
              </a:pathLst>
            </a:custGeom>
            <a:ln w="7620">
              <a:solidFill>
                <a:srgbClr val="AF235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9638" y="604266"/>
            <a:ext cx="4181855" cy="33527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48620" y="1857280"/>
            <a:ext cx="9042400" cy="3781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4765" marR="5080" indent="-12700">
              <a:lnSpc>
                <a:spcPct val="101000"/>
              </a:lnSpc>
              <a:spcBef>
                <a:spcPts val="95"/>
              </a:spcBef>
            </a:pP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Elemento</a:t>
            </a:r>
            <a:r>
              <a:rPr dirty="0" sz="3050" spc="4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del</a:t>
            </a:r>
            <a:r>
              <a:rPr dirty="0" sz="3050" spc="4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diseño</a:t>
            </a:r>
            <a:r>
              <a:rPr dirty="0" sz="3050" spc="4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dirty="0" sz="3050" spc="3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perfil</a:t>
            </a:r>
            <a:r>
              <a:rPr dirty="0" sz="3050" spc="3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que</a:t>
            </a:r>
            <a:r>
              <a:rPr dirty="0" sz="3050" spc="4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permite</a:t>
            </a:r>
            <a:r>
              <a:rPr dirty="0" sz="3050" spc="4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spc="-25" b="1">
                <a:solidFill>
                  <a:srgbClr val="FFFFFF"/>
                </a:solidFill>
                <a:latin typeface="Tahoma"/>
                <a:cs typeface="Tahoma"/>
              </a:rPr>
              <a:t>el </a:t>
            </a:r>
            <a:r>
              <a:rPr dirty="0" sz="3050" spc="80" b="1">
                <a:solidFill>
                  <a:srgbClr val="FFFFFF"/>
                </a:solidFill>
                <a:latin typeface="Tahoma"/>
                <a:cs typeface="Tahoma"/>
              </a:rPr>
              <a:t>enlace</a:t>
            </a:r>
            <a:r>
              <a:rPr dirty="0" sz="3050" spc="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spc="114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050" spc="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dos</a:t>
            </a:r>
            <a:r>
              <a:rPr dirty="0" sz="3050" spc="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spc="-25" b="1">
                <a:solidFill>
                  <a:srgbClr val="FFFFFF"/>
                </a:solidFill>
                <a:latin typeface="Tahoma"/>
                <a:cs typeface="Tahoma"/>
              </a:rPr>
              <a:t>tangentes</a:t>
            </a:r>
            <a:r>
              <a:rPr dirty="0" sz="3050" spc="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consecutivas</a:t>
            </a:r>
            <a:r>
              <a:rPr dirty="0" sz="3050" spc="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tal</a:t>
            </a:r>
            <a:r>
              <a:rPr dirty="0" sz="3050" spc="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spc="-25" b="1">
                <a:solidFill>
                  <a:srgbClr val="FFFFFF"/>
                </a:solidFill>
                <a:latin typeface="Tahoma"/>
                <a:cs typeface="Tahoma"/>
              </a:rPr>
              <a:t>que </a:t>
            </a:r>
            <a:r>
              <a:rPr dirty="0" sz="3050" spc="20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3050" spc="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lo</a:t>
            </a:r>
            <a:r>
              <a:rPr dirty="0" sz="3050" spc="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largo</a:t>
            </a:r>
            <a:r>
              <a:rPr dirty="0" sz="3050" spc="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spc="114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050" spc="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su</a:t>
            </a:r>
            <a:r>
              <a:rPr dirty="0" sz="3050" spc="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spc="-50" b="1">
                <a:solidFill>
                  <a:srgbClr val="FFFFFF"/>
                </a:solidFill>
                <a:latin typeface="Tahoma"/>
                <a:cs typeface="Tahoma"/>
              </a:rPr>
              <a:t>longitud</a:t>
            </a:r>
            <a:r>
              <a:rPr dirty="0" sz="3050" spc="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se</a:t>
            </a:r>
            <a:r>
              <a:rPr dirty="0" sz="3050" spc="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efectúa</a:t>
            </a:r>
            <a:r>
              <a:rPr dirty="0" sz="3050" spc="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el</a:t>
            </a:r>
            <a:r>
              <a:rPr dirty="0" sz="3050" spc="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spc="70" b="1">
                <a:solidFill>
                  <a:srgbClr val="FFFFFF"/>
                </a:solidFill>
                <a:latin typeface="Tahoma"/>
                <a:cs typeface="Tahoma"/>
              </a:rPr>
              <a:t>cambio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gradual</a:t>
            </a:r>
            <a:r>
              <a:rPr dirty="0" sz="3050" spc="340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050" spc="114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050" spc="36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3050" spc="350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tangente</a:t>
            </a:r>
            <a:r>
              <a:rPr dirty="0" sz="3050" spc="350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050" spc="114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050" spc="350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entrada</a:t>
            </a:r>
            <a:r>
              <a:rPr dirty="0" sz="3050" spc="36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050" spc="20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3050" spc="350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050" spc="-25" b="1">
                <a:solidFill>
                  <a:srgbClr val="FFFFFF"/>
                </a:solidFill>
                <a:latin typeface="Tahoma"/>
                <a:cs typeface="Tahoma"/>
              </a:rPr>
              <a:t>la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pendiente</a:t>
            </a:r>
            <a:r>
              <a:rPr dirty="0" sz="305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spc="114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050" spc="-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305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spc="-25" b="1">
                <a:solidFill>
                  <a:srgbClr val="FFFFFF"/>
                </a:solidFill>
                <a:latin typeface="Tahoma"/>
                <a:cs typeface="Tahoma"/>
              </a:rPr>
              <a:t>tangente</a:t>
            </a:r>
            <a:r>
              <a:rPr dirty="0" sz="305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spc="114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05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salida,</a:t>
            </a:r>
            <a:r>
              <a:rPr dirty="0" sz="3050" spc="-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spc="-10" b="1">
                <a:solidFill>
                  <a:srgbClr val="FFFFFF"/>
                </a:solidFill>
                <a:latin typeface="Tahoma"/>
                <a:cs typeface="Tahoma"/>
              </a:rPr>
              <a:t>facilitando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una</a:t>
            </a:r>
            <a:r>
              <a:rPr dirty="0" sz="3050" spc="1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operación</a:t>
            </a:r>
            <a:r>
              <a:rPr dirty="0" sz="3050" spc="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vehicular</a:t>
            </a:r>
            <a:r>
              <a:rPr dirty="0" sz="3050" spc="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segura</a:t>
            </a:r>
            <a:r>
              <a:rPr dirty="0" sz="3050" spc="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3050" spc="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spc="-10" b="1">
                <a:solidFill>
                  <a:srgbClr val="FFFFFF"/>
                </a:solidFill>
                <a:latin typeface="Tahoma"/>
                <a:cs typeface="Tahoma"/>
              </a:rPr>
              <a:t>confortable, </a:t>
            </a:r>
            <a:r>
              <a:rPr dirty="0" sz="3050" spc="114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050" spc="7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apariencia</a:t>
            </a:r>
            <a:r>
              <a:rPr dirty="0" sz="3050" spc="7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050" spc="50" b="1">
                <a:solidFill>
                  <a:srgbClr val="FFFFFF"/>
                </a:solidFill>
                <a:latin typeface="Tahoma"/>
                <a:cs typeface="Tahoma"/>
              </a:rPr>
              <a:t>agradable</a:t>
            </a:r>
            <a:r>
              <a:rPr dirty="0" sz="3050" spc="7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3050" spc="7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que</a:t>
            </a:r>
            <a:r>
              <a:rPr dirty="0" sz="3050" spc="7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050" b="1">
                <a:solidFill>
                  <a:srgbClr val="FFFFFF"/>
                </a:solidFill>
                <a:latin typeface="Tahoma"/>
                <a:cs typeface="Tahoma"/>
              </a:rPr>
              <a:t>permita</a:t>
            </a:r>
            <a:r>
              <a:rPr dirty="0" sz="3050" spc="7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050" spc="-25" b="1">
                <a:solidFill>
                  <a:srgbClr val="FFFFFF"/>
                </a:solidFill>
                <a:latin typeface="Tahoma"/>
                <a:cs typeface="Tahoma"/>
              </a:rPr>
              <a:t>un </a:t>
            </a:r>
            <a:r>
              <a:rPr dirty="0" sz="3050" spc="-10" b="1">
                <a:solidFill>
                  <a:srgbClr val="FFFFFF"/>
                </a:solidFill>
                <a:latin typeface="Tahoma"/>
                <a:cs typeface="Tahoma"/>
              </a:rPr>
              <a:t>drenaje</a:t>
            </a:r>
            <a:r>
              <a:rPr dirty="0" sz="3050" spc="-1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050" spc="85" b="1">
                <a:solidFill>
                  <a:srgbClr val="FFFFFF"/>
                </a:solidFill>
                <a:latin typeface="Tahoma"/>
                <a:cs typeface="Tahoma"/>
              </a:rPr>
              <a:t>adecuado.</a:t>
            </a:r>
            <a:endParaRPr sz="3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4629" y="1618035"/>
            <a:ext cx="8802370" cy="9652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5"/>
              </a:spcBef>
              <a:tabLst>
                <a:tab pos="2722880" algn="l"/>
              </a:tabLst>
            </a:pPr>
            <a:r>
              <a:rPr dirty="0" sz="3050"/>
              <a:t>La</a:t>
            </a:r>
            <a:r>
              <a:rPr dirty="0" sz="3050" spc="145"/>
              <a:t> </a:t>
            </a:r>
            <a:r>
              <a:rPr dirty="0" sz="3050"/>
              <a:t>curva</a:t>
            </a:r>
            <a:r>
              <a:rPr dirty="0" sz="3050" spc="180"/>
              <a:t> </a:t>
            </a:r>
            <a:r>
              <a:rPr dirty="0" sz="3050" spc="90"/>
              <a:t>que</a:t>
            </a:r>
            <a:r>
              <a:rPr dirty="0" sz="3050" spc="150"/>
              <a:t> </a:t>
            </a:r>
            <a:r>
              <a:rPr dirty="0" sz="3050"/>
              <a:t>permite</a:t>
            </a:r>
            <a:r>
              <a:rPr dirty="0" sz="3050" spc="155"/>
              <a:t> </a:t>
            </a:r>
            <a:r>
              <a:rPr dirty="0" sz="3050"/>
              <a:t>enlazar</a:t>
            </a:r>
            <a:r>
              <a:rPr dirty="0" sz="3050" spc="130"/>
              <a:t> </a:t>
            </a:r>
            <a:r>
              <a:rPr dirty="0" sz="3050"/>
              <a:t>dos</a:t>
            </a:r>
            <a:r>
              <a:rPr dirty="0" sz="3050" spc="155"/>
              <a:t> </a:t>
            </a:r>
            <a:r>
              <a:rPr dirty="0" sz="3050" spc="-10"/>
              <a:t>tangentes consecutivas</a:t>
            </a:r>
            <a:r>
              <a:rPr dirty="0" sz="3050"/>
              <a:t>	</a:t>
            </a:r>
            <a:r>
              <a:rPr dirty="0" sz="3050" spc="-114"/>
              <a:t>es</a:t>
            </a:r>
            <a:r>
              <a:rPr dirty="0" sz="3050" spc="-225"/>
              <a:t> </a:t>
            </a:r>
            <a:r>
              <a:rPr dirty="0" sz="3050" spc="-25"/>
              <a:t>la:</a:t>
            </a:r>
            <a:endParaRPr sz="305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3235325">
              <a:lnSpc>
                <a:spcPct val="100000"/>
              </a:lnSpc>
              <a:spcBef>
                <a:spcPts val="114"/>
              </a:spcBef>
            </a:pPr>
            <a:r>
              <a:rPr dirty="0" spc="-10"/>
              <a:t>PARABOLA</a:t>
            </a:r>
          </a:p>
          <a:p>
            <a:pPr marL="435609" indent="-422909">
              <a:lnSpc>
                <a:spcPct val="100000"/>
              </a:lnSpc>
              <a:spcBef>
                <a:spcPts val="2355"/>
              </a:spcBef>
              <a:buClr>
                <a:srgbClr val="FF388C"/>
              </a:buClr>
              <a:buSzPct val="80327"/>
              <a:buFont typeface="Wingdings"/>
              <a:buChar char=""/>
              <a:tabLst>
                <a:tab pos="435609" algn="l"/>
              </a:tabLst>
            </a:pPr>
            <a:r>
              <a:rPr dirty="0" sz="3050" spc="-130"/>
              <a:t>Permite</a:t>
            </a:r>
            <a:r>
              <a:rPr dirty="0" sz="3050" spc="-95"/>
              <a:t> </a:t>
            </a:r>
            <a:r>
              <a:rPr dirty="0" sz="3050" spc="-55"/>
              <a:t>un</a:t>
            </a:r>
            <a:r>
              <a:rPr dirty="0" sz="3050" spc="-85"/>
              <a:t> </a:t>
            </a:r>
            <a:r>
              <a:rPr dirty="0" sz="3050" spc="85"/>
              <a:t>cambio</a:t>
            </a:r>
            <a:r>
              <a:rPr dirty="0" sz="3050" spc="-100"/>
              <a:t> </a:t>
            </a:r>
            <a:r>
              <a:rPr dirty="0" sz="3050" spc="-10"/>
              <a:t>gradual.</a:t>
            </a:r>
            <a:endParaRPr sz="3050"/>
          </a:p>
          <a:p>
            <a:pPr marL="435609" indent="-422909">
              <a:lnSpc>
                <a:spcPct val="100000"/>
              </a:lnSpc>
              <a:spcBef>
                <a:spcPts val="780"/>
              </a:spcBef>
              <a:buClr>
                <a:srgbClr val="FF388C"/>
              </a:buClr>
              <a:buSzPct val="80327"/>
              <a:buFont typeface="Wingdings"/>
              <a:buChar char=""/>
              <a:tabLst>
                <a:tab pos="435609" algn="l"/>
              </a:tabLst>
            </a:pPr>
            <a:r>
              <a:rPr dirty="0" sz="3050" spc="-45"/>
              <a:t>Facilita</a:t>
            </a:r>
            <a:r>
              <a:rPr dirty="0" sz="3050" spc="5"/>
              <a:t> </a:t>
            </a:r>
            <a:r>
              <a:rPr dirty="0" sz="3050"/>
              <a:t>la</a:t>
            </a:r>
            <a:r>
              <a:rPr dirty="0" sz="3050" spc="40"/>
              <a:t> </a:t>
            </a:r>
            <a:r>
              <a:rPr dirty="0" sz="3050"/>
              <a:t>operación</a:t>
            </a:r>
            <a:r>
              <a:rPr dirty="0" sz="3050" spc="-30"/>
              <a:t> </a:t>
            </a:r>
            <a:r>
              <a:rPr dirty="0" sz="3050" spc="-10"/>
              <a:t>vehicular.</a:t>
            </a:r>
            <a:endParaRPr sz="3050"/>
          </a:p>
          <a:p>
            <a:pPr marL="435609" indent="-422909">
              <a:lnSpc>
                <a:spcPct val="100000"/>
              </a:lnSpc>
              <a:spcBef>
                <a:spcPts val="785"/>
              </a:spcBef>
              <a:buClr>
                <a:srgbClr val="FF388C"/>
              </a:buClr>
              <a:buSzPct val="80327"/>
              <a:buFont typeface="Wingdings"/>
              <a:buChar char=""/>
              <a:tabLst>
                <a:tab pos="435609" algn="l"/>
              </a:tabLst>
            </a:pPr>
            <a:r>
              <a:rPr dirty="0" sz="3050" spc="-105"/>
              <a:t>Brinda</a:t>
            </a:r>
            <a:r>
              <a:rPr dirty="0" sz="3050" spc="100"/>
              <a:t> </a:t>
            </a:r>
            <a:r>
              <a:rPr dirty="0" sz="3050"/>
              <a:t>apariencia</a:t>
            </a:r>
            <a:r>
              <a:rPr dirty="0" sz="3050" spc="65"/>
              <a:t> </a:t>
            </a:r>
            <a:r>
              <a:rPr dirty="0" sz="3050" spc="-10"/>
              <a:t>agradable.</a:t>
            </a:r>
            <a:endParaRPr sz="3050"/>
          </a:p>
          <a:p>
            <a:pPr marL="435609" indent="-422909">
              <a:lnSpc>
                <a:spcPct val="100000"/>
              </a:lnSpc>
              <a:spcBef>
                <a:spcPts val="765"/>
              </a:spcBef>
              <a:buClr>
                <a:srgbClr val="FF388C"/>
              </a:buClr>
              <a:buSzPct val="80327"/>
              <a:buFont typeface="Wingdings"/>
              <a:buChar char=""/>
              <a:tabLst>
                <a:tab pos="435609" algn="l"/>
              </a:tabLst>
            </a:pPr>
            <a:r>
              <a:rPr dirty="0" sz="3050" spc="-130"/>
              <a:t>Permite</a:t>
            </a:r>
            <a:r>
              <a:rPr dirty="0" sz="3050" spc="-60"/>
              <a:t> </a:t>
            </a:r>
            <a:r>
              <a:rPr dirty="0" sz="3050" spc="130"/>
              <a:t>adecuado</a:t>
            </a:r>
            <a:r>
              <a:rPr dirty="0" sz="3050" spc="-60"/>
              <a:t> </a:t>
            </a:r>
            <a:r>
              <a:rPr dirty="0" sz="3050" spc="-10"/>
              <a:t>drenaje.</a:t>
            </a:r>
            <a:endParaRPr sz="3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1338" y="464058"/>
            <a:ext cx="7459979" cy="30327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7546" y="933450"/>
            <a:ext cx="2618231" cy="30327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6615" y="1589532"/>
            <a:ext cx="9188196" cy="59131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6192" y="243840"/>
            <a:ext cx="4511039" cy="290169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8726" y="681990"/>
            <a:ext cx="2276856" cy="19811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19477" y="983741"/>
            <a:ext cx="2435351" cy="19811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98953" y="1285494"/>
            <a:ext cx="1685544" cy="19812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2959607"/>
            <a:ext cx="6487667" cy="46741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8165" y="377190"/>
            <a:ext cx="7621524" cy="52882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240530" y="1136141"/>
            <a:ext cx="1795780" cy="407034"/>
            <a:chOff x="4240530" y="1136141"/>
            <a:chExt cx="1795780" cy="407034"/>
          </a:xfrm>
        </p:grpSpPr>
        <p:sp>
          <p:nvSpPr>
            <p:cNvPr id="4" name="object 4" descr=""/>
            <p:cNvSpPr/>
            <p:nvPr/>
          </p:nvSpPr>
          <p:spPr>
            <a:xfrm>
              <a:off x="4244340" y="1139951"/>
              <a:ext cx="1788160" cy="399415"/>
            </a:xfrm>
            <a:custGeom>
              <a:avLst/>
              <a:gdLst/>
              <a:ahLst/>
              <a:cxnLst/>
              <a:rect l="l" t="t" r="r" b="b"/>
              <a:pathLst>
                <a:path w="1788160" h="399415">
                  <a:moveTo>
                    <a:pt x="1496568" y="390144"/>
                  </a:moveTo>
                  <a:lnTo>
                    <a:pt x="1420367" y="390144"/>
                  </a:lnTo>
                  <a:lnTo>
                    <a:pt x="1568196" y="9144"/>
                  </a:lnTo>
                  <a:lnTo>
                    <a:pt x="1641348" y="9144"/>
                  </a:lnTo>
                  <a:lnTo>
                    <a:pt x="1679972" y="109728"/>
                  </a:lnTo>
                  <a:lnTo>
                    <a:pt x="1604772" y="109728"/>
                  </a:lnTo>
                  <a:lnTo>
                    <a:pt x="1554480" y="240792"/>
                  </a:lnTo>
                  <a:lnTo>
                    <a:pt x="1730300" y="240792"/>
                  </a:lnTo>
                  <a:lnTo>
                    <a:pt x="1757220" y="310896"/>
                  </a:lnTo>
                  <a:lnTo>
                    <a:pt x="1527048" y="310896"/>
                  </a:lnTo>
                  <a:lnTo>
                    <a:pt x="1496568" y="390144"/>
                  </a:lnTo>
                  <a:close/>
                </a:path>
                <a:path w="1788160" h="399415">
                  <a:moveTo>
                    <a:pt x="1730300" y="240792"/>
                  </a:moveTo>
                  <a:lnTo>
                    <a:pt x="1656588" y="240792"/>
                  </a:lnTo>
                  <a:lnTo>
                    <a:pt x="1604772" y="109728"/>
                  </a:lnTo>
                  <a:lnTo>
                    <a:pt x="1679972" y="109728"/>
                  </a:lnTo>
                  <a:lnTo>
                    <a:pt x="1730300" y="240792"/>
                  </a:lnTo>
                  <a:close/>
                </a:path>
                <a:path w="1788160" h="399415">
                  <a:moveTo>
                    <a:pt x="1787652" y="390144"/>
                  </a:moveTo>
                  <a:lnTo>
                    <a:pt x="1712976" y="390144"/>
                  </a:lnTo>
                  <a:lnTo>
                    <a:pt x="1682496" y="310896"/>
                  </a:lnTo>
                  <a:lnTo>
                    <a:pt x="1757220" y="310896"/>
                  </a:lnTo>
                  <a:lnTo>
                    <a:pt x="1787652" y="390144"/>
                  </a:lnTo>
                  <a:close/>
                </a:path>
                <a:path w="1788160" h="399415">
                  <a:moveTo>
                    <a:pt x="848867" y="390144"/>
                  </a:moveTo>
                  <a:lnTo>
                    <a:pt x="777240" y="390144"/>
                  </a:lnTo>
                  <a:lnTo>
                    <a:pt x="777240" y="9144"/>
                  </a:lnTo>
                  <a:lnTo>
                    <a:pt x="853440" y="9144"/>
                  </a:lnTo>
                  <a:lnTo>
                    <a:pt x="882919" y="9739"/>
                  </a:lnTo>
                  <a:lnTo>
                    <a:pt x="927592" y="14930"/>
                  </a:lnTo>
                  <a:lnTo>
                    <a:pt x="967549" y="34861"/>
                  </a:lnTo>
                  <a:lnTo>
                    <a:pt x="993790" y="71294"/>
                  </a:lnTo>
                  <a:lnTo>
                    <a:pt x="996578" y="79248"/>
                  </a:lnTo>
                  <a:lnTo>
                    <a:pt x="848867" y="79248"/>
                  </a:lnTo>
                  <a:lnTo>
                    <a:pt x="848867" y="158496"/>
                  </a:lnTo>
                  <a:lnTo>
                    <a:pt x="996638" y="158496"/>
                  </a:lnTo>
                  <a:lnTo>
                    <a:pt x="992504" y="169449"/>
                  </a:lnTo>
                  <a:lnTo>
                    <a:pt x="962405" y="204787"/>
                  </a:lnTo>
                  <a:lnTo>
                    <a:pt x="931163" y="220980"/>
                  </a:lnTo>
                  <a:lnTo>
                    <a:pt x="935214" y="228600"/>
                  </a:lnTo>
                  <a:lnTo>
                    <a:pt x="848867" y="228600"/>
                  </a:lnTo>
                  <a:lnTo>
                    <a:pt x="848867" y="390144"/>
                  </a:lnTo>
                  <a:close/>
                </a:path>
                <a:path w="1788160" h="399415">
                  <a:moveTo>
                    <a:pt x="996638" y="158496"/>
                  </a:moveTo>
                  <a:lnTo>
                    <a:pt x="871727" y="158496"/>
                  </a:lnTo>
                  <a:lnTo>
                    <a:pt x="887682" y="157924"/>
                  </a:lnTo>
                  <a:lnTo>
                    <a:pt x="901064" y="156210"/>
                  </a:lnTo>
                  <a:lnTo>
                    <a:pt x="931830" y="128563"/>
                  </a:lnTo>
                  <a:lnTo>
                    <a:pt x="932688" y="118872"/>
                  </a:lnTo>
                  <a:lnTo>
                    <a:pt x="932688" y="109728"/>
                  </a:lnTo>
                  <a:lnTo>
                    <a:pt x="902327" y="81819"/>
                  </a:lnTo>
                  <a:lnTo>
                    <a:pt x="868679" y="79248"/>
                  </a:lnTo>
                  <a:lnTo>
                    <a:pt x="996578" y="79248"/>
                  </a:lnTo>
                  <a:lnTo>
                    <a:pt x="998981" y="86106"/>
                  </a:lnTo>
                  <a:lnTo>
                    <a:pt x="1001887" y="102060"/>
                  </a:lnTo>
                  <a:lnTo>
                    <a:pt x="1002791" y="118872"/>
                  </a:lnTo>
                  <a:lnTo>
                    <a:pt x="1001678" y="136969"/>
                  </a:lnTo>
                  <a:lnTo>
                    <a:pt x="1001648" y="137445"/>
                  </a:lnTo>
                  <a:lnTo>
                    <a:pt x="998219" y="154305"/>
                  </a:lnTo>
                  <a:lnTo>
                    <a:pt x="996638" y="158496"/>
                  </a:lnTo>
                  <a:close/>
                </a:path>
                <a:path w="1788160" h="399415">
                  <a:moveTo>
                    <a:pt x="1021080" y="390144"/>
                  </a:moveTo>
                  <a:lnTo>
                    <a:pt x="941832" y="390144"/>
                  </a:lnTo>
                  <a:lnTo>
                    <a:pt x="856488" y="228600"/>
                  </a:lnTo>
                  <a:lnTo>
                    <a:pt x="935214" y="228600"/>
                  </a:lnTo>
                  <a:lnTo>
                    <a:pt x="1021080" y="390144"/>
                  </a:lnTo>
                  <a:close/>
                </a:path>
                <a:path w="1788160" h="399415">
                  <a:moveTo>
                    <a:pt x="1255776" y="390144"/>
                  </a:moveTo>
                  <a:lnTo>
                    <a:pt x="1185671" y="390144"/>
                  </a:lnTo>
                  <a:lnTo>
                    <a:pt x="1051559" y="9144"/>
                  </a:lnTo>
                  <a:lnTo>
                    <a:pt x="1124711" y="9144"/>
                  </a:lnTo>
                  <a:lnTo>
                    <a:pt x="1220723" y="278892"/>
                  </a:lnTo>
                  <a:lnTo>
                    <a:pt x="1295826" y="278892"/>
                  </a:lnTo>
                  <a:lnTo>
                    <a:pt x="1255776" y="390144"/>
                  </a:lnTo>
                  <a:close/>
                </a:path>
                <a:path w="1788160" h="399415">
                  <a:moveTo>
                    <a:pt x="1295826" y="278892"/>
                  </a:moveTo>
                  <a:lnTo>
                    <a:pt x="1220723" y="278892"/>
                  </a:lnTo>
                  <a:lnTo>
                    <a:pt x="1318260" y="9144"/>
                  </a:lnTo>
                  <a:lnTo>
                    <a:pt x="1392936" y="9144"/>
                  </a:lnTo>
                  <a:lnTo>
                    <a:pt x="1295826" y="278892"/>
                  </a:lnTo>
                  <a:close/>
                </a:path>
                <a:path w="1788160" h="399415">
                  <a:moveTo>
                    <a:pt x="559307" y="399288"/>
                  </a:moveTo>
                  <a:lnTo>
                    <a:pt x="519874" y="394716"/>
                  </a:lnTo>
                  <a:lnTo>
                    <a:pt x="472178" y="370379"/>
                  </a:lnTo>
                  <a:lnTo>
                    <a:pt x="441959" y="332232"/>
                  </a:lnTo>
                  <a:lnTo>
                    <a:pt x="433006" y="294513"/>
                  </a:lnTo>
                  <a:lnTo>
                    <a:pt x="429767" y="236220"/>
                  </a:lnTo>
                  <a:lnTo>
                    <a:pt x="429767" y="9144"/>
                  </a:lnTo>
                  <a:lnTo>
                    <a:pt x="502919" y="9144"/>
                  </a:lnTo>
                  <a:lnTo>
                    <a:pt x="502919" y="256032"/>
                  </a:lnTo>
                  <a:lnTo>
                    <a:pt x="503057" y="262747"/>
                  </a:lnTo>
                  <a:lnTo>
                    <a:pt x="503163" y="267938"/>
                  </a:lnTo>
                  <a:lnTo>
                    <a:pt x="503205" y="270009"/>
                  </a:lnTo>
                  <a:lnTo>
                    <a:pt x="504062" y="282130"/>
                  </a:lnTo>
                  <a:lnTo>
                    <a:pt x="520350" y="316944"/>
                  </a:lnTo>
                  <a:lnTo>
                    <a:pt x="548798" y="328612"/>
                  </a:lnTo>
                  <a:lnTo>
                    <a:pt x="548540" y="328612"/>
                  </a:lnTo>
                  <a:lnTo>
                    <a:pt x="557783" y="329184"/>
                  </a:lnTo>
                  <a:lnTo>
                    <a:pt x="675943" y="329184"/>
                  </a:lnTo>
                  <a:lnTo>
                    <a:pt x="671893" y="337375"/>
                  </a:lnTo>
                  <a:lnTo>
                    <a:pt x="647176" y="368498"/>
                  </a:lnTo>
                  <a:lnTo>
                    <a:pt x="614171" y="390144"/>
                  </a:lnTo>
                  <a:lnTo>
                    <a:pt x="574095" y="398716"/>
                  </a:lnTo>
                  <a:lnTo>
                    <a:pt x="559307" y="399288"/>
                  </a:lnTo>
                  <a:close/>
                </a:path>
                <a:path w="1788160" h="399415">
                  <a:moveTo>
                    <a:pt x="675943" y="329184"/>
                  </a:moveTo>
                  <a:lnTo>
                    <a:pt x="557783" y="329184"/>
                  </a:lnTo>
                  <a:lnTo>
                    <a:pt x="566642" y="328612"/>
                  </a:lnTo>
                  <a:lnTo>
                    <a:pt x="574928" y="326898"/>
                  </a:lnTo>
                  <a:lnTo>
                    <a:pt x="609599" y="298704"/>
                  </a:lnTo>
                  <a:lnTo>
                    <a:pt x="614171" y="246888"/>
                  </a:lnTo>
                  <a:lnTo>
                    <a:pt x="614171" y="9144"/>
                  </a:lnTo>
                  <a:lnTo>
                    <a:pt x="687323" y="9144"/>
                  </a:lnTo>
                  <a:lnTo>
                    <a:pt x="687199" y="246888"/>
                  </a:lnTo>
                  <a:lnTo>
                    <a:pt x="687092" y="256032"/>
                  </a:lnTo>
                  <a:lnTo>
                    <a:pt x="687014" y="262747"/>
                  </a:lnTo>
                  <a:lnTo>
                    <a:pt x="685990" y="284988"/>
                  </a:lnTo>
                  <a:lnTo>
                    <a:pt x="684109" y="302656"/>
                  </a:lnTo>
                  <a:lnTo>
                    <a:pt x="681238" y="315420"/>
                  </a:lnTo>
                  <a:lnTo>
                    <a:pt x="677203" y="326636"/>
                  </a:lnTo>
                  <a:lnTo>
                    <a:pt x="675943" y="329184"/>
                  </a:lnTo>
                  <a:close/>
                </a:path>
                <a:path w="1788160" h="399415">
                  <a:moveTo>
                    <a:pt x="202691" y="399288"/>
                  </a:moveTo>
                  <a:lnTo>
                    <a:pt x="160115" y="395835"/>
                  </a:lnTo>
                  <a:lnTo>
                    <a:pt x="121538" y="385381"/>
                  </a:lnTo>
                  <a:lnTo>
                    <a:pt x="86963" y="367784"/>
                  </a:lnTo>
                  <a:lnTo>
                    <a:pt x="56387" y="342900"/>
                  </a:lnTo>
                  <a:lnTo>
                    <a:pt x="31503" y="313205"/>
                  </a:lnTo>
                  <a:lnTo>
                    <a:pt x="13906" y="279082"/>
                  </a:lnTo>
                  <a:lnTo>
                    <a:pt x="3452" y="240672"/>
                  </a:lnTo>
                  <a:lnTo>
                    <a:pt x="123" y="199644"/>
                  </a:lnTo>
                  <a:lnTo>
                    <a:pt x="0" y="198120"/>
                  </a:lnTo>
                  <a:lnTo>
                    <a:pt x="1690" y="171045"/>
                  </a:lnTo>
                  <a:lnTo>
                    <a:pt x="14787" y="120324"/>
                  </a:lnTo>
                  <a:lnTo>
                    <a:pt x="39909" y="76700"/>
                  </a:lnTo>
                  <a:lnTo>
                    <a:pt x="76485" y="40743"/>
                  </a:lnTo>
                  <a:lnTo>
                    <a:pt x="123610" y="14144"/>
                  </a:lnTo>
                  <a:lnTo>
                    <a:pt x="175569" y="1476"/>
                  </a:lnTo>
                  <a:lnTo>
                    <a:pt x="202691" y="0"/>
                  </a:lnTo>
                  <a:lnTo>
                    <a:pt x="226409" y="1166"/>
                  </a:lnTo>
                  <a:lnTo>
                    <a:pt x="272129" y="10929"/>
                  </a:lnTo>
                  <a:lnTo>
                    <a:pt x="315015" y="30337"/>
                  </a:lnTo>
                  <a:lnTo>
                    <a:pt x="352210" y="58816"/>
                  </a:lnTo>
                  <a:lnTo>
                    <a:pt x="362987" y="70104"/>
                  </a:lnTo>
                  <a:lnTo>
                    <a:pt x="202691" y="70104"/>
                  </a:lnTo>
                  <a:lnTo>
                    <a:pt x="176379" y="72390"/>
                  </a:lnTo>
                  <a:lnTo>
                    <a:pt x="130039" y="90678"/>
                  </a:lnTo>
                  <a:lnTo>
                    <a:pt x="93725" y="126349"/>
                  </a:lnTo>
                  <a:lnTo>
                    <a:pt x="75437" y="173116"/>
                  </a:lnTo>
                  <a:lnTo>
                    <a:pt x="73151" y="199644"/>
                  </a:lnTo>
                  <a:lnTo>
                    <a:pt x="74056" y="217622"/>
                  </a:lnTo>
                  <a:lnTo>
                    <a:pt x="89916" y="266700"/>
                  </a:lnTo>
                  <a:lnTo>
                    <a:pt x="121634" y="303561"/>
                  </a:lnTo>
                  <a:lnTo>
                    <a:pt x="168020" y="325374"/>
                  </a:lnTo>
                  <a:lnTo>
                    <a:pt x="202691" y="329184"/>
                  </a:lnTo>
                  <a:lnTo>
                    <a:pt x="364012" y="329184"/>
                  </a:lnTo>
                  <a:lnTo>
                    <a:pt x="346757" y="345257"/>
                  </a:lnTo>
                  <a:lnTo>
                    <a:pt x="306847" y="374356"/>
                  </a:lnTo>
                  <a:lnTo>
                    <a:pt x="268271" y="390929"/>
                  </a:lnTo>
                  <a:lnTo>
                    <a:pt x="225885" y="398406"/>
                  </a:lnTo>
                  <a:lnTo>
                    <a:pt x="202691" y="399288"/>
                  </a:lnTo>
                  <a:close/>
                </a:path>
                <a:path w="1788160" h="399415">
                  <a:moveTo>
                    <a:pt x="318516" y="124968"/>
                  </a:moveTo>
                  <a:lnTo>
                    <a:pt x="291631" y="100965"/>
                  </a:lnTo>
                  <a:lnTo>
                    <a:pt x="263461" y="83820"/>
                  </a:lnTo>
                  <a:lnTo>
                    <a:pt x="233862" y="73533"/>
                  </a:lnTo>
                  <a:lnTo>
                    <a:pt x="202691" y="70104"/>
                  </a:lnTo>
                  <a:lnTo>
                    <a:pt x="362987" y="70104"/>
                  </a:lnTo>
                  <a:lnTo>
                    <a:pt x="368808" y="76200"/>
                  </a:lnTo>
                  <a:lnTo>
                    <a:pt x="318516" y="124968"/>
                  </a:lnTo>
                  <a:close/>
                </a:path>
                <a:path w="1788160" h="399415">
                  <a:moveTo>
                    <a:pt x="364012" y="329184"/>
                  </a:moveTo>
                  <a:lnTo>
                    <a:pt x="202691" y="329184"/>
                  </a:lnTo>
                  <a:lnTo>
                    <a:pt x="218384" y="328588"/>
                  </a:lnTo>
                  <a:lnTo>
                    <a:pt x="233362" y="326707"/>
                  </a:lnTo>
                  <a:lnTo>
                    <a:pt x="274367" y="311419"/>
                  </a:lnTo>
                  <a:lnTo>
                    <a:pt x="318516" y="275844"/>
                  </a:lnTo>
                  <a:lnTo>
                    <a:pt x="367283" y="326136"/>
                  </a:lnTo>
                  <a:lnTo>
                    <a:pt x="364012" y="329184"/>
                  </a:lnTo>
                  <a:close/>
                </a:path>
              </a:pathLst>
            </a:custGeom>
            <a:solidFill>
              <a:srgbClr val="FF5B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98820" y="1249679"/>
              <a:ext cx="102235" cy="131445"/>
            </a:xfrm>
            <a:custGeom>
              <a:avLst/>
              <a:gdLst/>
              <a:ahLst/>
              <a:cxnLst/>
              <a:rect l="l" t="t" r="r" b="b"/>
              <a:pathLst>
                <a:path w="102235" h="131444">
                  <a:moveTo>
                    <a:pt x="50291" y="0"/>
                  </a:moveTo>
                  <a:lnTo>
                    <a:pt x="0" y="131064"/>
                  </a:lnTo>
                  <a:lnTo>
                    <a:pt x="102107" y="131064"/>
                  </a:lnTo>
                  <a:lnTo>
                    <a:pt x="50291" y="0"/>
                  </a:lnTo>
                  <a:close/>
                </a:path>
              </a:pathLst>
            </a:custGeom>
            <a:ln w="7620">
              <a:solidFill>
                <a:srgbClr val="AF235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9398" y="1215389"/>
              <a:ext cx="91440" cy="8686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244340" y="1139951"/>
              <a:ext cx="1788160" cy="399415"/>
            </a:xfrm>
            <a:custGeom>
              <a:avLst/>
              <a:gdLst/>
              <a:ahLst/>
              <a:cxnLst/>
              <a:rect l="l" t="t" r="r" b="b"/>
              <a:pathLst>
                <a:path w="1788160" h="399415">
                  <a:moveTo>
                    <a:pt x="1568195" y="9143"/>
                  </a:moveTo>
                  <a:lnTo>
                    <a:pt x="1641347" y="9143"/>
                  </a:lnTo>
                  <a:lnTo>
                    <a:pt x="1787651" y="390144"/>
                  </a:lnTo>
                  <a:lnTo>
                    <a:pt x="1712975" y="390144"/>
                  </a:lnTo>
                  <a:lnTo>
                    <a:pt x="1682495" y="310896"/>
                  </a:lnTo>
                  <a:lnTo>
                    <a:pt x="1527047" y="310896"/>
                  </a:lnTo>
                  <a:lnTo>
                    <a:pt x="1496567" y="390144"/>
                  </a:lnTo>
                  <a:lnTo>
                    <a:pt x="1420367" y="390144"/>
                  </a:lnTo>
                  <a:lnTo>
                    <a:pt x="1568195" y="9143"/>
                  </a:lnTo>
                  <a:close/>
                </a:path>
                <a:path w="1788160" h="399415">
                  <a:moveTo>
                    <a:pt x="1051559" y="9143"/>
                  </a:moveTo>
                  <a:lnTo>
                    <a:pt x="1124711" y="9143"/>
                  </a:lnTo>
                  <a:lnTo>
                    <a:pt x="1220723" y="278891"/>
                  </a:lnTo>
                  <a:lnTo>
                    <a:pt x="1318259" y="9143"/>
                  </a:lnTo>
                  <a:lnTo>
                    <a:pt x="1392935" y="9143"/>
                  </a:lnTo>
                  <a:lnTo>
                    <a:pt x="1255775" y="390144"/>
                  </a:lnTo>
                  <a:lnTo>
                    <a:pt x="1185671" y="390144"/>
                  </a:lnTo>
                  <a:lnTo>
                    <a:pt x="1051559" y="9143"/>
                  </a:lnTo>
                  <a:close/>
                </a:path>
                <a:path w="1788160" h="399415">
                  <a:moveTo>
                    <a:pt x="777239" y="9143"/>
                  </a:moveTo>
                  <a:lnTo>
                    <a:pt x="853439" y="9143"/>
                  </a:lnTo>
                  <a:lnTo>
                    <a:pt x="882919" y="9739"/>
                  </a:lnTo>
                  <a:lnTo>
                    <a:pt x="927592" y="14930"/>
                  </a:lnTo>
                  <a:lnTo>
                    <a:pt x="967549" y="34861"/>
                  </a:lnTo>
                  <a:lnTo>
                    <a:pt x="993790" y="71294"/>
                  </a:lnTo>
                  <a:lnTo>
                    <a:pt x="1002791" y="118871"/>
                  </a:lnTo>
                  <a:lnTo>
                    <a:pt x="1001648" y="137445"/>
                  </a:lnTo>
                  <a:lnTo>
                    <a:pt x="984503" y="182879"/>
                  </a:lnTo>
                  <a:lnTo>
                    <a:pt x="948070" y="213526"/>
                  </a:lnTo>
                  <a:lnTo>
                    <a:pt x="931163" y="220979"/>
                  </a:lnTo>
                  <a:lnTo>
                    <a:pt x="1021079" y="390144"/>
                  </a:lnTo>
                  <a:lnTo>
                    <a:pt x="941831" y="390144"/>
                  </a:lnTo>
                  <a:lnTo>
                    <a:pt x="856487" y="228599"/>
                  </a:lnTo>
                  <a:lnTo>
                    <a:pt x="848867" y="228599"/>
                  </a:lnTo>
                  <a:lnTo>
                    <a:pt x="848867" y="390144"/>
                  </a:lnTo>
                  <a:lnTo>
                    <a:pt x="777239" y="390144"/>
                  </a:lnTo>
                  <a:lnTo>
                    <a:pt x="777239" y="9143"/>
                  </a:lnTo>
                  <a:close/>
                </a:path>
                <a:path w="1788160" h="399415">
                  <a:moveTo>
                    <a:pt x="429767" y="9143"/>
                  </a:moveTo>
                  <a:lnTo>
                    <a:pt x="502919" y="9143"/>
                  </a:lnTo>
                  <a:lnTo>
                    <a:pt x="502919" y="256031"/>
                  </a:lnTo>
                  <a:lnTo>
                    <a:pt x="503205" y="270009"/>
                  </a:lnTo>
                  <a:lnTo>
                    <a:pt x="515492" y="312038"/>
                  </a:lnTo>
                  <a:lnTo>
                    <a:pt x="557783" y="329184"/>
                  </a:lnTo>
                  <a:lnTo>
                    <a:pt x="566642" y="328612"/>
                  </a:lnTo>
                  <a:lnTo>
                    <a:pt x="601408" y="310514"/>
                  </a:lnTo>
                  <a:lnTo>
                    <a:pt x="613886" y="263985"/>
                  </a:lnTo>
                  <a:lnTo>
                    <a:pt x="614171" y="246887"/>
                  </a:lnTo>
                  <a:lnTo>
                    <a:pt x="614171" y="9143"/>
                  </a:lnTo>
                  <a:lnTo>
                    <a:pt x="687323" y="9143"/>
                  </a:lnTo>
                  <a:lnTo>
                    <a:pt x="687323" y="236219"/>
                  </a:lnTo>
                  <a:lnTo>
                    <a:pt x="687014" y="262747"/>
                  </a:lnTo>
                  <a:lnTo>
                    <a:pt x="684109" y="302656"/>
                  </a:lnTo>
                  <a:lnTo>
                    <a:pt x="665154" y="347829"/>
                  </a:lnTo>
                  <a:lnTo>
                    <a:pt x="636650" y="376999"/>
                  </a:lnTo>
                  <a:lnTo>
                    <a:pt x="601956" y="394144"/>
                  </a:lnTo>
                  <a:lnTo>
                    <a:pt x="559307" y="399287"/>
                  </a:lnTo>
                  <a:lnTo>
                    <a:pt x="538662" y="398144"/>
                  </a:lnTo>
                  <a:lnTo>
                    <a:pt x="486155" y="380999"/>
                  </a:lnTo>
                  <a:lnTo>
                    <a:pt x="449937" y="346281"/>
                  </a:lnTo>
                  <a:lnTo>
                    <a:pt x="433006" y="294513"/>
                  </a:lnTo>
                  <a:lnTo>
                    <a:pt x="429767" y="236219"/>
                  </a:lnTo>
                  <a:lnTo>
                    <a:pt x="429767" y="9143"/>
                  </a:lnTo>
                  <a:close/>
                </a:path>
                <a:path w="1788160" h="399415">
                  <a:moveTo>
                    <a:pt x="202691" y="0"/>
                  </a:moveTo>
                  <a:lnTo>
                    <a:pt x="249554" y="4762"/>
                  </a:lnTo>
                  <a:lnTo>
                    <a:pt x="294131" y="19811"/>
                  </a:lnTo>
                  <a:lnTo>
                    <a:pt x="334327" y="43433"/>
                  </a:lnTo>
                  <a:lnTo>
                    <a:pt x="368808" y="76199"/>
                  </a:lnTo>
                  <a:lnTo>
                    <a:pt x="318516" y="124967"/>
                  </a:lnTo>
                  <a:lnTo>
                    <a:pt x="291631" y="100964"/>
                  </a:lnTo>
                  <a:lnTo>
                    <a:pt x="263461" y="83819"/>
                  </a:lnTo>
                  <a:lnTo>
                    <a:pt x="233862" y="73532"/>
                  </a:lnTo>
                  <a:lnTo>
                    <a:pt x="202691" y="70103"/>
                  </a:lnTo>
                  <a:lnTo>
                    <a:pt x="176379" y="72389"/>
                  </a:lnTo>
                  <a:lnTo>
                    <a:pt x="130039" y="90677"/>
                  </a:lnTo>
                  <a:lnTo>
                    <a:pt x="93725" y="126349"/>
                  </a:lnTo>
                  <a:lnTo>
                    <a:pt x="75437" y="173116"/>
                  </a:lnTo>
                  <a:lnTo>
                    <a:pt x="73151" y="199643"/>
                  </a:lnTo>
                  <a:lnTo>
                    <a:pt x="74056" y="217622"/>
                  </a:lnTo>
                  <a:lnTo>
                    <a:pt x="89916" y="266699"/>
                  </a:lnTo>
                  <a:lnTo>
                    <a:pt x="121634" y="303561"/>
                  </a:lnTo>
                  <a:lnTo>
                    <a:pt x="168020" y="325374"/>
                  </a:lnTo>
                  <a:lnTo>
                    <a:pt x="202691" y="329184"/>
                  </a:lnTo>
                  <a:lnTo>
                    <a:pt x="218384" y="328588"/>
                  </a:lnTo>
                  <a:lnTo>
                    <a:pt x="260604" y="318515"/>
                  </a:lnTo>
                  <a:lnTo>
                    <a:pt x="303037" y="289798"/>
                  </a:lnTo>
                  <a:lnTo>
                    <a:pt x="318516" y="275844"/>
                  </a:lnTo>
                  <a:lnTo>
                    <a:pt x="367283" y="326135"/>
                  </a:lnTo>
                  <a:lnTo>
                    <a:pt x="326516" y="361378"/>
                  </a:lnTo>
                  <a:lnTo>
                    <a:pt x="288035" y="384047"/>
                  </a:lnTo>
                  <a:lnTo>
                    <a:pt x="247649" y="395668"/>
                  </a:lnTo>
                  <a:lnTo>
                    <a:pt x="202691" y="399287"/>
                  </a:lnTo>
                  <a:lnTo>
                    <a:pt x="160115" y="395835"/>
                  </a:lnTo>
                  <a:lnTo>
                    <a:pt x="121538" y="385381"/>
                  </a:lnTo>
                  <a:lnTo>
                    <a:pt x="86963" y="367784"/>
                  </a:lnTo>
                  <a:lnTo>
                    <a:pt x="56387" y="342899"/>
                  </a:lnTo>
                  <a:lnTo>
                    <a:pt x="31503" y="313205"/>
                  </a:lnTo>
                  <a:lnTo>
                    <a:pt x="13906" y="279082"/>
                  </a:lnTo>
                  <a:lnTo>
                    <a:pt x="3452" y="240672"/>
                  </a:lnTo>
                  <a:lnTo>
                    <a:pt x="0" y="198119"/>
                  </a:lnTo>
                  <a:lnTo>
                    <a:pt x="1690" y="171045"/>
                  </a:lnTo>
                  <a:lnTo>
                    <a:pt x="14787" y="120324"/>
                  </a:lnTo>
                  <a:lnTo>
                    <a:pt x="39909" y="76700"/>
                  </a:lnTo>
                  <a:lnTo>
                    <a:pt x="76485" y="40743"/>
                  </a:lnTo>
                  <a:lnTo>
                    <a:pt x="123610" y="14144"/>
                  </a:lnTo>
                  <a:lnTo>
                    <a:pt x="175569" y="1476"/>
                  </a:lnTo>
                  <a:lnTo>
                    <a:pt x="202691" y="0"/>
                  </a:lnTo>
                  <a:close/>
                </a:path>
              </a:pathLst>
            </a:custGeom>
            <a:ln w="7620">
              <a:solidFill>
                <a:srgbClr val="AF235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277368" y="2144267"/>
            <a:ext cx="9545320" cy="4674235"/>
            <a:chOff x="277368" y="2144267"/>
            <a:chExt cx="9545320" cy="4674235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368" y="2144267"/>
              <a:ext cx="9544811" cy="467410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41135" y="2936748"/>
              <a:ext cx="3186683" cy="17175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5469" y="685037"/>
            <a:ext cx="6710172" cy="34442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4709" y="1221486"/>
            <a:ext cx="3631692" cy="3444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75634" y="2101007"/>
            <a:ext cx="8789035" cy="133350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algn="just" marL="12700" marR="5080">
              <a:lnSpc>
                <a:spcPts val="3170"/>
              </a:lnSpc>
              <a:spcBef>
                <a:spcPts val="860"/>
              </a:spcBef>
            </a:pPr>
            <a:r>
              <a:rPr dirty="0" sz="3300" b="1">
                <a:solidFill>
                  <a:srgbClr val="FFFFFF"/>
                </a:solidFill>
                <a:latin typeface="Tahoma"/>
                <a:cs typeface="Tahoma"/>
              </a:rPr>
              <a:t>Kv:</a:t>
            </a:r>
            <a:r>
              <a:rPr dirty="0" sz="3300" spc="1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300" b="1">
                <a:solidFill>
                  <a:srgbClr val="FFFFFF"/>
                </a:solidFill>
                <a:latin typeface="Tahoma"/>
                <a:cs typeface="Tahoma"/>
              </a:rPr>
              <a:t>define</a:t>
            </a:r>
            <a:r>
              <a:rPr dirty="0" sz="3300" spc="20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300" b="1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3300" spc="20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300" b="1">
                <a:solidFill>
                  <a:srgbClr val="FFFFFF"/>
                </a:solidFill>
                <a:latin typeface="Tahoma"/>
                <a:cs typeface="Tahoma"/>
              </a:rPr>
              <a:t>curvatura</a:t>
            </a:r>
            <a:r>
              <a:rPr dirty="0" sz="3300" spc="1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300" spc="90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300" spc="3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300" b="1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3300" spc="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300" spc="-10" b="1">
                <a:solidFill>
                  <a:srgbClr val="FFFFFF"/>
                </a:solidFill>
                <a:latin typeface="Tahoma"/>
                <a:cs typeface="Tahoma"/>
              </a:rPr>
              <a:t>parábola </a:t>
            </a:r>
            <a:r>
              <a:rPr dirty="0" sz="3300" spc="100" b="1">
                <a:solidFill>
                  <a:srgbClr val="FFFFFF"/>
                </a:solidFill>
                <a:latin typeface="Tahoma"/>
                <a:cs typeface="Tahoma"/>
              </a:rPr>
              <a:t>como</a:t>
            </a:r>
            <a:r>
              <a:rPr dirty="0" sz="3300" spc="490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300" b="1">
                <a:solidFill>
                  <a:srgbClr val="FFFFFF"/>
                </a:solidFill>
                <a:latin typeface="Tahoma"/>
                <a:cs typeface="Tahoma"/>
              </a:rPr>
              <a:t>una</a:t>
            </a:r>
            <a:r>
              <a:rPr dirty="0" sz="3300" spc="47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300" b="1">
                <a:solidFill>
                  <a:srgbClr val="FFFFFF"/>
                </a:solidFill>
                <a:latin typeface="Tahoma"/>
                <a:cs typeface="Tahoma"/>
              </a:rPr>
              <a:t>variación</a:t>
            </a:r>
            <a:r>
              <a:rPr dirty="0" sz="3300" spc="47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300" spc="105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300" spc="490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300" b="1">
                <a:solidFill>
                  <a:srgbClr val="FFFFFF"/>
                </a:solidFill>
                <a:latin typeface="Tahoma"/>
                <a:cs typeface="Tahoma"/>
              </a:rPr>
              <a:t>longitud</a:t>
            </a:r>
            <a:r>
              <a:rPr dirty="0" sz="3300" spc="47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3300" spc="-25" b="1">
                <a:solidFill>
                  <a:srgbClr val="FFFFFF"/>
                </a:solidFill>
                <a:latin typeface="Tahoma"/>
                <a:cs typeface="Tahoma"/>
              </a:rPr>
              <a:t>por </a:t>
            </a:r>
            <a:r>
              <a:rPr dirty="0" sz="3300" spc="-10" b="1">
                <a:solidFill>
                  <a:srgbClr val="FFFFFF"/>
                </a:solidFill>
                <a:latin typeface="Tahoma"/>
                <a:cs typeface="Tahoma"/>
              </a:rPr>
              <a:t>unidad</a:t>
            </a:r>
            <a:r>
              <a:rPr dirty="0" sz="330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300" spc="125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300" spc="-1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300" spc="-10" b="1">
                <a:solidFill>
                  <a:srgbClr val="FFFFFF"/>
                </a:solidFill>
                <a:latin typeface="Tahoma"/>
                <a:cs typeface="Tahoma"/>
              </a:rPr>
              <a:t>pendiente.</a:t>
            </a:r>
            <a:endParaRPr sz="33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7591" y="6324600"/>
            <a:ext cx="7574279" cy="11430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53283" y="4044696"/>
            <a:ext cx="5244083" cy="20086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381" y="966977"/>
            <a:ext cx="8269224" cy="44958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62312" y="2084633"/>
            <a:ext cx="4680585" cy="4855210"/>
          </a:xfrm>
          <a:prstGeom prst="rect">
            <a:avLst/>
          </a:prstGeom>
        </p:spPr>
        <p:txBody>
          <a:bodyPr wrap="square" lIns="0" tIns="177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4200" spc="-480">
                <a:solidFill>
                  <a:srgbClr val="FF388C"/>
                </a:solidFill>
                <a:latin typeface="Times New Roman"/>
                <a:cs typeface="Times New Roman"/>
              </a:rPr>
              <a:t></a:t>
            </a:r>
            <a:r>
              <a:rPr dirty="0" sz="5250" spc="-480">
                <a:solidFill>
                  <a:srgbClr val="FFFFFF"/>
                </a:solidFill>
                <a:latin typeface="Verdana"/>
                <a:cs typeface="Verdana"/>
              </a:rPr>
              <a:t>SIMETRICAS</a:t>
            </a:r>
            <a:endParaRPr sz="5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4200" spc="-420">
                <a:solidFill>
                  <a:srgbClr val="FF388C"/>
                </a:solidFill>
                <a:latin typeface="Times New Roman"/>
                <a:cs typeface="Times New Roman"/>
              </a:rPr>
              <a:t></a:t>
            </a:r>
            <a:r>
              <a:rPr dirty="0" sz="5250" spc="-420">
                <a:solidFill>
                  <a:srgbClr val="FFFFFF"/>
                </a:solidFill>
                <a:latin typeface="Verdana"/>
                <a:cs typeface="Verdana"/>
              </a:rPr>
              <a:t>ASIMETRICAS</a:t>
            </a:r>
            <a:endParaRPr sz="5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25"/>
              </a:spcBef>
            </a:pPr>
            <a:endParaRPr sz="5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4200" spc="80">
                <a:solidFill>
                  <a:srgbClr val="FF388C"/>
                </a:solidFill>
                <a:latin typeface="Times New Roman"/>
                <a:cs typeface="Times New Roman"/>
              </a:rPr>
              <a:t></a:t>
            </a:r>
            <a:r>
              <a:rPr dirty="0" sz="5250" spc="80">
                <a:solidFill>
                  <a:srgbClr val="FFFFFF"/>
                </a:solidFill>
                <a:latin typeface="Verdana"/>
                <a:cs typeface="Verdana"/>
              </a:rPr>
              <a:t>CONCAVAS</a:t>
            </a:r>
            <a:endParaRPr sz="5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4200" spc="-10">
                <a:solidFill>
                  <a:srgbClr val="FF388C"/>
                </a:solidFill>
                <a:latin typeface="Times New Roman"/>
                <a:cs typeface="Times New Roman"/>
              </a:rPr>
              <a:t></a:t>
            </a:r>
            <a:r>
              <a:rPr dirty="0" sz="5250" spc="-10">
                <a:solidFill>
                  <a:srgbClr val="FFFFFF"/>
                </a:solidFill>
                <a:latin typeface="Verdana"/>
                <a:cs typeface="Verdana"/>
              </a:rPr>
              <a:t>CONVEXAS</a:t>
            </a:r>
            <a:endParaRPr sz="5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7873" y="3536441"/>
            <a:ext cx="1949196" cy="387095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878586" y="4139945"/>
            <a:ext cx="2735580" cy="387350"/>
            <a:chOff x="878586" y="4139945"/>
            <a:chExt cx="2735580" cy="387350"/>
          </a:xfrm>
        </p:grpSpPr>
        <p:sp>
          <p:nvSpPr>
            <p:cNvPr id="4" name="object 4" descr=""/>
            <p:cNvSpPr/>
            <p:nvPr/>
          </p:nvSpPr>
          <p:spPr>
            <a:xfrm>
              <a:off x="882395" y="4143755"/>
              <a:ext cx="2727960" cy="379730"/>
            </a:xfrm>
            <a:custGeom>
              <a:avLst/>
              <a:gdLst/>
              <a:ahLst/>
              <a:cxnLst/>
              <a:rect l="l" t="t" r="r" b="b"/>
              <a:pathLst>
                <a:path w="2727960" h="379729">
                  <a:moveTo>
                    <a:pt x="1719072" y="370332"/>
                  </a:moveTo>
                  <a:lnTo>
                    <a:pt x="1647444" y="370332"/>
                  </a:lnTo>
                  <a:lnTo>
                    <a:pt x="1787652" y="9144"/>
                  </a:lnTo>
                  <a:lnTo>
                    <a:pt x="1856232" y="9144"/>
                  </a:lnTo>
                  <a:lnTo>
                    <a:pt x="1893502" y="105156"/>
                  </a:lnTo>
                  <a:lnTo>
                    <a:pt x="1822704" y="105156"/>
                  </a:lnTo>
                  <a:lnTo>
                    <a:pt x="1773936" y="230124"/>
                  </a:lnTo>
                  <a:lnTo>
                    <a:pt x="1942013" y="230124"/>
                  </a:lnTo>
                  <a:lnTo>
                    <a:pt x="1968043" y="297180"/>
                  </a:lnTo>
                  <a:lnTo>
                    <a:pt x="1748028" y="297180"/>
                  </a:lnTo>
                  <a:lnTo>
                    <a:pt x="1719072" y="370332"/>
                  </a:lnTo>
                  <a:close/>
                </a:path>
                <a:path w="2727960" h="379729">
                  <a:moveTo>
                    <a:pt x="1942013" y="230124"/>
                  </a:moveTo>
                  <a:lnTo>
                    <a:pt x="1869948" y="230124"/>
                  </a:lnTo>
                  <a:lnTo>
                    <a:pt x="1822704" y="105156"/>
                  </a:lnTo>
                  <a:lnTo>
                    <a:pt x="1893502" y="105156"/>
                  </a:lnTo>
                  <a:lnTo>
                    <a:pt x="1942013" y="230124"/>
                  </a:lnTo>
                  <a:close/>
                </a:path>
                <a:path w="2727960" h="379729">
                  <a:moveTo>
                    <a:pt x="1996440" y="370332"/>
                  </a:moveTo>
                  <a:lnTo>
                    <a:pt x="1924812" y="370332"/>
                  </a:lnTo>
                  <a:lnTo>
                    <a:pt x="1895856" y="297180"/>
                  </a:lnTo>
                  <a:lnTo>
                    <a:pt x="1968043" y="297180"/>
                  </a:lnTo>
                  <a:lnTo>
                    <a:pt x="1996440" y="370332"/>
                  </a:lnTo>
                  <a:close/>
                </a:path>
                <a:path w="2727960" h="379729">
                  <a:moveTo>
                    <a:pt x="716279" y="370332"/>
                  </a:moveTo>
                  <a:lnTo>
                    <a:pt x="646176" y="370332"/>
                  </a:lnTo>
                  <a:lnTo>
                    <a:pt x="646176" y="9144"/>
                  </a:lnTo>
                  <a:lnTo>
                    <a:pt x="719328" y="9144"/>
                  </a:lnTo>
                  <a:lnTo>
                    <a:pt x="747021" y="9953"/>
                  </a:lnTo>
                  <a:lnTo>
                    <a:pt x="789836" y="15573"/>
                  </a:lnTo>
                  <a:lnTo>
                    <a:pt x="827532" y="34671"/>
                  </a:lnTo>
                  <a:lnTo>
                    <a:pt x="852701" y="68651"/>
                  </a:lnTo>
                  <a:lnTo>
                    <a:pt x="855287" y="76200"/>
                  </a:lnTo>
                  <a:lnTo>
                    <a:pt x="716279" y="76200"/>
                  </a:lnTo>
                  <a:lnTo>
                    <a:pt x="716279" y="150876"/>
                  </a:lnTo>
                  <a:lnTo>
                    <a:pt x="855389" y="150876"/>
                  </a:lnTo>
                  <a:lnTo>
                    <a:pt x="851415" y="161448"/>
                  </a:lnTo>
                  <a:lnTo>
                    <a:pt x="822388" y="195453"/>
                  </a:lnTo>
                  <a:lnTo>
                    <a:pt x="792479" y="210312"/>
                  </a:lnTo>
                  <a:lnTo>
                    <a:pt x="796543" y="217932"/>
                  </a:lnTo>
                  <a:lnTo>
                    <a:pt x="716279" y="217932"/>
                  </a:lnTo>
                  <a:lnTo>
                    <a:pt x="716279" y="370332"/>
                  </a:lnTo>
                  <a:close/>
                </a:path>
                <a:path w="2727960" h="379729">
                  <a:moveTo>
                    <a:pt x="855389" y="150876"/>
                  </a:moveTo>
                  <a:lnTo>
                    <a:pt x="737616" y="150876"/>
                  </a:lnTo>
                  <a:lnTo>
                    <a:pt x="752451" y="150304"/>
                  </a:lnTo>
                  <a:lnTo>
                    <a:pt x="764857" y="148590"/>
                  </a:lnTo>
                  <a:lnTo>
                    <a:pt x="793384" y="123086"/>
                  </a:lnTo>
                  <a:lnTo>
                    <a:pt x="794004" y="114300"/>
                  </a:lnTo>
                  <a:lnTo>
                    <a:pt x="794004" y="105156"/>
                  </a:lnTo>
                  <a:lnTo>
                    <a:pt x="792479" y="99060"/>
                  </a:lnTo>
                  <a:lnTo>
                    <a:pt x="787908" y="92964"/>
                  </a:lnTo>
                  <a:lnTo>
                    <a:pt x="784860" y="86868"/>
                  </a:lnTo>
                  <a:lnTo>
                    <a:pt x="778764" y="82296"/>
                  </a:lnTo>
                  <a:lnTo>
                    <a:pt x="772668" y="80772"/>
                  </a:lnTo>
                  <a:lnTo>
                    <a:pt x="766071" y="78771"/>
                  </a:lnTo>
                  <a:lnTo>
                    <a:pt x="757618" y="77343"/>
                  </a:lnTo>
                  <a:lnTo>
                    <a:pt x="747164" y="76485"/>
                  </a:lnTo>
                  <a:lnTo>
                    <a:pt x="734568" y="76200"/>
                  </a:lnTo>
                  <a:lnTo>
                    <a:pt x="855287" y="76200"/>
                  </a:lnTo>
                  <a:lnTo>
                    <a:pt x="857375" y="82296"/>
                  </a:lnTo>
                  <a:lnTo>
                    <a:pt x="857440" y="82486"/>
                  </a:lnTo>
                  <a:lnTo>
                    <a:pt x="860178" y="97750"/>
                  </a:lnTo>
                  <a:lnTo>
                    <a:pt x="861060" y="114300"/>
                  </a:lnTo>
                  <a:lnTo>
                    <a:pt x="859995" y="130873"/>
                  </a:lnTo>
                  <a:lnTo>
                    <a:pt x="859940" y="131730"/>
                  </a:lnTo>
                  <a:lnTo>
                    <a:pt x="856678" y="147447"/>
                  </a:lnTo>
                  <a:lnTo>
                    <a:pt x="855389" y="150876"/>
                  </a:lnTo>
                  <a:close/>
                </a:path>
                <a:path w="2727960" h="379729">
                  <a:moveTo>
                    <a:pt x="877824" y="370332"/>
                  </a:moveTo>
                  <a:lnTo>
                    <a:pt x="803148" y="370332"/>
                  </a:lnTo>
                  <a:lnTo>
                    <a:pt x="722376" y="217932"/>
                  </a:lnTo>
                  <a:lnTo>
                    <a:pt x="796543" y="217932"/>
                  </a:lnTo>
                  <a:lnTo>
                    <a:pt x="877824" y="370332"/>
                  </a:lnTo>
                  <a:close/>
                </a:path>
                <a:path w="2727960" h="379729">
                  <a:moveTo>
                    <a:pt x="2467356" y="370332"/>
                  </a:moveTo>
                  <a:lnTo>
                    <a:pt x="2270760" y="370332"/>
                  </a:lnTo>
                  <a:lnTo>
                    <a:pt x="2270760" y="9144"/>
                  </a:lnTo>
                  <a:lnTo>
                    <a:pt x="2467356" y="9144"/>
                  </a:lnTo>
                  <a:lnTo>
                    <a:pt x="2467356" y="76200"/>
                  </a:lnTo>
                  <a:lnTo>
                    <a:pt x="2337816" y="76200"/>
                  </a:lnTo>
                  <a:lnTo>
                    <a:pt x="2337816" y="141732"/>
                  </a:lnTo>
                  <a:lnTo>
                    <a:pt x="2467356" y="141732"/>
                  </a:lnTo>
                  <a:lnTo>
                    <a:pt x="2467356" y="208788"/>
                  </a:lnTo>
                  <a:lnTo>
                    <a:pt x="2337816" y="208788"/>
                  </a:lnTo>
                  <a:lnTo>
                    <a:pt x="2337816" y="303275"/>
                  </a:lnTo>
                  <a:lnTo>
                    <a:pt x="2467356" y="303275"/>
                  </a:lnTo>
                  <a:lnTo>
                    <a:pt x="2467356" y="370332"/>
                  </a:lnTo>
                  <a:close/>
                </a:path>
                <a:path w="2727960" h="379729">
                  <a:moveTo>
                    <a:pt x="2217420" y="370332"/>
                  </a:moveTo>
                  <a:lnTo>
                    <a:pt x="2048256" y="370332"/>
                  </a:lnTo>
                  <a:lnTo>
                    <a:pt x="2048256" y="9144"/>
                  </a:lnTo>
                  <a:lnTo>
                    <a:pt x="2118360" y="9144"/>
                  </a:lnTo>
                  <a:lnTo>
                    <a:pt x="2118360" y="304799"/>
                  </a:lnTo>
                  <a:lnTo>
                    <a:pt x="2217420" y="304799"/>
                  </a:lnTo>
                  <a:lnTo>
                    <a:pt x="2217420" y="370332"/>
                  </a:lnTo>
                  <a:close/>
                </a:path>
                <a:path w="2727960" h="379729">
                  <a:moveTo>
                    <a:pt x="1208532" y="370332"/>
                  </a:moveTo>
                  <a:lnTo>
                    <a:pt x="1139952" y="370332"/>
                  </a:lnTo>
                  <a:lnTo>
                    <a:pt x="1139952" y="9144"/>
                  </a:lnTo>
                  <a:lnTo>
                    <a:pt x="1208532" y="9144"/>
                  </a:lnTo>
                  <a:lnTo>
                    <a:pt x="1208532" y="370332"/>
                  </a:lnTo>
                  <a:close/>
                </a:path>
                <a:path w="2727960" h="379729">
                  <a:moveTo>
                    <a:pt x="1097280" y="77724"/>
                  </a:moveTo>
                  <a:lnTo>
                    <a:pt x="897636" y="77724"/>
                  </a:lnTo>
                  <a:lnTo>
                    <a:pt x="897636" y="9144"/>
                  </a:lnTo>
                  <a:lnTo>
                    <a:pt x="1097280" y="9144"/>
                  </a:lnTo>
                  <a:lnTo>
                    <a:pt x="1097280" y="77724"/>
                  </a:lnTo>
                  <a:close/>
                </a:path>
                <a:path w="2727960" h="379729">
                  <a:moveTo>
                    <a:pt x="1031748" y="370332"/>
                  </a:moveTo>
                  <a:lnTo>
                    <a:pt x="961644" y="370332"/>
                  </a:lnTo>
                  <a:lnTo>
                    <a:pt x="961644" y="77724"/>
                  </a:lnTo>
                  <a:lnTo>
                    <a:pt x="1031748" y="77724"/>
                  </a:lnTo>
                  <a:lnTo>
                    <a:pt x="1031748" y="370332"/>
                  </a:lnTo>
                  <a:close/>
                </a:path>
                <a:path w="2727960" h="379729">
                  <a:moveTo>
                    <a:pt x="577596" y="370332"/>
                  </a:moveTo>
                  <a:lnTo>
                    <a:pt x="381000" y="370332"/>
                  </a:lnTo>
                  <a:lnTo>
                    <a:pt x="381000" y="9144"/>
                  </a:lnTo>
                  <a:lnTo>
                    <a:pt x="577596" y="9144"/>
                  </a:lnTo>
                  <a:lnTo>
                    <a:pt x="577596" y="76200"/>
                  </a:lnTo>
                  <a:lnTo>
                    <a:pt x="448055" y="76200"/>
                  </a:lnTo>
                  <a:lnTo>
                    <a:pt x="448055" y="141732"/>
                  </a:lnTo>
                  <a:lnTo>
                    <a:pt x="577596" y="141732"/>
                  </a:lnTo>
                  <a:lnTo>
                    <a:pt x="577596" y="208788"/>
                  </a:lnTo>
                  <a:lnTo>
                    <a:pt x="448055" y="208788"/>
                  </a:lnTo>
                  <a:lnTo>
                    <a:pt x="448055" y="303275"/>
                  </a:lnTo>
                  <a:lnTo>
                    <a:pt x="577596" y="303275"/>
                  </a:lnTo>
                  <a:lnTo>
                    <a:pt x="577596" y="370332"/>
                  </a:lnTo>
                  <a:close/>
                </a:path>
                <a:path w="2727960" h="379729">
                  <a:moveTo>
                    <a:pt x="195071" y="370332"/>
                  </a:moveTo>
                  <a:lnTo>
                    <a:pt x="128016" y="370332"/>
                  </a:lnTo>
                  <a:lnTo>
                    <a:pt x="0" y="9144"/>
                  </a:lnTo>
                  <a:lnTo>
                    <a:pt x="71628" y="9144"/>
                  </a:lnTo>
                  <a:lnTo>
                    <a:pt x="161544" y="266699"/>
                  </a:lnTo>
                  <a:lnTo>
                    <a:pt x="232239" y="266699"/>
                  </a:lnTo>
                  <a:lnTo>
                    <a:pt x="195071" y="370332"/>
                  </a:lnTo>
                  <a:close/>
                </a:path>
                <a:path w="2727960" h="379729">
                  <a:moveTo>
                    <a:pt x="232239" y="266699"/>
                  </a:moveTo>
                  <a:lnTo>
                    <a:pt x="161544" y="266699"/>
                  </a:lnTo>
                  <a:lnTo>
                    <a:pt x="254508" y="9144"/>
                  </a:lnTo>
                  <a:lnTo>
                    <a:pt x="324612" y="9144"/>
                  </a:lnTo>
                  <a:lnTo>
                    <a:pt x="232239" y="266699"/>
                  </a:lnTo>
                  <a:close/>
                </a:path>
                <a:path w="2727960" h="379729">
                  <a:moveTo>
                    <a:pt x="2721522" y="313944"/>
                  </a:moveTo>
                  <a:lnTo>
                    <a:pt x="2618232" y="313944"/>
                  </a:lnTo>
                  <a:lnTo>
                    <a:pt x="2627066" y="313372"/>
                  </a:lnTo>
                  <a:lnTo>
                    <a:pt x="2635186" y="311658"/>
                  </a:lnTo>
                  <a:lnTo>
                    <a:pt x="2660904" y="280416"/>
                  </a:lnTo>
                  <a:lnTo>
                    <a:pt x="2660332" y="274462"/>
                  </a:lnTo>
                  <a:lnTo>
                    <a:pt x="2636901" y="240411"/>
                  </a:lnTo>
                  <a:lnTo>
                    <a:pt x="2610612" y="217932"/>
                  </a:lnTo>
                  <a:lnTo>
                    <a:pt x="2584346" y="195357"/>
                  </a:lnTo>
                  <a:lnTo>
                    <a:pt x="2546104" y="158781"/>
                  </a:lnTo>
                  <a:lnTo>
                    <a:pt x="2522029" y="118110"/>
                  </a:lnTo>
                  <a:lnTo>
                    <a:pt x="2517648" y="91440"/>
                  </a:lnTo>
                  <a:lnTo>
                    <a:pt x="2519386" y="73723"/>
                  </a:lnTo>
                  <a:lnTo>
                    <a:pt x="2546604" y="27432"/>
                  </a:lnTo>
                  <a:lnTo>
                    <a:pt x="2596753" y="1714"/>
                  </a:lnTo>
                  <a:lnTo>
                    <a:pt x="2616708" y="0"/>
                  </a:lnTo>
                  <a:lnTo>
                    <a:pt x="2630162" y="857"/>
                  </a:lnTo>
                  <a:lnTo>
                    <a:pt x="2668524" y="13716"/>
                  </a:lnTo>
                  <a:lnTo>
                    <a:pt x="2707528" y="43719"/>
                  </a:lnTo>
                  <a:lnTo>
                    <a:pt x="2721864" y="59436"/>
                  </a:lnTo>
                  <a:lnTo>
                    <a:pt x="2712930" y="67056"/>
                  </a:lnTo>
                  <a:lnTo>
                    <a:pt x="2607564" y="67056"/>
                  </a:lnTo>
                  <a:lnTo>
                    <a:pt x="2599944" y="68580"/>
                  </a:lnTo>
                  <a:lnTo>
                    <a:pt x="2587752" y="77724"/>
                  </a:lnTo>
                  <a:lnTo>
                    <a:pt x="2584704" y="83820"/>
                  </a:lnTo>
                  <a:lnTo>
                    <a:pt x="2584704" y="96012"/>
                  </a:lnTo>
                  <a:lnTo>
                    <a:pt x="2622518" y="137326"/>
                  </a:lnTo>
                  <a:lnTo>
                    <a:pt x="2659427" y="168497"/>
                  </a:lnTo>
                  <a:lnTo>
                    <a:pt x="2673477" y="180213"/>
                  </a:lnTo>
                  <a:lnTo>
                    <a:pt x="2707195" y="215455"/>
                  </a:lnTo>
                  <a:lnTo>
                    <a:pt x="2725674" y="255460"/>
                  </a:lnTo>
                  <a:lnTo>
                    <a:pt x="2727960" y="277368"/>
                  </a:lnTo>
                  <a:lnTo>
                    <a:pt x="2725985" y="299061"/>
                  </a:lnTo>
                  <a:lnTo>
                    <a:pt x="2721522" y="313944"/>
                  </a:lnTo>
                  <a:close/>
                </a:path>
                <a:path w="2727960" h="379729">
                  <a:moveTo>
                    <a:pt x="2670048" y="103632"/>
                  </a:moveTo>
                  <a:lnTo>
                    <a:pt x="2657213" y="87630"/>
                  </a:lnTo>
                  <a:lnTo>
                    <a:pt x="2643949" y="76200"/>
                  </a:lnTo>
                  <a:lnTo>
                    <a:pt x="2630400" y="69342"/>
                  </a:lnTo>
                  <a:lnTo>
                    <a:pt x="2616708" y="67056"/>
                  </a:lnTo>
                  <a:lnTo>
                    <a:pt x="2712930" y="67056"/>
                  </a:lnTo>
                  <a:lnTo>
                    <a:pt x="2670048" y="103632"/>
                  </a:lnTo>
                  <a:close/>
                </a:path>
                <a:path w="2727960" h="379729">
                  <a:moveTo>
                    <a:pt x="2616708" y="379476"/>
                  </a:moveTo>
                  <a:lnTo>
                    <a:pt x="2564844" y="369189"/>
                  </a:lnTo>
                  <a:lnTo>
                    <a:pt x="2523553" y="337185"/>
                  </a:lnTo>
                  <a:lnTo>
                    <a:pt x="2500884" y="301751"/>
                  </a:lnTo>
                  <a:lnTo>
                    <a:pt x="2558796" y="266699"/>
                  </a:lnTo>
                  <a:lnTo>
                    <a:pt x="2571940" y="287583"/>
                  </a:lnTo>
                  <a:lnTo>
                    <a:pt x="2586228" y="302323"/>
                  </a:lnTo>
                  <a:lnTo>
                    <a:pt x="2601658" y="311062"/>
                  </a:lnTo>
                  <a:lnTo>
                    <a:pt x="2618232" y="313944"/>
                  </a:lnTo>
                  <a:lnTo>
                    <a:pt x="2721522" y="313944"/>
                  </a:lnTo>
                  <a:lnTo>
                    <a:pt x="2720149" y="318516"/>
                  </a:lnTo>
                  <a:lnTo>
                    <a:pt x="2697480" y="350520"/>
                  </a:lnTo>
                  <a:lnTo>
                    <a:pt x="2661666" y="372427"/>
                  </a:lnTo>
                  <a:lnTo>
                    <a:pt x="2640472" y="377737"/>
                  </a:lnTo>
                  <a:lnTo>
                    <a:pt x="2616708" y="379476"/>
                  </a:lnTo>
                  <a:close/>
                </a:path>
                <a:path w="2727960" h="379729">
                  <a:moveTo>
                    <a:pt x="1458468" y="379476"/>
                  </a:moveTo>
                  <a:lnTo>
                    <a:pt x="1418177" y="376285"/>
                  </a:lnTo>
                  <a:lnTo>
                    <a:pt x="1349597" y="349900"/>
                  </a:lnTo>
                  <a:lnTo>
                    <a:pt x="1297543" y="297846"/>
                  </a:lnTo>
                  <a:lnTo>
                    <a:pt x="1271158" y="229266"/>
                  </a:lnTo>
                  <a:lnTo>
                    <a:pt x="1267968" y="188976"/>
                  </a:lnTo>
                  <a:lnTo>
                    <a:pt x="1269339" y="164687"/>
                  </a:lnTo>
                  <a:lnTo>
                    <a:pt x="1269420" y="163258"/>
                  </a:lnTo>
                  <a:lnTo>
                    <a:pt x="1281469" y="115252"/>
                  </a:lnTo>
                  <a:lnTo>
                    <a:pt x="1303627" y="76009"/>
                  </a:lnTo>
                  <a:lnTo>
                    <a:pt x="1340786" y="39600"/>
                  </a:lnTo>
                  <a:lnTo>
                    <a:pt x="1385625" y="14787"/>
                  </a:lnTo>
                  <a:lnTo>
                    <a:pt x="1434250" y="1690"/>
                  </a:lnTo>
                  <a:lnTo>
                    <a:pt x="1459992" y="0"/>
                  </a:lnTo>
                  <a:lnTo>
                    <a:pt x="1482328" y="1166"/>
                  </a:lnTo>
                  <a:lnTo>
                    <a:pt x="1524714" y="10929"/>
                  </a:lnTo>
                  <a:lnTo>
                    <a:pt x="1565957" y="30075"/>
                  </a:lnTo>
                  <a:lnTo>
                    <a:pt x="1601485" y="56888"/>
                  </a:lnTo>
                  <a:lnTo>
                    <a:pt x="1611162" y="67056"/>
                  </a:lnTo>
                  <a:lnTo>
                    <a:pt x="1458468" y="67056"/>
                  </a:lnTo>
                  <a:lnTo>
                    <a:pt x="1434179" y="69318"/>
                  </a:lnTo>
                  <a:lnTo>
                    <a:pt x="1390745" y="86987"/>
                  </a:lnTo>
                  <a:lnTo>
                    <a:pt x="1356479" y="121253"/>
                  </a:lnTo>
                  <a:lnTo>
                    <a:pt x="1338810" y="164687"/>
                  </a:lnTo>
                  <a:lnTo>
                    <a:pt x="1336548" y="188976"/>
                  </a:lnTo>
                  <a:lnTo>
                    <a:pt x="1337429" y="206716"/>
                  </a:lnTo>
                  <a:lnTo>
                    <a:pt x="1351788" y="254508"/>
                  </a:lnTo>
                  <a:lnTo>
                    <a:pt x="1382863" y="288583"/>
                  </a:lnTo>
                  <a:lnTo>
                    <a:pt x="1426845" y="309562"/>
                  </a:lnTo>
                  <a:lnTo>
                    <a:pt x="1459992" y="313944"/>
                  </a:lnTo>
                  <a:lnTo>
                    <a:pt x="1612153" y="313944"/>
                  </a:lnTo>
                  <a:lnTo>
                    <a:pt x="1596056" y="328874"/>
                  </a:lnTo>
                  <a:lnTo>
                    <a:pt x="1558432" y="355687"/>
                  </a:lnTo>
                  <a:lnTo>
                    <a:pt x="1521904" y="371117"/>
                  </a:lnTo>
                  <a:lnTo>
                    <a:pt x="1480756" y="378594"/>
                  </a:lnTo>
                  <a:lnTo>
                    <a:pt x="1458468" y="379476"/>
                  </a:lnTo>
                  <a:close/>
                </a:path>
                <a:path w="2727960" h="379729">
                  <a:moveTo>
                    <a:pt x="1569720" y="118872"/>
                  </a:moveTo>
                  <a:lnTo>
                    <a:pt x="1543978" y="95988"/>
                  </a:lnTo>
                  <a:lnTo>
                    <a:pt x="1516951" y="79819"/>
                  </a:lnTo>
                  <a:lnTo>
                    <a:pt x="1488495" y="70223"/>
                  </a:lnTo>
                  <a:lnTo>
                    <a:pt x="1458468" y="67056"/>
                  </a:lnTo>
                  <a:lnTo>
                    <a:pt x="1611162" y="67056"/>
                  </a:lnTo>
                  <a:lnTo>
                    <a:pt x="1616964" y="73152"/>
                  </a:lnTo>
                  <a:lnTo>
                    <a:pt x="1569720" y="118872"/>
                  </a:lnTo>
                  <a:close/>
                </a:path>
                <a:path w="2727960" h="379729">
                  <a:moveTo>
                    <a:pt x="1612153" y="313944"/>
                  </a:moveTo>
                  <a:lnTo>
                    <a:pt x="1459992" y="313944"/>
                  </a:lnTo>
                  <a:lnTo>
                    <a:pt x="1474565" y="313134"/>
                  </a:lnTo>
                  <a:lnTo>
                    <a:pt x="1488567" y="310896"/>
                  </a:lnTo>
                  <a:lnTo>
                    <a:pt x="1527714" y="296418"/>
                  </a:lnTo>
                  <a:lnTo>
                    <a:pt x="1569720" y="262128"/>
                  </a:lnTo>
                  <a:lnTo>
                    <a:pt x="1615440" y="310896"/>
                  </a:lnTo>
                  <a:lnTo>
                    <a:pt x="1612153" y="313944"/>
                  </a:lnTo>
                  <a:close/>
                </a:path>
              </a:pathLst>
            </a:custGeom>
            <a:solidFill>
              <a:srgbClr val="FF5B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656331" y="4248911"/>
              <a:ext cx="96520" cy="125095"/>
            </a:xfrm>
            <a:custGeom>
              <a:avLst/>
              <a:gdLst/>
              <a:ahLst/>
              <a:cxnLst/>
              <a:rect l="l" t="t" r="r" b="b"/>
              <a:pathLst>
                <a:path w="96519" h="125095">
                  <a:moveTo>
                    <a:pt x="48768" y="0"/>
                  </a:moveTo>
                  <a:lnTo>
                    <a:pt x="0" y="124968"/>
                  </a:lnTo>
                  <a:lnTo>
                    <a:pt x="96012" y="124968"/>
                  </a:lnTo>
                  <a:lnTo>
                    <a:pt x="48768" y="0"/>
                  </a:lnTo>
                  <a:close/>
                </a:path>
              </a:pathLst>
            </a:custGeom>
            <a:ln w="7620">
              <a:solidFill>
                <a:srgbClr val="AF235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4865" y="4216145"/>
              <a:ext cx="85344" cy="8229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82396" y="4143755"/>
              <a:ext cx="2727960" cy="379730"/>
            </a:xfrm>
            <a:custGeom>
              <a:avLst/>
              <a:gdLst/>
              <a:ahLst/>
              <a:cxnLst/>
              <a:rect l="l" t="t" r="r" b="b"/>
              <a:pathLst>
                <a:path w="2727960" h="379729">
                  <a:moveTo>
                    <a:pt x="2270760" y="9143"/>
                  </a:moveTo>
                  <a:lnTo>
                    <a:pt x="2467356" y="9143"/>
                  </a:lnTo>
                  <a:lnTo>
                    <a:pt x="2467356" y="76199"/>
                  </a:lnTo>
                  <a:lnTo>
                    <a:pt x="2337816" y="76199"/>
                  </a:lnTo>
                  <a:lnTo>
                    <a:pt x="2337816" y="141731"/>
                  </a:lnTo>
                  <a:lnTo>
                    <a:pt x="2467356" y="141731"/>
                  </a:lnTo>
                  <a:lnTo>
                    <a:pt x="2467356" y="208787"/>
                  </a:lnTo>
                  <a:lnTo>
                    <a:pt x="2337816" y="208787"/>
                  </a:lnTo>
                  <a:lnTo>
                    <a:pt x="2337816" y="303275"/>
                  </a:lnTo>
                  <a:lnTo>
                    <a:pt x="2467356" y="303275"/>
                  </a:lnTo>
                  <a:lnTo>
                    <a:pt x="2467356" y="370331"/>
                  </a:lnTo>
                  <a:lnTo>
                    <a:pt x="2270760" y="370331"/>
                  </a:lnTo>
                  <a:lnTo>
                    <a:pt x="2270760" y="9143"/>
                  </a:lnTo>
                  <a:close/>
                </a:path>
                <a:path w="2727960" h="379729">
                  <a:moveTo>
                    <a:pt x="2048256" y="9143"/>
                  </a:moveTo>
                  <a:lnTo>
                    <a:pt x="2118360" y="9143"/>
                  </a:lnTo>
                  <a:lnTo>
                    <a:pt x="2118360" y="304799"/>
                  </a:lnTo>
                  <a:lnTo>
                    <a:pt x="2217420" y="304799"/>
                  </a:lnTo>
                  <a:lnTo>
                    <a:pt x="2217420" y="370331"/>
                  </a:lnTo>
                  <a:lnTo>
                    <a:pt x="2048256" y="370331"/>
                  </a:lnTo>
                  <a:lnTo>
                    <a:pt x="2048256" y="9143"/>
                  </a:lnTo>
                  <a:close/>
                </a:path>
                <a:path w="2727960" h="379729">
                  <a:moveTo>
                    <a:pt x="1787652" y="9143"/>
                  </a:moveTo>
                  <a:lnTo>
                    <a:pt x="1856232" y="9143"/>
                  </a:lnTo>
                  <a:lnTo>
                    <a:pt x="1996440" y="370331"/>
                  </a:lnTo>
                  <a:lnTo>
                    <a:pt x="1924812" y="370331"/>
                  </a:lnTo>
                  <a:lnTo>
                    <a:pt x="1895856" y="297179"/>
                  </a:lnTo>
                  <a:lnTo>
                    <a:pt x="1748028" y="297179"/>
                  </a:lnTo>
                  <a:lnTo>
                    <a:pt x="1719072" y="370331"/>
                  </a:lnTo>
                  <a:lnTo>
                    <a:pt x="1647444" y="370331"/>
                  </a:lnTo>
                  <a:lnTo>
                    <a:pt x="1787652" y="9143"/>
                  </a:lnTo>
                  <a:close/>
                </a:path>
                <a:path w="2727960" h="379729">
                  <a:moveTo>
                    <a:pt x="1139952" y="9143"/>
                  </a:moveTo>
                  <a:lnTo>
                    <a:pt x="1208531" y="9143"/>
                  </a:lnTo>
                  <a:lnTo>
                    <a:pt x="1208531" y="370331"/>
                  </a:lnTo>
                  <a:lnTo>
                    <a:pt x="1139952" y="370331"/>
                  </a:lnTo>
                  <a:lnTo>
                    <a:pt x="1139952" y="9143"/>
                  </a:lnTo>
                  <a:close/>
                </a:path>
                <a:path w="2727960" h="379729">
                  <a:moveTo>
                    <a:pt x="897635" y="9143"/>
                  </a:moveTo>
                  <a:lnTo>
                    <a:pt x="1097279" y="9143"/>
                  </a:lnTo>
                  <a:lnTo>
                    <a:pt x="1097279" y="77723"/>
                  </a:lnTo>
                  <a:lnTo>
                    <a:pt x="1031748" y="77723"/>
                  </a:lnTo>
                  <a:lnTo>
                    <a:pt x="1031748" y="370331"/>
                  </a:lnTo>
                  <a:lnTo>
                    <a:pt x="961643" y="370331"/>
                  </a:lnTo>
                  <a:lnTo>
                    <a:pt x="961643" y="77723"/>
                  </a:lnTo>
                  <a:lnTo>
                    <a:pt x="897635" y="77723"/>
                  </a:lnTo>
                  <a:lnTo>
                    <a:pt x="897635" y="9143"/>
                  </a:lnTo>
                  <a:close/>
                </a:path>
                <a:path w="2727960" h="379729">
                  <a:moveTo>
                    <a:pt x="646176" y="9143"/>
                  </a:moveTo>
                  <a:lnTo>
                    <a:pt x="719328" y="9143"/>
                  </a:lnTo>
                  <a:lnTo>
                    <a:pt x="747021" y="9953"/>
                  </a:lnTo>
                  <a:lnTo>
                    <a:pt x="789836" y="15573"/>
                  </a:lnTo>
                  <a:lnTo>
                    <a:pt x="827532" y="34670"/>
                  </a:lnTo>
                  <a:lnTo>
                    <a:pt x="852701" y="68651"/>
                  </a:lnTo>
                  <a:lnTo>
                    <a:pt x="861060" y="114299"/>
                  </a:lnTo>
                  <a:lnTo>
                    <a:pt x="859940" y="131730"/>
                  </a:lnTo>
                  <a:lnTo>
                    <a:pt x="844296" y="173735"/>
                  </a:lnTo>
                  <a:lnTo>
                    <a:pt x="808505" y="203739"/>
                  </a:lnTo>
                  <a:lnTo>
                    <a:pt x="792479" y="210311"/>
                  </a:lnTo>
                  <a:lnTo>
                    <a:pt x="877824" y="370331"/>
                  </a:lnTo>
                  <a:lnTo>
                    <a:pt x="803148" y="370331"/>
                  </a:lnTo>
                  <a:lnTo>
                    <a:pt x="722376" y="217931"/>
                  </a:lnTo>
                  <a:lnTo>
                    <a:pt x="716279" y="217931"/>
                  </a:lnTo>
                  <a:lnTo>
                    <a:pt x="716279" y="370331"/>
                  </a:lnTo>
                  <a:lnTo>
                    <a:pt x="646176" y="370331"/>
                  </a:lnTo>
                  <a:lnTo>
                    <a:pt x="646176" y="9143"/>
                  </a:lnTo>
                  <a:close/>
                </a:path>
                <a:path w="2727960" h="379729">
                  <a:moveTo>
                    <a:pt x="381000" y="9143"/>
                  </a:moveTo>
                  <a:lnTo>
                    <a:pt x="577596" y="9143"/>
                  </a:lnTo>
                  <a:lnTo>
                    <a:pt x="577596" y="76199"/>
                  </a:lnTo>
                  <a:lnTo>
                    <a:pt x="448055" y="76199"/>
                  </a:lnTo>
                  <a:lnTo>
                    <a:pt x="448055" y="141731"/>
                  </a:lnTo>
                  <a:lnTo>
                    <a:pt x="577596" y="141731"/>
                  </a:lnTo>
                  <a:lnTo>
                    <a:pt x="577596" y="208787"/>
                  </a:lnTo>
                  <a:lnTo>
                    <a:pt x="448055" y="208787"/>
                  </a:lnTo>
                  <a:lnTo>
                    <a:pt x="448055" y="303275"/>
                  </a:lnTo>
                  <a:lnTo>
                    <a:pt x="577596" y="303275"/>
                  </a:lnTo>
                  <a:lnTo>
                    <a:pt x="577596" y="370331"/>
                  </a:lnTo>
                  <a:lnTo>
                    <a:pt x="381000" y="370331"/>
                  </a:lnTo>
                  <a:lnTo>
                    <a:pt x="381000" y="9143"/>
                  </a:lnTo>
                  <a:close/>
                </a:path>
                <a:path w="2727960" h="379729">
                  <a:moveTo>
                    <a:pt x="0" y="9143"/>
                  </a:moveTo>
                  <a:lnTo>
                    <a:pt x="71628" y="9143"/>
                  </a:lnTo>
                  <a:lnTo>
                    <a:pt x="161544" y="266699"/>
                  </a:lnTo>
                  <a:lnTo>
                    <a:pt x="254508" y="9143"/>
                  </a:lnTo>
                  <a:lnTo>
                    <a:pt x="324612" y="9143"/>
                  </a:lnTo>
                  <a:lnTo>
                    <a:pt x="195071" y="370331"/>
                  </a:lnTo>
                  <a:lnTo>
                    <a:pt x="128016" y="370331"/>
                  </a:lnTo>
                  <a:lnTo>
                    <a:pt x="0" y="9143"/>
                  </a:lnTo>
                  <a:close/>
                </a:path>
                <a:path w="2727960" h="379729">
                  <a:moveTo>
                    <a:pt x="2616708" y="0"/>
                  </a:moveTo>
                  <a:lnTo>
                    <a:pt x="2655927" y="7715"/>
                  </a:lnTo>
                  <a:lnTo>
                    <a:pt x="2694051" y="30860"/>
                  </a:lnTo>
                  <a:lnTo>
                    <a:pt x="2721864" y="59435"/>
                  </a:lnTo>
                  <a:lnTo>
                    <a:pt x="2670048" y="103631"/>
                  </a:lnTo>
                  <a:lnTo>
                    <a:pt x="2657213" y="87629"/>
                  </a:lnTo>
                  <a:lnTo>
                    <a:pt x="2643949" y="76199"/>
                  </a:lnTo>
                  <a:lnTo>
                    <a:pt x="2630400" y="69341"/>
                  </a:lnTo>
                  <a:lnTo>
                    <a:pt x="2616708" y="67055"/>
                  </a:lnTo>
                  <a:lnTo>
                    <a:pt x="2607564" y="67055"/>
                  </a:lnTo>
                  <a:lnTo>
                    <a:pt x="2599943" y="68579"/>
                  </a:lnTo>
                  <a:lnTo>
                    <a:pt x="2593848" y="73151"/>
                  </a:lnTo>
                  <a:lnTo>
                    <a:pt x="2587752" y="77723"/>
                  </a:lnTo>
                  <a:lnTo>
                    <a:pt x="2584704" y="83819"/>
                  </a:lnTo>
                  <a:lnTo>
                    <a:pt x="2584704" y="89915"/>
                  </a:lnTo>
                  <a:lnTo>
                    <a:pt x="2584704" y="96011"/>
                  </a:lnTo>
                  <a:lnTo>
                    <a:pt x="2622518" y="137326"/>
                  </a:lnTo>
                  <a:lnTo>
                    <a:pt x="2659427" y="168497"/>
                  </a:lnTo>
                  <a:lnTo>
                    <a:pt x="2673477" y="180212"/>
                  </a:lnTo>
                  <a:lnTo>
                    <a:pt x="2707195" y="215455"/>
                  </a:lnTo>
                  <a:lnTo>
                    <a:pt x="2725674" y="255460"/>
                  </a:lnTo>
                  <a:lnTo>
                    <a:pt x="2727960" y="277367"/>
                  </a:lnTo>
                  <a:lnTo>
                    <a:pt x="2725983" y="299085"/>
                  </a:lnTo>
                  <a:lnTo>
                    <a:pt x="2710600" y="335661"/>
                  </a:lnTo>
                  <a:lnTo>
                    <a:pt x="2680573" y="363402"/>
                  </a:lnTo>
                  <a:lnTo>
                    <a:pt x="2640472" y="377737"/>
                  </a:lnTo>
                  <a:lnTo>
                    <a:pt x="2616708" y="379475"/>
                  </a:lnTo>
                  <a:lnTo>
                    <a:pt x="2598086" y="378332"/>
                  </a:lnTo>
                  <a:lnTo>
                    <a:pt x="2549652" y="361187"/>
                  </a:lnTo>
                  <a:lnTo>
                    <a:pt x="2511718" y="320897"/>
                  </a:lnTo>
                  <a:lnTo>
                    <a:pt x="2500883" y="301751"/>
                  </a:lnTo>
                  <a:lnTo>
                    <a:pt x="2558796" y="266699"/>
                  </a:lnTo>
                  <a:lnTo>
                    <a:pt x="2571940" y="287583"/>
                  </a:lnTo>
                  <a:lnTo>
                    <a:pt x="2586228" y="302323"/>
                  </a:lnTo>
                  <a:lnTo>
                    <a:pt x="2601658" y="311062"/>
                  </a:lnTo>
                  <a:lnTo>
                    <a:pt x="2618231" y="313943"/>
                  </a:lnTo>
                  <a:lnTo>
                    <a:pt x="2627066" y="313372"/>
                  </a:lnTo>
                  <a:lnTo>
                    <a:pt x="2660070" y="287012"/>
                  </a:lnTo>
                  <a:lnTo>
                    <a:pt x="2660904" y="280415"/>
                  </a:lnTo>
                  <a:lnTo>
                    <a:pt x="2660332" y="274462"/>
                  </a:lnTo>
                  <a:lnTo>
                    <a:pt x="2636901" y="240410"/>
                  </a:lnTo>
                  <a:lnTo>
                    <a:pt x="2610612" y="217931"/>
                  </a:lnTo>
                  <a:lnTo>
                    <a:pt x="2584346" y="195357"/>
                  </a:lnTo>
                  <a:lnTo>
                    <a:pt x="2546103" y="158781"/>
                  </a:lnTo>
                  <a:lnTo>
                    <a:pt x="2522029" y="118109"/>
                  </a:lnTo>
                  <a:lnTo>
                    <a:pt x="2517648" y="91439"/>
                  </a:lnTo>
                  <a:lnTo>
                    <a:pt x="2519386" y="73723"/>
                  </a:lnTo>
                  <a:lnTo>
                    <a:pt x="2546604" y="27431"/>
                  </a:lnTo>
                  <a:lnTo>
                    <a:pt x="2596753" y="1714"/>
                  </a:lnTo>
                  <a:lnTo>
                    <a:pt x="2616708" y="0"/>
                  </a:lnTo>
                  <a:close/>
                </a:path>
                <a:path w="2727960" h="379729">
                  <a:moveTo>
                    <a:pt x="1459991" y="0"/>
                  </a:moveTo>
                  <a:lnTo>
                    <a:pt x="1503807" y="4762"/>
                  </a:lnTo>
                  <a:lnTo>
                    <a:pt x="1545336" y="19811"/>
                  </a:lnTo>
                  <a:lnTo>
                    <a:pt x="1584579" y="42481"/>
                  </a:lnTo>
                  <a:lnTo>
                    <a:pt x="1616964" y="73151"/>
                  </a:lnTo>
                  <a:lnTo>
                    <a:pt x="1569720" y="118871"/>
                  </a:lnTo>
                  <a:lnTo>
                    <a:pt x="1543978" y="95988"/>
                  </a:lnTo>
                  <a:lnTo>
                    <a:pt x="1516951" y="79819"/>
                  </a:lnTo>
                  <a:lnTo>
                    <a:pt x="1488495" y="70223"/>
                  </a:lnTo>
                  <a:lnTo>
                    <a:pt x="1458467" y="67055"/>
                  </a:lnTo>
                  <a:lnTo>
                    <a:pt x="1434179" y="69318"/>
                  </a:lnTo>
                  <a:lnTo>
                    <a:pt x="1390745" y="86987"/>
                  </a:lnTo>
                  <a:lnTo>
                    <a:pt x="1356479" y="121253"/>
                  </a:lnTo>
                  <a:lnTo>
                    <a:pt x="1338810" y="164687"/>
                  </a:lnTo>
                  <a:lnTo>
                    <a:pt x="1336548" y="188975"/>
                  </a:lnTo>
                  <a:lnTo>
                    <a:pt x="1337429" y="206716"/>
                  </a:lnTo>
                  <a:lnTo>
                    <a:pt x="1351788" y="254507"/>
                  </a:lnTo>
                  <a:lnTo>
                    <a:pt x="1382863" y="288583"/>
                  </a:lnTo>
                  <a:lnTo>
                    <a:pt x="1426845" y="309562"/>
                  </a:lnTo>
                  <a:lnTo>
                    <a:pt x="1459991" y="313943"/>
                  </a:lnTo>
                  <a:lnTo>
                    <a:pt x="1474565" y="313134"/>
                  </a:lnTo>
                  <a:lnTo>
                    <a:pt x="1514856" y="303275"/>
                  </a:lnTo>
                  <a:lnTo>
                    <a:pt x="1555146" y="275843"/>
                  </a:lnTo>
                  <a:lnTo>
                    <a:pt x="1569720" y="262127"/>
                  </a:lnTo>
                  <a:lnTo>
                    <a:pt x="1615440" y="310895"/>
                  </a:lnTo>
                  <a:lnTo>
                    <a:pt x="1576959" y="343852"/>
                  </a:lnTo>
                  <a:lnTo>
                    <a:pt x="1540764" y="364236"/>
                  </a:lnTo>
                  <a:lnTo>
                    <a:pt x="1501902" y="375856"/>
                  </a:lnTo>
                  <a:lnTo>
                    <a:pt x="1458467" y="379475"/>
                  </a:lnTo>
                  <a:lnTo>
                    <a:pt x="1418177" y="376285"/>
                  </a:lnTo>
                  <a:lnTo>
                    <a:pt x="1349597" y="349900"/>
                  </a:lnTo>
                  <a:lnTo>
                    <a:pt x="1297543" y="297846"/>
                  </a:lnTo>
                  <a:lnTo>
                    <a:pt x="1271158" y="229266"/>
                  </a:lnTo>
                  <a:lnTo>
                    <a:pt x="1267967" y="188975"/>
                  </a:lnTo>
                  <a:lnTo>
                    <a:pt x="1269420" y="163258"/>
                  </a:lnTo>
                  <a:lnTo>
                    <a:pt x="1281469" y="115252"/>
                  </a:lnTo>
                  <a:lnTo>
                    <a:pt x="1305448" y="73271"/>
                  </a:lnTo>
                  <a:lnTo>
                    <a:pt x="1340786" y="39600"/>
                  </a:lnTo>
                  <a:lnTo>
                    <a:pt x="1385625" y="14787"/>
                  </a:lnTo>
                  <a:lnTo>
                    <a:pt x="1434250" y="1690"/>
                  </a:lnTo>
                  <a:lnTo>
                    <a:pt x="1459991" y="0"/>
                  </a:lnTo>
                  <a:close/>
                </a:path>
              </a:pathLst>
            </a:custGeom>
            <a:ln w="7620">
              <a:solidFill>
                <a:srgbClr val="AF235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884682" y="4743450"/>
            <a:ext cx="2734310" cy="387350"/>
            <a:chOff x="884682" y="4743450"/>
            <a:chExt cx="2734310" cy="387350"/>
          </a:xfrm>
        </p:grpSpPr>
        <p:sp>
          <p:nvSpPr>
            <p:cNvPr id="9" name="object 9" descr=""/>
            <p:cNvSpPr/>
            <p:nvPr/>
          </p:nvSpPr>
          <p:spPr>
            <a:xfrm>
              <a:off x="888492" y="4747259"/>
              <a:ext cx="2726690" cy="379730"/>
            </a:xfrm>
            <a:custGeom>
              <a:avLst/>
              <a:gdLst/>
              <a:ahLst/>
              <a:cxnLst/>
              <a:rect l="l" t="t" r="r" b="b"/>
              <a:pathLst>
                <a:path w="2726690" h="379729">
                  <a:moveTo>
                    <a:pt x="2200656" y="370332"/>
                  </a:moveTo>
                  <a:lnTo>
                    <a:pt x="2129028" y="370332"/>
                  </a:lnTo>
                  <a:lnTo>
                    <a:pt x="2269236" y="9144"/>
                  </a:lnTo>
                  <a:lnTo>
                    <a:pt x="2337816" y="9144"/>
                  </a:lnTo>
                  <a:lnTo>
                    <a:pt x="2375086" y="105156"/>
                  </a:lnTo>
                  <a:lnTo>
                    <a:pt x="2304288" y="105156"/>
                  </a:lnTo>
                  <a:lnTo>
                    <a:pt x="2255520" y="230124"/>
                  </a:lnTo>
                  <a:lnTo>
                    <a:pt x="2423597" y="230124"/>
                  </a:lnTo>
                  <a:lnTo>
                    <a:pt x="2449627" y="297180"/>
                  </a:lnTo>
                  <a:lnTo>
                    <a:pt x="2229612" y="297180"/>
                  </a:lnTo>
                  <a:lnTo>
                    <a:pt x="2200656" y="370332"/>
                  </a:lnTo>
                  <a:close/>
                </a:path>
                <a:path w="2726690" h="379729">
                  <a:moveTo>
                    <a:pt x="2423597" y="230124"/>
                  </a:moveTo>
                  <a:lnTo>
                    <a:pt x="2351532" y="230124"/>
                  </a:lnTo>
                  <a:lnTo>
                    <a:pt x="2304288" y="105156"/>
                  </a:lnTo>
                  <a:lnTo>
                    <a:pt x="2375086" y="105156"/>
                  </a:lnTo>
                  <a:lnTo>
                    <a:pt x="2423597" y="230124"/>
                  </a:lnTo>
                  <a:close/>
                </a:path>
                <a:path w="2726690" h="379729">
                  <a:moveTo>
                    <a:pt x="2478024" y="370332"/>
                  </a:moveTo>
                  <a:lnTo>
                    <a:pt x="2406396" y="370332"/>
                  </a:lnTo>
                  <a:lnTo>
                    <a:pt x="2377440" y="297180"/>
                  </a:lnTo>
                  <a:lnTo>
                    <a:pt x="2449627" y="297180"/>
                  </a:lnTo>
                  <a:lnTo>
                    <a:pt x="2478024" y="370332"/>
                  </a:lnTo>
                  <a:close/>
                </a:path>
                <a:path w="2726690" h="379729">
                  <a:moveTo>
                    <a:pt x="580643" y="379476"/>
                  </a:moveTo>
                  <a:lnTo>
                    <a:pt x="541234" y="376023"/>
                  </a:lnTo>
                  <a:lnTo>
                    <a:pt x="473273" y="347972"/>
                  </a:lnTo>
                  <a:lnTo>
                    <a:pt x="421243" y="294227"/>
                  </a:lnTo>
                  <a:lnTo>
                    <a:pt x="394858" y="227933"/>
                  </a:lnTo>
                  <a:lnTo>
                    <a:pt x="391667" y="190500"/>
                  </a:lnTo>
                  <a:lnTo>
                    <a:pt x="393039" y="166211"/>
                  </a:lnTo>
                  <a:lnTo>
                    <a:pt x="405169" y="116776"/>
                  </a:lnTo>
                  <a:lnTo>
                    <a:pt x="429767" y="73914"/>
                  </a:lnTo>
                  <a:lnTo>
                    <a:pt x="464058" y="39624"/>
                  </a:lnTo>
                  <a:lnTo>
                    <a:pt x="507539" y="14787"/>
                  </a:lnTo>
                  <a:lnTo>
                    <a:pt x="554497" y="1690"/>
                  </a:lnTo>
                  <a:lnTo>
                    <a:pt x="579120" y="0"/>
                  </a:lnTo>
                  <a:lnTo>
                    <a:pt x="616553" y="3452"/>
                  </a:lnTo>
                  <a:lnTo>
                    <a:pt x="651129" y="13906"/>
                  </a:lnTo>
                  <a:lnTo>
                    <a:pt x="682847" y="31503"/>
                  </a:lnTo>
                  <a:lnTo>
                    <a:pt x="711708" y="56388"/>
                  </a:lnTo>
                  <a:lnTo>
                    <a:pt x="720500" y="67056"/>
                  </a:lnTo>
                  <a:lnTo>
                    <a:pt x="579120" y="67056"/>
                  </a:lnTo>
                  <a:lnTo>
                    <a:pt x="554878" y="69318"/>
                  </a:lnTo>
                  <a:lnTo>
                    <a:pt x="512683" y="86987"/>
                  </a:lnTo>
                  <a:lnTo>
                    <a:pt x="480179" y="121300"/>
                  </a:lnTo>
                  <a:lnTo>
                    <a:pt x="462510" y="165973"/>
                  </a:lnTo>
                  <a:lnTo>
                    <a:pt x="460247" y="192024"/>
                  </a:lnTo>
                  <a:lnTo>
                    <a:pt x="462843" y="220075"/>
                  </a:lnTo>
                  <a:lnTo>
                    <a:pt x="484036" y="267033"/>
                  </a:lnTo>
                  <a:lnTo>
                    <a:pt x="520636" y="298513"/>
                  </a:lnTo>
                  <a:lnTo>
                    <a:pt x="559498" y="312229"/>
                  </a:lnTo>
                  <a:lnTo>
                    <a:pt x="580643" y="313944"/>
                  </a:lnTo>
                  <a:lnTo>
                    <a:pt x="720580" y="313944"/>
                  </a:lnTo>
                  <a:lnTo>
                    <a:pt x="711708" y="324612"/>
                  </a:lnTo>
                  <a:lnTo>
                    <a:pt x="683085" y="348615"/>
                  </a:lnTo>
                  <a:lnTo>
                    <a:pt x="651891" y="365760"/>
                  </a:lnTo>
                  <a:lnTo>
                    <a:pt x="617917" y="376023"/>
                  </a:lnTo>
                  <a:lnTo>
                    <a:pt x="618097" y="376023"/>
                  </a:lnTo>
                  <a:lnTo>
                    <a:pt x="580643" y="379476"/>
                  </a:lnTo>
                  <a:close/>
                </a:path>
                <a:path w="2726690" h="379729">
                  <a:moveTo>
                    <a:pt x="720580" y="313944"/>
                  </a:moveTo>
                  <a:lnTo>
                    <a:pt x="580643" y="313944"/>
                  </a:lnTo>
                  <a:lnTo>
                    <a:pt x="603789" y="311658"/>
                  </a:lnTo>
                  <a:lnTo>
                    <a:pt x="625220" y="304800"/>
                  </a:lnTo>
                  <a:lnTo>
                    <a:pt x="662939" y="277368"/>
                  </a:lnTo>
                  <a:lnTo>
                    <a:pt x="689038" y="238506"/>
                  </a:lnTo>
                  <a:lnTo>
                    <a:pt x="697992" y="190500"/>
                  </a:lnTo>
                  <a:lnTo>
                    <a:pt x="695729" y="166211"/>
                  </a:lnTo>
                  <a:lnTo>
                    <a:pt x="678060" y="122777"/>
                  </a:lnTo>
                  <a:lnTo>
                    <a:pt x="644913" y="87630"/>
                  </a:lnTo>
                  <a:lnTo>
                    <a:pt x="603070" y="69318"/>
                  </a:lnTo>
                  <a:lnTo>
                    <a:pt x="602896" y="69318"/>
                  </a:lnTo>
                  <a:lnTo>
                    <a:pt x="579120" y="67056"/>
                  </a:lnTo>
                  <a:lnTo>
                    <a:pt x="720500" y="67056"/>
                  </a:lnTo>
                  <a:lnTo>
                    <a:pt x="735711" y="85510"/>
                  </a:lnTo>
                  <a:lnTo>
                    <a:pt x="752855" y="117919"/>
                  </a:lnTo>
                  <a:lnTo>
                    <a:pt x="763142" y="153471"/>
                  </a:lnTo>
                  <a:lnTo>
                    <a:pt x="766571" y="192024"/>
                  </a:lnTo>
                  <a:lnTo>
                    <a:pt x="763142" y="229457"/>
                  </a:lnTo>
                  <a:lnTo>
                    <a:pt x="752855" y="264033"/>
                  </a:lnTo>
                  <a:lnTo>
                    <a:pt x="735711" y="295751"/>
                  </a:lnTo>
                  <a:lnTo>
                    <a:pt x="720580" y="313944"/>
                  </a:lnTo>
                  <a:close/>
                </a:path>
                <a:path w="2726690" h="379729">
                  <a:moveTo>
                    <a:pt x="1863852" y="370332"/>
                  </a:moveTo>
                  <a:lnTo>
                    <a:pt x="1786128" y="370332"/>
                  </a:lnTo>
                  <a:lnTo>
                    <a:pt x="1908048" y="184404"/>
                  </a:lnTo>
                  <a:lnTo>
                    <a:pt x="1793748" y="9144"/>
                  </a:lnTo>
                  <a:lnTo>
                    <a:pt x="1871472" y="9144"/>
                  </a:lnTo>
                  <a:lnTo>
                    <a:pt x="1947672" y="124968"/>
                  </a:lnTo>
                  <a:lnTo>
                    <a:pt x="2024534" y="124968"/>
                  </a:lnTo>
                  <a:lnTo>
                    <a:pt x="1985772" y="184404"/>
                  </a:lnTo>
                  <a:lnTo>
                    <a:pt x="2024746" y="243840"/>
                  </a:lnTo>
                  <a:lnTo>
                    <a:pt x="1947672" y="243840"/>
                  </a:lnTo>
                  <a:lnTo>
                    <a:pt x="1863852" y="370332"/>
                  </a:lnTo>
                  <a:close/>
                </a:path>
                <a:path w="2726690" h="379729">
                  <a:moveTo>
                    <a:pt x="2024534" y="124968"/>
                  </a:moveTo>
                  <a:lnTo>
                    <a:pt x="1947672" y="124968"/>
                  </a:lnTo>
                  <a:lnTo>
                    <a:pt x="2023872" y="9144"/>
                  </a:lnTo>
                  <a:lnTo>
                    <a:pt x="2100072" y="9144"/>
                  </a:lnTo>
                  <a:lnTo>
                    <a:pt x="2024534" y="124968"/>
                  </a:lnTo>
                  <a:close/>
                </a:path>
                <a:path w="2726690" h="379729">
                  <a:moveTo>
                    <a:pt x="2107692" y="370332"/>
                  </a:moveTo>
                  <a:lnTo>
                    <a:pt x="2029968" y="370332"/>
                  </a:lnTo>
                  <a:lnTo>
                    <a:pt x="1947672" y="243840"/>
                  </a:lnTo>
                  <a:lnTo>
                    <a:pt x="2024746" y="243840"/>
                  </a:lnTo>
                  <a:lnTo>
                    <a:pt x="2107692" y="370332"/>
                  </a:lnTo>
                  <a:close/>
                </a:path>
                <a:path w="2726690" h="379729">
                  <a:moveTo>
                    <a:pt x="1752600" y="370332"/>
                  </a:moveTo>
                  <a:lnTo>
                    <a:pt x="1556004" y="370332"/>
                  </a:lnTo>
                  <a:lnTo>
                    <a:pt x="1556004" y="9144"/>
                  </a:lnTo>
                  <a:lnTo>
                    <a:pt x="1752600" y="9144"/>
                  </a:lnTo>
                  <a:lnTo>
                    <a:pt x="1752600" y="76200"/>
                  </a:lnTo>
                  <a:lnTo>
                    <a:pt x="1623060" y="76200"/>
                  </a:lnTo>
                  <a:lnTo>
                    <a:pt x="1623060" y="141732"/>
                  </a:lnTo>
                  <a:lnTo>
                    <a:pt x="1752600" y="141732"/>
                  </a:lnTo>
                  <a:lnTo>
                    <a:pt x="1752600" y="208788"/>
                  </a:lnTo>
                  <a:lnTo>
                    <a:pt x="1623060" y="208788"/>
                  </a:lnTo>
                  <a:lnTo>
                    <a:pt x="1623060" y="303275"/>
                  </a:lnTo>
                  <a:lnTo>
                    <a:pt x="1752600" y="303275"/>
                  </a:lnTo>
                  <a:lnTo>
                    <a:pt x="1752600" y="370332"/>
                  </a:lnTo>
                  <a:close/>
                </a:path>
                <a:path w="2726690" h="379729">
                  <a:moveTo>
                    <a:pt x="1370076" y="370332"/>
                  </a:moveTo>
                  <a:lnTo>
                    <a:pt x="1303019" y="370332"/>
                  </a:lnTo>
                  <a:lnTo>
                    <a:pt x="1175004" y="9144"/>
                  </a:lnTo>
                  <a:lnTo>
                    <a:pt x="1246632" y="9144"/>
                  </a:lnTo>
                  <a:lnTo>
                    <a:pt x="1336548" y="266699"/>
                  </a:lnTo>
                  <a:lnTo>
                    <a:pt x="1407243" y="266699"/>
                  </a:lnTo>
                  <a:lnTo>
                    <a:pt x="1370076" y="370332"/>
                  </a:lnTo>
                  <a:close/>
                </a:path>
                <a:path w="2726690" h="379729">
                  <a:moveTo>
                    <a:pt x="1407243" y="266699"/>
                  </a:moveTo>
                  <a:lnTo>
                    <a:pt x="1336548" y="266699"/>
                  </a:lnTo>
                  <a:lnTo>
                    <a:pt x="1429512" y="9144"/>
                  </a:lnTo>
                  <a:lnTo>
                    <a:pt x="1499615" y="9144"/>
                  </a:lnTo>
                  <a:lnTo>
                    <a:pt x="1407243" y="266699"/>
                  </a:lnTo>
                  <a:close/>
                </a:path>
                <a:path w="2726690" h="379729">
                  <a:moveTo>
                    <a:pt x="900683" y="370332"/>
                  </a:moveTo>
                  <a:lnTo>
                    <a:pt x="832104" y="370332"/>
                  </a:lnTo>
                  <a:lnTo>
                    <a:pt x="832104" y="9144"/>
                  </a:lnTo>
                  <a:lnTo>
                    <a:pt x="897636" y="9144"/>
                  </a:lnTo>
                  <a:lnTo>
                    <a:pt x="978544" y="134112"/>
                  </a:lnTo>
                  <a:lnTo>
                    <a:pt x="900683" y="134112"/>
                  </a:lnTo>
                  <a:lnTo>
                    <a:pt x="900683" y="370332"/>
                  </a:lnTo>
                  <a:close/>
                </a:path>
                <a:path w="2726690" h="379729">
                  <a:moveTo>
                    <a:pt x="1120140" y="246888"/>
                  </a:moveTo>
                  <a:lnTo>
                    <a:pt x="1051559" y="246888"/>
                  </a:lnTo>
                  <a:lnTo>
                    <a:pt x="1051559" y="9144"/>
                  </a:lnTo>
                  <a:lnTo>
                    <a:pt x="1120140" y="9144"/>
                  </a:lnTo>
                  <a:lnTo>
                    <a:pt x="1120140" y="246888"/>
                  </a:lnTo>
                  <a:close/>
                </a:path>
                <a:path w="2726690" h="379729">
                  <a:moveTo>
                    <a:pt x="1120140" y="370332"/>
                  </a:moveTo>
                  <a:lnTo>
                    <a:pt x="1054608" y="370332"/>
                  </a:lnTo>
                  <a:lnTo>
                    <a:pt x="900683" y="134112"/>
                  </a:lnTo>
                  <a:lnTo>
                    <a:pt x="978544" y="134112"/>
                  </a:lnTo>
                  <a:lnTo>
                    <a:pt x="1051559" y="246888"/>
                  </a:lnTo>
                  <a:lnTo>
                    <a:pt x="1120140" y="246888"/>
                  </a:lnTo>
                  <a:lnTo>
                    <a:pt x="1120140" y="370332"/>
                  </a:lnTo>
                  <a:close/>
                </a:path>
                <a:path w="2726690" h="379729">
                  <a:moveTo>
                    <a:pt x="2719998" y="313944"/>
                  </a:moveTo>
                  <a:lnTo>
                    <a:pt x="2616708" y="313944"/>
                  </a:lnTo>
                  <a:lnTo>
                    <a:pt x="2625542" y="313372"/>
                  </a:lnTo>
                  <a:lnTo>
                    <a:pt x="2633662" y="311658"/>
                  </a:lnTo>
                  <a:lnTo>
                    <a:pt x="2659380" y="280416"/>
                  </a:lnTo>
                  <a:lnTo>
                    <a:pt x="2658808" y="274462"/>
                  </a:lnTo>
                  <a:lnTo>
                    <a:pt x="2635377" y="240411"/>
                  </a:lnTo>
                  <a:lnTo>
                    <a:pt x="2609088" y="217932"/>
                  </a:lnTo>
                  <a:lnTo>
                    <a:pt x="2582822" y="195357"/>
                  </a:lnTo>
                  <a:lnTo>
                    <a:pt x="2544579" y="158781"/>
                  </a:lnTo>
                  <a:lnTo>
                    <a:pt x="2520505" y="118110"/>
                  </a:lnTo>
                  <a:lnTo>
                    <a:pt x="2516124" y="91440"/>
                  </a:lnTo>
                  <a:lnTo>
                    <a:pt x="2517862" y="73723"/>
                  </a:lnTo>
                  <a:lnTo>
                    <a:pt x="2545080" y="27432"/>
                  </a:lnTo>
                  <a:lnTo>
                    <a:pt x="2595229" y="1714"/>
                  </a:lnTo>
                  <a:lnTo>
                    <a:pt x="2615184" y="0"/>
                  </a:lnTo>
                  <a:lnTo>
                    <a:pt x="2628638" y="857"/>
                  </a:lnTo>
                  <a:lnTo>
                    <a:pt x="2667000" y="13716"/>
                  </a:lnTo>
                  <a:lnTo>
                    <a:pt x="2706004" y="43719"/>
                  </a:lnTo>
                  <a:lnTo>
                    <a:pt x="2720340" y="59436"/>
                  </a:lnTo>
                  <a:lnTo>
                    <a:pt x="2711406" y="67056"/>
                  </a:lnTo>
                  <a:lnTo>
                    <a:pt x="2606040" y="67056"/>
                  </a:lnTo>
                  <a:lnTo>
                    <a:pt x="2598420" y="68580"/>
                  </a:lnTo>
                  <a:lnTo>
                    <a:pt x="2586228" y="77724"/>
                  </a:lnTo>
                  <a:lnTo>
                    <a:pt x="2583180" y="83820"/>
                  </a:lnTo>
                  <a:lnTo>
                    <a:pt x="2583180" y="96012"/>
                  </a:lnTo>
                  <a:lnTo>
                    <a:pt x="2620994" y="137326"/>
                  </a:lnTo>
                  <a:lnTo>
                    <a:pt x="2657903" y="168497"/>
                  </a:lnTo>
                  <a:lnTo>
                    <a:pt x="2671953" y="180213"/>
                  </a:lnTo>
                  <a:lnTo>
                    <a:pt x="2705671" y="215455"/>
                  </a:lnTo>
                  <a:lnTo>
                    <a:pt x="2724150" y="255460"/>
                  </a:lnTo>
                  <a:lnTo>
                    <a:pt x="2726436" y="277368"/>
                  </a:lnTo>
                  <a:lnTo>
                    <a:pt x="2724461" y="299061"/>
                  </a:lnTo>
                  <a:lnTo>
                    <a:pt x="2719998" y="313944"/>
                  </a:lnTo>
                  <a:close/>
                </a:path>
                <a:path w="2726690" h="379729">
                  <a:moveTo>
                    <a:pt x="2668524" y="103632"/>
                  </a:moveTo>
                  <a:lnTo>
                    <a:pt x="2655689" y="87630"/>
                  </a:lnTo>
                  <a:lnTo>
                    <a:pt x="2642425" y="76200"/>
                  </a:lnTo>
                  <a:lnTo>
                    <a:pt x="2628876" y="69342"/>
                  </a:lnTo>
                  <a:lnTo>
                    <a:pt x="2615184" y="67056"/>
                  </a:lnTo>
                  <a:lnTo>
                    <a:pt x="2711406" y="67056"/>
                  </a:lnTo>
                  <a:lnTo>
                    <a:pt x="2668524" y="103632"/>
                  </a:lnTo>
                  <a:close/>
                </a:path>
                <a:path w="2726690" h="379729">
                  <a:moveTo>
                    <a:pt x="2615184" y="379476"/>
                  </a:moveTo>
                  <a:lnTo>
                    <a:pt x="2563320" y="369189"/>
                  </a:lnTo>
                  <a:lnTo>
                    <a:pt x="2522029" y="337185"/>
                  </a:lnTo>
                  <a:lnTo>
                    <a:pt x="2499360" y="301751"/>
                  </a:lnTo>
                  <a:lnTo>
                    <a:pt x="2557272" y="266699"/>
                  </a:lnTo>
                  <a:lnTo>
                    <a:pt x="2570416" y="287583"/>
                  </a:lnTo>
                  <a:lnTo>
                    <a:pt x="2584704" y="302323"/>
                  </a:lnTo>
                  <a:lnTo>
                    <a:pt x="2600134" y="311062"/>
                  </a:lnTo>
                  <a:lnTo>
                    <a:pt x="2616708" y="313944"/>
                  </a:lnTo>
                  <a:lnTo>
                    <a:pt x="2719998" y="313944"/>
                  </a:lnTo>
                  <a:lnTo>
                    <a:pt x="2718625" y="318516"/>
                  </a:lnTo>
                  <a:lnTo>
                    <a:pt x="2695956" y="350520"/>
                  </a:lnTo>
                  <a:lnTo>
                    <a:pt x="2660142" y="372427"/>
                  </a:lnTo>
                  <a:lnTo>
                    <a:pt x="2638948" y="377737"/>
                  </a:lnTo>
                  <a:lnTo>
                    <a:pt x="2615184" y="379476"/>
                  </a:lnTo>
                  <a:close/>
                </a:path>
                <a:path w="2726690" h="379729">
                  <a:moveTo>
                    <a:pt x="190500" y="379476"/>
                  </a:moveTo>
                  <a:lnTo>
                    <a:pt x="150209" y="376285"/>
                  </a:lnTo>
                  <a:lnTo>
                    <a:pt x="81629" y="349900"/>
                  </a:lnTo>
                  <a:lnTo>
                    <a:pt x="29575" y="297846"/>
                  </a:lnTo>
                  <a:lnTo>
                    <a:pt x="3190" y="229266"/>
                  </a:lnTo>
                  <a:lnTo>
                    <a:pt x="0" y="188976"/>
                  </a:lnTo>
                  <a:lnTo>
                    <a:pt x="1371" y="164687"/>
                  </a:lnTo>
                  <a:lnTo>
                    <a:pt x="1452" y="163258"/>
                  </a:lnTo>
                  <a:lnTo>
                    <a:pt x="13501" y="115252"/>
                  </a:lnTo>
                  <a:lnTo>
                    <a:pt x="35659" y="76009"/>
                  </a:lnTo>
                  <a:lnTo>
                    <a:pt x="72818" y="39600"/>
                  </a:lnTo>
                  <a:lnTo>
                    <a:pt x="117657" y="14787"/>
                  </a:lnTo>
                  <a:lnTo>
                    <a:pt x="166282" y="1690"/>
                  </a:lnTo>
                  <a:lnTo>
                    <a:pt x="192024" y="0"/>
                  </a:lnTo>
                  <a:lnTo>
                    <a:pt x="214360" y="1166"/>
                  </a:lnTo>
                  <a:lnTo>
                    <a:pt x="256746" y="10929"/>
                  </a:lnTo>
                  <a:lnTo>
                    <a:pt x="297989" y="30075"/>
                  </a:lnTo>
                  <a:lnTo>
                    <a:pt x="333517" y="56888"/>
                  </a:lnTo>
                  <a:lnTo>
                    <a:pt x="343194" y="67056"/>
                  </a:lnTo>
                  <a:lnTo>
                    <a:pt x="190500" y="67056"/>
                  </a:lnTo>
                  <a:lnTo>
                    <a:pt x="166211" y="69318"/>
                  </a:lnTo>
                  <a:lnTo>
                    <a:pt x="122777" y="86987"/>
                  </a:lnTo>
                  <a:lnTo>
                    <a:pt x="88511" y="121253"/>
                  </a:lnTo>
                  <a:lnTo>
                    <a:pt x="70842" y="164687"/>
                  </a:lnTo>
                  <a:lnTo>
                    <a:pt x="68579" y="188976"/>
                  </a:lnTo>
                  <a:lnTo>
                    <a:pt x="69461" y="206716"/>
                  </a:lnTo>
                  <a:lnTo>
                    <a:pt x="83820" y="254508"/>
                  </a:lnTo>
                  <a:lnTo>
                    <a:pt x="114895" y="288583"/>
                  </a:lnTo>
                  <a:lnTo>
                    <a:pt x="158877" y="309562"/>
                  </a:lnTo>
                  <a:lnTo>
                    <a:pt x="192024" y="313944"/>
                  </a:lnTo>
                  <a:lnTo>
                    <a:pt x="344185" y="313944"/>
                  </a:lnTo>
                  <a:lnTo>
                    <a:pt x="328088" y="328874"/>
                  </a:lnTo>
                  <a:lnTo>
                    <a:pt x="290464" y="355687"/>
                  </a:lnTo>
                  <a:lnTo>
                    <a:pt x="253936" y="371117"/>
                  </a:lnTo>
                  <a:lnTo>
                    <a:pt x="212788" y="378594"/>
                  </a:lnTo>
                  <a:lnTo>
                    <a:pt x="190500" y="379476"/>
                  </a:lnTo>
                  <a:close/>
                </a:path>
                <a:path w="2726690" h="379729">
                  <a:moveTo>
                    <a:pt x="301751" y="118872"/>
                  </a:moveTo>
                  <a:lnTo>
                    <a:pt x="276010" y="95988"/>
                  </a:lnTo>
                  <a:lnTo>
                    <a:pt x="248983" y="79819"/>
                  </a:lnTo>
                  <a:lnTo>
                    <a:pt x="220527" y="70223"/>
                  </a:lnTo>
                  <a:lnTo>
                    <a:pt x="190500" y="67056"/>
                  </a:lnTo>
                  <a:lnTo>
                    <a:pt x="343194" y="67056"/>
                  </a:lnTo>
                  <a:lnTo>
                    <a:pt x="348996" y="73152"/>
                  </a:lnTo>
                  <a:lnTo>
                    <a:pt x="301751" y="118872"/>
                  </a:lnTo>
                  <a:close/>
                </a:path>
                <a:path w="2726690" h="379729">
                  <a:moveTo>
                    <a:pt x="344185" y="313944"/>
                  </a:moveTo>
                  <a:lnTo>
                    <a:pt x="192024" y="313944"/>
                  </a:lnTo>
                  <a:lnTo>
                    <a:pt x="206597" y="313134"/>
                  </a:lnTo>
                  <a:lnTo>
                    <a:pt x="220599" y="310896"/>
                  </a:lnTo>
                  <a:lnTo>
                    <a:pt x="259746" y="296418"/>
                  </a:lnTo>
                  <a:lnTo>
                    <a:pt x="301751" y="262128"/>
                  </a:lnTo>
                  <a:lnTo>
                    <a:pt x="347471" y="310896"/>
                  </a:lnTo>
                  <a:lnTo>
                    <a:pt x="344185" y="313944"/>
                  </a:lnTo>
                  <a:close/>
                </a:path>
              </a:pathLst>
            </a:custGeom>
            <a:solidFill>
              <a:srgbClr val="FF5B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88492" y="4747260"/>
              <a:ext cx="2726690" cy="379730"/>
            </a:xfrm>
            <a:custGeom>
              <a:avLst/>
              <a:gdLst/>
              <a:ahLst/>
              <a:cxnLst/>
              <a:rect l="l" t="t" r="r" b="b"/>
              <a:pathLst>
                <a:path w="2726690" h="379729">
                  <a:moveTo>
                    <a:pt x="2304287" y="105155"/>
                  </a:moveTo>
                  <a:lnTo>
                    <a:pt x="2255519" y="230123"/>
                  </a:lnTo>
                  <a:lnTo>
                    <a:pt x="2351531" y="230123"/>
                  </a:lnTo>
                  <a:lnTo>
                    <a:pt x="2304287" y="105155"/>
                  </a:lnTo>
                  <a:close/>
                </a:path>
                <a:path w="2726690" h="379729">
                  <a:moveTo>
                    <a:pt x="579120" y="67055"/>
                  </a:moveTo>
                  <a:lnTo>
                    <a:pt x="532638" y="76009"/>
                  </a:lnTo>
                  <a:lnTo>
                    <a:pt x="495300" y="102107"/>
                  </a:lnTo>
                  <a:lnTo>
                    <a:pt x="469201" y="142493"/>
                  </a:lnTo>
                  <a:lnTo>
                    <a:pt x="460247" y="192023"/>
                  </a:lnTo>
                  <a:lnTo>
                    <a:pt x="462843" y="220075"/>
                  </a:lnTo>
                  <a:lnTo>
                    <a:pt x="484036" y="267033"/>
                  </a:lnTo>
                  <a:lnTo>
                    <a:pt x="520636" y="298513"/>
                  </a:lnTo>
                  <a:lnTo>
                    <a:pt x="559498" y="312229"/>
                  </a:lnTo>
                  <a:lnTo>
                    <a:pt x="580643" y="313943"/>
                  </a:lnTo>
                  <a:lnTo>
                    <a:pt x="603789" y="311657"/>
                  </a:lnTo>
                  <a:lnTo>
                    <a:pt x="644937" y="293369"/>
                  </a:lnTo>
                  <a:lnTo>
                    <a:pt x="678060" y="259079"/>
                  </a:lnTo>
                  <a:lnTo>
                    <a:pt x="695729" y="215645"/>
                  </a:lnTo>
                  <a:lnTo>
                    <a:pt x="697991" y="190499"/>
                  </a:lnTo>
                  <a:lnTo>
                    <a:pt x="695729" y="166211"/>
                  </a:lnTo>
                  <a:lnTo>
                    <a:pt x="678060" y="122777"/>
                  </a:lnTo>
                  <a:lnTo>
                    <a:pt x="644913" y="87629"/>
                  </a:lnTo>
                  <a:lnTo>
                    <a:pt x="603146" y="69341"/>
                  </a:lnTo>
                  <a:lnTo>
                    <a:pt x="579120" y="67055"/>
                  </a:lnTo>
                  <a:close/>
                </a:path>
                <a:path w="2726690" h="379729">
                  <a:moveTo>
                    <a:pt x="2269235" y="9143"/>
                  </a:moveTo>
                  <a:lnTo>
                    <a:pt x="2337815" y="9143"/>
                  </a:lnTo>
                  <a:lnTo>
                    <a:pt x="2478023" y="370331"/>
                  </a:lnTo>
                  <a:lnTo>
                    <a:pt x="2406395" y="370331"/>
                  </a:lnTo>
                  <a:lnTo>
                    <a:pt x="2377439" y="297179"/>
                  </a:lnTo>
                  <a:lnTo>
                    <a:pt x="2229611" y="297179"/>
                  </a:lnTo>
                  <a:lnTo>
                    <a:pt x="2200655" y="370331"/>
                  </a:lnTo>
                  <a:lnTo>
                    <a:pt x="2129027" y="370331"/>
                  </a:lnTo>
                  <a:lnTo>
                    <a:pt x="2269235" y="9143"/>
                  </a:lnTo>
                  <a:close/>
                </a:path>
                <a:path w="2726690" h="379729">
                  <a:moveTo>
                    <a:pt x="1793748" y="9143"/>
                  </a:moveTo>
                  <a:lnTo>
                    <a:pt x="1871471" y="9143"/>
                  </a:lnTo>
                  <a:lnTo>
                    <a:pt x="1947671" y="124967"/>
                  </a:lnTo>
                  <a:lnTo>
                    <a:pt x="2023871" y="9143"/>
                  </a:lnTo>
                  <a:lnTo>
                    <a:pt x="2100071" y="9143"/>
                  </a:lnTo>
                  <a:lnTo>
                    <a:pt x="1985771" y="184403"/>
                  </a:lnTo>
                  <a:lnTo>
                    <a:pt x="2107691" y="370331"/>
                  </a:lnTo>
                  <a:lnTo>
                    <a:pt x="2029967" y="370331"/>
                  </a:lnTo>
                  <a:lnTo>
                    <a:pt x="1947671" y="243839"/>
                  </a:lnTo>
                  <a:lnTo>
                    <a:pt x="1863851" y="370331"/>
                  </a:lnTo>
                  <a:lnTo>
                    <a:pt x="1786127" y="370331"/>
                  </a:lnTo>
                  <a:lnTo>
                    <a:pt x="1908048" y="184403"/>
                  </a:lnTo>
                  <a:lnTo>
                    <a:pt x="1793748" y="9143"/>
                  </a:lnTo>
                  <a:close/>
                </a:path>
                <a:path w="2726690" h="379729">
                  <a:moveTo>
                    <a:pt x="1556004" y="9143"/>
                  </a:moveTo>
                  <a:lnTo>
                    <a:pt x="1752600" y="9143"/>
                  </a:lnTo>
                  <a:lnTo>
                    <a:pt x="1752600" y="76199"/>
                  </a:lnTo>
                  <a:lnTo>
                    <a:pt x="1623060" y="76199"/>
                  </a:lnTo>
                  <a:lnTo>
                    <a:pt x="1623060" y="141731"/>
                  </a:lnTo>
                  <a:lnTo>
                    <a:pt x="1752600" y="141731"/>
                  </a:lnTo>
                  <a:lnTo>
                    <a:pt x="1752600" y="208787"/>
                  </a:lnTo>
                  <a:lnTo>
                    <a:pt x="1623060" y="208787"/>
                  </a:lnTo>
                  <a:lnTo>
                    <a:pt x="1623060" y="303275"/>
                  </a:lnTo>
                  <a:lnTo>
                    <a:pt x="1752600" y="303275"/>
                  </a:lnTo>
                  <a:lnTo>
                    <a:pt x="1752600" y="370331"/>
                  </a:lnTo>
                  <a:lnTo>
                    <a:pt x="1556004" y="370331"/>
                  </a:lnTo>
                  <a:lnTo>
                    <a:pt x="1556004" y="9143"/>
                  </a:lnTo>
                  <a:close/>
                </a:path>
                <a:path w="2726690" h="379729">
                  <a:moveTo>
                    <a:pt x="1175004" y="9143"/>
                  </a:moveTo>
                  <a:lnTo>
                    <a:pt x="1246631" y="9143"/>
                  </a:lnTo>
                  <a:lnTo>
                    <a:pt x="1336548" y="266699"/>
                  </a:lnTo>
                  <a:lnTo>
                    <a:pt x="1429512" y="9143"/>
                  </a:lnTo>
                  <a:lnTo>
                    <a:pt x="1499615" y="9143"/>
                  </a:lnTo>
                  <a:lnTo>
                    <a:pt x="1370075" y="370331"/>
                  </a:lnTo>
                  <a:lnTo>
                    <a:pt x="1303019" y="370331"/>
                  </a:lnTo>
                  <a:lnTo>
                    <a:pt x="1175004" y="9143"/>
                  </a:lnTo>
                  <a:close/>
                </a:path>
                <a:path w="2726690" h="379729">
                  <a:moveTo>
                    <a:pt x="832104" y="9143"/>
                  </a:moveTo>
                  <a:lnTo>
                    <a:pt x="897636" y="9143"/>
                  </a:lnTo>
                  <a:lnTo>
                    <a:pt x="1051559" y="246887"/>
                  </a:lnTo>
                  <a:lnTo>
                    <a:pt x="1051559" y="9143"/>
                  </a:lnTo>
                  <a:lnTo>
                    <a:pt x="1120139" y="9143"/>
                  </a:lnTo>
                  <a:lnTo>
                    <a:pt x="1120139" y="370331"/>
                  </a:lnTo>
                  <a:lnTo>
                    <a:pt x="1054608" y="370331"/>
                  </a:lnTo>
                  <a:lnTo>
                    <a:pt x="900683" y="134111"/>
                  </a:lnTo>
                  <a:lnTo>
                    <a:pt x="900683" y="370331"/>
                  </a:lnTo>
                  <a:lnTo>
                    <a:pt x="832104" y="370331"/>
                  </a:lnTo>
                  <a:lnTo>
                    <a:pt x="832104" y="9143"/>
                  </a:lnTo>
                  <a:close/>
                </a:path>
                <a:path w="2726690" h="379729">
                  <a:moveTo>
                    <a:pt x="2615183" y="0"/>
                  </a:moveTo>
                  <a:lnTo>
                    <a:pt x="2654403" y="7715"/>
                  </a:lnTo>
                  <a:lnTo>
                    <a:pt x="2692526" y="30860"/>
                  </a:lnTo>
                  <a:lnTo>
                    <a:pt x="2720339" y="59435"/>
                  </a:lnTo>
                  <a:lnTo>
                    <a:pt x="2668524" y="103631"/>
                  </a:lnTo>
                  <a:lnTo>
                    <a:pt x="2655689" y="87629"/>
                  </a:lnTo>
                  <a:lnTo>
                    <a:pt x="2642425" y="76199"/>
                  </a:lnTo>
                  <a:lnTo>
                    <a:pt x="2628876" y="69341"/>
                  </a:lnTo>
                  <a:lnTo>
                    <a:pt x="2615183" y="67055"/>
                  </a:lnTo>
                  <a:lnTo>
                    <a:pt x="2606039" y="67055"/>
                  </a:lnTo>
                  <a:lnTo>
                    <a:pt x="2598419" y="68579"/>
                  </a:lnTo>
                  <a:lnTo>
                    <a:pt x="2592323" y="73151"/>
                  </a:lnTo>
                  <a:lnTo>
                    <a:pt x="2586227" y="77723"/>
                  </a:lnTo>
                  <a:lnTo>
                    <a:pt x="2583179" y="83819"/>
                  </a:lnTo>
                  <a:lnTo>
                    <a:pt x="2583179" y="89915"/>
                  </a:lnTo>
                  <a:lnTo>
                    <a:pt x="2583179" y="96011"/>
                  </a:lnTo>
                  <a:lnTo>
                    <a:pt x="2620994" y="137326"/>
                  </a:lnTo>
                  <a:lnTo>
                    <a:pt x="2657903" y="168497"/>
                  </a:lnTo>
                  <a:lnTo>
                    <a:pt x="2671952" y="180212"/>
                  </a:lnTo>
                  <a:lnTo>
                    <a:pt x="2705671" y="215455"/>
                  </a:lnTo>
                  <a:lnTo>
                    <a:pt x="2724149" y="255460"/>
                  </a:lnTo>
                  <a:lnTo>
                    <a:pt x="2726435" y="277367"/>
                  </a:lnTo>
                  <a:lnTo>
                    <a:pt x="2724459" y="299085"/>
                  </a:lnTo>
                  <a:lnTo>
                    <a:pt x="2709076" y="335661"/>
                  </a:lnTo>
                  <a:lnTo>
                    <a:pt x="2679049" y="363402"/>
                  </a:lnTo>
                  <a:lnTo>
                    <a:pt x="2638948" y="377737"/>
                  </a:lnTo>
                  <a:lnTo>
                    <a:pt x="2615183" y="379475"/>
                  </a:lnTo>
                  <a:lnTo>
                    <a:pt x="2596562" y="378332"/>
                  </a:lnTo>
                  <a:lnTo>
                    <a:pt x="2548127" y="361187"/>
                  </a:lnTo>
                  <a:lnTo>
                    <a:pt x="2510194" y="320897"/>
                  </a:lnTo>
                  <a:lnTo>
                    <a:pt x="2499359" y="301751"/>
                  </a:lnTo>
                  <a:lnTo>
                    <a:pt x="2557271" y="266699"/>
                  </a:lnTo>
                  <a:lnTo>
                    <a:pt x="2570416" y="287583"/>
                  </a:lnTo>
                  <a:lnTo>
                    <a:pt x="2584703" y="302323"/>
                  </a:lnTo>
                  <a:lnTo>
                    <a:pt x="2600134" y="311062"/>
                  </a:lnTo>
                  <a:lnTo>
                    <a:pt x="2616707" y="313943"/>
                  </a:lnTo>
                  <a:lnTo>
                    <a:pt x="2625542" y="313372"/>
                  </a:lnTo>
                  <a:lnTo>
                    <a:pt x="2658546" y="287012"/>
                  </a:lnTo>
                  <a:lnTo>
                    <a:pt x="2659379" y="280415"/>
                  </a:lnTo>
                  <a:lnTo>
                    <a:pt x="2658808" y="274462"/>
                  </a:lnTo>
                  <a:lnTo>
                    <a:pt x="2635376" y="240410"/>
                  </a:lnTo>
                  <a:lnTo>
                    <a:pt x="2609087" y="217931"/>
                  </a:lnTo>
                  <a:lnTo>
                    <a:pt x="2582822" y="195357"/>
                  </a:lnTo>
                  <a:lnTo>
                    <a:pt x="2544579" y="158781"/>
                  </a:lnTo>
                  <a:lnTo>
                    <a:pt x="2520505" y="118109"/>
                  </a:lnTo>
                  <a:lnTo>
                    <a:pt x="2516123" y="91439"/>
                  </a:lnTo>
                  <a:lnTo>
                    <a:pt x="2517862" y="73723"/>
                  </a:lnTo>
                  <a:lnTo>
                    <a:pt x="2545079" y="27431"/>
                  </a:lnTo>
                  <a:lnTo>
                    <a:pt x="2595229" y="1714"/>
                  </a:lnTo>
                  <a:lnTo>
                    <a:pt x="2615183" y="0"/>
                  </a:lnTo>
                  <a:close/>
                </a:path>
                <a:path w="2726690" h="379729">
                  <a:moveTo>
                    <a:pt x="579120" y="0"/>
                  </a:moveTo>
                  <a:lnTo>
                    <a:pt x="651129" y="13906"/>
                  </a:lnTo>
                  <a:lnTo>
                    <a:pt x="711708" y="56387"/>
                  </a:lnTo>
                  <a:lnTo>
                    <a:pt x="752855" y="117919"/>
                  </a:lnTo>
                  <a:lnTo>
                    <a:pt x="766571" y="192023"/>
                  </a:lnTo>
                  <a:lnTo>
                    <a:pt x="763142" y="229457"/>
                  </a:lnTo>
                  <a:lnTo>
                    <a:pt x="735710" y="295751"/>
                  </a:lnTo>
                  <a:lnTo>
                    <a:pt x="683085" y="348614"/>
                  </a:lnTo>
                  <a:lnTo>
                    <a:pt x="617839" y="376046"/>
                  </a:lnTo>
                  <a:lnTo>
                    <a:pt x="580643" y="379475"/>
                  </a:lnTo>
                  <a:lnTo>
                    <a:pt x="541234" y="376023"/>
                  </a:lnTo>
                  <a:lnTo>
                    <a:pt x="473273" y="347972"/>
                  </a:lnTo>
                  <a:lnTo>
                    <a:pt x="421243" y="294227"/>
                  </a:lnTo>
                  <a:lnTo>
                    <a:pt x="394858" y="227933"/>
                  </a:lnTo>
                  <a:lnTo>
                    <a:pt x="391667" y="190499"/>
                  </a:lnTo>
                  <a:lnTo>
                    <a:pt x="393120" y="164782"/>
                  </a:lnTo>
                  <a:lnTo>
                    <a:pt x="405169" y="116776"/>
                  </a:lnTo>
                  <a:lnTo>
                    <a:pt x="429767" y="73913"/>
                  </a:lnTo>
                  <a:lnTo>
                    <a:pt x="464058" y="39623"/>
                  </a:lnTo>
                  <a:lnTo>
                    <a:pt x="507539" y="14787"/>
                  </a:lnTo>
                  <a:lnTo>
                    <a:pt x="554497" y="1690"/>
                  </a:lnTo>
                  <a:lnTo>
                    <a:pt x="579120" y="0"/>
                  </a:lnTo>
                  <a:close/>
                </a:path>
                <a:path w="2726690" h="379729">
                  <a:moveTo>
                    <a:pt x="192024" y="0"/>
                  </a:moveTo>
                  <a:lnTo>
                    <a:pt x="235839" y="4762"/>
                  </a:lnTo>
                  <a:lnTo>
                    <a:pt x="277367" y="19811"/>
                  </a:lnTo>
                  <a:lnTo>
                    <a:pt x="316610" y="42481"/>
                  </a:lnTo>
                  <a:lnTo>
                    <a:pt x="348995" y="73151"/>
                  </a:lnTo>
                  <a:lnTo>
                    <a:pt x="301751" y="118871"/>
                  </a:lnTo>
                  <a:lnTo>
                    <a:pt x="276010" y="95988"/>
                  </a:lnTo>
                  <a:lnTo>
                    <a:pt x="248983" y="79819"/>
                  </a:lnTo>
                  <a:lnTo>
                    <a:pt x="220527" y="70223"/>
                  </a:lnTo>
                  <a:lnTo>
                    <a:pt x="190500" y="67055"/>
                  </a:lnTo>
                  <a:lnTo>
                    <a:pt x="166211" y="69318"/>
                  </a:lnTo>
                  <a:lnTo>
                    <a:pt x="122777" y="86987"/>
                  </a:lnTo>
                  <a:lnTo>
                    <a:pt x="88511" y="121253"/>
                  </a:lnTo>
                  <a:lnTo>
                    <a:pt x="70842" y="164687"/>
                  </a:lnTo>
                  <a:lnTo>
                    <a:pt x="68579" y="188975"/>
                  </a:lnTo>
                  <a:lnTo>
                    <a:pt x="69461" y="206716"/>
                  </a:lnTo>
                  <a:lnTo>
                    <a:pt x="83820" y="254507"/>
                  </a:lnTo>
                  <a:lnTo>
                    <a:pt x="114895" y="288583"/>
                  </a:lnTo>
                  <a:lnTo>
                    <a:pt x="158876" y="309562"/>
                  </a:lnTo>
                  <a:lnTo>
                    <a:pt x="192024" y="313943"/>
                  </a:lnTo>
                  <a:lnTo>
                    <a:pt x="206597" y="313134"/>
                  </a:lnTo>
                  <a:lnTo>
                    <a:pt x="246887" y="303275"/>
                  </a:lnTo>
                  <a:lnTo>
                    <a:pt x="287178" y="275843"/>
                  </a:lnTo>
                  <a:lnTo>
                    <a:pt x="301751" y="262127"/>
                  </a:lnTo>
                  <a:lnTo>
                    <a:pt x="347471" y="310895"/>
                  </a:lnTo>
                  <a:lnTo>
                    <a:pt x="308990" y="343852"/>
                  </a:lnTo>
                  <a:lnTo>
                    <a:pt x="272795" y="364236"/>
                  </a:lnTo>
                  <a:lnTo>
                    <a:pt x="233933" y="375856"/>
                  </a:lnTo>
                  <a:lnTo>
                    <a:pt x="190500" y="379475"/>
                  </a:lnTo>
                  <a:lnTo>
                    <a:pt x="150209" y="376285"/>
                  </a:lnTo>
                  <a:lnTo>
                    <a:pt x="81629" y="349900"/>
                  </a:lnTo>
                  <a:lnTo>
                    <a:pt x="29575" y="297846"/>
                  </a:lnTo>
                  <a:lnTo>
                    <a:pt x="3190" y="229266"/>
                  </a:lnTo>
                  <a:lnTo>
                    <a:pt x="0" y="188975"/>
                  </a:lnTo>
                  <a:lnTo>
                    <a:pt x="1452" y="163258"/>
                  </a:lnTo>
                  <a:lnTo>
                    <a:pt x="13501" y="115252"/>
                  </a:lnTo>
                  <a:lnTo>
                    <a:pt x="37480" y="73271"/>
                  </a:lnTo>
                  <a:lnTo>
                    <a:pt x="72818" y="39600"/>
                  </a:lnTo>
                  <a:lnTo>
                    <a:pt x="117657" y="14787"/>
                  </a:lnTo>
                  <a:lnTo>
                    <a:pt x="166282" y="1690"/>
                  </a:lnTo>
                  <a:lnTo>
                    <a:pt x="192024" y="0"/>
                  </a:lnTo>
                  <a:close/>
                </a:path>
              </a:pathLst>
            </a:custGeom>
            <a:ln w="7620">
              <a:solidFill>
                <a:srgbClr val="AF235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73423" y="278892"/>
            <a:ext cx="6088379" cy="72161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0442" y="3536441"/>
            <a:ext cx="1950720" cy="387095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852677" y="4139945"/>
            <a:ext cx="2735580" cy="387350"/>
            <a:chOff x="852677" y="4139945"/>
            <a:chExt cx="2735580" cy="387350"/>
          </a:xfrm>
        </p:grpSpPr>
        <p:sp>
          <p:nvSpPr>
            <p:cNvPr id="4" name="object 4" descr=""/>
            <p:cNvSpPr/>
            <p:nvPr/>
          </p:nvSpPr>
          <p:spPr>
            <a:xfrm>
              <a:off x="856487" y="4143755"/>
              <a:ext cx="2727960" cy="379730"/>
            </a:xfrm>
            <a:custGeom>
              <a:avLst/>
              <a:gdLst/>
              <a:ahLst/>
              <a:cxnLst/>
              <a:rect l="l" t="t" r="r" b="b"/>
              <a:pathLst>
                <a:path w="2727960" h="379729">
                  <a:moveTo>
                    <a:pt x="1719072" y="370332"/>
                  </a:moveTo>
                  <a:lnTo>
                    <a:pt x="1647444" y="370332"/>
                  </a:lnTo>
                  <a:lnTo>
                    <a:pt x="1786128" y="9144"/>
                  </a:lnTo>
                  <a:lnTo>
                    <a:pt x="1856232" y="9144"/>
                  </a:lnTo>
                  <a:lnTo>
                    <a:pt x="1893097" y="105156"/>
                  </a:lnTo>
                  <a:lnTo>
                    <a:pt x="1821180" y="105156"/>
                  </a:lnTo>
                  <a:lnTo>
                    <a:pt x="1773936" y="230124"/>
                  </a:lnTo>
                  <a:lnTo>
                    <a:pt x="1941080" y="230124"/>
                  </a:lnTo>
                  <a:lnTo>
                    <a:pt x="1966828" y="297180"/>
                  </a:lnTo>
                  <a:lnTo>
                    <a:pt x="1748028" y="297180"/>
                  </a:lnTo>
                  <a:lnTo>
                    <a:pt x="1719072" y="370332"/>
                  </a:lnTo>
                  <a:close/>
                </a:path>
                <a:path w="2727960" h="379729">
                  <a:moveTo>
                    <a:pt x="1941080" y="230124"/>
                  </a:moveTo>
                  <a:lnTo>
                    <a:pt x="1869948" y="230124"/>
                  </a:lnTo>
                  <a:lnTo>
                    <a:pt x="1821180" y="105156"/>
                  </a:lnTo>
                  <a:lnTo>
                    <a:pt x="1893097" y="105156"/>
                  </a:lnTo>
                  <a:lnTo>
                    <a:pt x="1941080" y="230124"/>
                  </a:lnTo>
                  <a:close/>
                </a:path>
                <a:path w="2727960" h="379729">
                  <a:moveTo>
                    <a:pt x="1994916" y="370332"/>
                  </a:moveTo>
                  <a:lnTo>
                    <a:pt x="1923288" y="370332"/>
                  </a:lnTo>
                  <a:lnTo>
                    <a:pt x="1895856" y="297180"/>
                  </a:lnTo>
                  <a:lnTo>
                    <a:pt x="1966828" y="297180"/>
                  </a:lnTo>
                  <a:lnTo>
                    <a:pt x="1994916" y="370332"/>
                  </a:lnTo>
                  <a:close/>
                </a:path>
                <a:path w="2727960" h="379729">
                  <a:moveTo>
                    <a:pt x="714755" y="370332"/>
                  </a:moveTo>
                  <a:lnTo>
                    <a:pt x="646175" y="370332"/>
                  </a:lnTo>
                  <a:lnTo>
                    <a:pt x="646175" y="9144"/>
                  </a:lnTo>
                  <a:lnTo>
                    <a:pt x="719327" y="9144"/>
                  </a:lnTo>
                  <a:lnTo>
                    <a:pt x="747021" y="9953"/>
                  </a:lnTo>
                  <a:lnTo>
                    <a:pt x="789836" y="15573"/>
                  </a:lnTo>
                  <a:lnTo>
                    <a:pt x="827532" y="34671"/>
                  </a:lnTo>
                  <a:lnTo>
                    <a:pt x="852058" y="68651"/>
                  </a:lnTo>
                  <a:lnTo>
                    <a:pt x="854683" y="76200"/>
                  </a:lnTo>
                  <a:lnTo>
                    <a:pt x="714755" y="76200"/>
                  </a:lnTo>
                  <a:lnTo>
                    <a:pt x="714755" y="150876"/>
                  </a:lnTo>
                  <a:lnTo>
                    <a:pt x="855389" y="150876"/>
                  </a:lnTo>
                  <a:lnTo>
                    <a:pt x="851415" y="161448"/>
                  </a:lnTo>
                  <a:lnTo>
                    <a:pt x="822388" y="195453"/>
                  </a:lnTo>
                  <a:lnTo>
                    <a:pt x="792479" y="210312"/>
                  </a:lnTo>
                  <a:lnTo>
                    <a:pt x="796543" y="217932"/>
                  </a:lnTo>
                  <a:lnTo>
                    <a:pt x="714755" y="217932"/>
                  </a:lnTo>
                  <a:lnTo>
                    <a:pt x="714755" y="370332"/>
                  </a:lnTo>
                  <a:close/>
                </a:path>
                <a:path w="2727960" h="379729">
                  <a:moveTo>
                    <a:pt x="855389" y="150876"/>
                  </a:moveTo>
                  <a:lnTo>
                    <a:pt x="736092" y="150876"/>
                  </a:lnTo>
                  <a:lnTo>
                    <a:pt x="751808" y="150304"/>
                  </a:lnTo>
                  <a:lnTo>
                    <a:pt x="764667" y="148590"/>
                  </a:lnTo>
                  <a:lnTo>
                    <a:pt x="793170" y="123086"/>
                  </a:lnTo>
                  <a:lnTo>
                    <a:pt x="794004" y="114300"/>
                  </a:lnTo>
                  <a:lnTo>
                    <a:pt x="794004" y="105156"/>
                  </a:lnTo>
                  <a:lnTo>
                    <a:pt x="792479" y="99060"/>
                  </a:lnTo>
                  <a:lnTo>
                    <a:pt x="783336" y="86868"/>
                  </a:lnTo>
                  <a:lnTo>
                    <a:pt x="778763" y="82296"/>
                  </a:lnTo>
                  <a:lnTo>
                    <a:pt x="771144" y="80772"/>
                  </a:lnTo>
                  <a:lnTo>
                    <a:pt x="765429" y="78771"/>
                  </a:lnTo>
                  <a:lnTo>
                    <a:pt x="757427" y="77343"/>
                  </a:lnTo>
                  <a:lnTo>
                    <a:pt x="747140" y="76485"/>
                  </a:lnTo>
                  <a:lnTo>
                    <a:pt x="734567" y="76200"/>
                  </a:lnTo>
                  <a:lnTo>
                    <a:pt x="854683" y="76200"/>
                  </a:lnTo>
                  <a:lnTo>
                    <a:pt x="856802" y="82296"/>
                  </a:lnTo>
                  <a:lnTo>
                    <a:pt x="856868" y="82486"/>
                  </a:lnTo>
                  <a:lnTo>
                    <a:pt x="859964" y="97750"/>
                  </a:lnTo>
                  <a:lnTo>
                    <a:pt x="861059" y="114300"/>
                  </a:lnTo>
                  <a:lnTo>
                    <a:pt x="859995" y="130873"/>
                  </a:lnTo>
                  <a:lnTo>
                    <a:pt x="859940" y="131730"/>
                  </a:lnTo>
                  <a:lnTo>
                    <a:pt x="856678" y="147447"/>
                  </a:lnTo>
                  <a:lnTo>
                    <a:pt x="855389" y="150876"/>
                  </a:lnTo>
                  <a:close/>
                </a:path>
                <a:path w="2727960" h="379729">
                  <a:moveTo>
                    <a:pt x="877823" y="370332"/>
                  </a:moveTo>
                  <a:lnTo>
                    <a:pt x="803148" y="370332"/>
                  </a:lnTo>
                  <a:lnTo>
                    <a:pt x="720852" y="217932"/>
                  </a:lnTo>
                  <a:lnTo>
                    <a:pt x="796543" y="217932"/>
                  </a:lnTo>
                  <a:lnTo>
                    <a:pt x="877823" y="370332"/>
                  </a:lnTo>
                  <a:close/>
                </a:path>
                <a:path w="2727960" h="379729">
                  <a:moveTo>
                    <a:pt x="2467356" y="370332"/>
                  </a:moveTo>
                  <a:lnTo>
                    <a:pt x="2269236" y="370332"/>
                  </a:lnTo>
                  <a:lnTo>
                    <a:pt x="2269236" y="9144"/>
                  </a:lnTo>
                  <a:lnTo>
                    <a:pt x="2467356" y="9144"/>
                  </a:lnTo>
                  <a:lnTo>
                    <a:pt x="2467356" y="76200"/>
                  </a:lnTo>
                  <a:lnTo>
                    <a:pt x="2337816" y="76200"/>
                  </a:lnTo>
                  <a:lnTo>
                    <a:pt x="2337816" y="141732"/>
                  </a:lnTo>
                  <a:lnTo>
                    <a:pt x="2467356" y="141732"/>
                  </a:lnTo>
                  <a:lnTo>
                    <a:pt x="2467356" y="208788"/>
                  </a:lnTo>
                  <a:lnTo>
                    <a:pt x="2337816" y="208788"/>
                  </a:lnTo>
                  <a:lnTo>
                    <a:pt x="2337816" y="303275"/>
                  </a:lnTo>
                  <a:lnTo>
                    <a:pt x="2467356" y="303275"/>
                  </a:lnTo>
                  <a:lnTo>
                    <a:pt x="2467356" y="370332"/>
                  </a:lnTo>
                  <a:close/>
                </a:path>
                <a:path w="2727960" h="379729">
                  <a:moveTo>
                    <a:pt x="2217420" y="370332"/>
                  </a:moveTo>
                  <a:lnTo>
                    <a:pt x="2048256" y="370332"/>
                  </a:lnTo>
                  <a:lnTo>
                    <a:pt x="2048256" y="9144"/>
                  </a:lnTo>
                  <a:lnTo>
                    <a:pt x="2116836" y="9144"/>
                  </a:lnTo>
                  <a:lnTo>
                    <a:pt x="2116836" y="304799"/>
                  </a:lnTo>
                  <a:lnTo>
                    <a:pt x="2217420" y="304799"/>
                  </a:lnTo>
                  <a:lnTo>
                    <a:pt x="2217420" y="370332"/>
                  </a:lnTo>
                  <a:close/>
                </a:path>
                <a:path w="2727960" h="379729">
                  <a:moveTo>
                    <a:pt x="1208532" y="370332"/>
                  </a:moveTo>
                  <a:lnTo>
                    <a:pt x="1139952" y="370332"/>
                  </a:lnTo>
                  <a:lnTo>
                    <a:pt x="1139952" y="9144"/>
                  </a:lnTo>
                  <a:lnTo>
                    <a:pt x="1208532" y="9144"/>
                  </a:lnTo>
                  <a:lnTo>
                    <a:pt x="1208532" y="370332"/>
                  </a:lnTo>
                  <a:close/>
                </a:path>
                <a:path w="2727960" h="379729">
                  <a:moveTo>
                    <a:pt x="1097280" y="77724"/>
                  </a:moveTo>
                  <a:lnTo>
                    <a:pt x="897636" y="77724"/>
                  </a:lnTo>
                  <a:lnTo>
                    <a:pt x="897636" y="9144"/>
                  </a:lnTo>
                  <a:lnTo>
                    <a:pt x="1097280" y="9144"/>
                  </a:lnTo>
                  <a:lnTo>
                    <a:pt x="1097280" y="77724"/>
                  </a:lnTo>
                  <a:close/>
                </a:path>
                <a:path w="2727960" h="379729">
                  <a:moveTo>
                    <a:pt x="1030223" y="370332"/>
                  </a:moveTo>
                  <a:lnTo>
                    <a:pt x="961644" y="370332"/>
                  </a:lnTo>
                  <a:lnTo>
                    <a:pt x="961644" y="77724"/>
                  </a:lnTo>
                  <a:lnTo>
                    <a:pt x="1030223" y="77724"/>
                  </a:lnTo>
                  <a:lnTo>
                    <a:pt x="1030223" y="370332"/>
                  </a:lnTo>
                  <a:close/>
                </a:path>
                <a:path w="2727960" h="379729">
                  <a:moveTo>
                    <a:pt x="577596" y="370332"/>
                  </a:moveTo>
                  <a:lnTo>
                    <a:pt x="379475" y="370332"/>
                  </a:lnTo>
                  <a:lnTo>
                    <a:pt x="379475" y="9144"/>
                  </a:lnTo>
                  <a:lnTo>
                    <a:pt x="577596" y="9144"/>
                  </a:lnTo>
                  <a:lnTo>
                    <a:pt x="577596" y="76200"/>
                  </a:lnTo>
                  <a:lnTo>
                    <a:pt x="448055" y="76200"/>
                  </a:lnTo>
                  <a:lnTo>
                    <a:pt x="448055" y="141732"/>
                  </a:lnTo>
                  <a:lnTo>
                    <a:pt x="577596" y="141732"/>
                  </a:lnTo>
                  <a:lnTo>
                    <a:pt x="577596" y="208788"/>
                  </a:lnTo>
                  <a:lnTo>
                    <a:pt x="448055" y="208788"/>
                  </a:lnTo>
                  <a:lnTo>
                    <a:pt x="448055" y="303275"/>
                  </a:lnTo>
                  <a:lnTo>
                    <a:pt x="577596" y="303275"/>
                  </a:lnTo>
                  <a:lnTo>
                    <a:pt x="577596" y="370332"/>
                  </a:lnTo>
                  <a:close/>
                </a:path>
                <a:path w="2727960" h="379729">
                  <a:moveTo>
                    <a:pt x="195071" y="370332"/>
                  </a:moveTo>
                  <a:lnTo>
                    <a:pt x="128016" y="370332"/>
                  </a:lnTo>
                  <a:lnTo>
                    <a:pt x="0" y="9144"/>
                  </a:lnTo>
                  <a:lnTo>
                    <a:pt x="70104" y="9144"/>
                  </a:lnTo>
                  <a:lnTo>
                    <a:pt x="161543" y="266699"/>
                  </a:lnTo>
                  <a:lnTo>
                    <a:pt x="232239" y="266699"/>
                  </a:lnTo>
                  <a:lnTo>
                    <a:pt x="195071" y="370332"/>
                  </a:lnTo>
                  <a:close/>
                </a:path>
                <a:path w="2727960" h="379729">
                  <a:moveTo>
                    <a:pt x="232239" y="266699"/>
                  </a:moveTo>
                  <a:lnTo>
                    <a:pt x="161543" y="266699"/>
                  </a:lnTo>
                  <a:lnTo>
                    <a:pt x="254508" y="9144"/>
                  </a:lnTo>
                  <a:lnTo>
                    <a:pt x="324612" y="9144"/>
                  </a:lnTo>
                  <a:lnTo>
                    <a:pt x="232239" y="266699"/>
                  </a:lnTo>
                  <a:close/>
                </a:path>
                <a:path w="2727960" h="379729">
                  <a:moveTo>
                    <a:pt x="2721370" y="313944"/>
                  </a:moveTo>
                  <a:lnTo>
                    <a:pt x="2618232" y="313944"/>
                  </a:lnTo>
                  <a:lnTo>
                    <a:pt x="2626828" y="313372"/>
                  </a:lnTo>
                  <a:lnTo>
                    <a:pt x="2634424" y="311658"/>
                  </a:lnTo>
                  <a:lnTo>
                    <a:pt x="2659380" y="280416"/>
                  </a:lnTo>
                  <a:lnTo>
                    <a:pt x="2658808" y="274462"/>
                  </a:lnTo>
                  <a:lnTo>
                    <a:pt x="2636139" y="240411"/>
                  </a:lnTo>
                  <a:lnTo>
                    <a:pt x="2583703" y="195357"/>
                  </a:lnTo>
                  <a:lnTo>
                    <a:pt x="2562225" y="175641"/>
                  </a:lnTo>
                  <a:lnTo>
                    <a:pt x="2534412" y="144780"/>
                  </a:lnTo>
                  <a:lnTo>
                    <a:pt x="2518552" y="104917"/>
                  </a:lnTo>
                  <a:lnTo>
                    <a:pt x="2517648" y="91440"/>
                  </a:lnTo>
                  <a:lnTo>
                    <a:pt x="2519362" y="73723"/>
                  </a:lnTo>
                  <a:lnTo>
                    <a:pt x="2545080" y="27432"/>
                  </a:lnTo>
                  <a:lnTo>
                    <a:pt x="2577465" y="6858"/>
                  </a:lnTo>
                  <a:lnTo>
                    <a:pt x="2616708" y="0"/>
                  </a:lnTo>
                  <a:lnTo>
                    <a:pt x="2630162" y="857"/>
                  </a:lnTo>
                  <a:lnTo>
                    <a:pt x="2668524" y="13716"/>
                  </a:lnTo>
                  <a:lnTo>
                    <a:pt x="2706671" y="43719"/>
                  </a:lnTo>
                  <a:lnTo>
                    <a:pt x="2720340" y="59436"/>
                  </a:lnTo>
                  <a:lnTo>
                    <a:pt x="2711669" y="67056"/>
                  </a:lnTo>
                  <a:lnTo>
                    <a:pt x="2606040" y="67056"/>
                  </a:lnTo>
                  <a:lnTo>
                    <a:pt x="2598420" y="68580"/>
                  </a:lnTo>
                  <a:lnTo>
                    <a:pt x="2593848" y="73152"/>
                  </a:lnTo>
                  <a:lnTo>
                    <a:pt x="2587752" y="77724"/>
                  </a:lnTo>
                  <a:lnTo>
                    <a:pt x="2584704" y="83820"/>
                  </a:lnTo>
                  <a:lnTo>
                    <a:pt x="2584704" y="96012"/>
                  </a:lnTo>
                  <a:lnTo>
                    <a:pt x="2586228" y="102108"/>
                  </a:lnTo>
                  <a:lnTo>
                    <a:pt x="2590800" y="106680"/>
                  </a:lnTo>
                  <a:lnTo>
                    <a:pt x="2597372" y="113847"/>
                  </a:lnTo>
                  <a:lnTo>
                    <a:pt x="2607945" y="124015"/>
                  </a:lnTo>
                  <a:lnTo>
                    <a:pt x="2622518" y="137326"/>
                  </a:lnTo>
                  <a:lnTo>
                    <a:pt x="2641092" y="153924"/>
                  </a:lnTo>
                  <a:lnTo>
                    <a:pt x="2658760" y="168497"/>
                  </a:lnTo>
                  <a:lnTo>
                    <a:pt x="2672715" y="180213"/>
                  </a:lnTo>
                  <a:lnTo>
                    <a:pt x="2682668" y="189071"/>
                  </a:lnTo>
                  <a:lnTo>
                    <a:pt x="2688336" y="195072"/>
                  </a:lnTo>
                  <a:lnTo>
                    <a:pt x="2698670" y="205335"/>
                  </a:lnTo>
                  <a:lnTo>
                    <a:pt x="2722816" y="245006"/>
                  </a:lnTo>
                  <a:lnTo>
                    <a:pt x="2727960" y="277368"/>
                  </a:lnTo>
                  <a:lnTo>
                    <a:pt x="2725961" y="299061"/>
                  </a:lnTo>
                  <a:lnTo>
                    <a:pt x="2721370" y="313944"/>
                  </a:lnTo>
                  <a:close/>
                </a:path>
                <a:path w="2727960" h="379729">
                  <a:moveTo>
                    <a:pt x="2670048" y="103632"/>
                  </a:moveTo>
                  <a:lnTo>
                    <a:pt x="2656332" y="87630"/>
                  </a:lnTo>
                  <a:lnTo>
                    <a:pt x="2642616" y="76200"/>
                  </a:lnTo>
                  <a:lnTo>
                    <a:pt x="2628900" y="69342"/>
                  </a:lnTo>
                  <a:lnTo>
                    <a:pt x="2615184" y="67056"/>
                  </a:lnTo>
                  <a:lnTo>
                    <a:pt x="2711669" y="67056"/>
                  </a:lnTo>
                  <a:lnTo>
                    <a:pt x="2670048" y="103632"/>
                  </a:lnTo>
                  <a:close/>
                </a:path>
                <a:path w="2727960" h="379729">
                  <a:moveTo>
                    <a:pt x="2616708" y="379476"/>
                  </a:moveTo>
                  <a:lnTo>
                    <a:pt x="2564201" y="369189"/>
                  </a:lnTo>
                  <a:lnTo>
                    <a:pt x="2522410" y="337185"/>
                  </a:lnTo>
                  <a:lnTo>
                    <a:pt x="2500884" y="301751"/>
                  </a:lnTo>
                  <a:lnTo>
                    <a:pt x="2557272" y="266699"/>
                  </a:lnTo>
                  <a:lnTo>
                    <a:pt x="2571297" y="287583"/>
                  </a:lnTo>
                  <a:lnTo>
                    <a:pt x="2586037" y="302323"/>
                  </a:lnTo>
                  <a:lnTo>
                    <a:pt x="2601634" y="311062"/>
                  </a:lnTo>
                  <a:lnTo>
                    <a:pt x="2618232" y="313944"/>
                  </a:lnTo>
                  <a:lnTo>
                    <a:pt x="2721370" y="313944"/>
                  </a:lnTo>
                  <a:lnTo>
                    <a:pt x="2719959" y="318516"/>
                  </a:lnTo>
                  <a:lnTo>
                    <a:pt x="2695956" y="350520"/>
                  </a:lnTo>
                  <a:lnTo>
                    <a:pt x="2660904" y="372427"/>
                  </a:lnTo>
                  <a:lnTo>
                    <a:pt x="2639806" y="377737"/>
                  </a:lnTo>
                  <a:lnTo>
                    <a:pt x="2616708" y="379476"/>
                  </a:lnTo>
                  <a:close/>
                </a:path>
                <a:path w="2727960" h="379729">
                  <a:moveTo>
                    <a:pt x="1458467" y="379476"/>
                  </a:moveTo>
                  <a:lnTo>
                    <a:pt x="1418153" y="376285"/>
                  </a:lnTo>
                  <a:lnTo>
                    <a:pt x="1348954" y="349900"/>
                  </a:lnTo>
                  <a:lnTo>
                    <a:pt x="1296662" y="297846"/>
                  </a:lnTo>
                  <a:lnTo>
                    <a:pt x="1269849" y="229266"/>
                  </a:lnTo>
                  <a:lnTo>
                    <a:pt x="1266443" y="188976"/>
                  </a:lnTo>
                  <a:lnTo>
                    <a:pt x="1268018" y="164687"/>
                  </a:lnTo>
                  <a:lnTo>
                    <a:pt x="1268110" y="163258"/>
                  </a:lnTo>
                  <a:lnTo>
                    <a:pt x="1280588" y="115252"/>
                  </a:lnTo>
                  <a:lnTo>
                    <a:pt x="1302657" y="76009"/>
                  </a:lnTo>
                  <a:lnTo>
                    <a:pt x="1339476" y="39600"/>
                  </a:lnTo>
                  <a:lnTo>
                    <a:pt x="1384339" y="14787"/>
                  </a:lnTo>
                  <a:lnTo>
                    <a:pt x="1434012" y="1690"/>
                  </a:lnTo>
                  <a:lnTo>
                    <a:pt x="1459992" y="0"/>
                  </a:lnTo>
                  <a:lnTo>
                    <a:pt x="1481685" y="1166"/>
                  </a:lnTo>
                  <a:lnTo>
                    <a:pt x="1524500" y="10929"/>
                  </a:lnTo>
                  <a:lnTo>
                    <a:pt x="1565314" y="30075"/>
                  </a:lnTo>
                  <a:lnTo>
                    <a:pt x="1601271" y="56888"/>
                  </a:lnTo>
                  <a:lnTo>
                    <a:pt x="1611082" y="67056"/>
                  </a:lnTo>
                  <a:lnTo>
                    <a:pt x="1458467" y="67056"/>
                  </a:lnTo>
                  <a:lnTo>
                    <a:pt x="1433322" y="69318"/>
                  </a:lnTo>
                  <a:lnTo>
                    <a:pt x="1389888" y="86987"/>
                  </a:lnTo>
                  <a:lnTo>
                    <a:pt x="1355598" y="121253"/>
                  </a:lnTo>
                  <a:lnTo>
                    <a:pt x="1337310" y="164687"/>
                  </a:lnTo>
                  <a:lnTo>
                    <a:pt x="1335024" y="188976"/>
                  </a:lnTo>
                  <a:lnTo>
                    <a:pt x="1336143" y="206716"/>
                  </a:lnTo>
                  <a:lnTo>
                    <a:pt x="1351788" y="254508"/>
                  </a:lnTo>
                  <a:lnTo>
                    <a:pt x="1382220" y="288583"/>
                  </a:lnTo>
                  <a:lnTo>
                    <a:pt x="1425702" y="309562"/>
                  </a:lnTo>
                  <a:lnTo>
                    <a:pt x="1459992" y="313944"/>
                  </a:lnTo>
                  <a:lnTo>
                    <a:pt x="1612040" y="313944"/>
                  </a:lnTo>
                  <a:lnTo>
                    <a:pt x="1595389" y="328874"/>
                  </a:lnTo>
                  <a:lnTo>
                    <a:pt x="1557575" y="355687"/>
                  </a:lnTo>
                  <a:lnTo>
                    <a:pt x="1521261" y="371117"/>
                  </a:lnTo>
                  <a:lnTo>
                    <a:pt x="1480732" y="378594"/>
                  </a:lnTo>
                  <a:lnTo>
                    <a:pt x="1458467" y="379476"/>
                  </a:lnTo>
                  <a:close/>
                </a:path>
                <a:path w="2727960" h="379729">
                  <a:moveTo>
                    <a:pt x="1568196" y="118872"/>
                  </a:moveTo>
                  <a:lnTo>
                    <a:pt x="1543335" y="95988"/>
                  </a:lnTo>
                  <a:lnTo>
                    <a:pt x="1516761" y="79819"/>
                  </a:lnTo>
                  <a:lnTo>
                    <a:pt x="1488471" y="70223"/>
                  </a:lnTo>
                  <a:lnTo>
                    <a:pt x="1458467" y="67056"/>
                  </a:lnTo>
                  <a:lnTo>
                    <a:pt x="1611082" y="67056"/>
                  </a:lnTo>
                  <a:lnTo>
                    <a:pt x="1616964" y="73152"/>
                  </a:lnTo>
                  <a:lnTo>
                    <a:pt x="1568196" y="118872"/>
                  </a:lnTo>
                  <a:close/>
                </a:path>
                <a:path w="2727960" h="379729">
                  <a:moveTo>
                    <a:pt x="1612040" y="313944"/>
                  </a:moveTo>
                  <a:lnTo>
                    <a:pt x="1459992" y="313944"/>
                  </a:lnTo>
                  <a:lnTo>
                    <a:pt x="1474565" y="313134"/>
                  </a:lnTo>
                  <a:lnTo>
                    <a:pt x="1488567" y="310896"/>
                  </a:lnTo>
                  <a:lnTo>
                    <a:pt x="1526833" y="296418"/>
                  </a:lnTo>
                  <a:lnTo>
                    <a:pt x="1568196" y="262128"/>
                  </a:lnTo>
                  <a:lnTo>
                    <a:pt x="1615440" y="310896"/>
                  </a:lnTo>
                  <a:lnTo>
                    <a:pt x="1612040" y="313944"/>
                  </a:lnTo>
                  <a:close/>
                </a:path>
              </a:pathLst>
            </a:custGeom>
            <a:solidFill>
              <a:srgbClr val="FF5B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630423" y="4248911"/>
              <a:ext cx="96520" cy="125095"/>
            </a:xfrm>
            <a:custGeom>
              <a:avLst/>
              <a:gdLst/>
              <a:ahLst/>
              <a:cxnLst/>
              <a:rect l="l" t="t" r="r" b="b"/>
              <a:pathLst>
                <a:path w="96519" h="125095">
                  <a:moveTo>
                    <a:pt x="47243" y="0"/>
                  </a:moveTo>
                  <a:lnTo>
                    <a:pt x="0" y="124968"/>
                  </a:lnTo>
                  <a:lnTo>
                    <a:pt x="96011" y="124968"/>
                  </a:lnTo>
                  <a:lnTo>
                    <a:pt x="47243" y="0"/>
                  </a:lnTo>
                  <a:close/>
                </a:path>
              </a:pathLst>
            </a:custGeom>
            <a:ln w="7620">
              <a:solidFill>
                <a:srgbClr val="AF235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7433" y="4216145"/>
              <a:ext cx="86868" cy="8229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56487" y="4143755"/>
              <a:ext cx="2727960" cy="379730"/>
            </a:xfrm>
            <a:custGeom>
              <a:avLst/>
              <a:gdLst/>
              <a:ahLst/>
              <a:cxnLst/>
              <a:rect l="l" t="t" r="r" b="b"/>
              <a:pathLst>
                <a:path w="2727960" h="379729">
                  <a:moveTo>
                    <a:pt x="2269235" y="9143"/>
                  </a:moveTo>
                  <a:lnTo>
                    <a:pt x="2467355" y="9143"/>
                  </a:lnTo>
                  <a:lnTo>
                    <a:pt x="2467355" y="76199"/>
                  </a:lnTo>
                  <a:lnTo>
                    <a:pt x="2337815" y="76199"/>
                  </a:lnTo>
                  <a:lnTo>
                    <a:pt x="2337815" y="141731"/>
                  </a:lnTo>
                  <a:lnTo>
                    <a:pt x="2467355" y="141731"/>
                  </a:lnTo>
                  <a:lnTo>
                    <a:pt x="2467355" y="208787"/>
                  </a:lnTo>
                  <a:lnTo>
                    <a:pt x="2337815" y="208787"/>
                  </a:lnTo>
                  <a:lnTo>
                    <a:pt x="2337815" y="303275"/>
                  </a:lnTo>
                  <a:lnTo>
                    <a:pt x="2467355" y="303275"/>
                  </a:lnTo>
                  <a:lnTo>
                    <a:pt x="2467355" y="370331"/>
                  </a:lnTo>
                  <a:lnTo>
                    <a:pt x="2269235" y="370331"/>
                  </a:lnTo>
                  <a:lnTo>
                    <a:pt x="2269235" y="9143"/>
                  </a:lnTo>
                  <a:close/>
                </a:path>
                <a:path w="2727960" h="379729">
                  <a:moveTo>
                    <a:pt x="2048255" y="9143"/>
                  </a:moveTo>
                  <a:lnTo>
                    <a:pt x="2116835" y="9143"/>
                  </a:lnTo>
                  <a:lnTo>
                    <a:pt x="2116835" y="304799"/>
                  </a:lnTo>
                  <a:lnTo>
                    <a:pt x="2217419" y="304799"/>
                  </a:lnTo>
                  <a:lnTo>
                    <a:pt x="2217419" y="370331"/>
                  </a:lnTo>
                  <a:lnTo>
                    <a:pt x="2048255" y="370331"/>
                  </a:lnTo>
                  <a:lnTo>
                    <a:pt x="2048255" y="9143"/>
                  </a:lnTo>
                  <a:close/>
                </a:path>
                <a:path w="2727960" h="379729">
                  <a:moveTo>
                    <a:pt x="1786127" y="9143"/>
                  </a:moveTo>
                  <a:lnTo>
                    <a:pt x="1856231" y="9143"/>
                  </a:lnTo>
                  <a:lnTo>
                    <a:pt x="1994915" y="370331"/>
                  </a:lnTo>
                  <a:lnTo>
                    <a:pt x="1923287" y="370331"/>
                  </a:lnTo>
                  <a:lnTo>
                    <a:pt x="1895855" y="297179"/>
                  </a:lnTo>
                  <a:lnTo>
                    <a:pt x="1748027" y="297179"/>
                  </a:lnTo>
                  <a:lnTo>
                    <a:pt x="1719071" y="370331"/>
                  </a:lnTo>
                  <a:lnTo>
                    <a:pt x="1647443" y="370331"/>
                  </a:lnTo>
                  <a:lnTo>
                    <a:pt x="1786127" y="9143"/>
                  </a:lnTo>
                  <a:close/>
                </a:path>
                <a:path w="2727960" h="379729">
                  <a:moveTo>
                    <a:pt x="1139952" y="9143"/>
                  </a:moveTo>
                  <a:lnTo>
                    <a:pt x="1208531" y="9143"/>
                  </a:lnTo>
                  <a:lnTo>
                    <a:pt x="1208531" y="370331"/>
                  </a:lnTo>
                  <a:lnTo>
                    <a:pt x="1139952" y="370331"/>
                  </a:lnTo>
                  <a:lnTo>
                    <a:pt x="1139952" y="9143"/>
                  </a:lnTo>
                  <a:close/>
                </a:path>
                <a:path w="2727960" h="379729">
                  <a:moveTo>
                    <a:pt x="897635" y="9143"/>
                  </a:moveTo>
                  <a:lnTo>
                    <a:pt x="1097279" y="9143"/>
                  </a:lnTo>
                  <a:lnTo>
                    <a:pt x="1097279" y="77723"/>
                  </a:lnTo>
                  <a:lnTo>
                    <a:pt x="1030223" y="77723"/>
                  </a:lnTo>
                  <a:lnTo>
                    <a:pt x="1030223" y="370331"/>
                  </a:lnTo>
                  <a:lnTo>
                    <a:pt x="961643" y="370331"/>
                  </a:lnTo>
                  <a:lnTo>
                    <a:pt x="961643" y="77723"/>
                  </a:lnTo>
                  <a:lnTo>
                    <a:pt x="897635" y="77723"/>
                  </a:lnTo>
                  <a:lnTo>
                    <a:pt x="897635" y="9143"/>
                  </a:lnTo>
                  <a:close/>
                </a:path>
                <a:path w="2727960" h="379729">
                  <a:moveTo>
                    <a:pt x="646175" y="9143"/>
                  </a:moveTo>
                  <a:lnTo>
                    <a:pt x="719327" y="9143"/>
                  </a:lnTo>
                  <a:lnTo>
                    <a:pt x="747021" y="9953"/>
                  </a:lnTo>
                  <a:lnTo>
                    <a:pt x="789836" y="15573"/>
                  </a:lnTo>
                  <a:lnTo>
                    <a:pt x="827531" y="34670"/>
                  </a:lnTo>
                  <a:lnTo>
                    <a:pt x="852058" y="68651"/>
                  </a:lnTo>
                  <a:lnTo>
                    <a:pt x="861059" y="114299"/>
                  </a:lnTo>
                  <a:lnTo>
                    <a:pt x="859940" y="131730"/>
                  </a:lnTo>
                  <a:lnTo>
                    <a:pt x="844295" y="173735"/>
                  </a:lnTo>
                  <a:lnTo>
                    <a:pt x="808505" y="203739"/>
                  </a:lnTo>
                  <a:lnTo>
                    <a:pt x="792479" y="210311"/>
                  </a:lnTo>
                  <a:lnTo>
                    <a:pt x="877823" y="370331"/>
                  </a:lnTo>
                  <a:lnTo>
                    <a:pt x="803148" y="370331"/>
                  </a:lnTo>
                  <a:lnTo>
                    <a:pt x="720852" y="217931"/>
                  </a:lnTo>
                  <a:lnTo>
                    <a:pt x="714755" y="217931"/>
                  </a:lnTo>
                  <a:lnTo>
                    <a:pt x="714755" y="370331"/>
                  </a:lnTo>
                  <a:lnTo>
                    <a:pt x="646175" y="370331"/>
                  </a:lnTo>
                  <a:lnTo>
                    <a:pt x="646175" y="9143"/>
                  </a:lnTo>
                  <a:close/>
                </a:path>
                <a:path w="2727960" h="379729">
                  <a:moveTo>
                    <a:pt x="379475" y="9143"/>
                  </a:moveTo>
                  <a:lnTo>
                    <a:pt x="577595" y="9143"/>
                  </a:lnTo>
                  <a:lnTo>
                    <a:pt x="577595" y="76199"/>
                  </a:lnTo>
                  <a:lnTo>
                    <a:pt x="448055" y="76199"/>
                  </a:lnTo>
                  <a:lnTo>
                    <a:pt x="448055" y="141731"/>
                  </a:lnTo>
                  <a:lnTo>
                    <a:pt x="577595" y="141731"/>
                  </a:lnTo>
                  <a:lnTo>
                    <a:pt x="577595" y="208787"/>
                  </a:lnTo>
                  <a:lnTo>
                    <a:pt x="448055" y="208787"/>
                  </a:lnTo>
                  <a:lnTo>
                    <a:pt x="448055" y="303275"/>
                  </a:lnTo>
                  <a:lnTo>
                    <a:pt x="577595" y="303275"/>
                  </a:lnTo>
                  <a:lnTo>
                    <a:pt x="577595" y="370331"/>
                  </a:lnTo>
                  <a:lnTo>
                    <a:pt x="379475" y="370331"/>
                  </a:lnTo>
                  <a:lnTo>
                    <a:pt x="379475" y="9143"/>
                  </a:lnTo>
                  <a:close/>
                </a:path>
                <a:path w="2727960" h="379729">
                  <a:moveTo>
                    <a:pt x="0" y="9143"/>
                  </a:moveTo>
                  <a:lnTo>
                    <a:pt x="70104" y="9143"/>
                  </a:lnTo>
                  <a:lnTo>
                    <a:pt x="161543" y="266699"/>
                  </a:lnTo>
                  <a:lnTo>
                    <a:pt x="254508" y="9143"/>
                  </a:lnTo>
                  <a:lnTo>
                    <a:pt x="324612" y="9143"/>
                  </a:lnTo>
                  <a:lnTo>
                    <a:pt x="195071" y="370331"/>
                  </a:lnTo>
                  <a:lnTo>
                    <a:pt x="128016" y="370331"/>
                  </a:lnTo>
                  <a:lnTo>
                    <a:pt x="0" y="9143"/>
                  </a:lnTo>
                  <a:close/>
                </a:path>
                <a:path w="2727960" h="379729">
                  <a:moveTo>
                    <a:pt x="2616707" y="0"/>
                  </a:moveTo>
                  <a:lnTo>
                    <a:pt x="2655927" y="7715"/>
                  </a:lnTo>
                  <a:lnTo>
                    <a:pt x="2693288" y="30860"/>
                  </a:lnTo>
                  <a:lnTo>
                    <a:pt x="2720339" y="59435"/>
                  </a:lnTo>
                  <a:lnTo>
                    <a:pt x="2670048" y="103631"/>
                  </a:lnTo>
                  <a:lnTo>
                    <a:pt x="2656331" y="87629"/>
                  </a:lnTo>
                  <a:lnTo>
                    <a:pt x="2642615" y="76199"/>
                  </a:lnTo>
                  <a:lnTo>
                    <a:pt x="2628899" y="69341"/>
                  </a:lnTo>
                  <a:lnTo>
                    <a:pt x="2615183" y="67055"/>
                  </a:lnTo>
                  <a:lnTo>
                    <a:pt x="2606039" y="67055"/>
                  </a:lnTo>
                  <a:lnTo>
                    <a:pt x="2598419" y="68579"/>
                  </a:lnTo>
                  <a:lnTo>
                    <a:pt x="2593848" y="73151"/>
                  </a:lnTo>
                  <a:lnTo>
                    <a:pt x="2587752" y="77723"/>
                  </a:lnTo>
                  <a:lnTo>
                    <a:pt x="2584704" y="83819"/>
                  </a:lnTo>
                  <a:lnTo>
                    <a:pt x="2584704" y="89915"/>
                  </a:lnTo>
                  <a:lnTo>
                    <a:pt x="2584704" y="96011"/>
                  </a:lnTo>
                  <a:lnTo>
                    <a:pt x="2586227" y="102107"/>
                  </a:lnTo>
                  <a:lnTo>
                    <a:pt x="2590800" y="106679"/>
                  </a:lnTo>
                  <a:lnTo>
                    <a:pt x="2597372" y="113847"/>
                  </a:lnTo>
                  <a:lnTo>
                    <a:pt x="2607944" y="124015"/>
                  </a:lnTo>
                  <a:lnTo>
                    <a:pt x="2622518" y="137326"/>
                  </a:lnTo>
                  <a:lnTo>
                    <a:pt x="2641091" y="153923"/>
                  </a:lnTo>
                  <a:lnTo>
                    <a:pt x="2658760" y="168497"/>
                  </a:lnTo>
                  <a:lnTo>
                    <a:pt x="2672714" y="180212"/>
                  </a:lnTo>
                  <a:lnTo>
                    <a:pt x="2682668" y="189071"/>
                  </a:lnTo>
                  <a:lnTo>
                    <a:pt x="2688335" y="195071"/>
                  </a:lnTo>
                  <a:lnTo>
                    <a:pt x="2698670" y="205335"/>
                  </a:lnTo>
                  <a:lnTo>
                    <a:pt x="2722816" y="245006"/>
                  </a:lnTo>
                  <a:lnTo>
                    <a:pt x="2727959" y="277367"/>
                  </a:lnTo>
                  <a:lnTo>
                    <a:pt x="2725959" y="299085"/>
                  </a:lnTo>
                  <a:lnTo>
                    <a:pt x="2709957" y="335661"/>
                  </a:lnTo>
                  <a:lnTo>
                    <a:pt x="2679715" y="363402"/>
                  </a:lnTo>
                  <a:lnTo>
                    <a:pt x="2639806" y="377737"/>
                  </a:lnTo>
                  <a:lnTo>
                    <a:pt x="2616707" y="379475"/>
                  </a:lnTo>
                  <a:lnTo>
                    <a:pt x="2597872" y="378332"/>
                  </a:lnTo>
                  <a:lnTo>
                    <a:pt x="2549652" y="361187"/>
                  </a:lnTo>
                  <a:lnTo>
                    <a:pt x="2510861" y="320897"/>
                  </a:lnTo>
                  <a:lnTo>
                    <a:pt x="2500883" y="301751"/>
                  </a:lnTo>
                  <a:lnTo>
                    <a:pt x="2557271" y="266699"/>
                  </a:lnTo>
                  <a:lnTo>
                    <a:pt x="2571297" y="287583"/>
                  </a:lnTo>
                  <a:lnTo>
                    <a:pt x="2586037" y="302323"/>
                  </a:lnTo>
                  <a:lnTo>
                    <a:pt x="2601634" y="311062"/>
                  </a:lnTo>
                  <a:lnTo>
                    <a:pt x="2618231" y="313943"/>
                  </a:lnTo>
                  <a:lnTo>
                    <a:pt x="2626828" y="313372"/>
                  </a:lnTo>
                  <a:lnTo>
                    <a:pt x="2658760" y="287012"/>
                  </a:lnTo>
                  <a:lnTo>
                    <a:pt x="2659379" y="280415"/>
                  </a:lnTo>
                  <a:lnTo>
                    <a:pt x="2658808" y="274462"/>
                  </a:lnTo>
                  <a:lnTo>
                    <a:pt x="2636138" y="240410"/>
                  </a:lnTo>
                  <a:lnTo>
                    <a:pt x="2610611" y="217931"/>
                  </a:lnTo>
                  <a:lnTo>
                    <a:pt x="2583703" y="195357"/>
                  </a:lnTo>
                  <a:lnTo>
                    <a:pt x="2545889" y="158781"/>
                  </a:lnTo>
                  <a:lnTo>
                    <a:pt x="2521457" y="118109"/>
                  </a:lnTo>
                  <a:lnTo>
                    <a:pt x="2517648" y="91439"/>
                  </a:lnTo>
                  <a:lnTo>
                    <a:pt x="2519362" y="73723"/>
                  </a:lnTo>
                  <a:lnTo>
                    <a:pt x="2545079" y="27431"/>
                  </a:lnTo>
                  <a:lnTo>
                    <a:pt x="2577464" y="6857"/>
                  </a:lnTo>
                  <a:lnTo>
                    <a:pt x="2596086" y="1714"/>
                  </a:lnTo>
                  <a:lnTo>
                    <a:pt x="2616707" y="0"/>
                  </a:lnTo>
                  <a:close/>
                </a:path>
                <a:path w="2727960" h="379729">
                  <a:moveTo>
                    <a:pt x="1459991" y="0"/>
                  </a:moveTo>
                  <a:lnTo>
                    <a:pt x="1503235" y="4762"/>
                  </a:lnTo>
                  <a:lnTo>
                    <a:pt x="1545335" y="19811"/>
                  </a:lnTo>
                  <a:lnTo>
                    <a:pt x="1584007" y="42481"/>
                  </a:lnTo>
                  <a:lnTo>
                    <a:pt x="1616963" y="73151"/>
                  </a:lnTo>
                  <a:lnTo>
                    <a:pt x="1568195" y="118871"/>
                  </a:lnTo>
                  <a:lnTo>
                    <a:pt x="1543335" y="95988"/>
                  </a:lnTo>
                  <a:lnTo>
                    <a:pt x="1516760" y="79819"/>
                  </a:lnTo>
                  <a:lnTo>
                    <a:pt x="1488471" y="70223"/>
                  </a:lnTo>
                  <a:lnTo>
                    <a:pt x="1458467" y="67055"/>
                  </a:lnTo>
                  <a:lnTo>
                    <a:pt x="1433321" y="69318"/>
                  </a:lnTo>
                  <a:lnTo>
                    <a:pt x="1389887" y="86987"/>
                  </a:lnTo>
                  <a:lnTo>
                    <a:pt x="1355597" y="121253"/>
                  </a:lnTo>
                  <a:lnTo>
                    <a:pt x="1337309" y="164687"/>
                  </a:lnTo>
                  <a:lnTo>
                    <a:pt x="1335023" y="188975"/>
                  </a:lnTo>
                  <a:lnTo>
                    <a:pt x="1336143" y="206716"/>
                  </a:lnTo>
                  <a:lnTo>
                    <a:pt x="1351787" y="254507"/>
                  </a:lnTo>
                  <a:lnTo>
                    <a:pt x="1382220" y="288583"/>
                  </a:lnTo>
                  <a:lnTo>
                    <a:pt x="1425701" y="309562"/>
                  </a:lnTo>
                  <a:lnTo>
                    <a:pt x="1459991" y="313943"/>
                  </a:lnTo>
                  <a:lnTo>
                    <a:pt x="1474565" y="313134"/>
                  </a:lnTo>
                  <a:lnTo>
                    <a:pt x="1514855" y="303275"/>
                  </a:lnTo>
                  <a:lnTo>
                    <a:pt x="1553646" y="275843"/>
                  </a:lnTo>
                  <a:lnTo>
                    <a:pt x="1568195" y="262127"/>
                  </a:lnTo>
                  <a:lnTo>
                    <a:pt x="1615439" y="310895"/>
                  </a:lnTo>
                  <a:lnTo>
                    <a:pt x="1576196" y="343852"/>
                  </a:lnTo>
                  <a:lnTo>
                    <a:pt x="1539239" y="364236"/>
                  </a:lnTo>
                  <a:lnTo>
                    <a:pt x="1501711" y="375856"/>
                  </a:lnTo>
                  <a:lnTo>
                    <a:pt x="1458467" y="379475"/>
                  </a:lnTo>
                  <a:lnTo>
                    <a:pt x="1418153" y="376285"/>
                  </a:lnTo>
                  <a:lnTo>
                    <a:pt x="1348954" y="349900"/>
                  </a:lnTo>
                  <a:lnTo>
                    <a:pt x="1296662" y="297846"/>
                  </a:lnTo>
                  <a:lnTo>
                    <a:pt x="1269849" y="229266"/>
                  </a:lnTo>
                  <a:lnTo>
                    <a:pt x="1266443" y="188975"/>
                  </a:lnTo>
                  <a:lnTo>
                    <a:pt x="1268110" y="163258"/>
                  </a:lnTo>
                  <a:lnTo>
                    <a:pt x="1280588" y="115252"/>
                  </a:lnTo>
                  <a:lnTo>
                    <a:pt x="1304567" y="73271"/>
                  </a:lnTo>
                  <a:lnTo>
                    <a:pt x="1339476" y="39600"/>
                  </a:lnTo>
                  <a:lnTo>
                    <a:pt x="1384339" y="14787"/>
                  </a:lnTo>
                  <a:lnTo>
                    <a:pt x="1434012" y="1690"/>
                  </a:lnTo>
                  <a:lnTo>
                    <a:pt x="1459991" y="0"/>
                  </a:lnTo>
                  <a:close/>
                </a:path>
              </a:pathLst>
            </a:custGeom>
            <a:ln w="7620">
              <a:solidFill>
                <a:srgbClr val="AF235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909065" y="4743450"/>
            <a:ext cx="2646045" cy="387350"/>
            <a:chOff x="909065" y="4743450"/>
            <a:chExt cx="2646045" cy="387350"/>
          </a:xfrm>
        </p:grpSpPr>
        <p:sp>
          <p:nvSpPr>
            <p:cNvPr id="9" name="object 9" descr=""/>
            <p:cNvSpPr/>
            <p:nvPr/>
          </p:nvSpPr>
          <p:spPr>
            <a:xfrm>
              <a:off x="912875" y="4747259"/>
              <a:ext cx="2638425" cy="379730"/>
            </a:xfrm>
            <a:custGeom>
              <a:avLst/>
              <a:gdLst/>
              <a:ahLst/>
              <a:cxnLst/>
              <a:rect l="l" t="t" r="r" b="b"/>
              <a:pathLst>
                <a:path w="2638425" h="379729">
                  <a:moveTo>
                    <a:pt x="2362200" y="370332"/>
                  </a:moveTo>
                  <a:lnTo>
                    <a:pt x="2290572" y="370332"/>
                  </a:lnTo>
                  <a:lnTo>
                    <a:pt x="2429256" y="9144"/>
                  </a:lnTo>
                  <a:lnTo>
                    <a:pt x="2499360" y="9144"/>
                  </a:lnTo>
                  <a:lnTo>
                    <a:pt x="2536225" y="105156"/>
                  </a:lnTo>
                  <a:lnTo>
                    <a:pt x="2464308" y="105156"/>
                  </a:lnTo>
                  <a:lnTo>
                    <a:pt x="2417064" y="230124"/>
                  </a:lnTo>
                  <a:lnTo>
                    <a:pt x="2584208" y="230124"/>
                  </a:lnTo>
                  <a:lnTo>
                    <a:pt x="2609956" y="297180"/>
                  </a:lnTo>
                  <a:lnTo>
                    <a:pt x="2391156" y="297180"/>
                  </a:lnTo>
                  <a:lnTo>
                    <a:pt x="2362200" y="370332"/>
                  </a:lnTo>
                  <a:close/>
                </a:path>
                <a:path w="2638425" h="379729">
                  <a:moveTo>
                    <a:pt x="2584208" y="230124"/>
                  </a:moveTo>
                  <a:lnTo>
                    <a:pt x="2513076" y="230124"/>
                  </a:lnTo>
                  <a:lnTo>
                    <a:pt x="2464308" y="105156"/>
                  </a:lnTo>
                  <a:lnTo>
                    <a:pt x="2536225" y="105156"/>
                  </a:lnTo>
                  <a:lnTo>
                    <a:pt x="2584208" y="230124"/>
                  </a:lnTo>
                  <a:close/>
                </a:path>
                <a:path w="2638425" h="379729">
                  <a:moveTo>
                    <a:pt x="2638044" y="370332"/>
                  </a:moveTo>
                  <a:lnTo>
                    <a:pt x="2566416" y="370332"/>
                  </a:lnTo>
                  <a:lnTo>
                    <a:pt x="2538984" y="297180"/>
                  </a:lnTo>
                  <a:lnTo>
                    <a:pt x="2609956" y="297180"/>
                  </a:lnTo>
                  <a:lnTo>
                    <a:pt x="2638044" y="370332"/>
                  </a:lnTo>
                  <a:close/>
                </a:path>
                <a:path w="2638425" h="379729">
                  <a:moveTo>
                    <a:pt x="1638300" y="370332"/>
                  </a:moveTo>
                  <a:lnTo>
                    <a:pt x="1566672" y="370332"/>
                  </a:lnTo>
                  <a:lnTo>
                    <a:pt x="1705356" y="9144"/>
                  </a:lnTo>
                  <a:lnTo>
                    <a:pt x="1775460" y="9144"/>
                  </a:lnTo>
                  <a:lnTo>
                    <a:pt x="1812325" y="105156"/>
                  </a:lnTo>
                  <a:lnTo>
                    <a:pt x="1740408" y="105156"/>
                  </a:lnTo>
                  <a:lnTo>
                    <a:pt x="1693164" y="230124"/>
                  </a:lnTo>
                  <a:lnTo>
                    <a:pt x="1860308" y="230124"/>
                  </a:lnTo>
                  <a:lnTo>
                    <a:pt x="1886056" y="297180"/>
                  </a:lnTo>
                  <a:lnTo>
                    <a:pt x="1667256" y="297180"/>
                  </a:lnTo>
                  <a:lnTo>
                    <a:pt x="1638300" y="370332"/>
                  </a:lnTo>
                  <a:close/>
                </a:path>
                <a:path w="2638425" h="379729">
                  <a:moveTo>
                    <a:pt x="1860308" y="230124"/>
                  </a:moveTo>
                  <a:lnTo>
                    <a:pt x="1789176" y="230124"/>
                  </a:lnTo>
                  <a:lnTo>
                    <a:pt x="1740408" y="105156"/>
                  </a:lnTo>
                  <a:lnTo>
                    <a:pt x="1812325" y="105156"/>
                  </a:lnTo>
                  <a:lnTo>
                    <a:pt x="1860308" y="230124"/>
                  </a:lnTo>
                  <a:close/>
                </a:path>
                <a:path w="2638425" h="379729">
                  <a:moveTo>
                    <a:pt x="1914144" y="370332"/>
                  </a:moveTo>
                  <a:lnTo>
                    <a:pt x="1842516" y="370332"/>
                  </a:lnTo>
                  <a:lnTo>
                    <a:pt x="1815084" y="297180"/>
                  </a:lnTo>
                  <a:lnTo>
                    <a:pt x="1886056" y="297180"/>
                  </a:lnTo>
                  <a:lnTo>
                    <a:pt x="1914144" y="370332"/>
                  </a:lnTo>
                  <a:close/>
                </a:path>
                <a:path w="2638425" h="379729">
                  <a:moveTo>
                    <a:pt x="580644" y="379476"/>
                  </a:moveTo>
                  <a:lnTo>
                    <a:pt x="542115" y="376023"/>
                  </a:lnTo>
                  <a:lnTo>
                    <a:pt x="474773" y="347972"/>
                  </a:lnTo>
                  <a:lnTo>
                    <a:pt x="422529" y="294227"/>
                  </a:lnTo>
                  <a:lnTo>
                    <a:pt x="395096" y="227933"/>
                  </a:lnTo>
                  <a:lnTo>
                    <a:pt x="391667" y="190500"/>
                  </a:lnTo>
                  <a:lnTo>
                    <a:pt x="393264" y="166211"/>
                  </a:lnTo>
                  <a:lnTo>
                    <a:pt x="393358" y="164782"/>
                  </a:lnTo>
                  <a:lnTo>
                    <a:pt x="406455" y="116776"/>
                  </a:lnTo>
                  <a:lnTo>
                    <a:pt x="431292" y="73914"/>
                  </a:lnTo>
                  <a:lnTo>
                    <a:pt x="465582" y="39624"/>
                  </a:lnTo>
                  <a:lnTo>
                    <a:pt x="508420" y="14787"/>
                  </a:lnTo>
                  <a:lnTo>
                    <a:pt x="555807" y="1690"/>
                  </a:lnTo>
                  <a:lnTo>
                    <a:pt x="580644" y="0"/>
                  </a:lnTo>
                  <a:lnTo>
                    <a:pt x="617196" y="3452"/>
                  </a:lnTo>
                  <a:lnTo>
                    <a:pt x="651319" y="13906"/>
                  </a:lnTo>
                  <a:lnTo>
                    <a:pt x="682871" y="31503"/>
                  </a:lnTo>
                  <a:lnTo>
                    <a:pt x="711708" y="56388"/>
                  </a:lnTo>
                  <a:lnTo>
                    <a:pt x="720823" y="67056"/>
                  </a:lnTo>
                  <a:lnTo>
                    <a:pt x="579120" y="67056"/>
                  </a:lnTo>
                  <a:lnTo>
                    <a:pt x="555736" y="69318"/>
                  </a:lnTo>
                  <a:lnTo>
                    <a:pt x="513540" y="86987"/>
                  </a:lnTo>
                  <a:lnTo>
                    <a:pt x="480417" y="121300"/>
                  </a:lnTo>
                  <a:lnTo>
                    <a:pt x="463796" y="165973"/>
                  </a:lnTo>
                  <a:lnTo>
                    <a:pt x="461771" y="192024"/>
                  </a:lnTo>
                  <a:lnTo>
                    <a:pt x="464367" y="220075"/>
                  </a:lnTo>
                  <a:lnTo>
                    <a:pt x="485560" y="267033"/>
                  </a:lnTo>
                  <a:lnTo>
                    <a:pt x="521922" y="298513"/>
                  </a:lnTo>
                  <a:lnTo>
                    <a:pt x="559736" y="312229"/>
                  </a:lnTo>
                  <a:lnTo>
                    <a:pt x="580644" y="313944"/>
                  </a:lnTo>
                  <a:lnTo>
                    <a:pt x="722104" y="313944"/>
                  </a:lnTo>
                  <a:lnTo>
                    <a:pt x="713232" y="324612"/>
                  </a:lnTo>
                  <a:lnTo>
                    <a:pt x="684371" y="348615"/>
                  </a:lnTo>
                  <a:lnTo>
                    <a:pt x="652653" y="365760"/>
                  </a:lnTo>
                  <a:lnTo>
                    <a:pt x="618157" y="376023"/>
                  </a:lnTo>
                  <a:lnTo>
                    <a:pt x="618337" y="376023"/>
                  </a:lnTo>
                  <a:lnTo>
                    <a:pt x="580644" y="379476"/>
                  </a:lnTo>
                  <a:close/>
                </a:path>
                <a:path w="2638425" h="379729">
                  <a:moveTo>
                    <a:pt x="722104" y="313944"/>
                  </a:moveTo>
                  <a:lnTo>
                    <a:pt x="580644" y="313944"/>
                  </a:lnTo>
                  <a:lnTo>
                    <a:pt x="604670" y="311658"/>
                  </a:lnTo>
                  <a:lnTo>
                    <a:pt x="626554" y="304800"/>
                  </a:lnTo>
                  <a:lnTo>
                    <a:pt x="664463" y="277368"/>
                  </a:lnTo>
                  <a:lnTo>
                    <a:pt x="690562" y="238506"/>
                  </a:lnTo>
                  <a:lnTo>
                    <a:pt x="699516" y="190500"/>
                  </a:lnTo>
                  <a:lnTo>
                    <a:pt x="697253" y="166211"/>
                  </a:lnTo>
                  <a:lnTo>
                    <a:pt x="679584" y="122777"/>
                  </a:lnTo>
                  <a:lnTo>
                    <a:pt x="646199" y="87630"/>
                  </a:lnTo>
                  <a:lnTo>
                    <a:pt x="603307" y="69318"/>
                  </a:lnTo>
                  <a:lnTo>
                    <a:pt x="603132" y="69318"/>
                  </a:lnTo>
                  <a:lnTo>
                    <a:pt x="579120" y="67056"/>
                  </a:lnTo>
                  <a:lnTo>
                    <a:pt x="720823" y="67056"/>
                  </a:lnTo>
                  <a:lnTo>
                    <a:pt x="736592" y="85510"/>
                  </a:lnTo>
                  <a:lnTo>
                    <a:pt x="754189" y="117919"/>
                  </a:lnTo>
                  <a:lnTo>
                    <a:pt x="764643" y="153471"/>
                  </a:lnTo>
                  <a:lnTo>
                    <a:pt x="768096" y="192024"/>
                  </a:lnTo>
                  <a:lnTo>
                    <a:pt x="764667" y="229457"/>
                  </a:lnTo>
                  <a:lnTo>
                    <a:pt x="754380" y="264033"/>
                  </a:lnTo>
                  <a:lnTo>
                    <a:pt x="737235" y="295751"/>
                  </a:lnTo>
                  <a:lnTo>
                    <a:pt x="722104" y="313944"/>
                  </a:lnTo>
                  <a:close/>
                </a:path>
                <a:path w="2638425" h="379729">
                  <a:moveTo>
                    <a:pt x="2135124" y="370332"/>
                  </a:moveTo>
                  <a:lnTo>
                    <a:pt x="2068068" y="370332"/>
                  </a:lnTo>
                  <a:lnTo>
                    <a:pt x="1940052" y="9144"/>
                  </a:lnTo>
                  <a:lnTo>
                    <a:pt x="2010156" y="9144"/>
                  </a:lnTo>
                  <a:lnTo>
                    <a:pt x="2101596" y="266699"/>
                  </a:lnTo>
                  <a:lnTo>
                    <a:pt x="2172291" y="266699"/>
                  </a:lnTo>
                  <a:lnTo>
                    <a:pt x="2135124" y="370332"/>
                  </a:lnTo>
                  <a:close/>
                </a:path>
                <a:path w="2638425" h="379729">
                  <a:moveTo>
                    <a:pt x="2172291" y="266699"/>
                  </a:moveTo>
                  <a:lnTo>
                    <a:pt x="2101596" y="266699"/>
                  </a:lnTo>
                  <a:lnTo>
                    <a:pt x="2194560" y="9144"/>
                  </a:lnTo>
                  <a:lnTo>
                    <a:pt x="2264664" y="9144"/>
                  </a:lnTo>
                  <a:lnTo>
                    <a:pt x="2172291" y="266699"/>
                  </a:lnTo>
                  <a:close/>
                </a:path>
                <a:path w="2638425" h="379729">
                  <a:moveTo>
                    <a:pt x="900683" y="370332"/>
                  </a:moveTo>
                  <a:lnTo>
                    <a:pt x="832104" y="370332"/>
                  </a:lnTo>
                  <a:lnTo>
                    <a:pt x="832104" y="9144"/>
                  </a:lnTo>
                  <a:lnTo>
                    <a:pt x="897636" y="9144"/>
                  </a:lnTo>
                  <a:lnTo>
                    <a:pt x="979345" y="134112"/>
                  </a:lnTo>
                  <a:lnTo>
                    <a:pt x="900683" y="134112"/>
                  </a:lnTo>
                  <a:lnTo>
                    <a:pt x="900683" y="370332"/>
                  </a:lnTo>
                  <a:close/>
                </a:path>
                <a:path w="2638425" h="379729">
                  <a:moveTo>
                    <a:pt x="1121663" y="246888"/>
                  </a:moveTo>
                  <a:lnTo>
                    <a:pt x="1053084" y="246888"/>
                  </a:lnTo>
                  <a:lnTo>
                    <a:pt x="1053084" y="9144"/>
                  </a:lnTo>
                  <a:lnTo>
                    <a:pt x="1121663" y="9144"/>
                  </a:lnTo>
                  <a:lnTo>
                    <a:pt x="1121663" y="246888"/>
                  </a:lnTo>
                  <a:close/>
                </a:path>
                <a:path w="2638425" h="379729">
                  <a:moveTo>
                    <a:pt x="1121663" y="370332"/>
                  </a:moveTo>
                  <a:lnTo>
                    <a:pt x="1056132" y="370332"/>
                  </a:lnTo>
                  <a:lnTo>
                    <a:pt x="900683" y="134112"/>
                  </a:lnTo>
                  <a:lnTo>
                    <a:pt x="979345" y="134112"/>
                  </a:lnTo>
                  <a:lnTo>
                    <a:pt x="1053084" y="246888"/>
                  </a:lnTo>
                  <a:lnTo>
                    <a:pt x="1121663" y="246888"/>
                  </a:lnTo>
                  <a:lnTo>
                    <a:pt x="1121663" y="370332"/>
                  </a:lnTo>
                  <a:close/>
                </a:path>
                <a:path w="2638425" h="379729">
                  <a:moveTo>
                    <a:pt x="1377696" y="379476"/>
                  </a:moveTo>
                  <a:lnTo>
                    <a:pt x="1337381" y="376285"/>
                  </a:lnTo>
                  <a:lnTo>
                    <a:pt x="1268182" y="349900"/>
                  </a:lnTo>
                  <a:lnTo>
                    <a:pt x="1215890" y="297846"/>
                  </a:lnTo>
                  <a:lnTo>
                    <a:pt x="1189077" y="229266"/>
                  </a:lnTo>
                  <a:lnTo>
                    <a:pt x="1185671" y="188976"/>
                  </a:lnTo>
                  <a:lnTo>
                    <a:pt x="1187246" y="164687"/>
                  </a:lnTo>
                  <a:lnTo>
                    <a:pt x="1187338" y="163258"/>
                  </a:lnTo>
                  <a:lnTo>
                    <a:pt x="1199816" y="115252"/>
                  </a:lnTo>
                  <a:lnTo>
                    <a:pt x="1221885" y="76009"/>
                  </a:lnTo>
                  <a:lnTo>
                    <a:pt x="1258705" y="39600"/>
                  </a:lnTo>
                  <a:lnTo>
                    <a:pt x="1303567" y="14787"/>
                  </a:lnTo>
                  <a:lnTo>
                    <a:pt x="1353240" y="1690"/>
                  </a:lnTo>
                  <a:lnTo>
                    <a:pt x="1379220" y="0"/>
                  </a:lnTo>
                  <a:lnTo>
                    <a:pt x="1400913" y="1166"/>
                  </a:lnTo>
                  <a:lnTo>
                    <a:pt x="1443728" y="10929"/>
                  </a:lnTo>
                  <a:lnTo>
                    <a:pt x="1484542" y="30075"/>
                  </a:lnTo>
                  <a:lnTo>
                    <a:pt x="1520499" y="56888"/>
                  </a:lnTo>
                  <a:lnTo>
                    <a:pt x="1530310" y="67056"/>
                  </a:lnTo>
                  <a:lnTo>
                    <a:pt x="1377696" y="67056"/>
                  </a:lnTo>
                  <a:lnTo>
                    <a:pt x="1352550" y="69318"/>
                  </a:lnTo>
                  <a:lnTo>
                    <a:pt x="1309116" y="86987"/>
                  </a:lnTo>
                  <a:lnTo>
                    <a:pt x="1274826" y="121253"/>
                  </a:lnTo>
                  <a:lnTo>
                    <a:pt x="1256538" y="164687"/>
                  </a:lnTo>
                  <a:lnTo>
                    <a:pt x="1254252" y="188976"/>
                  </a:lnTo>
                  <a:lnTo>
                    <a:pt x="1255371" y="206716"/>
                  </a:lnTo>
                  <a:lnTo>
                    <a:pt x="1271016" y="254508"/>
                  </a:lnTo>
                  <a:lnTo>
                    <a:pt x="1301448" y="288583"/>
                  </a:lnTo>
                  <a:lnTo>
                    <a:pt x="1344930" y="309562"/>
                  </a:lnTo>
                  <a:lnTo>
                    <a:pt x="1379220" y="313944"/>
                  </a:lnTo>
                  <a:lnTo>
                    <a:pt x="1531268" y="313944"/>
                  </a:lnTo>
                  <a:lnTo>
                    <a:pt x="1514617" y="328874"/>
                  </a:lnTo>
                  <a:lnTo>
                    <a:pt x="1476803" y="355687"/>
                  </a:lnTo>
                  <a:lnTo>
                    <a:pt x="1440489" y="371117"/>
                  </a:lnTo>
                  <a:lnTo>
                    <a:pt x="1399960" y="378594"/>
                  </a:lnTo>
                  <a:lnTo>
                    <a:pt x="1377696" y="379476"/>
                  </a:lnTo>
                  <a:close/>
                </a:path>
                <a:path w="2638425" h="379729">
                  <a:moveTo>
                    <a:pt x="1487424" y="118872"/>
                  </a:moveTo>
                  <a:lnTo>
                    <a:pt x="1462563" y="95988"/>
                  </a:lnTo>
                  <a:lnTo>
                    <a:pt x="1435989" y="79819"/>
                  </a:lnTo>
                  <a:lnTo>
                    <a:pt x="1407699" y="70223"/>
                  </a:lnTo>
                  <a:lnTo>
                    <a:pt x="1377696" y="67056"/>
                  </a:lnTo>
                  <a:lnTo>
                    <a:pt x="1530310" y="67056"/>
                  </a:lnTo>
                  <a:lnTo>
                    <a:pt x="1536192" y="73152"/>
                  </a:lnTo>
                  <a:lnTo>
                    <a:pt x="1487424" y="118872"/>
                  </a:lnTo>
                  <a:close/>
                </a:path>
                <a:path w="2638425" h="379729">
                  <a:moveTo>
                    <a:pt x="1531268" y="313944"/>
                  </a:moveTo>
                  <a:lnTo>
                    <a:pt x="1379220" y="313944"/>
                  </a:lnTo>
                  <a:lnTo>
                    <a:pt x="1393793" y="313134"/>
                  </a:lnTo>
                  <a:lnTo>
                    <a:pt x="1407795" y="310896"/>
                  </a:lnTo>
                  <a:lnTo>
                    <a:pt x="1446061" y="296418"/>
                  </a:lnTo>
                  <a:lnTo>
                    <a:pt x="1487424" y="262128"/>
                  </a:lnTo>
                  <a:lnTo>
                    <a:pt x="1534668" y="310896"/>
                  </a:lnTo>
                  <a:lnTo>
                    <a:pt x="1531268" y="313944"/>
                  </a:lnTo>
                  <a:close/>
                </a:path>
                <a:path w="2638425" h="379729">
                  <a:moveTo>
                    <a:pt x="192024" y="379476"/>
                  </a:moveTo>
                  <a:lnTo>
                    <a:pt x="151709" y="376285"/>
                  </a:lnTo>
                  <a:lnTo>
                    <a:pt x="82510" y="349900"/>
                  </a:lnTo>
                  <a:lnTo>
                    <a:pt x="30218" y="297846"/>
                  </a:lnTo>
                  <a:lnTo>
                    <a:pt x="3405" y="229266"/>
                  </a:lnTo>
                  <a:lnTo>
                    <a:pt x="0" y="188976"/>
                  </a:lnTo>
                  <a:lnTo>
                    <a:pt x="1574" y="164687"/>
                  </a:lnTo>
                  <a:lnTo>
                    <a:pt x="1666" y="163258"/>
                  </a:lnTo>
                  <a:lnTo>
                    <a:pt x="14144" y="115252"/>
                  </a:lnTo>
                  <a:lnTo>
                    <a:pt x="36213" y="76009"/>
                  </a:lnTo>
                  <a:lnTo>
                    <a:pt x="73032" y="39600"/>
                  </a:lnTo>
                  <a:lnTo>
                    <a:pt x="117895" y="14787"/>
                  </a:lnTo>
                  <a:lnTo>
                    <a:pt x="167568" y="1690"/>
                  </a:lnTo>
                  <a:lnTo>
                    <a:pt x="193548" y="0"/>
                  </a:lnTo>
                  <a:lnTo>
                    <a:pt x="215241" y="1166"/>
                  </a:lnTo>
                  <a:lnTo>
                    <a:pt x="258056" y="10929"/>
                  </a:lnTo>
                  <a:lnTo>
                    <a:pt x="298870" y="30075"/>
                  </a:lnTo>
                  <a:lnTo>
                    <a:pt x="334827" y="56888"/>
                  </a:lnTo>
                  <a:lnTo>
                    <a:pt x="344638" y="67056"/>
                  </a:lnTo>
                  <a:lnTo>
                    <a:pt x="192024" y="67056"/>
                  </a:lnTo>
                  <a:lnTo>
                    <a:pt x="166878" y="69318"/>
                  </a:lnTo>
                  <a:lnTo>
                    <a:pt x="123444" y="86987"/>
                  </a:lnTo>
                  <a:lnTo>
                    <a:pt x="89154" y="121253"/>
                  </a:lnTo>
                  <a:lnTo>
                    <a:pt x="70865" y="164687"/>
                  </a:lnTo>
                  <a:lnTo>
                    <a:pt x="68579" y="188976"/>
                  </a:lnTo>
                  <a:lnTo>
                    <a:pt x="69699" y="206716"/>
                  </a:lnTo>
                  <a:lnTo>
                    <a:pt x="85344" y="254508"/>
                  </a:lnTo>
                  <a:lnTo>
                    <a:pt x="115776" y="288583"/>
                  </a:lnTo>
                  <a:lnTo>
                    <a:pt x="159258" y="309562"/>
                  </a:lnTo>
                  <a:lnTo>
                    <a:pt x="193548" y="313944"/>
                  </a:lnTo>
                  <a:lnTo>
                    <a:pt x="345596" y="313944"/>
                  </a:lnTo>
                  <a:lnTo>
                    <a:pt x="328945" y="328874"/>
                  </a:lnTo>
                  <a:lnTo>
                    <a:pt x="291131" y="355687"/>
                  </a:lnTo>
                  <a:lnTo>
                    <a:pt x="254817" y="371117"/>
                  </a:lnTo>
                  <a:lnTo>
                    <a:pt x="214288" y="378594"/>
                  </a:lnTo>
                  <a:lnTo>
                    <a:pt x="192024" y="379476"/>
                  </a:lnTo>
                  <a:close/>
                </a:path>
                <a:path w="2638425" h="379729">
                  <a:moveTo>
                    <a:pt x="301752" y="118872"/>
                  </a:moveTo>
                  <a:lnTo>
                    <a:pt x="276891" y="95988"/>
                  </a:lnTo>
                  <a:lnTo>
                    <a:pt x="250317" y="79819"/>
                  </a:lnTo>
                  <a:lnTo>
                    <a:pt x="222027" y="70223"/>
                  </a:lnTo>
                  <a:lnTo>
                    <a:pt x="192024" y="67056"/>
                  </a:lnTo>
                  <a:lnTo>
                    <a:pt x="344638" y="67056"/>
                  </a:lnTo>
                  <a:lnTo>
                    <a:pt x="350520" y="73152"/>
                  </a:lnTo>
                  <a:lnTo>
                    <a:pt x="301752" y="118872"/>
                  </a:lnTo>
                  <a:close/>
                </a:path>
                <a:path w="2638425" h="379729">
                  <a:moveTo>
                    <a:pt x="345596" y="313944"/>
                  </a:moveTo>
                  <a:lnTo>
                    <a:pt x="193548" y="313944"/>
                  </a:lnTo>
                  <a:lnTo>
                    <a:pt x="208121" y="313134"/>
                  </a:lnTo>
                  <a:lnTo>
                    <a:pt x="222123" y="310896"/>
                  </a:lnTo>
                  <a:lnTo>
                    <a:pt x="260389" y="296418"/>
                  </a:lnTo>
                  <a:lnTo>
                    <a:pt x="301752" y="262128"/>
                  </a:lnTo>
                  <a:lnTo>
                    <a:pt x="348996" y="310896"/>
                  </a:lnTo>
                  <a:lnTo>
                    <a:pt x="345596" y="313944"/>
                  </a:lnTo>
                  <a:close/>
                </a:path>
              </a:pathLst>
            </a:custGeom>
            <a:solidFill>
              <a:srgbClr val="FF5B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2875" y="4747260"/>
              <a:ext cx="2638425" cy="379730"/>
            </a:xfrm>
            <a:custGeom>
              <a:avLst/>
              <a:gdLst/>
              <a:ahLst/>
              <a:cxnLst/>
              <a:rect l="l" t="t" r="r" b="b"/>
              <a:pathLst>
                <a:path w="2638425" h="379729">
                  <a:moveTo>
                    <a:pt x="2464308" y="105155"/>
                  </a:moveTo>
                  <a:lnTo>
                    <a:pt x="2417064" y="230123"/>
                  </a:lnTo>
                  <a:lnTo>
                    <a:pt x="2513076" y="230123"/>
                  </a:lnTo>
                  <a:lnTo>
                    <a:pt x="2464308" y="105155"/>
                  </a:lnTo>
                  <a:close/>
                </a:path>
                <a:path w="2638425" h="379729">
                  <a:moveTo>
                    <a:pt x="1740408" y="105155"/>
                  </a:moveTo>
                  <a:lnTo>
                    <a:pt x="1693164" y="230123"/>
                  </a:lnTo>
                  <a:lnTo>
                    <a:pt x="1789176" y="230123"/>
                  </a:lnTo>
                  <a:lnTo>
                    <a:pt x="1740408" y="105155"/>
                  </a:lnTo>
                  <a:close/>
                </a:path>
                <a:path w="2638425" h="379729">
                  <a:moveTo>
                    <a:pt x="579120" y="67055"/>
                  </a:moveTo>
                  <a:lnTo>
                    <a:pt x="533780" y="76009"/>
                  </a:lnTo>
                  <a:lnTo>
                    <a:pt x="495300" y="102107"/>
                  </a:lnTo>
                  <a:lnTo>
                    <a:pt x="469963" y="142493"/>
                  </a:lnTo>
                  <a:lnTo>
                    <a:pt x="461771" y="192023"/>
                  </a:lnTo>
                  <a:lnTo>
                    <a:pt x="464367" y="220075"/>
                  </a:lnTo>
                  <a:lnTo>
                    <a:pt x="485560" y="267033"/>
                  </a:lnTo>
                  <a:lnTo>
                    <a:pt x="521922" y="298513"/>
                  </a:lnTo>
                  <a:lnTo>
                    <a:pt x="559736" y="312229"/>
                  </a:lnTo>
                  <a:lnTo>
                    <a:pt x="580644" y="313943"/>
                  </a:lnTo>
                  <a:lnTo>
                    <a:pt x="604670" y="311657"/>
                  </a:lnTo>
                  <a:lnTo>
                    <a:pt x="646437" y="293369"/>
                  </a:lnTo>
                  <a:lnTo>
                    <a:pt x="679584" y="259079"/>
                  </a:lnTo>
                  <a:lnTo>
                    <a:pt x="697253" y="215645"/>
                  </a:lnTo>
                  <a:lnTo>
                    <a:pt x="699516" y="190499"/>
                  </a:lnTo>
                  <a:lnTo>
                    <a:pt x="697253" y="166211"/>
                  </a:lnTo>
                  <a:lnTo>
                    <a:pt x="679584" y="122777"/>
                  </a:lnTo>
                  <a:lnTo>
                    <a:pt x="646199" y="87629"/>
                  </a:lnTo>
                  <a:lnTo>
                    <a:pt x="603384" y="69341"/>
                  </a:lnTo>
                  <a:lnTo>
                    <a:pt x="579120" y="67055"/>
                  </a:lnTo>
                  <a:close/>
                </a:path>
                <a:path w="2638425" h="379729">
                  <a:moveTo>
                    <a:pt x="2429256" y="9143"/>
                  </a:moveTo>
                  <a:lnTo>
                    <a:pt x="2499360" y="9143"/>
                  </a:lnTo>
                  <a:lnTo>
                    <a:pt x="2638044" y="370331"/>
                  </a:lnTo>
                  <a:lnTo>
                    <a:pt x="2566416" y="370331"/>
                  </a:lnTo>
                  <a:lnTo>
                    <a:pt x="2538984" y="297179"/>
                  </a:lnTo>
                  <a:lnTo>
                    <a:pt x="2391156" y="297179"/>
                  </a:lnTo>
                  <a:lnTo>
                    <a:pt x="2362200" y="370331"/>
                  </a:lnTo>
                  <a:lnTo>
                    <a:pt x="2290572" y="370331"/>
                  </a:lnTo>
                  <a:lnTo>
                    <a:pt x="2429256" y="9143"/>
                  </a:lnTo>
                  <a:close/>
                </a:path>
                <a:path w="2638425" h="379729">
                  <a:moveTo>
                    <a:pt x="1940052" y="9143"/>
                  </a:moveTo>
                  <a:lnTo>
                    <a:pt x="2010156" y="9143"/>
                  </a:lnTo>
                  <a:lnTo>
                    <a:pt x="2101595" y="266699"/>
                  </a:lnTo>
                  <a:lnTo>
                    <a:pt x="2194560" y="9143"/>
                  </a:lnTo>
                  <a:lnTo>
                    <a:pt x="2264664" y="9143"/>
                  </a:lnTo>
                  <a:lnTo>
                    <a:pt x="2135124" y="370331"/>
                  </a:lnTo>
                  <a:lnTo>
                    <a:pt x="2068068" y="370331"/>
                  </a:lnTo>
                  <a:lnTo>
                    <a:pt x="1940052" y="9143"/>
                  </a:lnTo>
                  <a:close/>
                </a:path>
                <a:path w="2638425" h="379729">
                  <a:moveTo>
                    <a:pt x="1705356" y="9143"/>
                  </a:moveTo>
                  <a:lnTo>
                    <a:pt x="1775460" y="9143"/>
                  </a:lnTo>
                  <a:lnTo>
                    <a:pt x="1914144" y="370331"/>
                  </a:lnTo>
                  <a:lnTo>
                    <a:pt x="1842516" y="370331"/>
                  </a:lnTo>
                  <a:lnTo>
                    <a:pt x="1815083" y="297179"/>
                  </a:lnTo>
                  <a:lnTo>
                    <a:pt x="1667256" y="297179"/>
                  </a:lnTo>
                  <a:lnTo>
                    <a:pt x="1638300" y="370331"/>
                  </a:lnTo>
                  <a:lnTo>
                    <a:pt x="1566672" y="370331"/>
                  </a:lnTo>
                  <a:lnTo>
                    <a:pt x="1705356" y="9143"/>
                  </a:lnTo>
                  <a:close/>
                </a:path>
                <a:path w="2638425" h="379729">
                  <a:moveTo>
                    <a:pt x="832104" y="9143"/>
                  </a:moveTo>
                  <a:lnTo>
                    <a:pt x="897636" y="9143"/>
                  </a:lnTo>
                  <a:lnTo>
                    <a:pt x="1053083" y="246887"/>
                  </a:lnTo>
                  <a:lnTo>
                    <a:pt x="1053083" y="9143"/>
                  </a:lnTo>
                  <a:lnTo>
                    <a:pt x="1121663" y="9143"/>
                  </a:lnTo>
                  <a:lnTo>
                    <a:pt x="1121663" y="370331"/>
                  </a:lnTo>
                  <a:lnTo>
                    <a:pt x="1056132" y="370331"/>
                  </a:lnTo>
                  <a:lnTo>
                    <a:pt x="900683" y="134111"/>
                  </a:lnTo>
                  <a:lnTo>
                    <a:pt x="900683" y="370331"/>
                  </a:lnTo>
                  <a:lnTo>
                    <a:pt x="832104" y="370331"/>
                  </a:lnTo>
                  <a:lnTo>
                    <a:pt x="832104" y="9143"/>
                  </a:lnTo>
                  <a:close/>
                </a:path>
                <a:path w="2638425" h="379729">
                  <a:moveTo>
                    <a:pt x="1379220" y="0"/>
                  </a:moveTo>
                  <a:lnTo>
                    <a:pt x="1422463" y="4762"/>
                  </a:lnTo>
                  <a:lnTo>
                    <a:pt x="1464564" y="19811"/>
                  </a:lnTo>
                  <a:lnTo>
                    <a:pt x="1503235" y="42481"/>
                  </a:lnTo>
                  <a:lnTo>
                    <a:pt x="1536191" y="73151"/>
                  </a:lnTo>
                  <a:lnTo>
                    <a:pt x="1487424" y="118871"/>
                  </a:lnTo>
                  <a:lnTo>
                    <a:pt x="1462563" y="95988"/>
                  </a:lnTo>
                  <a:lnTo>
                    <a:pt x="1435989" y="79819"/>
                  </a:lnTo>
                  <a:lnTo>
                    <a:pt x="1407699" y="70223"/>
                  </a:lnTo>
                  <a:lnTo>
                    <a:pt x="1377695" y="67055"/>
                  </a:lnTo>
                  <a:lnTo>
                    <a:pt x="1352549" y="69318"/>
                  </a:lnTo>
                  <a:lnTo>
                    <a:pt x="1309116" y="86987"/>
                  </a:lnTo>
                  <a:lnTo>
                    <a:pt x="1274826" y="121253"/>
                  </a:lnTo>
                  <a:lnTo>
                    <a:pt x="1256537" y="164687"/>
                  </a:lnTo>
                  <a:lnTo>
                    <a:pt x="1254252" y="188975"/>
                  </a:lnTo>
                  <a:lnTo>
                    <a:pt x="1255371" y="206716"/>
                  </a:lnTo>
                  <a:lnTo>
                    <a:pt x="1271016" y="254507"/>
                  </a:lnTo>
                  <a:lnTo>
                    <a:pt x="1301448" y="288583"/>
                  </a:lnTo>
                  <a:lnTo>
                    <a:pt x="1344929" y="309562"/>
                  </a:lnTo>
                  <a:lnTo>
                    <a:pt x="1379220" y="313943"/>
                  </a:lnTo>
                  <a:lnTo>
                    <a:pt x="1393793" y="313134"/>
                  </a:lnTo>
                  <a:lnTo>
                    <a:pt x="1434083" y="303275"/>
                  </a:lnTo>
                  <a:lnTo>
                    <a:pt x="1472874" y="275843"/>
                  </a:lnTo>
                  <a:lnTo>
                    <a:pt x="1487424" y="262127"/>
                  </a:lnTo>
                  <a:lnTo>
                    <a:pt x="1534668" y="310895"/>
                  </a:lnTo>
                  <a:lnTo>
                    <a:pt x="1495425" y="343852"/>
                  </a:lnTo>
                  <a:lnTo>
                    <a:pt x="1458468" y="364236"/>
                  </a:lnTo>
                  <a:lnTo>
                    <a:pt x="1420939" y="375856"/>
                  </a:lnTo>
                  <a:lnTo>
                    <a:pt x="1377695" y="379475"/>
                  </a:lnTo>
                  <a:lnTo>
                    <a:pt x="1337381" y="376285"/>
                  </a:lnTo>
                  <a:lnTo>
                    <a:pt x="1268182" y="349900"/>
                  </a:lnTo>
                  <a:lnTo>
                    <a:pt x="1215890" y="297846"/>
                  </a:lnTo>
                  <a:lnTo>
                    <a:pt x="1189077" y="229266"/>
                  </a:lnTo>
                  <a:lnTo>
                    <a:pt x="1185671" y="188975"/>
                  </a:lnTo>
                  <a:lnTo>
                    <a:pt x="1187338" y="163258"/>
                  </a:lnTo>
                  <a:lnTo>
                    <a:pt x="1199816" y="115252"/>
                  </a:lnTo>
                  <a:lnTo>
                    <a:pt x="1223795" y="73271"/>
                  </a:lnTo>
                  <a:lnTo>
                    <a:pt x="1258704" y="39600"/>
                  </a:lnTo>
                  <a:lnTo>
                    <a:pt x="1303567" y="14787"/>
                  </a:lnTo>
                  <a:lnTo>
                    <a:pt x="1353240" y="1690"/>
                  </a:lnTo>
                  <a:lnTo>
                    <a:pt x="1379220" y="0"/>
                  </a:lnTo>
                  <a:close/>
                </a:path>
                <a:path w="2638425" h="379729">
                  <a:moveTo>
                    <a:pt x="580644" y="0"/>
                  </a:moveTo>
                  <a:lnTo>
                    <a:pt x="651319" y="13906"/>
                  </a:lnTo>
                  <a:lnTo>
                    <a:pt x="711708" y="56387"/>
                  </a:lnTo>
                  <a:lnTo>
                    <a:pt x="736592" y="85510"/>
                  </a:lnTo>
                  <a:lnTo>
                    <a:pt x="764643" y="153471"/>
                  </a:lnTo>
                  <a:lnTo>
                    <a:pt x="768095" y="192023"/>
                  </a:lnTo>
                  <a:lnTo>
                    <a:pt x="764666" y="229457"/>
                  </a:lnTo>
                  <a:lnTo>
                    <a:pt x="737235" y="295751"/>
                  </a:lnTo>
                  <a:lnTo>
                    <a:pt x="684371" y="348614"/>
                  </a:lnTo>
                  <a:lnTo>
                    <a:pt x="618077" y="376046"/>
                  </a:lnTo>
                  <a:lnTo>
                    <a:pt x="580644" y="379475"/>
                  </a:lnTo>
                  <a:lnTo>
                    <a:pt x="542115" y="376023"/>
                  </a:lnTo>
                  <a:lnTo>
                    <a:pt x="474773" y="347972"/>
                  </a:lnTo>
                  <a:lnTo>
                    <a:pt x="422529" y="294227"/>
                  </a:lnTo>
                  <a:lnTo>
                    <a:pt x="395096" y="227933"/>
                  </a:lnTo>
                  <a:lnTo>
                    <a:pt x="391667" y="190499"/>
                  </a:lnTo>
                  <a:lnTo>
                    <a:pt x="393358" y="164782"/>
                  </a:lnTo>
                  <a:lnTo>
                    <a:pt x="406455" y="116776"/>
                  </a:lnTo>
                  <a:lnTo>
                    <a:pt x="431292" y="73913"/>
                  </a:lnTo>
                  <a:lnTo>
                    <a:pt x="465582" y="39623"/>
                  </a:lnTo>
                  <a:lnTo>
                    <a:pt x="508420" y="14787"/>
                  </a:lnTo>
                  <a:lnTo>
                    <a:pt x="555807" y="1690"/>
                  </a:lnTo>
                  <a:lnTo>
                    <a:pt x="580644" y="0"/>
                  </a:lnTo>
                  <a:close/>
                </a:path>
                <a:path w="2638425" h="379729">
                  <a:moveTo>
                    <a:pt x="193548" y="0"/>
                  </a:moveTo>
                  <a:lnTo>
                    <a:pt x="236791" y="4762"/>
                  </a:lnTo>
                  <a:lnTo>
                    <a:pt x="278891" y="19811"/>
                  </a:lnTo>
                  <a:lnTo>
                    <a:pt x="317563" y="42481"/>
                  </a:lnTo>
                  <a:lnTo>
                    <a:pt x="350520" y="73151"/>
                  </a:lnTo>
                  <a:lnTo>
                    <a:pt x="301752" y="118871"/>
                  </a:lnTo>
                  <a:lnTo>
                    <a:pt x="276891" y="95988"/>
                  </a:lnTo>
                  <a:lnTo>
                    <a:pt x="250317" y="79819"/>
                  </a:lnTo>
                  <a:lnTo>
                    <a:pt x="222027" y="70223"/>
                  </a:lnTo>
                  <a:lnTo>
                    <a:pt x="192024" y="67055"/>
                  </a:lnTo>
                  <a:lnTo>
                    <a:pt x="166877" y="69318"/>
                  </a:lnTo>
                  <a:lnTo>
                    <a:pt x="123444" y="86987"/>
                  </a:lnTo>
                  <a:lnTo>
                    <a:pt x="89154" y="121253"/>
                  </a:lnTo>
                  <a:lnTo>
                    <a:pt x="70865" y="164687"/>
                  </a:lnTo>
                  <a:lnTo>
                    <a:pt x="68579" y="188975"/>
                  </a:lnTo>
                  <a:lnTo>
                    <a:pt x="69699" y="206716"/>
                  </a:lnTo>
                  <a:lnTo>
                    <a:pt x="85344" y="254507"/>
                  </a:lnTo>
                  <a:lnTo>
                    <a:pt x="115776" y="288583"/>
                  </a:lnTo>
                  <a:lnTo>
                    <a:pt x="159258" y="309562"/>
                  </a:lnTo>
                  <a:lnTo>
                    <a:pt x="193548" y="313943"/>
                  </a:lnTo>
                  <a:lnTo>
                    <a:pt x="208121" y="313134"/>
                  </a:lnTo>
                  <a:lnTo>
                    <a:pt x="248412" y="303275"/>
                  </a:lnTo>
                  <a:lnTo>
                    <a:pt x="287202" y="275843"/>
                  </a:lnTo>
                  <a:lnTo>
                    <a:pt x="301752" y="262127"/>
                  </a:lnTo>
                  <a:lnTo>
                    <a:pt x="348995" y="310895"/>
                  </a:lnTo>
                  <a:lnTo>
                    <a:pt x="309752" y="343852"/>
                  </a:lnTo>
                  <a:lnTo>
                    <a:pt x="272795" y="364236"/>
                  </a:lnTo>
                  <a:lnTo>
                    <a:pt x="235267" y="375856"/>
                  </a:lnTo>
                  <a:lnTo>
                    <a:pt x="192024" y="379475"/>
                  </a:lnTo>
                  <a:lnTo>
                    <a:pt x="151709" y="376285"/>
                  </a:lnTo>
                  <a:lnTo>
                    <a:pt x="82510" y="349900"/>
                  </a:lnTo>
                  <a:lnTo>
                    <a:pt x="30218" y="297846"/>
                  </a:lnTo>
                  <a:lnTo>
                    <a:pt x="3405" y="229266"/>
                  </a:lnTo>
                  <a:lnTo>
                    <a:pt x="0" y="188975"/>
                  </a:lnTo>
                  <a:lnTo>
                    <a:pt x="1666" y="163258"/>
                  </a:lnTo>
                  <a:lnTo>
                    <a:pt x="14144" y="115252"/>
                  </a:lnTo>
                  <a:lnTo>
                    <a:pt x="38123" y="73271"/>
                  </a:lnTo>
                  <a:lnTo>
                    <a:pt x="73032" y="39600"/>
                  </a:lnTo>
                  <a:lnTo>
                    <a:pt x="117895" y="14787"/>
                  </a:lnTo>
                  <a:lnTo>
                    <a:pt x="167568" y="1690"/>
                  </a:lnTo>
                  <a:lnTo>
                    <a:pt x="193548" y="0"/>
                  </a:lnTo>
                  <a:close/>
                </a:path>
              </a:pathLst>
            </a:custGeom>
            <a:ln w="7620">
              <a:solidFill>
                <a:srgbClr val="AF235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58996" y="481584"/>
            <a:ext cx="5737860" cy="67543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3985" y="723137"/>
            <a:ext cx="6060947" cy="3931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0670" y="1381791"/>
            <a:ext cx="9225915" cy="830580"/>
          </a:xfrm>
          <a:prstGeom prst="rect"/>
        </p:spPr>
        <p:txBody>
          <a:bodyPr wrap="square" lIns="0" tIns="24765" rIns="0" bIns="0" rtlCol="0" vert="horz">
            <a:spAutoFit/>
          </a:bodyPr>
          <a:lstStyle/>
          <a:p>
            <a:pPr marL="24765" marR="5080" indent="-12700">
              <a:lnSpc>
                <a:spcPts val="3170"/>
              </a:lnSpc>
              <a:spcBef>
                <a:spcPts val="195"/>
              </a:spcBef>
              <a:tabLst>
                <a:tab pos="686435" algn="l"/>
                <a:tab pos="2644140" algn="l"/>
                <a:tab pos="4756785" algn="l"/>
                <a:tab pos="5899785" algn="l"/>
                <a:tab pos="6654165" algn="l"/>
                <a:tab pos="8780145" algn="l"/>
              </a:tabLst>
            </a:pPr>
            <a:r>
              <a:rPr dirty="0" sz="2650" spc="-25" b="1">
                <a:latin typeface="Tahoma"/>
                <a:cs typeface="Tahoma"/>
              </a:rPr>
              <a:t>La</a:t>
            </a:r>
            <a:r>
              <a:rPr dirty="0" sz="2650" b="1">
                <a:latin typeface="Tahoma"/>
                <a:cs typeface="Tahoma"/>
              </a:rPr>
              <a:t>	</a:t>
            </a:r>
            <a:r>
              <a:rPr dirty="0" sz="2650" spc="-10" b="1">
                <a:latin typeface="Tahoma"/>
                <a:cs typeface="Tahoma"/>
              </a:rPr>
              <a:t>diferencia</a:t>
            </a:r>
            <a:r>
              <a:rPr dirty="0" sz="2650" b="1">
                <a:latin typeface="Tahoma"/>
                <a:cs typeface="Tahoma"/>
              </a:rPr>
              <a:t>	</a:t>
            </a:r>
            <a:r>
              <a:rPr dirty="0" sz="2650" spc="-10" b="1">
                <a:latin typeface="Tahoma"/>
                <a:cs typeface="Tahoma"/>
              </a:rPr>
              <a:t>algebráica</a:t>
            </a:r>
            <a:r>
              <a:rPr dirty="0" sz="2650" b="1">
                <a:latin typeface="Tahoma"/>
                <a:cs typeface="Tahoma"/>
              </a:rPr>
              <a:t>	</a:t>
            </a:r>
            <a:r>
              <a:rPr dirty="0" sz="2650" spc="-10" b="1">
                <a:latin typeface="Tahoma"/>
                <a:cs typeface="Tahoma"/>
              </a:rPr>
              <a:t>entre</a:t>
            </a:r>
            <a:r>
              <a:rPr dirty="0" sz="2650" b="1">
                <a:latin typeface="Tahoma"/>
                <a:cs typeface="Tahoma"/>
              </a:rPr>
              <a:t>	</a:t>
            </a:r>
            <a:r>
              <a:rPr dirty="0" sz="2650" spc="-25" b="1">
                <a:latin typeface="Tahoma"/>
                <a:cs typeface="Tahoma"/>
              </a:rPr>
              <a:t>las</a:t>
            </a:r>
            <a:r>
              <a:rPr dirty="0" sz="2650" b="1">
                <a:latin typeface="Tahoma"/>
                <a:cs typeface="Tahoma"/>
              </a:rPr>
              <a:t>	</a:t>
            </a:r>
            <a:r>
              <a:rPr dirty="0" sz="2650" spc="-10" b="1">
                <a:latin typeface="Tahoma"/>
                <a:cs typeface="Tahoma"/>
              </a:rPr>
              <a:t>pendientes</a:t>
            </a:r>
            <a:r>
              <a:rPr dirty="0" sz="2650" b="1">
                <a:latin typeface="Tahoma"/>
                <a:cs typeface="Tahoma"/>
              </a:rPr>
              <a:t>	</a:t>
            </a:r>
            <a:r>
              <a:rPr dirty="0" sz="2650" spc="45" b="1">
                <a:latin typeface="Tahoma"/>
                <a:cs typeface="Tahoma"/>
              </a:rPr>
              <a:t>de </a:t>
            </a:r>
            <a:r>
              <a:rPr dirty="0" sz="2650" spc="-30" b="1">
                <a:latin typeface="Tahoma"/>
                <a:cs typeface="Tahoma"/>
              </a:rPr>
              <a:t>entrada</a:t>
            </a:r>
            <a:r>
              <a:rPr dirty="0" sz="2650" spc="-114" b="1">
                <a:latin typeface="Tahoma"/>
                <a:cs typeface="Tahoma"/>
              </a:rPr>
              <a:t> </a:t>
            </a:r>
            <a:r>
              <a:rPr dirty="0" sz="2650" b="1">
                <a:latin typeface="Tahoma"/>
                <a:cs typeface="Tahoma"/>
              </a:rPr>
              <a:t>y</a:t>
            </a:r>
            <a:r>
              <a:rPr dirty="0" sz="2650" spc="-90" b="1">
                <a:latin typeface="Tahoma"/>
                <a:cs typeface="Tahoma"/>
              </a:rPr>
              <a:t> </a:t>
            </a:r>
            <a:r>
              <a:rPr dirty="0" sz="2650" spc="85" b="1">
                <a:latin typeface="Tahoma"/>
                <a:cs typeface="Tahoma"/>
              </a:rPr>
              <a:t>de</a:t>
            </a:r>
            <a:r>
              <a:rPr dirty="0" sz="2650" spc="-114" b="1">
                <a:latin typeface="Tahoma"/>
                <a:cs typeface="Tahoma"/>
              </a:rPr>
              <a:t> </a:t>
            </a:r>
            <a:r>
              <a:rPr dirty="0" sz="2650" spc="-10" b="1">
                <a:latin typeface="Tahoma"/>
                <a:cs typeface="Tahoma"/>
              </a:rPr>
              <a:t>salida</a:t>
            </a:r>
            <a:r>
              <a:rPr dirty="0" sz="2650" spc="-110" b="1">
                <a:latin typeface="Tahoma"/>
                <a:cs typeface="Tahoma"/>
              </a:rPr>
              <a:t> </a:t>
            </a:r>
            <a:r>
              <a:rPr dirty="0" sz="2650" b="1">
                <a:latin typeface="Tahoma"/>
                <a:cs typeface="Tahoma"/>
              </a:rPr>
              <a:t>se</a:t>
            </a:r>
            <a:r>
              <a:rPr dirty="0" sz="2650" spc="-114" b="1">
                <a:latin typeface="Tahoma"/>
                <a:cs typeface="Tahoma"/>
              </a:rPr>
              <a:t> </a:t>
            </a:r>
            <a:r>
              <a:rPr dirty="0" sz="2650" b="1">
                <a:latin typeface="Tahoma"/>
                <a:cs typeface="Tahoma"/>
              </a:rPr>
              <a:t>denomina</a:t>
            </a:r>
            <a:r>
              <a:rPr dirty="0" sz="2650" spc="-110" b="1">
                <a:latin typeface="Tahoma"/>
                <a:cs typeface="Tahoma"/>
              </a:rPr>
              <a:t> </a:t>
            </a:r>
            <a:r>
              <a:rPr dirty="0" sz="2650" spc="-50" b="1">
                <a:latin typeface="Tahoma"/>
                <a:cs typeface="Tahoma"/>
              </a:rPr>
              <a:t>i</a:t>
            </a:r>
            <a:endParaRPr sz="265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831" y="2382012"/>
            <a:ext cx="4672583" cy="229666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4439" y="2382012"/>
            <a:ext cx="4640580" cy="229666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831" y="5233415"/>
            <a:ext cx="4672584" cy="206501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67300" y="5233415"/>
            <a:ext cx="4617719" cy="20132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3985" y="723137"/>
            <a:ext cx="6060947" cy="3931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8271" rIns="0" bIns="0" rtlCol="0" vert="horz">
            <a:spAutoFit/>
          </a:bodyPr>
          <a:lstStyle/>
          <a:p>
            <a:pPr marL="26034" marR="5080" indent="-12700">
              <a:lnSpc>
                <a:spcPts val="3170"/>
              </a:lnSpc>
              <a:spcBef>
                <a:spcPts val="195"/>
              </a:spcBef>
              <a:tabLst>
                <a:tab pos="697865" algn="l"/>
                <a:tab pos="2648585" algn="l"/>
                <a:tab pos="4758055" algn="l"/>
                <a:tab pos="5911215" algn="l"/>
                <a:tab pos="6631940" algn="l"/>
                <a:tab pos="8764270" algn="l"/>
              </a:tabLst>
            </a:pPr>
            <a:r>
              <a:rPr dirty="0" sz="2650" spc="-25"/>
              <a:t>La</a:t>
            </a:r>
            <a:r>
              <a:rPr dirty="0" sz="2650"/>
              <a:t>	</a:t>
            </a:r>
            <a:r>
              <a:rPr dirty="0" sz="2650" spc="-10"/>
              <a:t>diferencia</a:t>
            </a:r>
            <a:r>
              <a:rPr dirty="0" sz="2650"/>
              <a:t>	</a:t>
            </a:r>
            <a:r>
              <a:rPr dirty="0" sz="2650" spc="45"/>
              <a:t>algebráica</a:t>
            </a:r>
            <a:r>
              <a:rPr dirty="0" sz="2650"/>
              <a:t>	</a:t>
            </a:r>
            <a:r>
              <a:rPr dirty="0" sz="2650" spc="-10"/>
              <a:t>entre</a:t>
            </a:r>
            <a:r>
              <a:rPr dirty="0" sz="2650"/>
              <a:t>	</a:t>
            </a:r>
            <a:r>
              <a:rPr dirty="0" sz="2650" spc="-25"/>
              <a:t>las</a:t>
            </a:r>
            <a:r>
              <a:rPr dirty="0" sz="2650"/>
              <a:t>	</a:t>
            </a:r>
            <a:r>
              <a:rPr dirty="0" sz="2650" spc="-10"/>
              <a:t>pendientes</a:t>
            </a:r>
            <a:r>
              <a:rPr dirty="0" sz="2650"/>
              <a:t>	</a:t>
            </a:r>
            <a:r>
              <a:rPr dirty="0" sz="2650" spc="114"/>
              <a:t>de </a:t>
            </a:r>
            <a:r>
              <a:rPr dirty="0" sz="2650"/>
              <a:t>entrada</a:t>
            </a:r>
            <a:r>
              <a:rPr dirty="0" sz="2650" spc="-160"/>
              <a:t> </a:t>
            </a:r>
            <a:r>
              <a:rPr dirty="0" sz="2650" spc="-165"/>
              <a:t>y</a:t>
            </a:r>
            <a:r>
              <a:rPr dirty="0" sz="2650" spc="-160"/>
              <a:t> </a:t>
            </a:r>
            <a:r>
              <a:rPr dirty="0" sz="2650" spc="140"/>
              <a:t>de</a:t>
            </a:r>
            <a:r>
              <a:rPr dirty="0" sz="2650" spc="-170"/>
              <a:t> </a:t>
            </a:r>
            <a:r>
              <a:rPr dirty="0" sz="2650" spc="-40"/>
              <a:t>salida</a:t>
            </a:r>
            <a:r>
              <a:rPr dirty="0" sz="2650" spc="-155"/>
              <a:t> </a:t>
            </a:r>
            <a:r>
              <a:rPr dirty="0" sz="2650" spc="-125"/>
              <a:t>se</a:t>
            </a:r>
            <a:r>
              <a:rPr dirty="0" sz="2650" spc="-145"/>
              <a:t> </a:t>
            </a:r>
            <a:r>
              <a:rPr dirty="0" sz="2650"/>
              <a:t>denomina</a:t>
            </a:r>
            <a:r>
              <a:rPr dirty="0" sz="2650" spc="-125"/>
              <a:t> </a:t>
            </a:r>
            <a:r>
              <a:rPr dirty="0" sz="2650" spc="-50"/>
              <a:t>i</a:t>
            </a:r>
            <a:endParaRPr sz="265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316" y="2778251"/>
            <a:ext cx="8735567" cy="188975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316" y="4916423"/>
            <a:ext cx="8734043" cy="18227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4594" y="300990"/>
            <a:ext cx="7018019" cy="35051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331969" y="720090"/>
            <a:ext cx="1743710" cy="350520"/>
            <a:chOff x="4331969" y="720090"/>
            <a:chExt cx="1743710" cy="350520"/>
          </a:xfrm>
        </p:grpSpPr>
        <p:sp>
          <p:nvSpPr>
            <p:cNvPr id="4" name="object 4" descr=""/>
            <p:cNvSpPr/>
            <p:nvPr/>
          </p:nvSpPr>
          <p:spPr>
            <a:xfrm>
              <a:off x="4335779" y="723900"/>
              <a:ext cx="1736089" cy="342900"/>
            </a:xfrm>
            <a:custGeom>
              <a:avLst/>
              <a:gdLst/>
              <a:ahLst/>
              <a:cxnLst/>
              <a:rect l="l" t="t" r="r" b="b"/>
              <a:pathLst>
                <a:path w="1736089" h="342900">
                  <a:moveTo>
                    <a:pt x="1543812" y="336804"/>
                  </a:moveTo>
                  <a:lnTo>
                    <a:pt x="1495044" y="336804"/>
                  </a:lnTo>
                  <a:lnTo>
                    <a:pt x="1591056" y="86868"/>
                  </a:lnTo>
                  <a:lnTo>
                    <a:pt x="1639824" y="86868"/>
                  </a:lnTo>
                  <a:lnTo>
                    <a:pt x="1664997" y="152400"/>
                  </a:lnTo>
                  <a:lnTo>
                    <a:pt x="1615440" y="152400"/>
                  </a:lnTo>
                  <a:lnTo>
                    <a:pt x="1581912" y="239268"/>
                  </a:lnTo>
                  <a:lnTo>
                    <a:pt x="1698368" y="239268"/>
                  </a:lnTo>
                  <a:lnTo>
                    <a:pt x="1715931" y="284988"/>
                  </a:lnTo>
                  <a:lnTo>
                    <a:pt x="1563624" y="284988"/>
                  </a:lnTo>
                  <a:lnTo>
                    <a:pt x="1543812" y="336804"/>
                  </a:lnTo>
                  <a:close/>
                </a:path>
                <a:path w="1736089" h="342900">
                  <a:moveTo>
                    <a:pt x="1698368" y="239268"/>
                  </a:moveTo>
                  <a:lnTo>
                    <a:pt x="1648968" y="239268"/>
                  </a:lnTo>
                  <a:lnTo>
                    <a:pt x="1615440" y="152400"/>
                  </a:lnTo>
                  <a:lnTo>
                    <a:pt x="1664997" y="152400"/>
                  </a:lnTo>
                  <a:lnTo>
                    <a:pt x="1698368" y="239268"/>
                  </a:lnTo>
                  <a:close/>
                </a:path>
                <a:path w="1736089" h="342900">
                  <a:moveTo>
                    <a:pt x="1735836" y="336804"/>
                  </a:moveTo>
                  <a:lnTo>
                    <a:pt x="1685544" y="336804"/>
                  </a:lnTo>
                  <a:lnTo>
                    <a:pt x="1667256" y="284988"/>
                  </a:lnTo>
                  <a:lnTo>
                    <a:pt x="1715931" y="284988"/>
                  </a:lnTo>
                  <a:lnTo>
                    <a:pt x="1735836" y="336804"/>
                  </a:lnTo>
                  <a:close/>
                </a:path>
                <a:path w="1736089" h="342900">
                  <a:moveTo>
                    <a:pt x="992124" y="336804"/>
                  </a:moveTo>
                  <a:lnTo>
                    <a:pt x="944880" y="336804"/>
                  </a:lnTo>
                  <a:lnTo>
                    <a:pt x="944880" y="86868"/>
                  </a:lnTo>
                  <a:lnTo>
                    <a:pt x="995172" y="86868"/>
                  </a:lnTo>
                  <a:lnTo>
                    <a:pt x="1014317" y="87201"/>
                  </a:lnTo>
                  <a:lnTo>
                    <a:pt x="1054608" y="94488"/>
                  </a:lnTo>
                  <a:lnTo>
                    <a:pt x="1087159" y="127444"/>
                  </a:lnTo>
                  <a:lnTo>
                    <a:pt x="1089189" y="132588"/>
                  </a:lnTo>
                  <a:lnTo>
                    <a:pt x="992124" y="132588"/>
                  </a:lnTo>
                  <a:lnTo>
                    <a:pt x="992124" y="184404"/>
                  </a:lnTo>
                  <a:lnTo>
                    <a:pt x="1089971" y="184404"/>
                  </a:lnTo>
                  <a:lnTo>
                    <a:pt x="1087159" y="191738"/>
                  </a:lnTo>
                  <a:lnTo>
                    <a:pt x="1057179" y="220670"/>
                  </a:lnTo>
                  <a:lnTo>
                    <a:pt x="1045464" y="225552"/>
                  </a:lnTo>
                  <a:lnTo>
                    <a:pt x="1048720" y="231648"/>
                  </a:lnTo>
                  <a:lnTo>
                    <a:pt x="992124" y="231648"/>
                  </a:lnTo>
                  <a:lnTo>
                    <a:pt x="992124" y="336804"/>
                  </a:lnTo>
                  <a:close/>
                </a:path>
                <a:path w="1736089" h="342900">
                  <a:moveTo>
                    <a:pt x="1089971" y="184404"/>
                  </a:moveTo>
                  <a:lnTo>
                    <a:pt x="1007364" y="184404"/>
                  </a:lnTo>
                  <a:lnTo>
                    <a:pt x="1017936" y="184094"/>
                  </a:lnTo>
                  <a:lnTo>
                    <a:pt x="1026795" y="183070"/>
                  </a:lnTo>
                  <a:lnTo>
                    <a:pt x="1033938" y="181189"/>
                  </a:lnTo>
                  <a:lnTo>
                    <a:pt x="1039368" y="178308"/>
                  </a:lnTo>
                  <a:lnTo>
                    <a:pt x="1043940" y="175260"/>
                  </a:lnTo>
                  <a:lnTo>
                    <a:pt x="1046988" y="167640"/>
                  </a:lnTo>
                  <a:lnTo>
                    <a:pt x="1046988" y="153924"/>
                  </a:lnTo>
                  <a:lnTo>
                    <a:pt x="1045511" y="148018"/>
                  </a:lnTo>
                  <a:lnTo>
                    <a:pt x="1045464" y="147828"/>
                  </a:lnTo>
                  <a:lnTo>
                    <a:pt x="1042416" y="144780"/>
                  </a:lnTo>
                  <a:lnTo>
                    <a:pt x="1040892" y="140208"/>
                  </a:lnTo>
                  <a:lnTo>
                    <a:pt x="1036320" y="137160"/>
                  </a:lnTo>
                  <a:lnTo>
                    <a:pt x="1005840" y="132588"/>
                  </a:lnTo>
                  <a:lnTo>
                    <a:pt x="1089189" y="132588"/>
                  </a:lnTo>
                  <a:lnTo>
                    <a:pt x="1090993" y="137160"/>
                  </a:lnTo>
                  <a:lnTo>
                    <a:pt x="1093356" y="147828"/>
                  </a:lnTo>
                  <a:lnTo>
                    <a:pt x="1093398" y="148018"/>
                  </a:lnTo>
                  <a:lnTo>
                    <a:pt x="1094232" y="160020"/>
                  </a:lnTo>
                  <a:lnTo>
                    <a:pt x="1093398" y="171164"/>
                  </a:lnTo>
                  <a:lnTo>
                    <a:pt x="1091118" y="181189"/>
                  </a:lnTo>
                  <a:lnTo>
                    <a:pt x="1090993" y="181737"/>
                  </a:lnTo>
                  <a:lnTo>
                    <a:pt x="1090089" y="184094"/>
                  </a:lnTo>
                  <a:lnTo>
                    <a:pt x="1089971" y="184404"/>
                  </a:lnTo>
                  <a:close/>
                </a:path>
                <a:path w="1736089" h="342900">
                  <a:moveTo>
                    <a:pt x="1104900" y="336804"/>
                  </a:moveTo>
                  <a:lnTo>
                    <a:pt x="1053084" y="336804"/>
                  </a:lnTo>
                  <a:lnTo>
                    <a:pt x="996696" y="231648"/>
                  </a:lnTo>
                  <a:lnTo>
                    <a:pt x="1048720" y="231648"/>
                  </a:lnTo>
                  <a:lnTo>
                    <a:pt x="1104900" y="336804"/>
                  </a:lnTo>
                  <a:close/>
                </a:path>
                <a:path w="1736089" h="342900">
                  <a:moveTo>
                    <a:pt x="1188720" y="336804"/>
                  </a:moveTo>
                  <a:lnTo>
                    <a:pt x="1141476" y="336804"/>
                  </a:lnTo>
                  <a:lnTo>
                    <a:pt x="1141476" y="86868"/>
                  </a:lnTo>
                  <a:lnTo>
                    <a:pt x="1188720" y="86868"/>
                  </a:lnTo>
                  <a:lnTo>
                    <a:pt x="1188720" y="336804"/>
                  </a:lnTo>
                  <a:close/>
                </a:path>
                <a:path w="1736089" h="342900">
                  <a:moveTo>
                    <a:pt x="908304" y="134112"/>
                  </a:moveTo>
                  <a:lnTo>
                    <a:pt x="771144" y="134112"/>
                  </a:lnTo>
                  <a:lnTo>
                    <a:pt x="771144" y="86868"/>
                  </a:lnTo>
                  <a:lnTo>
                    <a:pt x="908304" y="86868"/>
                  </a:lnTo>
                  <a:lnTo>
                    <a:pt x="908304" y="134112"/>
                  </a:lnTo>
                  <a:close/>
                </a:path>
                <a:path w="1736089" h="342900">
                  <a:moveTo>
                    <a:pt x="864108" y="336804"/>
                  </a:moveTo>
                  <a:lnTo>
                    <a:pt x="815340" y="336804"/>
                  </a:lnTo>
                  <a:lnTo>
                    <a:pt x="815340" y="134112"/>
                  </a:lnTo>
                  <a:lnTo>
                    <a:pt x="864108" y="134112"/>
                  </a:lnTo>
                  <a:lnTo>
                    <a:pt x="864108" y="336804"/>
                  </a:lnTo>
                  <a:close/>
                </a:path>
                <a:path w="1736089" h="342900">
                  <a:moveTo>
                    <a:pt x="751332" y="336804"/>
                  </a:moveTo>
                  <a:lnTo>
                    <a:pt x="614172" y="336804"/>
                  </a:lnTo>
                  <a:lnTo>
                    <a:pt x="614172" y="86868"/>
                  </a:lnTo>
                  <a:lnTo>
                    <a:pt x="751332" y="86868"/>
                  </a:lnTo>
                  <a:lnTo>
                    <a:pt x="751332" y="132588"/>
                  </a:lnTo>
                  <a:lnTo>
                    <a:pt x="661416" y="132588"/>
                  </a:lnTo>
                  <a:lnTo>
                    <a:pt x="661416" y="178308"/>
                  </a:lnTo>
                  <a:lnTo>
                    <a:pt x="751332" y="178308"/>
                  </a:lnTo>
                  <a:lnTo>
                    <a:pt x="751332" y="224028"/>
                  </a:lnTo>
                  <a:lnTo>
                    <a:pt x="661416" y="224028"/>
                  </a:lnTo>
                  <a:lnTo>
                    <a:pt x="661416" y="291084"/>
                  </a:lnTo>
                  <a:lnTo>
                    <a:pt x="751332" y="291084"/>
                  </a:lnTo>
                  <a:lnTo>
                    <a:pt x="751332" y="336804"/>
                  </a:lnTo>
                  <a:close/>
                </a:path>
                <a:path w="1736089" h="342900">
                  <a:moveTo>
                    <a:pt x="327660" y="336804"/>
                  </a:moveTo>
                  <a:lnTo>
                    <a:pt x="280416" y="336804"/>
                  </a:lnTo>
                  <a:lnTo>
                    <a:pt x="324612" y="86868"/>
                  </a:lnTo>
                  <a:lnTo>
                    <a:pt x="370332" y="86868"/>
                  </a:lnTo>
                  <a:lnTo>
                    <a:pt x="400547" y="178308"/>
                  </a:lnTo>
                  <a:lnTo>
                    <a:pt x="355092" y="178308"/>
                  </a:lnTo>
                  <a:lnTo>
                    <a:pt x="327660" y="336804"/>
                  </a:lnTo>
                  <a:close/>
                </a:path>
                <a:path w="1736089" h="342900">
                  <a:moveTo>
                    <a:pt x="474711" y="262128"/>
                  </a:moveTo>
                  <a:lnTo>
                    <a:pt x="428244" y="262128"/>
                  </a:lnTo>
                  <a:lnTo>
                    <a:pt x="487680" y="86868"/>
                  </a:lnTo>
                  <a:lnTo>
                    <a:pt x="533400" y="86868"/>
                  </a:lnTo>
                  <a:lnTo>
                    <a:pt x="549011" y="178308"/>
                  </a:lnTo>
                  <a:lnTo>
                    <a:pt x="502920" y="178308"/>
                  </a:lnTo>
                  <a:lnTo>
                    <a:pt x="474711" y="262128"/>
                  </a:lnTo>
                  <a:close/>
                </a:path>
                <a:path w="1736089" h="342900">
                  <a:moveTo>
                    <a:pt x="449580" y="336804"/>
                  </a:moveTo>
                  <a:lnTo>
                    <a:pt x="406908" y="336804"/>
                  </a:lnTo>
                  <a:lnTo>
                    <a:pt x="355092" y="178308"/>
                  </a:lnTo>
                  <a:lnTo>
                    <a:pt x="400547" y="178308"/>
                  </a:lnTo>
                  <a:lnTo>
                    <a:pt x="428244" y="262128"/>
                  </a:lnTo>
                  <a:lnTo>
                    <a:pt x="474711" y="262128"/>
                  </a:lnTo>
                  <a:lnTo>
                    <a:pt x="449580" y="336804"/>
                  </a:lnTo>
                  <a:close/>
                </a:path>
                <a:path w="1736089" h="342900">
                  <a:moveTo>
                    <a:pt x="576072" y="336804"/>
                  </a:moveTo>
                  <a:lnTo>
                    <a:pt x="530352" y="336804"/>
                  </a:lnTo>
                  <a:lnTo>
                    <a:pt x="502920" y="178308"/>
                  </a:lnTo>
                  <a:lnTo>
                    <a:pt x="549011" y="178308"/>
                  </a:lnTo>
                  <a:lnTo>
                    <a:pt x="576072" y="336804"/>
                  </a:lnTo>
                  <a:close/>
                </a:path>
                <a:path w="1736089" h="342900">
                  <a:moveTo>
                    <a:pt x="246888" y="336804"/>
                  </a:moveTo>
                  <a:lnTo>
                    <a:pt x="199644" y="336804"/>
                  </a:lnTo>
                  <a:lnTo>
                    <a:pt x="199644" y="86868"/>
                  </a:lnTo>
                  <a:lnTo>
                    <a:pt x="246888" y="86868"/>
                  </a:lnTo>
                  <a:lnTo>
                    <a:pt x="246888" y="336804"/>
                  </a:lnTo>
                  <a:close/>
                </a:path>
                <a:path w="1736089" h="342900">
                  <a:moveTo>
                    <a:pt x="1362456" y="342900"/>
                  </a:moveTo>
                  <a:lnTo>
                    <a:pt x="1308735" y="333756"/>
                  </a:lnTo>
                  <a:lnTo>
                    <a:pt x="1266444" y="306324"/>
                  </a:lnTo>
                  <a:lnTo>
                    <a:pt x="1239012" y="264223"/>
                  </a:lnTo>
                  <a:lnTo>
                    <a:pt x="1229868" y="211836"/>
                  </a:lnTo>
                  <a:lnTo>
                    <a:pt x="1230716" y="194381"/>
                  </a:lnTo>
                  <a:lnTo>
                    <a:pt x="1230772" y="193214"/>
                  </a:lnTo>
                  <a:lnTo>
                    <a:pt x="1246632" y="144780"/>
                  </a:lnTo>
                  <a:lnTo>
                    <a:pt x="1280279" y="107275"/>
                  </a:lnTo>
                  <a:lnTo>
                    <a:pt x="1327213" y="85153"/>
                  </a:lnTo>
                  <a:lnTo>
                    <a:pt x="1362456" y="80772"/>
                  </a:lnTo>
                  <a:lnTo>
                    <a:pt x="1378172" y="81605"/>
                  </a:lnTo>
                  <a:lnTo>
                    <a:pt x="1421892" y="92964"/>
                  </a:lnTo>
                  <a:lnTo>
                    <a:pt x="1461325" y="119324"/>
                  </a:lnTo>
                  <a:lnTo>
                    <a:pt x="1467955" y="126492"/>
                  </a:lnTo>
                  <a:lnTo>
                    <a:pt x="1362456" y="126492"/>
                  </a:lnTo>
                  <a:lnTo>
                    <a:pt x="1345001" y="127944"/>
                  </a:lnTo>
                  <a:lnTo>
                    <a:pt x="1301496" y="150876"/>
                  </a:lnTo>
                  <a:lnTo>
                    <a:pt x="1278564" y="194381"/>
                  </a:lnTo>
                  <a:lnTo>
                    <a:pt x="1277112" y="211836"/>
                  </a:lnTo>
                  <a:lnTo>
                    <a:pt x="1277707" y="224099"/>
                  </a:lnTo>
                  <a:lnTo>
                    <a:pt x="1294042" y="265509"/>
                  </a:lnTo>
                  <a:lnTo>
                    <a:pt x="1328809" y="291393"/>
                  </a:lnTo>
                  <a:lnTo>
                    <a:pt x="1362456" y="297180"/>
                  </a:lnTo>
                  <a:lnTo>
                    <a:pt x="1469032" y="297180"/>
                  </a:lnTo>
                  <a:lnTo>
                    <a:pt x="1457206" y="308252"/>
                  </a:lnTo>
                  <a:lnTo>
                    <a:pt x="1418844" y="333756"/>
                  </a:lnTo>
                  <a:lnTo>
                    <a:pt x="1377910" y="342328"/>
                  </a:lnTo>
                  <a:lnTo>
                    <a:pt x="1362456" y="342900"/>
                  </a:lnTo>
                  <a:close/>
                </a:path>
                <a:path w="1736089" h="342900">
                  <a:moveTo>
                    <a:pt x="1438656" y="163068"/>
                  </a:moveTo>
                  <a:lnTo>
                    <a:pt x="1420963" y="147066"/>
                  </a:lnTo>
                  <a:lnTo>
                    <a:pt x="1402270" y="135636"/>
                  </a:lnTo>
                  <a:lnTo>
                    <a:pt x="1382720" y="128778"/>
                  </a:lnTo>
                  <a:lnTo>
                    <a:pt x="1362456" y="126492"/>
                  </a:lnTo>
                  <a:lnTo>
                    <a:pt x="1467955" y="126492"/>
                  </a:lnTo>
                  <a:lnTo>
                    <a:pt x="1472184" y="131064"/>
                  </a:lnTo>
                  <a:lnTo>
                    <a:pt x="1438656" y="163068"/>
                  </a:lnTo>
                  <a:close/>
                </a:path>
                <a:path w="1736089" h="342900">
                  <a:moveTo>
                    <a:pt x="1469032" y="297180"/>
                  </a:moveTo>
                  <a:lnTo>
                    <a:pt x="1362456" y="297180"/>
                  </a:lnTo>
                  <a:lnTo>
                    <a:pt x="1372695" y="296846"/>
                  </a:lnTo>
                  <a:lnTo>
                    <a:pt x="1382649" y="295656"/>
                  </a:lnTo>
                  <a:lnTo>
                    <a:pt x="1419034" y="279273"/>
                  </a:lnTo>
                  <a:lnTo>
                    <a:pt x="1438656" y="262128"/>
                  </a:lnTo>
                  <a:lnTo>
                    <a:pt x="1470660" y="295656"/>
                  </a:lnTo>
                  <a:lnTo>
                    <a:pt x="1469032" y="297180"/>
                  </a:lnTo>
                  <a:close/>
                </a:path>
                <a:path w="1736089" h="342900">
                  <a:moveTo>
                    <a:pt x="151925" y="298704"/>
                  </a:moveTo>
                  <a:lnTo>
                    <a:pt x="89916" y="298704"/>
                  </a:lnTo>
                  <a:lnTo>
                    <a:pt x="96012" y="295656"/>
                  </a:lnTo>
                  <a:lnTo>
                    <a:pt x="102108" y="291084"/>
                  </a:lnTo>
                  <a:lnTo>
                    <a:pt x="106680" y="286512"/>
                  </a:lnTo>
                  <a:lnTo>
                    <a:pt x="109728" y="280416"/>
                  </a:lnTo>
                  <a:lnTo>
                    <a:pt x="109728" y="268224"/>
                  </a:lnTo>
                  <a:lnTo>
                    <a:pt x="76200" y="231648"/>
                  </a:lnTo>
                  <a:lnTo>
                    <a:pt x="57364" y="215622"/>
                  </a:lnTo>
                  <a:lnTo>
                    <a:pt x="42100" y="201739"/>
                  </a:lnTo>
                  <a:lnTo>
                    <a:pt x="17740" y="170688"/>
                  </a:lnTo>
                  <a:lnTo>
                    <a:pt x="10668" y="143256"/>
                  </a:lnTo>
                  <a:lnTo>
                    <a:pt x="12049" y="130992"/>
                  </a:lnTo>
                  <a:lnTo>
                    <a:pt x="41338" y="91059"/>
                  </a:lnTo>
                  <a:lnTo>
                    <a:pt x="80772" y="80772"/>
                  </a:lnTo>
                  <a:lnTo>
                    <a:pt x="89892" y="81319"/>
                  </a:lnTo>
                  <a:lnTo>
                    <a:pt x="132969" y="100965"/>
                  </a:lnTo>
                  <a:lnTo>
                    <a:pt x="152400" y="120396"/>
                  </a:lnTo>
                  <a:lnTo>
                    <a:pt x="145723" y="126492"/>
                  </a:lnTo>
                  <a:lnTo>
                    <a:pt x="73152" y="126492"/>
                  </a:lnTo>
                  <a:lnTo>
                    <a:pt x="68722" y="127968"/>
                  </a:lnTo>
                  <a:lnTo>
                    <a:pt x="64115" y="130992"/>
                  </a:lnTo>
                  <a:lnTo>
                    <a:pt x="59436" y="134112"/>
                  </a:lnTo>
                  <a:lnTo>
                    <a:pt x="57912" y="138684"/>
                  </a:lnTo>
                  <a:lnTo>
                    <a:pt x="57912" y="146304"/>
                  </a:lnTo>
                  <a:lnTo>
                    <a:pt x="59436" y="150876"/>
                  </a:lnTo>
                  <a:lnTo>
                    <a:pt x="62484" y="153924"/>
                  </a:lnTo>
                  <a:lnTo>
                    <a:pt x="66460" y="158710"/>
                  </a:lnTo>
                  <a:lnTo>
                    <a:pt x="73723" y="165925"/>
                  </a:lnTo>
                  <a:lnTo>
                    <a:pt x="84129" y="175140"/>
                  </a:lnTo>
                  <a:lnTo>
                    <a:pt x="97536" y="185928"/>
                  </a:lnTo>
                  <a:lnTo>
                    <a:pt x="109847" y="196453"/>
                  </a:lnTo>
                  <a:lnTo>
                    <a:pt x="126468" y="211216"/>
                  </a:lnTo>
                  <a:lnTo>
                    <a:pt x="131064" y="214884"/>
                  </a:lnTo>
                  <a:lnTo>
                    <a:pt x="137374" y="222623"/>
                  </a:lnTo>
                  <a:lnTo>
                    <a:pt x="155638" y="257175"/>
                  </a:lnTo>
                  <a:lnTo>
                    <a:pt x="156972" y="272796"/>
                  </a:lnTo>
                  <a:lnTo>
                    <a:pt x="155623" y="286512"/>
                  </a:lnTo>
                  <a:lnTo>
                    <a:pt x="155567" y="287083"/>
                  </a:lnTo>
                  <a:lnTo>
                    <a:pt x="151925" y="298704"/>
                  </a:lnTo>
                  <a:close/>
                </a:path>
                <a:path w="1736089" h="342900">
                  <a:moveTo>
                    <a:pt x="117348" y="152400"/>
                  </a:moveTo>
                  <a:lnTo>
                    <a:pt x="107965" y="140636"/>
                  </a:lnTo>
                  <a:lnTo>
                    <a:pt x="98298" y="132588"/>
                  </a:lnTo>
                  <a:lnTo>
                    <a:pt x="88630" y="127968"/>
                  </a:lnTo>
                  <a:lnTo>
                    <a:pt x="79248" y="126492"/>
                  </a:lnTo>
                  <a:lnTo>
                    <a:pt x="145723" y="126492"/>
                  </a:lnTo>
                  <a:lnTo>
                    <a:pt x="117348" y="152400"/>
                  </a:lnTo>
                  <a:close/>
                </a:path>
                <a:path w="1736089" h="342900">
                  <a:moveTo>
                    <a:pt x="80772" y="342900"/>
                  </a:moveTo>
                  <a:lnTo>
                    <a:pt x="33528" y="330708"/>
                  </a:lnTo>
                  <a:lnTo>
                    <a:pt x="7167" y="302418"/>
                  </a:lnTo>
                  <a:lnTo>
                    <a:pt x="0" y="289560"/>
                  </a:lnTo>
                  <a:lnTo>
                    <a:pt x="39624" y="265176"/>
                  </a:lnTo>
                  <a:lnTo>
                    <a:pt x="49053" y="279415"/>
                  </a:lnTo>
                  <a:lnTo>
                    <a:pt x="59055" y="289941"/>
                  </a:lnTo>
                  <a:lnTo>
                    <a:pt x="69627" y="296465"/>
                  </a:lnTo>
                  <a:lnTo>
                    <a:pt x="80772" y="298704"/>
                  </a:lnTo>
                  <a:lnTo>
                    <a:pt x="151925" y="298704"/>
                  </a:lnTo>
                  <a:lnTo>
                    <a:pt x="151447" y="300228"/>
                  </a:lnTo>
                  <a:lnTo>
                    <a:pt x="124491" y="331970"/>
                  </a:lnTo>
                  <a:lnTo>
                    <a:pt x="97059" y="341733"/>
                  </a:lnTo>
                  <a:lnTo>
                    <a:pt x="80772" y="342900"/>
                  </a:lnTo>
                  <a:close/>
                </a:path>
                <a:path w="1736089" h="342900">
                  <a:moveTo>
                    <a:pt x="684276" y="67056"/>
                  </a:moveTo>
                  <a:lnTo>
                    <a:pt x="650748" y="67056"/>
                  </a:lnTo>
                  <a:lnTo>
                    <a:pt x="690372" y="0"/>
                  </a:lnTo>
                  <a:lnTo>
                    <a:pt x="745236" y="0"/>
                  </a:lnTo>
                  <a:lnTo>
                    <a:pt x="684276" y="67056"/>
                  </a:lnTo>
                  <a:close/>
                </a:path>
              </a:pathLst>
            </a:custGeom>
            <a:solidFill>
              <a:srgbClr val="FF2A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335779" y="723900"/>
              <a:ext cx="1736089" cy="342900"/>
            </a:xfrm>
            <a:custGeom>
              <a:avLst/>
              <a:gdLst/>
              <a:ahLst/>
              <a:cxnLst/>
              <a:rect l="l" t="t" r="r" b="b"/>
              <a:pathLst>
                <a:path w="1736089" h="342900">
                  <a:moveTo>
                    <a:pt x="1615440" y="152400"/>
                  </a:moveTo>
                  <a:lnTo>
                    <a:pt x="1581912" y="239268"/>
                  </a:lnTo>
                  <a:lnTo>
                    <a:pt x="1648968" y="239268"/>
                  </a:lnTo>
                  <a:lnTo>
                    <a:pt x="1615440" y="152400"/>
                  </a:lnTo>
                  <a:close/>
                </a:path>
                <a:path w="1736089" h="342900">
                  <a:moveTo>
                    <a:pt x="992124" y="132588"/>
                  </a:moveTo>
                  <a:lnTo>
                    <a:pt x="992124" y="184404"/>
                  </a:lnTo>
                  <a:lnTo>
                    <a:pt x="1007364" y="184404"/>
                  </a:lnTo>
                  <a:lnTo>
                    <a:pt x="1046988" y="167640"/>
                  </a:lnTo>
                  <a:lnTo>
                    <a:pt x="1046988" y="158496"/>
                  </a:lnTo>
                  <a:lnTo>
                    <a:pt x="1046988" y="153924"/>
                  </a:lnTo>
                  <a:lnTo>
                    <a:pt x="1045464" y="147828"/>
                  </a:lnTo>
                  <a:lnTo>
                    <a:pt x="1042416" y="144780"/>
                  </a:lnTo>
                  <a:lnTo>
                    <a:pt x="1040892" y="140208"/>
                  </a:lnTo>
                  <a:lnTo>
                    <a:pt x="1005840" y="132588"/>
                  </a:lnTo>
                  <a:lnTo>
                    <a:pt x="992124" y="132588"/>
                  </a:lnTo>
                  <a:close/>
                </a:path>
                <a:path w="1736089" h="342900">
                  <a:moveTo>
                    <a:pt x="1591056" y="86868"/>
                  </a:moveTo>
                  <a:lnTo>
                    <a:pt x="1639824" y="86868"/>
                  </a:lnTo>
                  <a:lnTo>
                    <a:pt x="1735836" y="336804"/>
                  </a:lnTo>
                  <a:lnTo>
                    <a:pt x="1685544" y="336804"/>
                  </a:lnTo>
                  <a:lnTo>
                    <a:pt x="1667256" y="284988"/>
                  </a:lnTo>
                  <a:lnTo>
                    <a:pt x="1563624" y="284988"/>
                  </a:lnTo>
                  <a:lnTo>
                    <a:pt x="1543812" y="336804"/>
                  </a:lnTo>
                  <a:lnTo>
                    <a:pt x="1495044" y="336804"/>
                  </a:lnTo>
                  <a:lnTo>
                    <a:pt x="1591056" y="86868"/>
                  </a:lnTo>
                  <a:close/>
                </a:path>
                <a:path w="1736089" h="342900">
                  <a:moveTo>
                    <a:pt x="1141476" y="86868"/>
                  </a:moveTo>
                  <a:lnTo>
                    <a:pt x="1188720" y="86868"/>
                  </a:lnTo>
                  <a:lnTo>
                    <a:pt x="1188720" y="336804"/>
                  </a:lnTo>
                  <a:lnTo>
                    <a:pt x="1141476" y="336804"/>
                  </a:lnTo>
                  <a:lnTo>
                    <a:pt x="1141476" y="86868"/>
                  </a:lnTo>
                  <a:close/>
                </a:path>
                <a:path w="1736089" h="342900">
                  <a:moveTo>
                    <a:pt x="944880" y="86868"/>
                  </a:moveTo>
                  <a:lnTo>
                    <a:pt x="995172" y="86868"/>
                  </a:lnTo>
                  <a:lnTo>
                    <a:pt x="1014317" y="87201"/>
                  </a:lnTo>
                  <a:lnTo>
                    <a:pt x="1054608" y="94488"/>
                  </a:lnTo>
                  <a:lnTo>
                    <a:pt x="1087159" y="127444"/>
                  </a:lnTo>
                  <a:lnTo>
                    <a:pt x="1094232" y="160020"/>
                  </a:lnTo>
                  <a:lnTo>
                    <a:pt x="1093398" y="171164"/>
                  </a:lnTo>
                  <a:lnTo>
                    <a:pt x="1075467" y="208621"/>
                  </a:lnTo>
                  <a:lnTo>
                    <a:pt x="1045464" y="225551"/>
                  </a:lnTo>
                  <a:lnTo>
                    <a:pt x="1104900" y="336804"/>
                  </a:lnTo>
                  <a:lnTo>
                    <a:pt x="1053084" y="336804"/>
                  </a:lnTo>
                  <a:lnTo>
                    <a:pt x="996696" y="231648"/>
                  </a:lnTo>
                  <a:lnTo>
                    <a:pt x="992124" y="231648"/>
                  </a:lnTo>
                  <a:lnTo>
                    <a:pt x="992124" y="336804"/>
                  </a:lnTo>
                  <a:lnTo>
                    <a:pt x="944880" y="336804"/>
                  </a:lnTo>
                  <a:lnTo>
                    <a:pt x="944880" y="86868"/>
                  </a:lnTo>
                  <a:close/>
                </a:path>
                <a:path w="1736089" h="342900">
                  <a:moveTo>
                    <a:pt x="771144" y="86868"/>
                  </a:moveTo>
                  <a:lnTo>
                    <a:pt x="908304" y="86868"/>
                  </a:lnTo>
                  <a:lnTo>
                    <a:pt x="908304" y="134112"/>
                  </a:lnTo>
                  <a:lnTo>
                    <a:pt x="864108" y="134112"/>
                  </a:lnTo>
                  <a:lnTo>
                    <a:pt x="864108" y="336804"/>
                  </a:lnTo>
                  <a:lnTo>
                    <a:pt x="815340" y="336804"/>
                  </a:lnTo>
                  <a:lnTo>
                    <a:pt x="815340" y="134112"/>
                  </a:lnTo>
                  <a:lnTo>
                    <a:pt x="771144" y="134112"/>
                  </a:lnTo>
                  <a:lnTo>
                    <a:pt x="771144" y="86868"/>
                  </a:lnTo>
                  <a:close/>
                </a:path>
                <a:path w="1736089" h="342900">
                  <a:moveTo>
                    <a:pt x="614172" y="86868"/>
                  </a:moveTo>
                  <a:lnTo>
                    <a:pt x="751332" y="86868"/>
                  </a:lnTo>
                  <a:lnTo>
                    <a:pt x="751332" y="132588"/>
                  </a:lnTo>
                  <a:lnTo>
                    <a:pt x="661416" y="132588"/>
                  </a:lnTo>
                  <a:lnTo>
                    <a:pt x="661416" y="178308"/>
                  </a:lnTo>
                  <a:lnTo>
                    <a:pt x="751332" y="178308"/>
                  </a:lnTo>
                  <a:lnTo>
                    <a:pt x="751332" y="224028"/>
                  </a:lnTo>
                  <a:lnTo>
                    <a:pt x="661416" y="224028"/>
                  </a:lnTo>
                  <a:lnTo>
                    <a:pt x="661416" y="291084"/>
                  </a:lnTo>
                  <a:lnTo>
                    <a:pt x="751332" y="291084"/>
                  </a:lnTo>
                  <a:lnTo>
                    <a:pt x="751332" y="336804"/>
                  </a:lnTo>
                  <a:lnTo>
                    <a:pt x="614172" y="336804"/>
                  </a:lnTo>
                  <a:lnTo>
                    <a:pt x="614172" y="86868"/>
                  </a:lnTo>
                  <a:close/>
                </a:path>
                <a:path w="1736089" h="342900">
                  <a:moveTo>
                    <a:pt x="324612" y="86868"/>
                  </a:moveTo>
                  <a:lnTo>
                    <a:pt x="370332" y="86868"/>
                  </a:lnTo>
                  <a:lnTo>
                    <a:pt x="428244" y="262128"/>
                  </a:lnTo>
                  <a:lnTo>
                    <a:pt x="487680" y="86868"/>
                  </a:lnTo>
                  <a:lnTo>
                    <a:pt x="533400" y="86868"/>
                  </a:lnTo>
                  <a:lnTo>
                    <a:pt x="576072" y="336804"/>
                  </a:lnTo>
                  <a:lnTo>
                    <a:pt x="530352" y="336804"/>
                  </a:lnTo>
                  <a:lnTo>
                    <a:pt x="502920" y="178308"/>
                  </a:lnTo>
                  <a:lnTo>
                    <a:pt x="449580" y="336804"/>
                  </a:lnTo>
                  <a:lnTo>
                    <a:pt x="406908" y="336804"/>
                  </a:lnTo>
                  <a:lnTo>
                    <a:pt x="355091" y="178308"/>
                  </a:lnTo>
                  <a:lnTo>
                    <a:pt x="327660" y="336804"/>
                  </a:lnTo>
                  <a:lnTo>
                    <a:pt x="280416" y="336804"/>
                  </a:lnTo>
                  <a:lnTo>
                    <a:pt x="324612" y="86868"/>
                  </a:lnTo>
                  <a:close/>
                </a:path>
                <a:path w="1736089" h="342900">
                  <a:moveTo>
                    <a:pt x="199644" y="86868"/>
                  </a:moveTo>
                  <a:lnTo>
                    <a:pt x="246888" y="86868"/>
                  </a:lnTo>
                  <a:lnTo>
                    <a:pt x="246888" y="336804"/>
                  </a:lnTo>
                  <a:lnTo>
                    <a:pt x="199644" y="336804"/>
                  </a:lnTo>
                  <a:lnTo>
                    <a:pt x="199644" y="86868"/>
                  </a:lnTo>
                  <a:close/>
                </a:path>
                <a:path w="1736089" h="342900">
                  <a:moveTo>
                    <a:pt x="1362456" y="80772"/>
                  </a:moveTo>
                  <a:lnTo>
                    <a:pt x="1407890" y="87844"/>
                  </a:lnTo>
                  <a:lnTo>
                    <a:pt x="1449324" y="109156"/>
                  </a:lnTo>
                  <a:lnTo>
                    <a:pt x="1472184" y="131064"/>
                  </a:lnTo>
                  <a:lnTo>
                    <a:pt x="1438656" y="163068"/>
                  </a:lnTo>
                  <a:lnTo>
                    <a:pt x="1420963" y="147066"/>
                  </a:lnTo>
                  <a:lnTo>
                    <a:pt x="1402270" y="135636"/>
                  </a:lnTo>
                  <a:lnTo>
                    <a:pt x="1382720" y="128777"/>
                  </a:lnTo>
                  <a:lnTo>
                    <a:pt x="1362456" y="126492"/>
                  </a:lnTo>
                  <a:lnTo>
                    <a:pt x="1345001" y="127944"/>
                  </a:lnTo>
                  <a:lnTo>
                    <a:pt x="1301496" y="150876"/>
                  </a:lnTo>
                  <a:lnTo>
                    <a:pt x="1278564" y="194381"/>
                  </a:lnTo>
                  <a:lnTo>
                    <a:pt x="1277112" y="211836"/>
                  </a:lnTo>
                  <a:lnTo>
                    <a:pt x="1277707" y="224099"/>
                  </a:lnTo>
                  <a:lnTo>
                    <a:pt x="1294042" y="265509"/>
                  </a:lnTo>
                  <a:lnTo>
                    <a:pt x="1328808" y="291393"/>
                  </a:lnTo>
                  <a:lnTo>
                    <a:pt x="1362456" y="297180"/>
                  </a:lnTo>
                  <a:lnTo>
                    <a:pt x="1372695" y="296846"/>
                  </a:lnTo>
                  <a:lnTo>
                    <a:pt x="1409723" y="285273"/>
                  </a:lnTo>
                  <a:lnTo>
                    <a:pt x="1438656" y="262128"/>
                  </a:lnTo>
                  <a:lnTo>
                    <a:pt x="1470660" y="295656"/>
                  </a:lnTo>
                  <a:lnTo>
                    <a:pt x="1431440" y="327159"/>
                  </a:lnTo>
                  <a:lnTo>
                    <a:pt x="1392364" y="340614"/>
                  </a:lnTo>
                  <a:lnTo>
                    <a:pt x="1362456" y="342900"/>
                  </a:lnTo>
                  <a:lnTo>
                    <a:pt x="1334166" y="340613"/>
                  </a:lnTo>
                  <a:lnTo>
                    <a:pt x="1286160" y="322325"/>
                  </a:lnTo>
                  <a:lnTo>
                    <a:pt x="1250442" y="286631"/>
                  </a:lnTo>
                  <a:lnTo>
                    <a:pt x="1232154" y="239244"/>
                  </a:lnTo>
                  <a:lnTo>
                    <a:pt x="1229868" y="211836"/>
                  </a:lnTo>
                  <a:lnTo>
                    <a:pt x="1230772" y="193214"/>
                  </a:lnTo>
                  <a:lnTo>
                    <a:pt x="1246632" y="144780"/>
                  </a:lnTo>
                  <a:lnTo>
                    <a:pt x="1280279" y="107275"/>
                  </a:lnTo>
                  <a:lnTo>
                    <a:pt x="1327213" y="85153"/>
                  </a:lnTo>
                  <a:lnTo>
                    <a:pt x="1344477" y="81891"/>
                  </a:lnTo>
                  <a:lnTo>
                    <a:pt x="1362456" y="80772"/>
                  </a:lnTo>
                  <a:close/>
                </a:path>
                <a:path w="1736089" h="342900">
                  <a:moveTo>
                    <a:pt x="80772" y="80772"/>
                  </a:moveTo>
                  <a:lnTo>
                    <a:pt x="124110" y="93821"/>
                  </a:lnTo>
                  <a:lnTo>
                    <a:pt x="152400" y="120396"/>
                  </a:lnTo>
                  <a:lnTo>
                    <a:pt x="117348" y="152400"/>
                  </a:lnTo>
                  <a:lnTo>
                    <a:pt x="107965" y="140636"/>
                  </a:lnTo>
                  <a:lnTo>
                    <a:pt x="98298" y="132588"/>
                  </a:lnTo>
                  <a:lnTo>
                    <a:pt x="88630" y="127968"/>
                  </a:lnTo>
                  <a:lnTo>
                    <a:pt x="79248" y="126492"/>
                  </a:lnTo>
                  <a:lnTo>
                    <a:pt x="73152" y="126492"/>
                  </a:lnTo>
                  <a:lnTo>
                    <a:pt x="68580" y="128016"/>
                  </a:lnTo>
                  <a:lnTo>
                    <a:pt x="64008" y="131064"/>
                  </a:lnTo>
                  <a:lnTo>
                    <a:pt x="59436" y="134112"/>
                  </a:lnTo>
                  <a:lnTo>
                    <a:pt x="57912" y="138684"/>
                  </a:lnTo>
                  <a:lnTo>
                    <a:pt x="57912" y="141732"/>
                  </a:lnTo>
                  <a:lnTo>
                    <a:pt x="57912" y="146304"/>
                  </a:lnTo>
                  <a:lnTo>
                    <a:pt x="59436" y="150876"/>
                  </a:lnTo>
                  <a:lnTo>
                    <a:pt x="62484" y="153924"/>
                  </a:lnTo>
                  <a:lnTo>
                    <a:pt x="66460" y="158710"/>
                  </a:lnTo>
                  <a:lnTo>
                    <a:pt x="73723" y="165925"/>
                  </a:lnTo>
                  <a:lnTo>
                    <a:pt x="84129" y="175140"/>
                  </a:lnTo>
                  <a:lnTo>
                    <a:pt x="97536" y="185928"/>
                  </a:lnTo>
                  <a:lnTo>
                    <a:pt x="109847" y="196453"/>
                  </a:lnTo>
                  <a:lnTo>
                    <a:pt x="119443" y="204978"/>
                  </a:lnTo>
                  <a:lnTo>
                    <a:pt x="126468" y="211216"/>
                  </a:lnTo>
                  <a:lnTo>
                    <a:pt x="131064" y="214884"/>
                  </a:lnTo>
                  <a:lnTo>
                    <a:pt x="137374" y="222623"/>
                  </a:lnTo>
                  <a:lnTo>
                    <a:pt x="155638" y="257175"/>
                  </a:lnTo>
                  <a:lnTo>
                    <a:pt x="156972" y="272796"/>
                  </a:lnTo>
                  <a:lnTo>
                    <a:pt x="155567" y="287083"/>
                  </a:lnTo>
                  <a:lnTo>
                    <a:pt x="135636" y="323088"/>
                  </a:lnTo>
                  <a:lnTo>
                    <a:pt x="97059" y="341733"/>
                  </a:lnTo>
                  <a:lnTo>
                    <a:pt x="80772" y="342900"/>
                  </a:lnTo>
                  <a:lnTo>
                    <a:pt x="67603" y="342280"/>
                  </a:lnTo>
                  <a:lnTo>
                    <a:pt x="23788" y="322992"/>
                  </a:lnTo>
                  <a:lnTo>
                    <a:pt x="0" y="289560"/>
                  </a:lnTo>
                  <a:lnTo>
                    <a:pt x="39624" y="265176"/>
                  </a:lnTo>
                  <a:lnTo>
                    <a:pt x="49053" y="279415"/>
                  </a:lnTo>
                  <a:lnTo>
                    <a:pt x="59055" y="289941"/>
                  </a:lnTo>
                  <a:lnTo>
                    <a:pt x="69627" y="296465"/>
                  </a:lnTo>
                  <a:lnTo>
                    <a:pt x="80772" y="298704"/>
                  </a:lnTo>
                  <a:lnTo>
                    <a:pt x="89916" y="298704"/>
                  </a:lnTo>
                  <a:lnTo>
                    <a:pt x="96012" y="295656"/>
                  </a:lnTo>
                  <a:lnTo>
                    <a:pt x="102108" y="291084"/>
                  </a:lnTo>
                  <a:lnTo>
                    <a:pt x="106680" y="286512"/>
                  </a:lnTo>
                  <a:lnTo>
                    <a:pt x="109728" y="280416"/>
                  </a:lnTo>
                  <a:lnTo>
                    <a:pt x="109728" y="274320"/>
                  </a:lnTo>
                  <a:lnTo>
                    <a:pt x="109728" y="268224"/>
                  </a:lnTo>
                  <a:lnTo>
                    <a:pt x="76200" y="231648"/>
                  </a:lnTo>
                  <a:lnTo>
                    <a:pt x="57364" y="215622"/>
                  </a:lnTo>
                  <a:lnTo>
                    <a:pt x="42100" y="201739"/>
                  </a:lnTo>
                  <a:lnTo>
                    <a:pt x="17740" y="170688"/>
                  </a:lnTo>
                  <a:lnTo>
                    <a:pt x="10668" y="143256"/>
                  </a:lnTo>
                  <a:lnTo>
                    <a:pt x="12049" y="130992"/>
                  </a:lnTo>
                  <a:lnTo>
                    <a:pt x="41338" y="91059"/>
                  </a:lnTo>
                  <a:lnTo>
                    <a:pt x="66484" y="81915"/>
                  </a:lnTo>
                  <a:lnTo>
                    <a:pt x="80772" y="80772"/>
                  </a:lnTo>
                  <a:close/>
                </a:path>
                <a:path w="1736089" h="342900">
                  <a:moveTo>
                    <a:pt x="690372" y="0"/>
                  </a:moveTo>
                  <a:lnTo>
                    <a:pt x="745236" y="0"/>
                  </a:lnTo>
                  <a:lnTo>
                    <a:pt x="684276" y="67055"/>
                  </a:lnTo>
                  <a:lnTo>
                    <a:pt x="650748" y="67055"/>
                  </a:lnTo>
                  <a:lnTo>
                    <a:pt x="690372" y="0"/>
                  </a:lnTo>
                  <a:close/>
                </a:path>
              </a:pathLst>
            </a:custGeom>
            <a:ln w="7620">
              <a:solidFill>
                <a:srgbClr val="AF235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480" y="1272540"/>
            <a:ext cx="9291827" cy="49910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1367" y="6539483"/>
            <a:ext cx="1505712" cy="9906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96740" y="6539483"/>
            <a:ext cx="4721351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038" y="322326"/>
            <a:ext cx="8162543" cy="50139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60" y="1510283"/>
            <a:ext cx="9064752" cy="52699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038" y="322326"/>
            <a:ext cx="8162543" cy="50139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2003" y="6297167"/>
            <a:ext cx="4651248" cy="120853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4087" y="1034796"/>
            <a:ext cx="8444483" cy="491185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7591" y="6315455"/>
            <a:ext cx="1504187" cy="10210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4693" y="753617"/>
            <a:ext cx="5401055" cy="42976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75634" y="1596574"/>
            <a:ext cx="548386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8255" algn="l"/>
                <a:tab pos="1952625" algn="l"/>
                <a:tab pos="3796665" algn="l"/>
                <a:tab pos="4672965" algn="l"/>
              </a:tabLst>
            </a:pPr>
            <a:r>
              <a:rPr dirty="0" sz="3300" spc="-2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300" spc="-25">
                <a:solidFill>
                  <a:srgbClr val="FFFFFF"/>
                </a:solidFill>
                <a:latin typeface="Verdana"/>
                <a:cs typeface="Verdana"/>
              </a:rPr>
              <a:t>el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300" spc="75">
                <a:solidFill>
                  <a:srgbClr val="FFFFFF"/>
                </a:solidFill>
                <a:latin typeface="Verdana"/>
                <a:cs typeface="Verdana"/>
              </a:rPr>
              <a:t>calculo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300" spc="155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300" spc="-25">
                <a:solidFill>
                  <a:srgbClr val="FFFFFF"/>
                </a:solidFill>
                <a:latin typeface="Verdana"/>
                <a:cs typeface="Verdana"/>
              </a:rPr>
              <a:t>una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7708" y="1998893"/>
            <a:ext cx="574230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8695" algn="l"/>
                <a:tab pos="3122295" algn="l"/>
                <a:tab pos="5171440" algn="l"/>
              </a:tabLst>
            </a:pPr>
            <a:r>
              <a:rPr dirty="0" sz="3300" spc="-10">
                <a:solidFill>
                  <a:srgbClr val="FFFFFF"/>
                </a:solidFill>
                <a:latin typeface="Verdana"/>
                <a:cs typeface="Verdana"/>
              </a:rPr>
              <a:t>simétrica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300" spc="-25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300" spc="-10">
                <a:solidFill>
                  <a:srgbClr val="FFFFFF"/>
                </a:solidFill>
                <a:latin typeface="Verdana"/>
                <a:cs typeface="Verdana"/>
              </a:rPr>
              <a:t>dispone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300" spc="155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50817" y="1596574"/>
            <a:ext cx="3013710" cy="93091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393065" marR="5080" indent="-381000">
              <a:lnSpc>
                <a:spcPct val="80000"/>
              </a:lnSpc>
              <a:spcBef>
                <a:spcPts val="890"/>
              </a:spcBef>
              <a:tabLst>
                <a:tab pos="1499870" algn="l"/>
              </a:tabLst>
            </a:pPr>
            <a:r>
              <a:rPr dirty="0" sz="3300" spc="-10">
                <a:solidFill>
                  <a:srgbClr val="FFFFFF"/>
                </a:solidFill>
                <a:latin typeface="Verdana"/>
                <a:cs typeface="Verdana"/>
              </a:rPr>
              <a:t>curva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300" spc="-50">
                <a:solidFill>
                  <a:srgbClr val="FFFFFF"/>
                </a:solidFill>
                <a:latin typeface="Verdana"/>
                <a:cs typeface="Verdana"/>
              </a:rPr>
              <a:t>vertical </a:t>
            </a:r>
            <a:r>
              <a:rPr dirty="0" sz="3300" spc="-25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532177" y="1998893"/>
            <a:ext cx="183197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85">
                <a:solidFill>
                  <a:srgbClr val="FFFFFF"/>
                </a:solidFill>
                <a:latin typeface="Verdana"/>
                <a:cs typeface="Verdana"/>
              </a:rPr>
              <a:t>siguiente</a:t>
            </a:r>
            <a:endParaRPr sz="33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5634" y="2401211"/>
            <a:ext cx="8789035" cy="4451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 sz="3300" spc="-10">
                <a:solidFill>
                  <a:srgbClr val="FFFFFF"/>
                </a:solidFill>
                <a:latin typeface="Verdana"/>
                <a:cs typeface="Verdana"/>
              </a:rPr>
              <a:t>información:</a:t>
            </a:r>
            <a:endParaRPr sz="3300">
              <a:latin typeface="Verdana"/>
              <a:cs typeface="Verdana"/>
            </a:endParaRPr>
          </a:p>
          <a:p>
            <a:pPr marL="12700" marR="3573779">
              <a:lnSpc>
                <a:spcPct val="100000"/>
              </a:lnSpc>
              <a:spcBef>
                <a:spcPts val="3960"/>
              </a:spcBef>
              <a:tabLst>
                <a:tab pos="4140200" algn="l"/>
              </a:tabLst>
            </a:pPr>
            <a:r>
              <a:rPr dirty="0" sz="3300" spc="-25">
                <a:solidFill>
                  <a:srgbClr val="FFFFFF"/>
                </a:solidFill>
                <a:latin typeface="Verdana"/>
                <a:cs typeface="Verdana"/>
              </a:rPr>
              <a:t>Abscisa</a:t>
            </a:r>
            <a:r>
              <a:rPr dirty="0" sz="3300" spc="-2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50">
                <a:solidFill>
                  <a:srgbClr val="FFFFFF"/>
                </a:solidFill>
                <a:latin typeface="Verdana"/>
                <a:cs typeface="Verdana"/>
              </a:rPr>
              <a:t>del</a:t>
            </a:r>
            <a:r>
              <a:rPr dirty="0" sz="3300" spc="-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225">
                <a:solidFill>
                  <a:srgbClr val="FFFFFF"/>
                </a:solidFill>
                <a:latin typeface="Verdana"/>
                <a:cs typeface="Verdana"/>
              </a:rPr>
              <a:t>PIV </a:t>
            </a:r>
            <a:r>
              <a:rPr dirty="0" sz="3300" spc="-60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dirty="0" sz="33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340">
                <a:solidFill>
                  <a:srgbClr val="FFFFFF"/>
                </a:solidFill>
                <a:latin typeface="Verdana"/>
                <a:cs typeface="Verdana"/>
              </a:rPr>
              <a:t>K2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300" spc="-705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dirty="0" sz="3300" spc="-2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300">
                <a:solidFill>
                  <a:srgbClr val="FFFFFF"/>
                </a:solidFill>
                <a:latin typeface="Verdana"/>
                <a:cs typeface="Verdana"/>
              </a:rPr>
              <a:t>640 </a:t>
            </a:r>
            <a:r>
              <a:rPr dirty="0" sz="3300" spc="150">
                <a:solidFill>
                  <a:srgbClr val="FFFFFF"/>
                </a:solidFill>
                <a:latin typeface="Verdana"/>
                <a:cs typeface="Verdana"/>
              </a:rPr>
              <a:t>Cota</a:t>
            </a:r>
            <a:r>
              <a:rPr dirty="0" sz="3300" spc="-2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220">
                <a:solidFill>
                  <a:srgbClr val="FFFFFF"/>
                </a:solidFill>
                <a:latin typeface="Verdana"/>
                <a:cs typeface="Verdana"/>
              </a:rPr>
              <a:t>PIV</a:t>
            </a:r>
            <a:r>
              <a:rPr dirty="0" sz="33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60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dirty="0" sz="330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20">
                <a:solidFill>
                  <a:srgbClr val="FFFFFF"/>
                </a:solidFill>
                <a:latin typeface="Verdana"/>
                <a:cs typeface="Verdana"/>
              </a:rPr>
              <a:t>500m</a:t>
            </a:r>
            <a:endParaRPr sz="33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</a:pP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Pendiente</a:t>
            </a:r>
            <a:r>
              <a:rPr dirty="0" sz="3300" spc="-2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tangente</a:t>
            </a:r>
            <a:r>
              <a:rPr dirty="0" sz="33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18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dirty="0" sz="33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entrada</a:t>
            </a:r>
            <a:r>
              <a:rPr dirty="0" sz="3300" spc="-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60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dirty="0" sz="33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685">
                <a:solidFill>
                  <a:srgbClr val="FFFFFF"/>
                </a:solidFill>
                <a:latin typeface="Verdana"/>
                <a:cs typeface="Verdana"/>
              </a:rPr>
              <a:t>+8% 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Pendiente</a:t>
            </a:r>
            <a:r>
              <a:rPr dirty="0" sz="33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tangente</a:t>
            </a:r>
            <a:r>
              <a:rPr dirty="0" sz="330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18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dirty="0" sz="3300" spc="-1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45">
                <a:solidFill>
                  <a:srgbClr val="FFFFFF"/>
                </a:solidFill>
                <a:latin typeface="Verdana"/>
                <a:cs typeface="Verdana"/>
              </a:rPr>
              <a:t>salida</a:t>
            </a:r>
            <a:r>
              <a:rPr dirty="0" sz="33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60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dirty="0" sz="3300" spc="-1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415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dirty="0" sz="3300" spc="-670">
                <a:solidFill>
                  <a:srgbClr val="FFFFFF"/>
                </a:solidFill>
                <a:latin typeface="Verdana"/>
                <a:cs typeface="Verdana"/>
              </a:rPr>
              <a:t>3% </a:t>
            </a:r>
            <a:r>
              <a:rPr dirty="0" sz="3300" spc="-55">
                <a:solidFill>
                  <a:srgbClr val="FFFFFF"/>
                </a:solidFill>
                <a:latin typeface="Verdana"/>
                <a:cs typeface="Verdana"/>
              </a:rPr>
              <a:t>Longitud</a:t>
            </a:r>
            <a:r>
              <a:rPr dirty="0" sz="3300" spc="-2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195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dirty="0" sz="3300" spc="-2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dirty="0" sz="33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curva</a:t>
            </a:r>
            <a:r>
              <a:rPr dirty="0" sz="33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55">
                <a:solidFill>
                  <a:srgbClr val="FFFFFF"/>
                </a:solidFill>
                <a:latin typeface="Verdana"/>
                <a:cs typeface="Verdana"/>
              </a:rPr>
              <a:t>vertical</a:t>
            </a:r>
            <a:r>
              <a:rPr dirty="0" sz="3300" spc="-2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60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dirty="0" sz="330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275">
                <a:solidFill>
                  <a:srgbClr val="FFFFFF"/>
                </a:solidFill>
                <a:latin typeface="Verdana"/>
                <a:cs typeface="Verdana"/>
              </a:rPr>
              <a:t>120</a:t>
            </a:r>
            <a:r>
              <a:rPr dirty="0" sz="33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5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3300">
              <a:latin typeface="Verdana"/>
              <a:cs typeface="Verdana"/>
            </a:endParaRPr>
          </a:p>
          <a:p>
            <a:pPr marL="24765" marR="5080" indent="-12700">
              <a:lnSpc>
                <a:spcPct val="80000"/>
              </a:lnSpc>
              <a:spcBef>
                <a:spcPts val="790"/>
              </a:spcBef>
              <a:tabLst>
                <a:tab pos="2091055" algn="l"/>
              </a:tabLst>
            </a:pPr>
            <a:r>
              <a:rPr dirty="0" sz="3300" spc="-10">
                <a:solidFill>
                  <a:srgbClr val="FFFFFF"/>
                </a:solidFill>
                <a:latin typeface="Verdana"/>
                <a:cs typeface="Verdana"/>
              </a:rPr>
              <a:t>Calcular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	la</a:t>
            </a:r>
            <a:r>
              <a:rPr dirty="0" sz="3300" spc="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curva</a:t>
            </a:r>
            <a:r>
              <a:rPr dirty="0" sz="3300" spc="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vertical</a:t>
            </a:r>
            <a:r>
              <a:rPr dirty="0" sz="330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dirty="0" sz="330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Verdana"/>
                <a:cs typeface="Verdana"/>
              </a:rPr>
              <a:t>abscisas</a:t>
            </a:r>
            <a:r>
              <a:rPr dirty="0" sz="3300" spc="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17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dirty="0" sz="3300" spc="-285">
                <a:solidFill>
                  <a:srgbClr val="FFFFFF"/>
                </a:solidFill>
                <a:latin typeface="Verdana"/>
                <a:cs typeface="Verdana"/>
              </a:rPr>
              <a:t>10</a:t>
            </a:r>
            <a:r>
              <a:rPr dirty="0" sz="3300" spc="-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00" spc="-5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3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4693" y="753617"/>
            <a:ext cx="5401055" cy="42976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75551" y="1590188"/>
            <a:ext cx="8441055" cy="4530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6730" marR="634365" indent="-494665">
              <a:lnSpc>
                <a:spcPct val="120500"/>
              </a:lnSpc>
              <a:spcBef>
                <a:spcPts val="95"/>
              </a:spcBef>
              <a:buAutoNum type="arabicPeriod"/>
              <a:tabLst>
                <a:tab pos="632460" algn="l"/>
                <a:tab pos="3548379" algn="l"/>
              </a:tabLst>
            </a:pPr>
            <a:r>
              <a:rPr dirty="0" sz="3500" spc="-10">
                <a:solidFill>
                  <a:srgbClr val="FFFFFF"/>
                </a:solidFill>
                <a:latin typeface="Verdana"/>
                <a:cs typeface="Verdana"/>
              </a:rPr>
              <a:t>Abscisa</a:t>
            </a:r>
            <a:r>
              <a:rPr dirty="0" sz="35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>
                <a:solidFill>
                  <a:srgbClr val="FFFFFF"/>
                </a:solidFill>
                <a:latin typeface="Verdana"/>
                <a:cs typeface="Verdana"/>
              </a:rPr>
              <a:t>del</a:t>
            </a:r>
            <a:r>
              <a:rPr dirty="0" sz="350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130">
                <a:solidFill>
                  <a:srgbClr val="FFFFFF"/>
                </a:solidFill>
                <a:latin typeface="Verdana"/>
                <a:cs typeface="Verdana"/>
              </a:rPr>
              <a:t>PCV</a:t>
            </a:r>
            <a:r>
              <a:rPr dirty="0" sz="3500" spc="-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62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dirty="0" sz="350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Verdana"/>
                <a:cs typeface="Verdana"/>
              </a:rPr>
              <a:t>Abs</a:t>
            </a:r>
            <a:r>
              <a:rPr dirty="0" sz="350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229">
                <a:solidFill>
                  <a:srgbClr val="FFFFFF"/>
                </a:solidFill>
                <a:latin typeface="Verdana"/>
                <a:cs typeface="Verdana"/>
              </a:rPr>
              <a:t>PIV</a:t>
            </a:r>
            <a:r>
              <a:rPr dirty="0" sz="35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47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dirty="0" sz="350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220">
                <a:solidFill>
                  <a:srgbClr val="FFFFFF"/>
                </a:solidFill>
                <a:latin typeface="Verdana"/>
                <a:cs typeface="Verdana"/>
              </a:rPr>
              <a:t>Lv/2</a:t>
            </a:r>
            <a:r>
              <a:rPr dirty="0" sz="350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795">
                <a:solidFill>
                  <a:srgbClr val="FFFFFF"/>
                </a:solidFill>
                <a:latin typeface="Verdana"/>
                <a:cs typeface="Verdana"/>
              </a:rPr>
              <a:t>= </a:t>
            </a:r>
            <a:r>
              <a:rPr dirty="0" sz="3500" spc="-795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500" spc="-330">
                <a:solidFill>
                  <a:srgbClr val="FFFFFF"/>
                </a:solidFill>
                <a:latin typeface="Verdana"/>
                <a:cs typeface="Verdana"/>
              </a:rPr>
              <a:t>K2</a:t>
            </a:r>
            <a:r>
              <a:rPr dirty="0" sz="3500" spc="-2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745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dirty="0" sz="35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300">
                <a:solidFill>
                  <a:srgbClr val="FFFFFF"/>
                </a:solidFill>
                <a:latin typeface="Verdana"/>
                <a:cs typeface="Verdana"/>
              </a:rPr>
              <a:t>640</a:t>
            </a:r>
            <a:r>
              <a:rPr dirty="0" sz="35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43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dirty="0" sz="3500" spc="-2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325">
                <a:solidFill>
                  <a:srgbClr val="FFFFFF"/>
                </a:solidFill>
                <a:latin typeface="Verdana"/>
                <a:cs typeface="Verdana"/>
              </a:rPr>
              <a:t>60</a:t>
            </a:r>
            <a:r>
              <a:rPr dirty="0" sz="35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500" spc="-745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dirty="0" sz="3500" spc="-2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330">
                <a:solidFill>
                  <a:srgbClr val="FFFFFF"/>
                </a:solidFill>
                <a:latin typeface="Verdana"/>
                <a:cs typeface="Verdana"/>
              </a:rPr>
              <a:t>K2</a:t>
            </a:r>
            <a:r>
              <a:rPr dirty="0" sz="3500" spc="-2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745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dirty="0" sz="35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325">
                <a:solidFill>
                  <a:srgbClr val="FFFFFF"/>
                </a:solidFill>
                <a:latin typeface="Verdana"/>
                <a:cs typeface="Verdana"/>
              </a:rPr>
              <a:t>580</a:t>
            </a:r>
            <a:endParaRPr sz="3500">
              <a:latin typeface="Verdana"/>
              <a:cs typeface="Verdana"/>
            </a:endParaRPr>
          </a:p>
          <a:p>
            <a:pPr lvl="1" marL="515620" indent="-502920">
              <a:lnSpc>
                <a:spcPct val="100000"/>
              </a:lnSpc>
              <a:spcBef>
                <a:spcPts val="880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515620" algn="l"/>
              </a:tabLst>
            </a:pPr>
            <a:r>
              <a:rPr dirty="0" sz="3500" spc="-10">
                <a:solidFill>
                  <a:srgbClr val="FFFFFF"/>
                </a:solidFill>
                <a:latin typeface="Verdana"/>
                <a:cs typeface="Verdana"/>
              </a:rPr>
              <a:t>Abscisa</a:t>
            </a:r>
            <a:r>
              <a:rPr dirty="0" sz="35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>
                <a:solidFill>
                  <a:srgbClr val="FFFFFF"/>
                </a:solidFill>
                <a:latin typeface="Verdana"/>
                <a:cs typeface="Verdana"/>
              </a:rPr>
              <a:t>del</a:t>
            </a:r>
            <a:r>
              <a:rPr dirty="0" sz="350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220">
                <a:solidFill>
                  <a:srgbClr val="FFFFFF"/>
                </a:solidFill>
                <a:latin typeface="Verdana"/>
                <a:cs typeface="Verdana"/>
              </a:rPr>
              <a:t>PTV</a:t>
            </a:r>
            <a:r>
              <a:rPr dirty="0" sz="35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62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dirty="0" sz="3500" spc="-2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330">
                <a:solidFill>
                  <a:srgbClr val="FFFFFF"/>
                </a:solidFill>
                <a:latin typeface="Verdana"/>
                <a:cs typeface="Verdana"/>
              </a:rPr>
              <a:t>K2</a:t>
            </a:r>
            <a:r>
              <a:rPr dirty="0" sz="35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745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dirty="0" sz="3500" spc="-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315">
                <a:solidFill>
                  <a:srgbClr val="FFFFFF"/>
                </a:solidFill>
                <a:latin typeface="Verdana"/>
                <a:cs typeface="Verdana"/>
              </a:rPr>
              <a:t>700</a:t>
            </a:r>
            <a:endParaRPr sz="3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3500">
              <a:latin typeface="Verdana"/>
              <a:cs typeface="Verdana"/>
            </a:endParaRPr>
          </a:p>
          <a:p>
            <a:pPr marL="508000" marR="5080" indent="-495934">
              <a:lnSpc>
                <a:spcPct val="120600"/>
              </a:lnSpc>
              <a:buAutoNum type="arabicPeriod" startAt="2"/>
              <a:tabLst>
                <a:tab pos="508000" algn="l"/>
                <a:tab pos="633095" algn="l"/>
                <a:tab pos="3548379" algn="l"/>
              </a:tabLst>
            </a:pPr>
            <a:r>
              <a:rPr dirty="0" sz="35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500" spc="155">
                <a:solidFill>
                  <a:srgbClr val="FFFFFF"/>
                </a:solidFill>
                <a:latin typeface="Verdana"/>
                <a:cs typeface="Verdana"/>
              </a:rPr>
              <a:t>Cota</a:t>
            </a:r>
            <a:r>
              <a:rPr dirty="0" sz="3500" spc="-2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50">
                <a:solidFill>
                  <a:srgbClr val="FFFFFF"/>
                </a:solidFill>
                <a:latin typeface="Verdana"/>
                <a:cs typeface="Verdana"/>
              </a:rPr>
              <a:t>del</a:t>
            </a:r>
            <a:r>
              <a:rPr dirty="0" sz="3500" spc="-2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140">
                <a:solidFill>
                  <a:srgbClr val="FFFFFF"/>
                </a:solidFill>
                <a:latin typeface="Verdana"/>
                <a:cs typeface="Verdana"/>
              </a:rPr>
              <a:t>PCV</a:t>
            </a:r>
            <a:r>
              <a:rPr dirty="0" sz="35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62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dirty="0" sz="350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155">
                <a:solidFill>
                  <a:srgbClr val="FFFFFF"/>
                </a:solidFill>
                <a:latin typeface="Verdana"/>
                <a:cs typeface="Verdana"/>
              </a:rPr>
              <a:t>Cota</a:t>
            </a:r>
            <a:r>
              <a:rPr dirty="0" sz="3500" spc="-2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229">
                <a:solidFill>
                  <a:srgbClr val="FFFFFF"/>
                </a:solidFill>
                <a:latin typeface="Verdana"/>
                <a:cs typeface="Verdana"/>
              </a:rPr>
              <a:t>PIV</a:t>
            </a:r>
            <a:r>
              <a:rPr dirty="0" sz="35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47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dirty="0" sz="3500" spc="-235">
                <a:solidFill>
                  <a:srgbClr val="FFFFFF"/>
                </a:solidFill>
                <a:latin typeface="Verdana"/>
                <a:cs typeface="Verdana"/>
              </a:rPr>
              <a:t> m(Lv/2)</a:t>
            </a:r>
            <a:r>
              <a:rPr dirty="0" sz="3500" spc="-1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795">
                <a:solidFill>
                  <a:srgbClr val="FFFFFF"/>
                </a:solidFill>
                <a:latin typeface="Verdana"/>
                <a:cs typeface="Verdana"/>
              </a:rPr>
              <a:t>= </a:t>
            </a:r>
            <a:r>
              <a:rPr dirty="0" sz="3500" spc="-290">
                <a:solidFill>
                  <a:srgbClr val="FFFFFF"/>
                </a:solidFill>
                <a:latin typeface="Verdana"/>
                <a:cs typeface="Verdana"/>
              </a:rPr>
              <a:t>500</a:t>
            </a:r>
            <a:r>
              <a:rPr dirty="0" sz="350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47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dirty="0" sz="3500" spc="-2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320">
                <a:solidFill>
                  <a:srgbClr val="FFFFFF"/>
                </a:solidFill>
                <a:latin typeface="Verdana"/>
                <a:cs typeface="Verdana"/>
              </a:rPr>
              <a:t>0.08x60</a:t>
            </a:r>
            <a:r>
              <a:rPr dirty="0" sz="35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500" spc="-745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dirty="0" sz="35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290">
                <a:solidFill>
                  <a:srgbClr val="FFFFFF"/>
                </a:solidFill>
                <a:latin typeface="Verdana"/>
                <a:cs typeface="Verdana"/>
              </a:rPr>
              <a:t>495.200m</a:t>
            </a:r>
            <a:endParaRPr sz="3500">
              <a:latin typeface="Verdana"/>
              <a:cs typeface="Verdana"/>
            </a:endParaRPr>
          </a:p>
          <a:p>
            <a:pPr lvl="1" marL="515620" indent="-502920">
              <a:lnSpc>
                <a:spcPct val="100000"/>
              </a:lnSpc>
              <a:spcBef>
                <a:spcPts val="865"/>
              </a:spcBef>
              <a:buClr>
                <a:srgbClr val="FF388C"/>
              </a:buClr>
              <a:buSzPct val="80000"/>
              <a:buFont typeface="Times New Roman"/>
              <a:buChar char="◉"/>
              <a:tabLst>
                <a:tab pos="515620" algn="l"/>
              </a:tabLst>
            </a:pPr>
            <a:r>
              <a:rPr dirty="0" sz="3500" spc="165">
                <a:solidFill>
                  <a:srgbClr val="FFFFFF"/>
                </a:solidFill>
                <a:latin typeface="Verdana"/>
                <a:cs typeface="Verdana"/>
              </a:rPr>
              <a:t>Cota</a:t>
            </a:r>
            <a:r>
              <a:rPr dirty="0" sz="35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50">
                <a:solidFill>
                  <a:srgbClr val="FFFFFF"/>
                </a:solidFill>
                <a:latin typeface="Verdana"/>
                <a:cs typeface="Verdana"/>
              </a:rPr>
              <a:t>del</a:t>
            </a:r>
            <a:r>
              <a:rPr dirty="0" sz="3500" spc="-2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220">
                <a:solidFill>
                  <a:srgbClr val="FFFFFF"/>
                </a:solidFill>
                <a:latin typeface="Verdana"/>
                <a:cs typeface="Verdana"/>
              </a:rPr>
              <a:t>PTV</a:t>
            </a:r>
            <a:r>
              <a:rPr dirty="0" sz="3500" spc="-2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62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dirty="0" sz="3500" spc="-2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290">
                <a:solidFill>
                  <a:srgbClr val="FFFFFF"/>
                </a:solidFill>
                <a:latin typeface="Verdana"/>
                <a:cs typeface="Verdana"/>
              </a:rPr>
              <a:t>498.200m</a:t>
            </a:r>
            <a:endParaRPr sz="3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4693" y="753617"/>
            <a:ext cx="5401055" cy="42976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0143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14"/>
              </a:spcBef>
            </a:pPr>
            <a:r>
              <a:rPr dirty="0" spc="-310"/>
              <a:t>3.</a:t>
            </a:r>
            <a:r>
              <a:rPr dirty="0" spc="-175"/>
              <a:t> </a:t>
            </a:r>
            <a:r>
              <a:rPr dirty="0"/>
              <a:t>Cotas</a:t>
            </a:r>
            <a:r>
              <a:rPr dirty="0" spc="-180"/>
              <a:t> </a:t>
            </a:r>
            <a:r>
              <a:rPr dirty="0" spc="-80"/>
              <a:t>puntos</a:t>
            </a:r>
            <a:r>
              <a:rPr dirty="0" spc="-145"/>
              <a:t> </a:t>
            </a:r>
            <a:r>
              <a:rPr dirty="0" spc="-95"/>
              <a:t>intermedios.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104" y="2699003"/>
            <a:ext cx="8161019" cy="36515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5362" y="436626"/>
            <a:ext cx="5401055" cy="42976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5468" y="1042416"/>
            <a:ext cx="9467087" cy="61813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933" y="343661"/>
            <a:ext cx="5402579" cy="42976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054431" y="970190"/>
            <a:ext cx="3365500" cy="5613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94000" algn="l"/>
              </a:tabLst>
            </a:pPr>
            <a:r>
              <a:rPr dirty="0" sz="3500" spc="-10">
                <a:solidFill>
                  <a:srgbClr val="FFFFFF"/>
                </a:solidFill>
                <a:latin typeface="Verdana"/>
                <a:cs typeface="Verdana"/>
              </a:rPr>
              <a:t>pendiente</a:t>
            </a:r>
            <a:r>
              <a:rPr dirty="0" sz="35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500" spc="-25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endParaRPr sz="35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33548" y="970190"/>
            <a:ext cx="4933315" cy="17411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0"/>
              </a:spcBef>
              <a:tabLst>
                <a:tab pos="896619" algn="l"/>
                <a:tab pos="4325620" algn="l"/>
              </a:tabLst>
            </a:pPr>
            <a:r>
              <a:rPr dirty="0" sz="3500" spc="-335">
                <a:solidFill>
                  <a:srgbClr val="FFFFFF"/>
                </a:solidFill>
                <a:latin typeface="Verdana"/>
                <a:cs typeface="Verdana"/>
              </a:rPr>
              <a:t>4.</a:t>
            </a:r>
            <a:r>
              <a:rPr dirty="0" sz="35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500" spc="-10">
                <a:solidFill>
                  <a:srgbClr val="FFFFFF"/>
                </a:solidFill>
                <a:latin typeface="Verdana"/>
                <a:cs typeface="Verdana"/>
              </a:rPr>
              <a:t>Correcciones</a:t>
            </a:r>
            <a:r>
              <a:rPr dirty="0" sz="35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3500" spc="165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dirty="0" sz="3500" spc="-80">
                <a:solidFill>
                  <a:srgbClr val="FFFFFF"/>
                </a:solidFill>
                <a:latin typeface="Verdana"/>
                <a:cs typeface="Verdana"/>
              </a:rPr>
              <a:t>puntos</a:t>
            </a:r>
            <a:r>
              <a:rPr dirty="0" sz="3500" spc="-2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30">
                <a:solidFill>
                  <a:srgbClr val="FFFFFF"/>
                </a:solidFill>
                <a:latin typeface="Verdana"/>
                <a:cs typeface="Verdana"/>
              </a:rPr>
              <a:t>intermedios.</a:t>
            </a:r>
            <a:endParaRPr sz="3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3500" spc="-505">
                <a:solidFill>
                  <a:srgbClr val="FFFFFF"/>
                </a:solidFill>
                <a:latin typeface="Verdana"/>
                <a:cs typeface="Verdana"/>
              </a:rPr>
              <a:t>i=</a:t>
            </a:r>
            <a:r>
              <a:rPr dirty="0" sz="3500" spc="-2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285">
                <a:solidFill>
                  <a:srgbClr val="FFFFFF"/>
                </a:solidFill>
                <a:latin typeface="Verdana"/>
                <a:cs typeface="Verdana"/>
              </a:rPr>
              <a:t>m-</a:t>
            </a:r>
            <a:r>
              <a:rPr dirty="0" sz="3500" spc="-9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35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745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dirty="0" sz="350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500" spc="-610">
                <a:solidFill>
                  <a:srgbClr val="FFFFFF"/>
                </a:solidFill>
                <a:latin typeface="Verdana"/>
                <a:cs typeface="Verdana"/>
              </a:rPr>
              <a:t>8%-</a:t>
            </a:r>
            <a:r>
              <a:rPr dirty="0" sz="3500" spc="-375">
                <a:solidFill>
                  <a:srgbClr val="FFFFFF"/>
                </a:solidFill>
                <a:latin typeface="Verdana"/>
                <a:cs typeface="Verdana"/>
              </a:rPr>
              <a:t>(-</a:t>
            </a:r>
            <a:r>
              <a:rPr dirty="0" sz="3500" spc="-590">
                <a:solidFill>
                  <a:srgbClr val="FFFFFF"/>
                </a:solidFill>
                <a:latin typeface="Verdana"/>
                <a:cs typeface="Verdana"/>
              </a:rPr>
              <a:t>3%)=11%</a:t>
            </a:r>
            <a:endParaRPr sz="35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4207" y="2849880"/>
            <a:ext cx="7034783" cy="1109471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545336" y="4056888"/>
            <a:ext cx="7153909" cy="3450590"/>
            <a:chOff x="1545336" y="4056888"/>
            <a:chExt cx="7153909" cy="345059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5336" y="4056888"/>
              <a:ext cx="7153655" cy="246278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26664" y="6486144"/>
              <a:ext cx="4038599" cy="10210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4693" y="753617"/>
            <a:ext cx="5401055" cy="42976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6968" rIns="0" bIns="0" rtlCol="0" vert="horz">
            <a:spAutoFit/>
          </a:bodyPr>
          <a:lstStyle/>
          <a:p>
            <a:pPr marL="67310" marR="5080">
              <a:lnSpc>
                <a:spcPct val="100600"/>
              </a:lnSpc>
              <a:spcBef>
                <a:spcPts val="90"/>
              </a:spcBef>
            </a:pPr>
            <a:r>
              <a:rPr dirty="0" spc="-310"/>
              <a:t>6.</a:t>
            </a:r>
            <a:r>
              <a:rPr dirty="0" spc="265"/>
              <a:t> </a:t>
            </a:r>
            <a:r>
              <a:rPr dirty="0"/>
              <a:t>Cartera</a:t>
            </a:r>
            <a:r>
              <a:rPr dirty="0" spc="285"/>
              <a:t> </a:t>
            </a:r>
            <a:r>
              <a:rPr dirty="0" spc="190"/>
              <a:t>de</a:t>
            </a:r>
            <a:r>
              <a:rPr dirty="0" spc="254"/>
              <a:t> </a:t>
            </a:r>
            <a:r>
              <a:rPr dirty="0"/>
              <a:t>diseño</a:t>
            </a:r>
            <a:r>
              <a:rPr dirty="0" spc="240"/>
              <a:t> </a:t>
            </a:r>
            <a:r>
              <a:rPr dirty="0" spc="210"/>
              <a:t>de</a:t>
            </a:r>
            <a:r>
              <a:rPr dirty="0" spc="260"/>
              <a:t> </a:t>
            </a:r>
            <a:r>
              <a:rPr dirty="0"/>
              <a:t>rasante</a:t>
            </a:r>
            <a:r>
              <a:rPr dirty="0" spc="290"/>
              <a:t> </a:t>
            </a:r>
            <a:r>
              <a:rPr dirty="0" spc="-10"/>
              <a:t>curva </a:t>
            </a:r>
            <a:r>
              <a:rPr dirty="0" spc="-45"/>
              <a:t>vertical</a:t>
            </a:r>
            <a:r>
              <a:rPr dirty="0" spc="-254"/>
              <a:t> </a:t>
            </a:r>
            <a:r>
              <a:rPr dirty="0" spc="50"/>
              <a:t>convexa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856" y="3095243"/>
            <a:ext cx="8698992" cy="4117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CURVA VERTICAL Y SECCION TRANSVERSAL 2024</dc:title>
  <dcterms:created xsi:type="dcterms:W3CDTF">2025-11-29T00:39:25Z</dcterms:created>
  <dcterms:modified xsi:type="dcterms:W3CDTF">2025-11-29T00:39:25Z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2024-10-22T00:00:00Z</vt:filetime>
  </property>
  <property fmtid="{D5CDD505-2E9C-101B-9397-08002B2CF9AE}" pid="3" name="LastSaved">
    <vt:filetime>2025-11-29T00:00:00Z</vt:filetime>
  </property>
  <property fmtid="{D5CDD505-2E9C-101B-9397-08002B2CF9AE}" pid="4" name="Producer">
    <vt:lpwstr>Microsoft: Print To PDF</vt:lpwstr>
  </property>
</Properties>
</file>