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</p:sldIdLst>
  <p:sldSz cx="10693400" cy="10693400"/>
  <p:notesSz cx="10693400" cy="10693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slide" Target="slides/slide61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380489" y="7584452"/>
            <a:ext cx="195580" cy="0"/>
          </a:xfrm>
          <a:custGeom>
            <a:avLst/>
            <a:gdLst/>
            <a:ahLst/>
            <a:cxnLst/>
            <a:rect l="l" t="t" r="r" b="b"/>
            <a:pathLst>
              <a:path w="195580" h="0">
                <a:moveTo>
                  <a:pt x="0" y="0"/>
                </a:moveTo>
                <a:lnTo>
                  <a:pt x="195579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1033144" y="2339352"/>
            <a:ext cx="5500370" cy="54610"/>
          </a:xfrm>
          <a:custGeom>
            <a:avLst/>
            <a:gdLst/>
            <a:ahLst/>
            <a:cxnLst/>
            <a:rect l="l" t="t" r="r" b="b"/>
            <a:pathLst>
              <a:path w="5500370" h="54610">
                <a:moveTo>
                  <a:pt x="5500370" y="0"/>
                </a:moveTo>
                <a:lnTo>
                  <a:pt x="0" y="0"/>
                </a:lnTo>
                <a:lnTo>
                  <a:pt x="0" y="54609"/>
                </a:lnTo>
                <a:lnTo>
                  <a:pt x="2750185" y="54609"/>
                </a:lnTo>
                <a:lnTo>
                  <a:pt x="5500370" y="54609"/>
                </a:lnTo>
                <a:lnTo>
                  <a:pt x="550037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1527810" y="4258323"/>
            <a:ext cx="4383405" cy="1445260"/>
          </a:xfrm>
          <a:custGeom>
            <a:avLst/>
            <a:gdLst/>
            <a:ahLst/>
            <a:cxnLst/>
            <a:rect l="l" t="t" r="r" b="b"/>
            <a:pathLst>
              <a:path w="4383405" h="1445260">
                <a:moveTo>
                  <a:pt x="0" y="1445260"/>
                </a:moveTo>
                <a:lnTo>
                  <a:pt x="4383405" y="1445260"/>
                </a:lnTo>
                <a:lnTo>
                  <a:pt x="17145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9" name="bg 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60905" y="3950348"/>
            <a:ext cx="2061845" cy="1748155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1151255" y="3976382"/>
            <a:ext cx="270510" cy="92710"/>
          </a:xfrm>
          <a:custGeom>
            <a:avLst/>
            <a:gdLst/>
            <a:ahLst/>
            <a:cxnLst/>
            <a:rect l="l" t="t" r="r" b="b"/>
            <a:pathLst>
              <a:path w="270509" h="92710">
                <a:moveTo>
                  <a:pt x="0" y="0"/>
                </a:moveTo>
                <a:lnTo>
                  <a:pt x="270509" y="92709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21" name="bg object 2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26945" y="4551692"/>
            <a:ext cx="180339" cy="90804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771390" y="5113032"/>
            <a:ext cx="80645" cy="201295"/>
          </a:xfrm>
          <a:prstGeom prst="rect">
            <a:avLst/>
          </a:prstGeom>
        </p:spPr>
      </p:pic>
      <p:sp>
        <p:nvSpPr>
          <p:cNvPr id="23" name="bg object 23"/>
          <p:cNvSpPr/>
          <p:nvPr/>
        </p:nvSpPr>
        <p:spPr>
          <a:xfrm>
            <a:off x="4719320" y="5812168"/>
            <a:ext cx="12700" cy="107950"/>
          </a:xfrm>
          <a:custGeom>
            <a:avLst/>
            <a:gdLst/>
            <a:ahLst/>
            <a:cxnLst/>
            <a:rect l="l" t="t" r="r" b="b"/>
            <a:pathLst>
              <a:path w="12700" h="107950">
                <a:moveTo>
                  <a:pt x="0" y="0"/>
                </a:moveTo>
                <a:lnTo>
                  <a:pt x="634" y="12064"/>
                </a:lnTo>
                <a:lnTo>
                  <a:pt x="2539" y="24129"/>
                </a:lnTo>
                <a:lnTo>
                  <a:pt x="2539" y="36194"/>
                </a:lnTo>
                <a:lnTo>
                  <a:pt x="3809" y="48259"/>
                </a:lnTo>
                <a:lnTo>
                  <a:pt x="5714" y="60959"/>
                </a:lnTo>
                <a:lnTo>
                  <a:pt x="6984" y="73025"/>
                </a:lnTo>
                <a:lnTo>
                  <a:pt x="10159" y="85089"/>
                </a:lnTo>
                <a:lnTo>
                  <a:pt x="10794" y="95884"/>
                </a:lnTo>
                <a:lnTo>
                  <a:pt x="12700" y="10795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bg object 24"/>
          <p:cNvSpPr/>
          <p:nvPr/>
        </p:nvSpPr>
        <p:spPr>
          <a:xfrm>
            <a:off x="4702810" y="5704853"/>
            <a:ext cx="34290" cy="109855"/>
          </a:xfrm>
          <a:custGeom>
            <a:avLst/>
            <a:gdLst/>
            <a:ahLst/>
            <a:cxnLst/>
            <a:rect l="l" t="t" r="r" b="b"/>
            <a:pathLst>
              <a:path w="34289" h="109854">
                <a:moveTo>
                  <a:pt x="12700" y="0"/>
                </a:moveTo>
                <a:lnTo>
                  <a:pt x="0" y="109855"/>
                </a:lnTo>
                <a:lnTo>
                  <a:pt x="34289" y="108585"/>
                </a:lnTo>
                <a:lnTo>
                  <a:pt x="127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bg object 25"/>
          <p:cNvSpPr/>
          <p:nvPr/>
        </p:nvSpPr>
        <p:spPr>
          <a:xfrm>
            <a:off x="4702810" y="5703583"/>
            <a:ext cx="34925" cy="110489"/>
          </a:xfrm>
          <a:custGeom>
            <a:avLst/>
            <a:gdLst/>
            <a:ahLst/>
            <a:cxnLst/>
            <a:rect l="l" t="t" r="r" b="b"/>
            <a:pathLst>
              <a:path w="34925" h="110489">
                <a:moveTo>
                  <a:pt x="0" y="110489"/>
                </a:moveTo>
                <a:lnTo>
                  <a:pt x="34925" y="108585"/>
                </a:lnTo>
                <a:lnTo>
                  <a:pt x="13335" y="0"/>
                </a:lnTo>
                <a:lnTo>
                  <a:pt x="0" y="110489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bg object 26"/>
          <p:cNvSpPr/>
          <p:nvPr/>
        </p:nvSpPr>
        <p:spPr>
          <a:xfrm>
            <a:off x="4701540" y="5501017"/>
            <a:ext cx="61594" cy="54610"/>
          </a:xfrm>
          <a:custGeom>
            <a:avLst/>
            <a:gdLst/>
            <a:ahLst/>
            <a:cxnLst/>
            <a:rect l="l" t="t" r="r" b="b"/>
            <a:pathLst>
              <a:path w="61595" h="54610">
                <a:moveTo>
                  <a:pt x="26035" y="0"/>
                </a:moveTo>
                <a:lnTo>
                  <a:pt x="14605" y="4444"/>
                </a:lnTo>
                <a:lnTo>
                  <a:pt x="6985" y="12064"/>
                </a:lnTo>
                <a:lnTo>
                  <a:pt x="4445" y="19684"/>
                </a:lnTo>
                <a:lnTo>
                  <a:pt x="0" y="30479"/>
                </a:lnTo>
                <a:lnTo>
                  <a:pt x="0" y="42544"/>
                </a:lnTo>
                <a:lnTo>
                  <a:pt x="4445" y="50164"/>
                </a:lnTo>
                <a:lnTo>
                  <a:pt x="14605" y="54609"/>
                </a:lnTo>
                <a:lnTo>
                  <a:pt x="21589" y="54609"/>
                </a:lnTo>
                <a:lnTo>
                  <a:pt x="28575" y="50164"/>
                </a:lnTo>
                <a:lnTo>
                  <a:pt x="40005" y="39369"/>
                </a:lnTo>
                <a:lnTo>
                  <a:pt x="47625" y="27304"/>
                </a:lnTo>
                <a:lnTo>
                  <a:pt x="54610" y="12064"/>
                </a:lnTo>
                <a:lnTo>
                  <a:pt x="58420" y="0"/>
                </a:lnTo>
              </a:path>
              <a:path w="61595" h="54610">
                <a:moveTo>
                  <a:pt x="26035" y="0"/>
                </a:moveTo>
                <a:lnTo>
                  <a:pt x="18414" y="4444"/>
                </a:lnTo>
                <a:lnTo>
                  <a:pt x="11430" y="12064"/>
                </a:lnTo>
                <a:lnTo>
                  <a:pt x="6985" y="19684"/>
                </a:lnTo>
                <a:lnTo>
                  <a:pt x="4445" y="30479"/>
                </a:lnTo>
                <a:lnTo>
                  <a:pt x="4445" y="42544"/>
                </a:lnTo>
                <a:lnTo>
                  <a:pt x="6985" y="50164"/>
                </a:lnTo>
                <a:lnTo>
                  <a:pt x="14605" y="54609"/>
                </a:lnTo>
              </a:path>
              <a:path w="61595" h="54610">
                <a:moveTo>
                  <a:pt x="26035" y="0"/>
                </a:moveTo>
                <a:lnTo>
                  <a:pt x="33020" y="0"/>
                </a:lnTo>
                <a:lnTo>
                  <a:pt x="40005" y="4444"/>
                </a:lnTo>
                <a:lnTo>
                  <a:pt x="44450" y="12064"/>
                </a:lnTo>
                <a:lnTo>
                  <a:pt x="51435" y="42544"/>
                </a:lnTo>
                <a:lnTo>
                  <a:pt x="54610" y="50164"/>
                </a:lnTo>
                <a:lnTo>
                  <a:pt x="58420" y="54609"/>
                </a:lnTo>
              </a:path>
              <a:path w="61595" h="54610">
                <a:moveTo>
                  <a:pt x="33020" y="0"/>
                </a:moveTo>
                <a:lnTo>
                  <a:pt x="36195" y="4444"/>
                </a:lnTo>
                <a:lnTo>
                  <a:pt x="40005" y="12064"/>
                </a:lnTo>
                <a:lnTo>
                  <a:pt x="47625" y="42544"/>
                </a:lnTo>
                <a:lnTo>
                  <a:pt x="51435" y="50164"/>
                </a:lnTo>
                <a:lnTo>
                  <a:pt x="58420" y="54609"/>
                </a:lnTo>
                <a:lnTo>
                  <a:pt x="61595" y="54609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27" name="bg object 2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435859" y="4630433"/>
            <a:ext cx="100330" cy="93979"/>
          </a:xfrm>
          <a:prstGeom prst="rect">
            <a:avLst/>
          </a:prstGeom>
        </p:spPr>
      </p:pic>
      <p:sp>
        <p:nvSpPr>
          <p:cNvPr id="28" name="bg object 28"/>
          <p:cNvSpPr/>
          <p:nvPr/>
        </p:nvSpPr>
        <p:spPr>
          <a:xfrm>
            <a:off x="1438274" y="3557283"/>
            <a:ext cx="4518025" cy="2453640"/>
          </a:xfrm>
          <a:custGeom>
            <a:avLst/>
            <a:gdLst/>
            <a:ahLst/>
            <a:cxnLst/>
            <a:rect l="l" t="t" r="r" b="b"/>
            <a:pathLst>
              <a:path w="4518025" h="2453640">
                <a:moveTo>
                  <a:pt x="2259329" y="2453640"/>
                </a:moveTo>
                <a:lnTo>
                  <a:pt x="0" y="2453640"/>
                </a:lnTo>
                <a:lnTo>
                  <a:pt x="0" y="0"/>
                </a:lnTo>
                <a:lnTo>
                  <a:pt x="4518025" y="0"/>
                </a:lnTo>
                <a:lnTo>
                  <a:pt x="4518025" y="2453640"/>
                </a:lnTo>
                <a:lnTo>
                  <a:pt x="2259329" y="245364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467859" y="1874532"/>
            <a:ext cx="1977389" cy="4368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44525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image" Target="../media/image14.png"/><Relationship Id="rId10" Type="http://schemas.openxmlformats.org/officeDocument/2006/relationships/image" Target="../media/image15.png"/><Relationship Id="rId11" Type="http://schemas.openxmlformats.org/officeDocument/2006/relationships/image" Target="../media/image16.png"/><Relationship Id="rId12" Type="http://schemas.openxmlformats.org/officeDocument/2006/relationships/image" Target="../media/image17.png"/><Relationship Id="rId13" Type="http://schemas.openxmlformats.org/officeDocument/2006/relationships/image" Target="../media/image18.png"/><Relationship Id="rId14" Type="http://schemas.openxmlformats.org/officeDocument/2006/relationships/image" Target="../media/image19.png"/><Relationship Id="rId15" Type="http://schemas.openxmlformats.org/officeDocument/2006/relationships/image" Target="../media/image20.png"/><Relationship Id="rId16" Type="http://schemas.openxmlformats.org/officeDocument/2006/relationships/image" Target="../media/image21.png"/><Relationship Id="rId17" Type="http://schemas.openxmlformats.org/officeDocument/2006/relationships/image" Target="../media/image22.png"/><Relationship Id="rId18" Type="http://schemas.openxmlformats.org/officeDocument/2006/relationships/image" Target="../media/image23.png"/><Relationship Id="rId19" Type="http://schemas.openxmlformats.org/officeDocument/2006/relationships/image" Target="../media/image24.png"/><Relationship Id="rId20" Type="http://schemas.openxmlformats.org/officeDocument/2006/relationships/image" Target="../media/image25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8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9.pn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2.pn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Relationship Id="rId7" Type="http://schemas.openxmlformats.org/officeDocument/2006/relationships/image" Target="../media/image38.png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41.png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2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Relationship Id="rId5" Type="http://schemas.openxmlformats.org/officeDocument/2006/relationships/image" Target="../media/image45.png"/><Relationship Id="rId6" Type="http://schemas.openxmlformats.org/officeDocument/2006/relationships/image" Target="../media/image46.png"/><Relationship Id="rId7" Type="http://schemas.openxmlformats.org/officeDocument/2006/relationships/image" Target="../media/image47.png"/><Relationship Id="rId8" Type="http://schemas.openxmlformats.org/officeDocument/2006/relationships/image" Target="../media/image48.png"/><Relationship Id="rId9" Type="http://schemas.openxmlformats.org/officeDocument/2006/relationships/image" Target="../media/image49.png"/><Relationship Id="rId10" Type="http://schemas.openxmlformats.org/officeDocument/2006/relationships/image" Target="../media/image50.png"/><Relationship Id="rId11" Type="http://schemas.openxmlformats.org/officeDocument/2006/relationships/image" Target="../media/image51.png"/><Relationship Id="rId12" Type="http://schemas.openxmlformats.org/officeDocument/2006/relationships/image" Target="../media/image52.png"/></Relationships>
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3.png"/><Relationship Id="rId3" Type="http://schemas.openxmlformats.org/officeDocument/2006/relationships/image" Target="../media/image54.png"/><Relationship Id="rId4" Type="http://schemas.openxmlformats.org/officeDocument/2006/relationships/image" Target="../media/image55.png"/><Relationship Id="rId5" Type="http://schemas.openxmlformats.org/officeDocument/2006/relationships/image" Target="../media/image56.png"/><Relationship Id="rId6" Type="http://schemas.openxmlformats.org/officeDocument/2006/relationships/image" Target="../media/image57.png"/><Relationship Id="rId7" Type="http://schemas.openxmlformats.org/officeDocument/2006/relationships/image" Target="../media/image58.png"/><Relationship Id="rId8" Type="http://schemas.openxmlformats.org/officeDocument/2006/relationships/image" Target="../media/image59.png"/><Relationship Id="rId9" Type="http://schemas.openxmlformats.org/officeDocument/2006/relationships/image" Target="../media/image60.png"/><Relationship Id="rId10" Type="http://schemas.openxmlformats.org/officeDocument/2006/relationships/image" Target="../media/image61.png"/><Relationship Id="rId11" Type="http://schemas.openxmlformats.org/officeDocument/2006/relationships/image" Target="../media/image62.png"/><Relationship Id="rId12" Type="http://schemas.openxmlformats.org/officeDocument/2006/relationships/image" Target="../media/image63.png"/><Relationship Id="rId13" Type="http://schemas.openxmlformats.org/officeDocument/2006/relationships/image" Target="../media/image64.png"/><Relationship Id="rId14" Type="http://schemas.openxmlformats.org/officeDocument/2006/relationships/image" Target="../media/image65.png"/><Relationship Id="rId15" Type="http://schemas.openxmlformats.org/officeDocument/2006/relationships/image" Target="../media/image66.png"/></Relationships>
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7.png"/><Relationship Id="rId3" Type="http://schemas.openxmlformats.org/officeDocument/2006/relationships/image" Target="../media/image68.png"/><Relationship Id="rId4" Type="http://schemas.openxmlformats.org/officeDocument/2006/relationships/image" Target="../media/image69.png"/><Relationship Id="rId5" Type="http://schemas.openxmlformats.org/officeDocument/2006/relationships/image" Target="../media/image70.png"/><Relationship Id="rId6" Type="http://schemas.openxmlformats.org/officeDocument/2006/relationships/image" Target="../media/image71.png"/><Relationship Id="rId7" Type="http://schemas.openxmlformats.org/officeDocument/2006/relationships/image" Target="../media/image72.png"/><Relationship Id="rId8" Type="http://schemas.openxmlformats.org/officeDocument/2006/relationships/image" Target="../media/image73.png"/><Relationship Id="rId9" Type="http://schemas.openxmlformats.org/officeDocument/2006/relationships/image" Target="../media/image74.png"/></Relationships>
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5.png"/><Relationship Id="rId3" Type="http://schemas.openxmlformats.org/officeDocument/2006/relationships/image" Target="../media/image76.png"/><Relationship Id="rId4" Type="http://schemas.openxmlformats.org/officeDocument/2006/relationships/image" Target="../media/image77.png"/><Relationship Id="rId5" Type="http://schemas.openxmlformats.org/officeDocument/2006/relationships/image" Target="../media/image78.png"/><Relationship Id="rId6" Type="http://schemas.openxmlformats.org/officeDocument/2006/relationships/image" Target="../media/image79.png"/></Relationships>
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0.png"/><Relationship Id="rId3" Type="http://schemas.openxmlformats.org/officeDocument/2006/relationships/image" Target="../media/image81.png"/><Relationship Id="rId4" Type="http://schemas.openxmlformats.org/officeDocument/2006/relationships/image" Target="../media/image82.png"/><Relationship Id="rId5" Type="http://schemas.openxmlformats.org/officeDocument/2006/relationships/image" Target="../media/image83.png"/><Relationship Id="rId6" Type="http://schemas.openxmlformats.org/officeDocument/2006/relationships/image" Target="../media/image84.png"/><Relationship Id="rId7" Type="http://schemas.openxmlformats.org/officeDocument/2006/relationships/image" Target="../media/image85.png"/><Relationship Id="rId8" Type="http://schemas.openxmlformats.org/officeDocument/2006/relationships/image" Target="../media/image86.png"/><Relationship Id="rId9" Type="http://schemas.openxmlformats.org/officeDocument/2006/relationships/image" Target="../media/image87.png"/><Relationship Id="rId10" Type="http://schemas.openxmlformats.org/officeDocument/2006/relationships/image" Target="../media/image88.png"/><Relationship Id="rId11" Type="http://schemas.openxmlformats.org/officeDocument/2006/relationships/image" Target="../media/image89.png"/><Relationship Id="rId12" Type="http://schemas.openxmlformats.org/officeDocument/2006/relationships/image" Target="../media/image90.png"/><Relationship Id="rId13" Type="http://schemas.openxmlformats.org/officeDocument/2006/relationships/image" Target="../media/image91.png"/><Relationship Id="rId14" Type="http://schemas.openxmlformats.org/officeDocument/2006/relationships/image" Target="../media/image92.png"/><Relationship Id="rId15" Type="http://schemas.openxmlformats.org/officeDocument/2006/relationships/image" Target="../media/image93.png"/></Relationships>

</file>

<file path=ppt/slides/_rels/slide5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4.png"/><Relationship Id="rId3" Type="http://schemas.openxmlformats.org/officeDocument/2006/relationships/image" Target="../media/image95.png"/><Relationship Id="rId4" Type="http://schemas.openxmlformats.org/officeDocument/2006/relationships/image" Target="../media/image96.png"/><Relationship Id="rId5" Type="http://schemas.openxmlformats.org/officeDocument/2006/relationships/image" Target="../media/image97.png"/><Relationship Id="rId6" Type="http://schemas.openxmlformats.org/officeDocument/2006/relationships/image" Target="../media/image98.png"/><Relationship Id="rId7" Type="http://schemas.openxmlformats.org/officeDocument/2006/relationships/image" Target="../media/image99.png"/><Relationship Id="rId8" Type="http://schemas.openxmlformats.org/officeDocument/2006/relationships/image" Target="../media/image100.png"/><Relationship Id="rId9" Type="http://schemas.openxmlformats.org/officeDocument/2006/relationships/image" Target="../media/image101.png"/><Relationship Id="rId10" Type="http://schemas.openxmlformats.org/officeDocument/2006/relationships/image" Target="../media/image102.png"/></Relationships>

</file>

<file path=ppt/slides/_rels/slide5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6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6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CAPITULO</a:t>
            </a:r>
            <a:r>
              <a:rPr dirty="0" spc="-105"/>
              <a:t> </a:t>
            </a:r>
            <a:r>
              <a:rPr dirty="0" spc="-50"/>
              <a:t>8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040130" y="2646692"/>
            <a:ext cx="3709035" cy="7607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00">
                <a:latin typeface="Times New Roman"/>
                <a:cs typeface="Times New Roman"/>
              </a:rPr>
              <a:t>DISEÑO</a:t>
            </a:r>
            <a:r>
              <a:rPr dirty="0" sz="2300" spc="-45">
                <a:latin typeface="Times New Roman"/>
                <a:cs typeface="Times New Roman"/>
              </a:rPr>
              <a:t> </a:t>
            </a:r>
            <a:r>
              <a:rPr dirty="0" sz="2300">
                <a:latin typeface="Times New Roman"/>
                <a:cs typeface="Times New Roman"/>
              </a:rPr>
              <a:t>DEL</a:t>
            </a:r>
            <a:r>
              <a:rPr dirty="0" sz="2300" spc="-45">
                <a:latin typeface="Times New Roman"/>
                <a:cs typeface="Times New Roman"/>
              </a:rPr>
              <a:t> </a:t>
            </a:r>
            <a:r>
              <a:rPr dirty="0" sz="2300" spc="-10">
                <a:latin typeface="Times New Roman"/>
                <a:cs typeface="Times New Roman"/>
              </a:rPr>
              <a:t>PERALTE</a:t>
            </a:r>
            <a:endParaRPr sz="2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10"/>
              </a:spcBef>
            </a:pPr>
            <a:r>
              <a:rPr dirty="0" sz="1350">
                <a:latin typeface="Times New Roman"/>
                <a:cs typeface="Times New Roman"/>
              </a:rPr>
              <a:t>DINÁMICA</a:t>
            </a:r>
            <a:r>
              <a:rPr dirty="0" sz="1350" spc="-25">
                <a:latin typeface="Times New Roman"/>
                <a:cs typeface="Times New Roman"/>
              </a:rPr>
              <a:t> </a:t>
            </a:r>
            <a:r>
              <a:rPr dirty="0" sz="1350">
                <a:latin typeface="Times New Roman"/>
                <a:cs typeface="Times New Roman"/>
              </a:rPr>
              <a:t>DE</a:t>
            </a:r>
            <a:r>
              <a:rPr dirty="0" sz="1350" spc="-25">
                <a:latin typeface="Times New Roman"/>
                <a:cs typeface="Times New Roman"/>
              </a:rPr>
              <a:t> </a:t>
            </a:r>
            <a:r>
              <a:rPr dirty="0" sz="1350">
                <a:latin typeface="Times New Roman"/>
                <a:cs typeface="Times New Roman"/>
              </a:rPr>
              <a:t>UN</a:t>
            </a:r>
            <a:r>
              <a:rPr dirty="0" sz="1350" spc="-25">
                <a:latin typeface="Times New Roman"/>
                <a:cs typeface="Times New Roman"/>
              </a:rPr>
              <a:t> </a:t>
            </a:r>
            <a:r>
              <a:rPr dirty="0" sz="1350" spc="-10">
                <a:latin typeface="Times New Roman"/>
                <a:cs typeface="Times New Roman"/>
              </a:rPr>
              <a:t>VEHÍCULO</a:t>
            </a:r>
            <a:r>
              <a:rPr dirty="0" sz="1350" spc="-25">
                <a:latin typeface="Times New Roman"/>
                <a:cs typeface="Times New Roman"/>
              </a:rPr>
              <a:t> </a:t>
            </a:r>
            <a:r>
              <a:rPr dirty="0" sz="1350">
                <a:latin typeface="Times New Roman"/>
                <a:cs typeface="Times New Roman"/>
              </a:rPr>
              <a:t>EN</a:t>
            </a:r>
            <a:r>
              <a:rPr dirty="0" sz="1350" spc="-40">
                <a:latin typeface="Times New Roman"/>
                <a:cs typeface="Times New Roman"/>
              </a:rPr>
              <a:t> </a:t>
            </a:r>
            <a:r>
              <a:rPr dirty="0" sz="1350">
                <a:latin typeface="Times New Roman"/>
                <a:cs typeface="Times New Roman"/>
              </a:rPr>
              <a:t>UNA</a:t>
            </a:r>
            <a:r>
              <a:rPr dirty="0" sz="1350" spc="-25">
                <a:latin typeface="Times New Roman"/>
                <a:cs typeface="Times New Roman"/>
              </a:rPr>
              <a:t> </a:t>
            </a:r>
            <a:r>
              <a:rPr dirty="0" sz="1350" spc="-10">
                <a:latin typeface="Times New Roman"/>
                <a:cs typeface="Times New Roman"/>
              </a:rPr>
              <a:t>CURVA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040130" y="6028702"/>
            <a:ext cx="5489575" cy="1120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4445"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latin typeface="Times New Roman"/>
                <a:cs typeface="Times New Roman"/>
              </a:rPr>
              <a:t>FIGURA</a:t>
            </a:r>
            <a:r>
              <a:rPr dirty="0" sz="1050" spc="-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No</a:t>
            </a:r>
            <a:r>
              <a:rPr dirty="0" sz="1050" spc="-30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8.1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1050">
              <a:latin typeface="Times New Roman"/>
              <a:cs typeface="Times New Roman"/>
            </a:endParaRPr>
          </a:p>
          <a:p>
            <a:pPr algn="just" marL="12700" marR="5080">
              <a:lnSpc>
                <a:spcPts val="1220"/>
              </a:lnSpc>
            </a:pPr>
            <a:r>
              <a:rPr dirty="0" sz="1050">
                <a:latin typeface="Times New Roman"/>
                <a:cs typeface="Times New Roman"/>
              </a:rPr>
              <a:t>Cuando</a:t>
            </a:r>
            <a:r>
              <a:rPr dirty="0" sz="1050" spc="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un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vehículo</a:t>
            </a:r>
            <a:r>
              <a:rPr dirty="0" sz="1050" spc="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desplaza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sobre</a:t>
            </a:r>
            <a:r>
              <a:rPr dirty="0" sz="1050" spc="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una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curva</a:t>
            </a:r>
            <a:r>
              <a:rPr dirty="0" sz="1050" spc="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radio</a:t>
            </a:r>
            <a:r>
              <a:rPr dirty="0" sz="1050" spc="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R,</a:t>
            </a:r>
            <a:r>
              <a:rPr dirty="0" sz="1050" spc="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metros,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una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velocidad</a:t>
            </a:r>
            <a:r>
              <a:rPr dirty="0" sz="1050" spc="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uniforme</a:t>
            </a:r>
            <a:r>
              <a:rPr dirty="0" sz="1050" spc="35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V, </a:t>
            </a:r>
            <a:r>
              <a:rPr dirty="0" sz="1050">
                <a:latin typeface="Times New Roman"/>
                <a:cs typeface="Times New Roman"/>
              </a:rPr>
              <a:t>en</a:t>
            </a:r>
            <a:r>
              <a:rPr dirty="0" sz="1050" spc="229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metros</a:t>
            </a:r>
            <a:r>
              <a:rPr dirty="0" sz="1050" spc="2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por</a:t>
            </a:r>
            <a:r>
              <a:rPr dirty="0" sz="1050" spc="229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segundo,</a:t>
            </a:r>
            <a:r>
              <a:rPr dirty="0" sz="1050" spc="2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experimenta</a:t>
            </a:r>
            <a:r>
              <a:rPr dirty="0" sz="1050" spc="2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una</a:t>
            </a:r>
            <a:r>
              <a:rPr dirty="0" sz="1050" spc="2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fuerza</a:t>
            </a:r>
            <a:r>
              <a:rPr dirty="0" sz="1050" spc="2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centrifuga</a:t>
            </a:r>
            <a:r>
              <a:rPr dirty="0" sz="1050" spc="2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</a:t>
            </a:r>
            <a:r>
              <a:rPr dirty="0" sz="1050" spc="2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dirección</a:t>
            </a:r>
            <a:r>
              <a:rPr dirty="0" sz="1050" spc="2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del</a:t>
            </a:r>
            <a:r>
              <a:rPr dirty="0" sz="1050" spc="2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centro</a:t>
            </a:r>
            <a:r>
              <a:rPr dirty="0" sz="1050" spc="2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2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24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curva, </a:t>
            </a:r>
            <a:r>
              <a:rPr dirty="0" sz="1050">
                <a:latin typeface="Times New Roman"/>
                <a:cs typeface="Times New Roman"/>
              </a:rPr>
              <a:t>equivalente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Fc</a:t>
            </a:r>
            <a:r>
              <a:rPr dirty="0" sz="1050" spc="-10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=</a:t>
            </a:r>
            <a:r>
              <a:rPr dirty="0" sz="1050" spc="110" i="1">
                <a:latin typeface="Times New Roman"/>
                <a:cs typeface="Times New Roman"/>
              </a:rPr>
              <a:t> </a:t>
            </a:r>
            <a:r>
              <a:rPr dirty="0" sz="1050" spc="-20" i="1">
                <a:latin typeface="Times New Roman"/>
                <a:cs typeface="Times New Roman"/>
              </a:rPr>
              <a:t>m.a.</a:t>
            </a:r>
            <a:endParaRPr sz="1050">
              <a:latin typeface="Times New Roman"/>
              <a:cs typeface="Times New Roman"/>
            </a:endParaRPr>
          </a:p>
          <a:p>
            <a:pPr algn="just" marL="12700">
              <a:lnSpc>
                <a:spcPct val="100000"/>
              </a:lnSpc>
              <a:spcBef>
                <a:spcPts val="1155"/>
              </a:spcBef>
            </a:pPr>
            <a:r>
              <a:rPr dirty="0" sz="1050">
                <a:latin typeface="Times New Roman"/>
                <a:cs typeface="Times New Roman"/>
              </a:rPr>
              <a:t>Si</a:t>
            </a:r>
            <a:r>
              <a:rPr dirty="0" sz="1050" spc="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recordamos</a:t>
            </a:r>
            <a:r>
              <a:rPr dirty="0" sz="1050" spc="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aceleración</a:t>
            </a:r>
            <a:r>
              <a:rPr dirty="0" sz="1050" spc="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centrifuga</a:t>
            </a:r>
            <a:r>
              <a:rPr dirty="0" sz="1050" spc="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esta</a:t>
            </a:r>
            <a:r>
              <a:rPr dirty="0" sz="1050" spc="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dada</a:t>
            </a:r>
            <a:r>
              <a:rPr dirty="0" sz="1050" spc="50">
                <a:latin typeface="Times New Roman"/>
                <a:cs typeface="Times New Roman"/>
              </a:rPr>
              <a:t> </a:t>
            </a:r>
            <a:r>
              <a:rPr dirty="0" sz="1050" spc="-20">
                <a:latin typeface="Times New Roman"/>
                <a:cs typeface="Times New Roman"/>
              </a:rPr>
              <a:t>por: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038860" y="7503173"/>
            <a:ext cx="193675" cy="200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150" spc="-25" i="1">
                <a:latin typeface="Times New Roman"/>
                <a:cs typeface="Times New Roman"/>
              </a:rPr>
              <a:t>a</a:t>
            </a:r>
            <a:r>
              <a:rPr dirty="0" baseline="-22222" sz="1125" spc="-37" i="1">
                <a:latin typeface="Times New Roman"/>
                <a:cs typeface="Times New Roman"/>
              </a:rPr>
              <a:t>c</a:t>
            </a:r>
            <a:endParaRPr baseline="-22222" sz="1125">
              <a:latin typeface="Times New Roman"/>
              <a:cs typeface="Times New Roman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221739" y="7305053"/>
            <a:ext cx="376555" cy="520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-41062" sz="1725">
                <a:latin typeface="Consolas"/>
                <a:cs typeface="Consolas"/>
              </a:rPr>
              <a:t>=</a:t>
            </a:r>
            <a:r>
              <a:rPr dirty="0" baseline="-41062" sz="1725" spc="-472">
                <a:latin typeface="Consolas"/>
                <a:cs typeface="Consolas"/>
              </a:rPr>
              <a:t> </a:t>
            </a:r>
            <a:r>
              <a:rPr dirty="0" baseline="-24154" sz="1725" i="1">
                <a:latin typeface="Times New Roman"/>
                <a:cs typeface="Times New Roman"/>
              </a:rPr>
              <a:t>V</a:t>
            </a:r>
            <a:r>
              <a:rPr dirty="0" baseline="-24154" sz="1725" spc="37" i="1">
                <a:latin typeface="Times New Roman"/>
                <a:cs typeface="Times New Roman"/>
              </a:rPr>
              <a:t> </a:t>
            </a:r>
            <a:r>
              <a:rPr dirty="0" sz="750" spc="-50">
                <a:latin typeface="Times New Roman"/>
                <a:cs typeface="Times New Roman"/>
              </a:rPr>
              <a:t>2</a:t>
            </a:r>
            <a:endParaRPr sz="750">
              <a:latin typeface="Times New Roman"/>
              <a:cs typeface="Times New Roman"/>
            </a:endParaRPr>
          </a:p>
          <a:p>
            <a:pPr marL="213995">
              <a:lnSpc>
                <a:spcPct val="100000"/>
              </a:lnSpc>
              <a:spcBef>
                <a:spcPts val="1140"/>
              </a:spcBef>
            </a:pPr>
            <a:r>
              <a:rPr dirty="0" sz="1150" spc="-50" i="1">
                <a:latin typeface="Times New Roman"/>
                <a:cs typeface="Times New Roman"/>
              </a:rPr>
              <a:t>R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014730" y="7861312"/>
            <a:ext cx="1047750" cy="904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050" i="1">
                <a:latin typeface="Times New Roman"/>
                <a:cs typeface="Times New Roman"/>
              </a:rPr>
              <a:t>P</a:t>
            </a:r>
            <a:r>
              <a:rPr dirty="0" sz="1050" spc="-10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=</a:t>
            </a:r>
            <a:r>
              <a:rPr dirty="0" sz="1050" spc="-10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mg</a:t>
            </a:r>
            <a:r>
              <a:rPr dirty="0" sz="1050">
                <a:latin typeface="Times New Roman"/>
                <a:cs typeface="Times New Roman"/>
              </a:rPr>
              <a:t>,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entonces: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40"/>
              </a:spcBef>
            </a:pPr>
            <a:endParaRPr sz="1050">
              <a:latin typeface="Times New Roman"/>
              <a:cs typeface="Times New Roman"/>
            </a:endParaRPr>
          </a:p>
          <a:p>
            <a:pPr marL="66675">
              <a:lnSpc>
                <a:spcPct val="100000"/>
              </a:lnSpc>
            </a:pPr>
            <a:r>
              <a:rPr dirty="0" sz="1150" i="1">
                <a:latin typeface="Times New Roman"/>
                <a:cs typeface="Times New Roman"/>
              </a:rPr>
              <a:t>Fc</a:t>
            </a:r>
            <a:r>
              <a:rPr dirty="0" sz="1150" spc="10" i="1">
                <a:latin typeface="Times New Roman"/>
                <a:cs typeface="Times New Roman"/>
              </a:rPr>
              <a:t> </a:t>
            </a:r>
            <a:r>
              <a:rPr dirty="0" sz="1150">
                <a:latin typeface="Consolas"/>
                <a:cs typeface="Consolas"/>
              </a:rPr>
              <a:t>=</a:t>
            </a:r>
            <a:r>
              <a:rPr dirty="0" sz="1150" spc="-110">
                <a:latin typeface="Consolas"/>
                <a:cs typeface="Consolas"/>
              </a:rPr>
              <a:t> </a:t>
            </a:r>
            <a:r>
              <a:rPr dirty="0" baseline="-16908" sz="1725" i="1">
                <a:latin typeface="Times New Roman"/>
                <a:cs typeface="Times New Roman"/>
              </a:rPr>
              <a:t>P</a:t>
            </a:r>
            <a:r>
              <a:rPr dirty="0" baseline="-16908" sz="1725">
                <a:latin typeface="Times New Roman"/>
                <a:cs typeface="Times New Roman"/>
              </a:rPr>
              <a:t>.</a:t>
            </a:r>
            <a:r>
              <a:rPr dirty="0" baseline="-16908" sz="1725" i="1">
                <a:latin typeface="Times New Roman"/>
                <a:cs typeface="Times New Roman"/>
              </a:rPr>
              <a:t>V</a:t>
            </a:r>
            <a:r>
              <a:rPr dirty="0" baseline="-16908" sz="1725" spc="44" i="1">
                <a:latin typeface="Times New Roman"/>
                <a:cs typeface="Times New Roman"/>
              </a:rPr>
              <a:t> </a:t>
            </a:r>
            <a:r>
              <a:rPr dirty="0" baseline="14814" sz="1125" spc="-75">
                <a:latin typeface="Times New Roman"/>
                <a:cs typeface="Times New Roman"/>
              </a:rPr>
              <a:t>2</a:t>
            </a:r>
            <a:endParaRPr baseline="14814" sz="1125">
              <a:latin typeface="Times New Roman"/>
              <a:cs typeface="Times New Roman"/>
            </a:endParaRPr>
          </a:p>
          <a:p>
            <a:pPr algn="ctr" marL="45085">
              <a:lnSpc>
                <a:spcPct val="100000"/>
              </a:lnSpc>
              <a:spcBef>
                <a:spcPts val="650"/>
              </a:spcBef>
            </a:pPr>
            <a:r>
              <a:rPr dirty="0" sz="1150" spc="-25" i="1">
                <a:latin typeface="Times New Roman"/>
                <a:cs typeface="Times New Roman"/>
              </a:rPr>
              <a:t>g</a:t>
            </a:r>
            <a:r>
              <a:rPr dirty="0" sz="1150" spc="-25">
                <a:latin typeface="Times New Roman"/>
                <a:cs typeface="Times New Roman"/>
              </a:rPr>
              <a:t>.</a:t>
            </a:r>
            <a:r>
              <a:rPr dirty="0" sz="1150" spc="-25" i="1">
                <a:latin typeface="Times New Roman"/>
                <a:cs typeface="Times New Roman"/>
              </a:rPr>
              <a:t>R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955800" y="7414273"/>
            <a:ext cx="9334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50">
                <a:latin typeface="Times New Roman"/>
                <a:cs typeface="Times New Roman"/>
              </a:rPr>
              <a:t>y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1395730" y="8575688"/>
            <a:ext cx="320675" cy="0"/>
          </a:xfrm>
          <a:custGeom>
            <a:avLst/>
            <a:gdLst/>
            <a:ahLst/>
            <a:cxnLst/>
            <a:rect l="l" t="t" r="r" b="b"/>
            <a:pathLst>
              <a:path w="320675" h="0">
                <a:moveTo>
                  <a:pt x="0" y="0"/>
                </a:moveTo>
                <a:lnTo>
                  <a:pt x="320675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032510" y="1078877"/>
            <a:ext cx="5277485" cy="6350"/>
          </a:xfrm>
          <a:custGeom>
            <a:avLst/>
            <a:gdLst/>
            <a:ahLst/>
            <a:cxnLst/>
            <a:rect l="l" t="t" r="r" b="b"/>
            <a:pathLst>
              <a:path w="5277485" h="6350">
                <a:moveTo>
                  <a:pt x="5277485" y="0"/>
                </a:moveTo>
                <a:lnTo>
                  <a:pt x="0" y="0"/>
                </a:lnTo>
                <a:lnTo>
                  <a:pt x="0" y="6350"/>
                </a:lnTo>
                <a:lnTo>
                  <a:pt x="2639060" y="6350"/>
                </a:lnTo>
                <a:lnTo>
                  <a:pt x="5277485" y="6350"/>
                </a:lnTo>
                <a:lnTo>
                  <a:pt x="527748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1040130" y="882663"/>
            <a:ext cx="22542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25">
                <a:latin typeface="Times New Roman"/>
                <a:cs typeface="Times New Roman"/>
              </a:rPr>
              <a:t>162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314190" y="882663"/>
            <a:ext cx="1977389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latin typeface="Times New Roman"/>
                <a:cs typeface="Times New Roman"/>
              </a:rPr>
              <a:t>DISEÑO</a:t>
            </a:r>
            <a:r>
              <a:rPr dirty="0" sz="1050" spc="-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GEOMÉTRICO</a:t>
            </a:r>
            <a:r>
              <a:rPr dirty="0" sz="1050" spc="-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45">
                <a:latin typeface="Times New Roman"/>
                <a:cs typeface="Times New Roman"/>
              </a:rPr>
              <a:t> </a:t>
            </a:r>
            <a:r>
              <a:rPr dirty="0" sz="1050" spc="-20">
                <a:latin typeface="Times New Roman"/>
                <a:cs typeface="Times New Roman"/>
              </a:rPr>
              <a:t>VÍAS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040130" y="1483373"/>
            <a:ext cx="5497195" cy="44157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245"/>
              </a:lnSpc>
              <a:spcBef>
                <a:spcPts val="100"/>
              </a:spcBef>
            </a:pPr>
            <a:r>
              <a:rPr dirty="0" sz="1050" spc="-10">
                <a:latin typeface="Times New Roman"/>
                <a:cs typeface="Times New Roman"/>
              </a:rPr>
              <a:t>Donde:</a:t>
            </a:r>
            <a:endParaRPr sz="1050">
              <a:latin typeface="Times New Roman"/>
              <a:cs typeface="Times New Roman"/>
            </a:endParaRPr>
          </a:p>
          <a:p>
            <a:pPr marL="448945">
              <a:lnSpc>
                <a:spcPts val="1240"/>
              </a:lnSpc>
            </a:pPr>
            <a:r>
              <a:rPr dirty="0" sz="1050" i="1">
                <a:latin typeface="Times New Roman"/>
                <a:cs typeface="Times New Roman"/>
              </a:rPr>
              <a:t>P</a:t>
            </a:r>
            <a:r>
              <a:rPr dirty="0" sz="1050" spc="5" i="1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=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 spc="-20">
                <a:latin typeface="Times New Roman"/>
                <a:cs typeface="Times New Roman"/>
              </a:rPr>
              <a:t>peso</a:t>
            </a:r>
            <a:endParaRPr sz="1050">
              <a:latin typeface="Times New Roman"/>
              <a:cs typeface="Times New Roman"/>
            </a:endParaRPr>
          </a:p>
          <a:p>
            <a:pPr marL="448945">
              <a:lnSpc>
                <a:spcPts val="1240"/>
              </a:lnSpc>
            </a:pPr>
            <a:r>
              <a:rPr dirty="0" sz="1050" i="1">
                <a:latin typeface="Times New Roman"/>
                <a:cs typeface="Times New Roman"/>
              </a:rPr>
              <a:t>g</a:t>
            </a:r>
            <a:r>
              <a:rPr dirty="0" sz="1050" spc="-15" i="1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=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aceleración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10">
                <a:latin typeface="Times New Roman"/>
                <a:cs typeface="Times New Roman"/>
              </a:rPr>
              <a:t> gravedad</a:t>
            </a:r>
            <a:endParaRPr sz="1050">
              <a:latin typeface="Times New Roman"/>
              <a:cs typeface="Times New Roman"/>
            </a:endParaRPr>
          </a:p>
          <a:p>
            <a:pPr marL="448945">
              <a:lnSpc>
                <a:spcPts val="1230"/>
              </a:lnSpc>
            </a:pPr>
            <a:r>
              <a:rPr dirty="0" sz="1050" i="1">
                <a:latin typeface="Times New Roman"/>
                <a:cs typeface="Times New Roman"/>
              </a:rPr>
              <a:t>R</a:t>
            </a:r>
            <a:r>
              <a:rPr dirty="0" sz="1050" spc="-5" i="1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=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radio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 curva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(m)</a:t>
            </a:r>
            <a:endParaRPr sz="1050">
              <a:latin typeface="Times New Roman"/>
              <a:cs typeface="Times New Roman"/>
            </a:endParaRPr>
          </a:p>
          <a:p>
            <a:pPr marL="448945">
              <a:lnSpc>
                <a:spcPts val="1245"/>
              </a:lnSpc>
            </a:pPr>
            <a:r>
              <a:rPr dirty="0" sz="1050" i="1">
                <a:latin typeface="Times New Roman"/>
                <a:cs typeface="Times New Roman"/>
              </a:rPr>
              <a:t>V</a:t>
            </a:r>
            <a:r>
              <a:rPr dirty="0" sz="1050" spc="-5" i="1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=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velocidad (m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/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 spc="-20">
                <a:latin typeface="Times New Roman"/>
                <a:cs typeface="Times New Roman"/>
              </a:rPr>
              <a:t>seg)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50">
                <a:latin typeface="Times New Roman"/>
                <a:cs typeface="Times New Roman"/>
              </a:rPr>
              <a:t>Esta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fuerza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centrifuga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contrarresta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por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una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o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las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dos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las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siguientes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fuerzas: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050">
              <a:latin typeface="Times New Roman"/>
              <a:cs typeface="Times New Roman"/>
            </a:endParaRPr>
          </a:p>
          <a:p>
            <a:pPr algn="just" marL="233679" indent="-220979">
              <a:lnSpc>
                <a:spcPts val="1240"/>
              </a:lnSpc>
              <a:buAutoNum type="arabicPeriod"/>
              <a:tabLst>
                <a:tab pos="233679" algn="l"/>
              </a:tabLst>
            </a:pPr>
            <a:r>
              <a:rPr dirty="0" sz="1050">
                <a:latin typeface="Times New Roman"/>
                <a:cs typeface="Times New Roman"/>
              </a:rPr>
              <a:t>Por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fricción</a:t>
            </a:r>
            <a:r>
              <a:rPr dirty="0" sz="1050" spc="2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presenta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entre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las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llantas</a:t>
            </a:r>
            <a:r>
              <a:rPr dirty="0" sz="1050" spc="229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y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superficie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rodadura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229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 spc="-20">
                <a:latin typeface="Times New Roman"/>
                <a:cs typeface="Times New Roman"/>
              </a:rPr>
              <a:t>vía.</a:t>
            </a:r>
            <a:endParaRPr sz="1050">
              <a:latin typeface="Times New Roman"/>
              <a:cs typeface="Times New Roman"/>
            </a:endParaRPr>
          </a:p>
          <a:p>
            <a:pPr algn="just" marL="233679" marR="5080" indent="-220979">
              <a:lnSpc>
                <a:spcPts val="1220"/>
              </a:lnSpc>
              <a:spcBef>
                <a:spcPts val="55"/>
              </a:spcBef>
              <a:buAutoNum type="arabicPeriod"/>
              <a:tabLst>
                <a:tab pos="234950" algn="l"/>
              </a:tabLst>
            </a:pPr>
            <a:r>
              <a:rPr dirty="0" sz="1050">
                <a:latin typeface="Times New Roman"/>
                <a:cs typeface="Times New Roman"/>
              </a:rPr>
              <a:t>Elevando</a:t>
            </a:r>
            <a:r>
              <a:rPr dirty="0" sz="1050" spc="15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1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borde</a:t>
            </a:r>
            <a:r>
              <a:rPr dirty="0" sz="1050" spc="1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exterior</a:t>
            </a:r>
            <a:r>
              <a:rPr dirty="0" sz="1050" spc="1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con</a:t>
            </a:r>
            <a:r>
              <a:rPr dirty="0" sz="1050" spc="15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respecto</a:t>
            </a:r>
            <a:r>
              <a:rPr dirty="0" sz="1050" spc="1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al</a:t>
            </a:r>
            <a:r>
              <a:rPr dirty="0" sz="1050" spc="1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interior,</a:t>
            </a:r>
            <a:r>
              <a:rPr dirty="0" sz="1050" spc="1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elevación</a:t>
            </a:r>
            <a:r>
              <a:rPr dirty="0" sz="1050" spc="1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15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15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llama</a:t>
            </a:r>
            <a:r>
              <a:rPr dirty="0" sz="1050" spc="1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peralte.</a:t>
            </a:r>
            <a:r>
              <a:rPr dirty="0" sz="1050" spc="2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140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peralte </a:t>
            </a:r>
            <a:r>
              <a:rPr dirty="0" sz="1050" spc="-10">
                <a:latin typeface="Times New Roman"/>
                <a:cs typeface="Times New Roman"/>
              </a:rPr>
              <a:t>	</a:t>
            </a:r>
            <a:r>
              <a:rPr dirty="0" sz="1050">
                <a:latin typeface="Times New Roman"/>
                <a:cs typeface="Times New Roman"/>
              </a:rPr>
              <a:t>inclina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vehículo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y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su</a:t>
            </a:r>
            <a:r>
              <a:rPr dirty="0" sz="1050" spc="3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peso</a:t>
            </a:r>
            <a:r>
              <a:rPr dirty="0" sz="1050" spc="3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puede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ser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descompuesto</a:t>
            </a:r>
            <a:r>
              <a:rPr dirty="0" sz="1050" spc="38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una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componente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normal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al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piso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y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 spc="-20">
                <a:latin typeface="Times New Roman"/>
                <a:cs typeface="Times New Roman"/>
              </a:rPr>
              <a:t>otra </a:t>
            </a:r>
            <a:r>
              <a:rPr dirty="0" sz="1050" spc="-20">
                <a:latin typeface="Times New Roman"/>
                <a:cs typeface="Times New Roman"/>
              </a:rPr>
              <a:t>	</a:t>
            </a:r>
            <a:r>
              <a:rPr dirty="0" sz="1050">
                <a:latin typeface="Times New Roman"/>
                <a:cs typeface="Times New Roman"/>
              </a:rPr>
              <a:t>paralela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este.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Esta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última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229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segunda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fuerza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contrarresta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fuerza</a:t>
            </a:r>
            <a:r>
              <a:rPr dirty="0" sz="1050" spc="7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centrifuga.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050">
              <a:latin typeface="Times New Roman"/>
              <a:cs typeface="Times New Roman"/>
            </a:endParaRPr>
          </a:p>
          <a:p>
            <a:pPr marL="12700" marR="19685">
              <a:lnSpc>
                <a:spcPts val="1220"/>
              </a:lnSpc>
            </a:pPr>
            <a:r>
              <a:rPr dirty="0" sz="1050">
                <a:latin typeface="Times New Roman"/>
                <a:cs typeface="Times New Roman"/>
              </a:rPr>
              <a:t>Considerando</a:t>
            </a:r>
            <a:r>
              <a:rPr dirty="0" sz="1050" spc="5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vehículo</a:t>
            </a:r>
            <a:r>
              <a:rPr dirty="0" sz="1050" spc="5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Figura</a:t>
            </a:r>
            <a:r>
              <a:rPr dirty="0" sz="1050" spc="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8.1</a:t>
            </a:r>
            <a:r>
              <a:rPr dirty="0" sz="1050" spc="5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ecuación</a:t>
            </a:r>
            <a:r>
              <a:rPr dirty="0" sz="1050" spc="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equilibrio</a:t>
            </a:r>
            <a:r>
              <a:rPr dirty="0" sz="1050" spc="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</a:t>
            </a:r>
            <a:r>
              <a:rPr dirty="0" sz="1050" spc="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dirección</a:t>
            </a:r>
            <a:r>
              <a:rPr dirty="0" sz="1050" spc="5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paralela</a:t>
            </a:r>
            <a:r>
              <a:rPr dirty="0" sz="1050" spc="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al</a:t>
            </a:r>
            <a:r>
              <a:rPr dirty="0" sz="1050" spc="50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plano </a:t>
            </a:r>
            <a:r>
              <a:rPr dirty="0" sz="1050">
                <a:latin typeface="Times New Roman"/>
                <a:cs typeface="Times New Roman"/>
              </a:rPr>
              <a:t>inclinado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siguiente:</a:t>
            </a:r>
            <a:endParaRPr sz="1050">
              <a:latin typeface="Times New Roman"/>
              <a:cs typeface="Times New Roman"/>
            </a:endParaRPr>
          </a:p>
          <a:p>
            <a:pPr marL="448945">
              <a:lnSpc>
                <a:spcPct val="100000"/>
              </a:lnSpc>
              <a:spcBef>
                <a:spcPts val="1135"/>
              </a:spcBef>
              <a:tabLst>
                <a:tab pos="4393565" algn="l"/>
              </a:tabLst>
            </a:pPr>
            <a:r>
              <a:rPr dirty="0" sz="1050" i="1">
                <a:latin typeface="Times New Roman"/>
                <a:cs typeface="Times New Roman"/>
              </a:rPr>
              <a:t>ff</a:t>
            </a:r>
            <a:r>
              <a:rPr dirty="0" sz="1050" spc="20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+</a:t>
            </a:r>
            <a:r>
              <a:rPr dirty="0" sz="1050" spc="15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P.Sen</a:t>
            </a:r>
            <a:r>
              <a:rPr dirty="0" sz="1100" i="1">
                <a:latin typeface="Trebuchet MS"/>
                <a:cs typeface="Trebuchet MS"/>
              </a:rPr>
              <a:t>α</a:t>
            </a:r>
            <a:r>
              <a:rPr dirty="0" sz="1100" spc="20" i="1">
                <a:latin typeface="Trebuchet MS"/>
                <a:cs typeface="Trebuchet MS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=</a:t>
            </a:r>
            <a:r>
              <a:rPr dirty="0" sz="1050" spc="45" i="1">
                <a:latin typeface="Times New Roman"/>
                <a:cs typeface="Times New Roman"/>
              </a:rPr>
              <a:t> </a:t>
            </a:r>
            <a:r>
              <a:rPr dirty="0" sz="1050" spc="-10" i="1">
                <a:latin typeface="Times New Roman"/>
                <a:cs typeface="Times New Roman"/>
              </a:rPr>
              <a:t>Fc.Cos</a:t>
            </a:r>
            <a:r>
              <a:rPr dirty="0" sz="1100" spc="-10" i="1">
                <a:latin typeface="Trebuchet MS"/>
                <a:cs typeface="Trebuchet MS"/>
              </a:rPr>
              <a:t>α</a:t>
            </a:r>
            <a:r>
              <a:rPr dirty="0" sz="1100" i="1">
                <a:latin typeface="Trebuchet MS"/>
                <a:cs typeface="Trebuchet MS"/>
              </a:rPr>
              <a:t>	</a:t>
            </a:r>
            <a:r>
              <a:rPr dirty="0" sz="1050" spc="-25">
                <a:latin typeface="Times New Roman"/>
                <a:cs typeface="Times New Roman"/>
              </a:rPr>
              <a:t>(1)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1050">
              <a:latin typeface="Times New Roman"/>
              <a:cs typeface="Times New Roman"/>
            </a:endParaRPr>
          </a:p>
          <a:p>
            <a:pPr algn="just" marL="12700" marR="8255">
              <a:lnSpc>
                <a:spcPts val="1220"/>
              </a:lnSpc>
              <a:spcBef>
                <a:spcPts val="5"/>
              </a:spcBef>
            </a:pPr>
            <a:r>
              <a:rPr dirty="0" sz="1050">
                <a:latin typeface="Times New Roman"/>
                <a:cs typeface="Times New Roman"/>
              </a:rPr>
              <a:t>La fuerza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fricción,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ff</a:t>
            </a:r>
            <a:r>
              <a:rPr dirty="0" sz="1050">
                <a:latin typeface="Times New Roman"/>
                <a:cs typeface="Times New Roman"/>
              </a:rPr>
              <a:t>,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igual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 suma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las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componentes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normales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65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P</a:t>
            </a:r>
            <a:r>
              <a:rPr dirty="0" sz="1050" spc="10" i="1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y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Fc</a:t>
            </a:r>
            <a:r>
              <a:rPr dirty="0" sz="1050" spc="10" i="1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por un </a:t>
            </a:r>
            <a:r>
              <a:rPr dirty="0" sz="1050" spc="-10">
                <a:latin typeface="Times New Roman"/>
                <a:cs typeface="Times New Roman"/>
              </a:rPr>
              <a:t>coeficiente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fricción</a:t>
            </a:r>
            <a:r>
              <a:rPr dirty="0" sz="1050" spc="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entre</a:t>
            </a:r>
            <a:r>
              <a:rPr dirty="0" sz="1050" spc="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llantas</a:t>
            </a:r>
            <a:r>
              <a:rPr dirty="0" sz="1050" spc="7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y</a:t>
            </a:r>
            <a:r>
              <a:rPr dirty="0" sz="1050" spc="7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pavimento.</a:t>
            </a:r>
            <a:r>
              <a:rPr dirty="0" sz="1050" spc="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Su</a:t>
            </a:r>
            <a:r>
              <a:rPr dirty="0" sz="1050" spc="40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valor</a:t>
            </a:r>
            <a:r>
              <a:rPr dirty="0" sz="1050" spc="39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está</a:t>
            </a:r>
            <a:r>
              <a:rPr dirty="0" sz="1050" spc="409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determinado</a:t>
            </a:r>
            <a:r>
              <a:rPr dirty="0" sz="1050" spc="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por</a:t>
            </a:r>
            <a:r>
              <a:rPr dirty="0" sz="1050" spc="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numerosos</a:t>
            </a:r>
            <a:r>
              <a:rPr dirty="0" sz="1050" spc="7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factores,</a:t>
            </a:r>
            <a:r>
              <a:rPr dirty="0" sz="1050" spc="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como</a:t>
            </a:r>
            <a:r>
              <a:rPr dirty="0" sz="1050" spc="75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el </a:t>
            </a:r>
            <a:r>
              <a:rPr dirty="0" sz="1050">
                <a:latin typeface="Times New Roman"/>
                <a:cs typeface="Times New Roman"/>
              </a:rPr>
              <a:t>estado</a:t>
            </a:r>
            <a:r>
              <a:rPr dirty="0" sz="1050" spc="10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10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las</a:t>
            </a:r>
            <a:r>
              <a:rPr dirty="0" sz="1050" spc="10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superficies</a:t>
            </a:r>
            <a:r>
              <a:rPr dirty="0" sz="1050" spc="9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</a:t>
            </a:r>
            <a:r>
              <a:rPr dirty="0" sz="1050" spc="9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contacto,</a:t>
            </a:r>
            <a:r>
              <a:rPr dirty="0" sz="1050" spc="9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velocidad</a:t>
            </a:r>
            <a:r>
              <a:rPr dirty="0" sz="1050" spc="1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del</a:t>
            </a:r>
            <a:r>
              <a:rPr dirty="0" sz="1050" spc="9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vehículo,</a:t>
            </a:r>
            <a:r>
              <a:rPr dirty="0" sz="1050" spc="10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presión</a:t>
            </a:r>
            <a:r>
              <a:rPr dirty="0" sz="1050" spc="10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10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inflado,</a:t>
            </a:r>
            <a:r>
              <a:rPr dirty="0" sz="1050" spc="10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etc.</a:t>
            </a:r>
            <a:r>
              <a:rPr dirty="0" sz="1050" spc="9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10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acuerdo</a:t>
            </a:r>
            <a:r>
              <a:rPr dirty="0" sz="1050" spc="105">
                <a:latin typeface="Times New Roman"/>
                <a:cs typeface="Times New Roman"/>
              </a:rPr>
              <a:t> </a:t>
            </a:r>
            <a:r>
              <a:rPr dirty="0" sz="1050" spc="-50">
                <a:latin typeface="Times New Roman"/>
                <a:cs typeface="Times New Roman"/>
              </a:rPr>
              <a:t>a </a:t>
            </a:r>
            <a:r>
              <a:rPr dirty="0" sz="1050">
                <a:latin typeface="Times New Roman"/>
                <a:cs typeface="Times New Roman"/>
              </a:rPr>
              <a:t>esto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tenemos</a:t>
            </a:r>
            <a:r>
              <a:rPr dirty="0" sz="1050" spc="-30">
                <a:latin typeface="Times New Roman"/>
                <a:cs typeface="Times New Roman"/>
              </a:rPr>
              <a:t> </a:t>
            </a:r>
            <a:r>
              <a:rPr dirty="0" sz="1050" spc="-20">
                <a:latin typeface="Times New Roman"/>
                <a:cs typeface="Times New Roman"/>
              </a:rPr>
              <a:t>que:</a:t>
            </a:r>
            <a:endParaRPr sz="1050">
              <a:latin typeface="Times New Roman"/>
              <a:cs typeface="Times New Roman"/>
            </a:endParaRPr>
          </a:p>
          <a:p>
            <a:pPr marL="448945">
              <a:lnSpc>
                <a:spcPct val="100000"/>
              </a:lnSpc>
              <a:spcBef>
                <a:spcPts val="1145"/>
              </a:spcBef>
              <a:tabLst>
                <a:tab pos="4393565" algn="l"/>
              </a:tabLst>
            </a:pPr>
            <a:r>
              <a:rPr dirty="0" sz="1050" i="1">
                <a:latin typeface="Times New Roman"/>
                <a:cs typeface="Times New Roman"/>
              </a:rPr>
              <a:t>ff</a:t>
            </a:r>
            <a:r>
              <a:rPr dirty="0" sz="1050" spc="15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=</a:t>
            </a:r>
            <a:r>
              <a:rPr dirty="0" sz="1050" spc="5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f</a:t>
            </a:r>
            <a:r>
              <a:rPr dirty="0" sz="1050" spc="5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(</a:t>
            </a:r>
            <a:r>
              <a:rPr dirty="0" sz="1050" spc="15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P.Cos</a:t>
            </a:r>
            <a:r>
              <a:rPr dirty="0" sz="1100" i="1">
                <a:latin typeface="Trebuchet MS"/>
                <a:cs typeface="Trebuchet MS"/>
              </a:rPr>
              <a:t>α</a:t>
            </a:r>
            <a:r>
              <a:rPr dirty="0" sz="1100" spc="45" i="1">
                <a:latin typeface="Trebuchet MS"/>
                <a:cs typeface="Trebuchet MS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+</a:t>
            </a:r>
            <a:r>
              <a:rPr dirty="0" sz="1050" spc="35" i="1">
                <a:latin typeface="Times New Roman"/>
                <a:cs typeface="Times New Roman"/>
              </a:rPr>
              <a:t> </a:t>
            </a:r>
            <a:r>
              <a:rPr dirty="0" sz="1050" spc="-10" i="1">
                <a:latin typeface="Times New Roman"/>
                <a:cs typeface="Times New Roman"/>
              </a:rPr>
              <a:t>Fc.Sen</a:t>
            </a:r>
            <a:r>
              <a:rPr dirty="0" sz="1100" spc="-10" i="1">
                <a:latin typeface="Trebuchet MS"/>
                <a:cs typeface="Trebuchet MS"/>
              </a:rPr>
              <a:t>α</a:t>
            </a:r>
            <a:r>
              <a:rPr dirty="0" sz="1050" spc="-10" i="1">
                <a:latin typeface="Times New Roman"/>
                <a:cs typeface="Times New Roman"/>
              </a:rPr>
              <a:t>)</a:t>
            </a:r>
            <a:r>
              <a:rPr dirty="0" sz="1050" i="1">
                <a:latin typeface="Times New Roman"/>
                <a:cs typeface="Times New Roman"/>
              </a:rPr>
              <a:t>	</a:t>
            </a:r>
            <a:r>
              <a:rPr dirty="0" sz="1050" spc="-25">
                <a:latin typeface="Times New Roman"/>
                <a:cs typeface="Times New Roman"/>
              </a:rPr>
              <a:t>(2)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50">
                <a:latin typeface="Times New Roman"/>
                <a:cs typeface="Times New Roman"/>
              </a:rPr>
              <a:t>Donde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f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=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coeficiente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fricción.</a:t>
            </a: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dirty="0" sz="1050">
                <a:latin typeface="Times New Roman"/>
                <a:cs typeface="Times New Roman"/>
              </a:rPr>
              <a:t>Reemplazando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ff</a:t>
            </a:r>
            <a:r>
              <a:rPr dirty="0" sz="1050" spc="-15" i="1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(1)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y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Fc</a:t>
            </a:r>
            <a:r>
              <a:rPr dirty="0" sz="1050" spc="-10" i="1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(1)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y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(2)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tenemos: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451610" y="6024892"/>
            <a:ext cx="328231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050" i="1">
                <a:latin typeface="Times New Roman"/>
                <a:cs typeface="Times New Roman"/>
              </a:rPr>
              <a:t>f</a:t>
            </a:r>
            <a:r>
              <a:rPr dirty="0" sz="1050" spc="15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(</a:t>
            </a:r>
            <a:r>
              <a:rPr dirty="0" sz="1050" spc="15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P.Cos</a:t>
            </a:r>
            <a:r>
              <a:rPr dirty="0" sz="1100" i="1">
                <a:latin typeface="Trebuchet MS"/>
                <a:cs typeface="Trebuchet MS"/>
              </a:rPr>
              <a:t>α</a:t>
            </a:r>
            <a:r>
              <a:rPr dirty="0" sz="1100" spc="25" i="1">
                <a:latin typeface="Trebuchet MS"/>
                <a:cs typeface="Trebuchet MS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+</a:t>
            </a:r>
            <a:r>
              <a:rPr dirty="0" sz="1050" spc="15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P.</a:t>
            </a:r>
            <a:r>
              <a:rPr dirty="0" sz="1050" spc="20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Sen</a:t>
            </a:r>
            <a:r>
              <a:rPr dirty="0" sz="1100" i="1">
                <a:latin typeface="Trebuchet MS"/>
                <a:cs typeface="Trebuchet MS"/>
              </a:rPr>
              <a:t>α</a:t>
            </a:r>
            <a:r>
              <a:rPr dirty="0" sz="1050" i="1">
                <a:latin typeface="Times New Roman"/>
                <a:cs typeface="Times New Roman"/>
              </a:rPr>
              <a:t>.</a:t>
            </a:r>
            <a:r>
              <a:rPr dirty="0" sz="1050" spc="15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V</a:t>
            </a:r>
            <a:r>
              <a:rPr dirty="0" baseline="29914" sz="975" i="1">
                <a:latin typeface="Times New Roman"/>
                <a:cs typeface="Times New Roman"/>
              </a:rPr>
              <a:t>2</a:t>
            </a:r>
            <a:r>
              <a:rPr dirty="0" sz="1050" i="1">
                <a:latin typeface="Times New Roman"/>
                <a:cs typeface="Times New Roman"/>
              </a:rPr>
              <a:t>/gR)</a:t>
            </a:r>
            <a:r>
              <a:rPr dirty="0" sz="1050" spc="25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+</a:t>
            </a:r>
            <a:r>
              <a:rPr dirty="0" sz="1050" spc="15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P.Sen</a:t>
            </a:r>
            <a:r>
              <a:rPr dirty="0" sz="1100" i="1">
                <a:latin typeface="Trebuchet MS"/>
                <a:cs typeface="Trebuchet MS"/>
              </a:rPr>
              <a:t>α</a:t>
            </a:r>
            <a:r>
              <a:rPr dirty="0" sz="1100" spc="15" i="1">
                <a:latin typeface="Trebuchet MS"/>
                <a:cs typeface="Trebuchet MS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=</a:t>
            </a:r>
            <a:r>
              <a:rPr dirty="0" sz="1050" spc="15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P.</a:t>
            </a:r>
            <a:r>
              <a:rPr dirty="0" sz="1050" spc="5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Cos</a:t>
            </a:r>
            <a:r>
              <a:rPr dirty="0" sz="1100" i="1">
                <a:latin typeface="Trebuchet MS"/>
                <a:cs typeface="Trebuchet MS"/>
              </a:rPr>
              <a:t>α</a:t>
            </a:r>
            <a:r>
              <a:rPr dirty="0" sz="1050" i="1">
                <a:latin typeface="Times New Roman"/>
                <a:cs typeface="Times New Roman"/>
              </a:rPr>
              <a:t>.</a:t>
            </a:r>
            <a:r>
              <a:rPr dirty="0" sz="1050" spc="240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V</a:t>
            </a:r>
            <a:r>
              <a:rPr dirty="0" baseline="29914" sz="975" i="1">
                <a:latin typeface="Times New Roman"/>
                <a:cs typeface="Times New Roman"/>
              </a:rPr>
              <a:t>2</a:t>
            </a:r>
            <a:r>
              <a:rPr dirty="0" sz="1050" i="1">
                <a:latin typeface="Times New Roman"/>
                <a:cs typeface="Times New Roman"/>
              </a:rPr>
              <a:t>/gR</a:t>
            </a:r>
            <a:r>
              <a:rPr dirty="0" sz="1050" spc="55" i="1">
                <a:latin typeface="Times New Roman"/>
                <a:cs typeface="Times New Roman"/>
              </a:rPr>
              <a:t> </a:t>
            </a:r>
            <a:r>
              <a:rPr dirty="0" sz="1050" spc="-50">
                <a:latin typeface="Times New Roman"/>
                <a:cs typeface="Times New Roman"/>
              </a:rPr>
              <a:t>.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5421629" y="6031242"/>
            <a:ext cx="17272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25">
                <a:latin typeface="Times New Roman"/>
                <a:cs typeface="Times New Roman"/>
              </a:rPr>
              <a:t>(3)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002030" y="6352552"/>
            <a:ext cx="5436870" cy="1468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latin typeface="Times New Roman"/>
                <a:cs typeface="Times New Roman"/>
              </a:rPr>
              <a:t>Ahora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dividiendo (3)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por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P</a:t>
            </a:r>
            <a:r>
              <a:rPr dirty="0" sz="1050" spc="-5" i="1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y </a:t>
            </a:r>
            <a:r>
              <a:rPr dirty="0" sz="1050" i="1">
                <a:latin typeface="Times New Roman"/>
                <a:cs typeface="Times New Roman"/>
              </a:rPr>
              <a:t>Cos</a:t>
            </a:r>
            <a:r>
              <a:rPr dirty="0" sz="1100" i="1">
                <a:latin typeface="Trebuchet MS"/>
                <a:cs typeface="Trebuchet MS"/>
              </a:rPr>
              <a:t>α</a:t>
            </a:r>
            <a:r>
              <a:rPr dirty="0" sz="1100" spc="-10" i="1">
                <a:latin typeface="Trebuchet MS"/>
                <a:cs typeface="Trebuchet MS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 </a:t>
            </a:r>
            <a:r>
              <a:rPr dirty="0" sz="1050" spc="-10">
                <a:latin typeface="Times New Roman"/>
                <a:cs typeface="Times New Roman"/>
              </a:rPr>
              <a:t>obtiene: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1050">
              <a:latin typeface="Times New Roman"/>
              <a:cs typeface="Times New Roman"/>
            </a:endParaRPr>
          </a:p>
          <a:p>
            <a:pPr marL="487045">
              <a:lnSpc>
                <a:spcPct val="100000"/>
              </a:lnSpc>
            </a:pPr>
            <a:r>
              <a:rPr dirty="0" sz="1050" i="1">
                <a:latin typeface="Times New Roman"/>
                <a:cs typeface="Times New Roman"/>
              </a:rPr>
              <a:t>f</a:t>
            </a:r>
            <a:r>
              <a:rPr dirty="0" sz="1050" spc="15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(1</a:t>
            </a:r>
            <a:r>
              <a:rPr dirty="0" sz="1050" spc="15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+</a:t>
            </a:r>
            <a:r>
              <a:rPr dirty="0" sz="1050" spc="25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Tan</a:t>
            </a:r>
            <a:r>
              <a:rPr dirty="0" sz="1100" i="1">
                <a:latin typeface="Trebuchet MS"/>
                <a:cs typeface="Trebuchet MS"/>
              </a:rPr>
              <a:t>α</a:t>
            </a:r>
            <a:r>
              <a:rPr dirty="0" sz="1100" spc="10" i="1">
                <a:latin typeface="Trebuchet MS"/>
                <a:cs typeface="Trebuchet MS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.V</a:t>
            </a:r>
            <a:r>
              <a:rPr dirty="0" baseline="29914" sz="975" i="1">
                <a:latin typeface="Times New Roman"/>
                <a:cs typeface="Times New Roman"/>
              </a:rPr>
              <a:t>2</a:t>
            </a:r>
            <a:r>
              <a:rPr dirty="0" sz="1050" i="1">
                <a:latin typeface="Times New Roman"/>
                <a:cs typeface="Times New Roman"/>
              </a:rPr>
              <a:t>/gR)</a:t>
            </a:r>
            <a:r>
              <a:rPr dirty="0" sz="1050" spc="10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+</a:t>
            </a:r>
            <a:r>
              <a:rPr dirty="0" sz="1050" spc="15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Tan</a:t>
            </a:r>
            <a:r>
              <a:rPr dirty="0" sz="1100" i="1">
                <a:latin typeface="Trebuchet MS"/>
                <a:cs typeface="Trebuchet MS"/>
              </a:rPr>
              <a:t>α</a:t>
            </a:r>
            <a:r>
              <a:rPr dirty="0" sz="1100" spc="10" i="1">
                <a:latin typeface="Trebuchet MS"/>
                <a:cs typeface="Trebuchet MS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=</a:t>
            </a:r>
            <a:r>
              <a:rPr dirty="0" sz="1050" spc="10" i="1">
                <a:latin typeface="Times New Roman"/>
                <a:cs typeface="Times New Roman"/>
              </a:rPr>
              <a:t> </a:t>
            </a:r>
            <a:r>
              <a:rPr dirty="0" sz="1050" spc="-20" i="1">
                <a:latin typeface="Times New Roman"/>
                <a:cs typeface="Times New Roman"/>
              </a:rPr>
              <a:t>V</a:t>
            </a:r>
            <a:r>
              <a:rPr dirty="0" baseline="29914" sz="975" spc="-30" i="1">
                <a:latin typeface="Times New Roman"/>
                <a:cs typeface="Times New Roman"/>
              </a:rPr>
              <a:t>2</a:t>
            </a:r>
            <a:r>
              <a:rPr dirty="0" sz="1050" spc="-20" i="1">
                <a:latin typeface="Times New Roman"/>
                <a:cs typeface="Times New Roman"/>
              </a:rPr>
              <a:t>/gR</a:t>
            </a:r>
            <a:endParaRPr sz="1050">
              <a:latin typeface="Times New Roman"/>
              <a:cs typeface="Times New Roman"/>
            </a:endParaRPr>
          </a:p>
          <a:p>
            <a:pPr marL="487045" marR="30480" indent="-436880">
              <a:lnSpc>
                <a:spcPts val="2500"/>
              </a:lnSpc>
              <a:spcBef>
                <a:spcPts val="260"/>
              </a:spcBef>
            </a:pPr>
            <a:r>
              <a:rPr dirty="0" sz="1050">
                <a:latin typeface="Times New Roman"/>
                <a:cs typeface="Times New Roman"/>
              </a:rPr>
              <a:t>Pero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Tan</a:t>
            </a:r>
            <a:r>
              <a:rPr dirty="0" sz="1050">
                <a:latin typeface="Consolas"/>
                <a:cs typeface="Consolas"/>
              </a:rPr>
              <a:t>α</a:t>
            </a:r>
            <a:r>
              <a:rPr dirty="0" sz="1050" spc="-30">
                <a:latin typeface="Consolas"/>
                <a:cs typeface="Consolas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igual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inclinación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calzada,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o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sea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curva,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cual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denota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por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 spc="-50" i="1">
                <a:latin typeface="Times New Roman"/>
                <a:cs typeface="Times New Roman"/>
              </a:rPr>
              <a:t>e</a:t>
            </a:r>
            <a:r>
              <a:rPr dirty="0" sz="1050" spc="500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f</a:t>
            </a:r>
            <a:r>
              <a:rPr dirty="0" sz="1050" spc="-5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(1</a:t>
            </a:r>
            <a:r>
              <a:rPr dirty="0" sz="1050" spc="-15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+</a:t>
            </a:r>
            <a:r>
              <a:rPr dirty="0" sz="1050" spc="-10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e</a:t>
            </a:r>
            <a:r>
              <a:rPr dirty="0" sz="1050" spc="-5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.V</a:t>
            </a:r>
            <a:r>
              <a:rPr dirty="0" baseline="29914" sz="975" i="1">
                <a:latin typeface="Times New Roman"/>
                <a:cs typeface="Times New Roman"/>
              </a:rPr>
              <a:t>2</a:t>
            </a:r>
            <a:r>
              <a:rPr dirty="0" sz="1050" i="1">
                <a:latin typeface="Times New Roman"/>
                <a:cs typeface="Times New Roman"/>
              </a:rPr>
              <a:t>/gR)</a:t>
            </a:r>
            <a:r>
              <a:rPr dirty="0" sz="1050" spc="-5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+</a:t>
            </a:r>
            <a:r>
              <a:rPr dirty="0" sz="1050" spc="-10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e</a:t>
            </a:r>
            <a:r>
              <a:rPr dirty="0" sz="1050" spc="-5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=</a:t>
            </a:r>
            <a:r>
              <a:rPr dirty="0" sz="1050" spc="-10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V</a:t>
            </a:r>
            <a:r>
              <a:rPr dirty="0" baseline="29914" sz="975" i="1">
                <a:latin typeface="Times New Roman"/>
                <a:cs typeface="Times New Roman"/>
              </a:rPr>
              <a:t>2</a:t>
            </a:r>
            <a:r>
              <a:rPr dirty="0" sz="1050" i="1">
                <a:latin typeface="Times New Roman"/>
                <a:cs typeface="Times New Roman"/>
              </a:rPr>
              <a:t>/Gr</a:t>
            </a:r>
            <a:r>
              <a:rPr dirty="0" sz="1050" spc="-10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f</a:t>
            </a:r>
            <a:r>
              <a:rPr dirty="0" sz="1050" spc="-15" i="1">
                <a:latin typeface="Times New Roman"/>
                <a:cs typeface="Times New Roman"/>
              </a:rPr>
              <a:t> </a:t>
            </a:r>
            <a:r>
              <a:rPr dirty="0" sz="1050" spc="-50" i="1">
                <a:latin typeface="Times New Roman"/>
                <a:cs typeface="Times New Roman"/>
              </a:rPr>
              <a:t>+</a:t>
            </a:r>
            <a:endParaRPr sz="1050">
              <a:latin typeface="Times New Roman"/>
              <a:cs typeface="Times New Roman"/>
            </a:endParaRPr>
          </a:p>
          <a:p>
            <a:pPr marL="487045">
              <a:lnSpc>
                <a:spcPts val="910"/>
              </a:lnSpc>
            </a:pPr>
            <a:r>
              <a:rPr dirty="0" sz="1050" i="1">
                <a:latin typeface="Times New Roman"/>
                <a:cs typeface="Times New Roman"/>
              </a:rPr>
              <a:t>e</a:t>
            </a:r>
            <a:r>
              <a:rPr dirty="0" sz="1050" spc="-5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=</a:t>
            </a:r>
            <a:r>
              <a:rPr dirty="0" sz="1050" spc="-10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V</a:t>
            </a:r>
            <a:r>
              <a:rPr dirty="0" baseline="29914" sz="975" i="1">
                <a:latin typeface="Times New Roman"/>
                <a:cs typeface="Times New Roman"/>
              </a:rPr>
              <a:t>2</a:t>
            </a:r>
            <a:r>
              <a:rPr dirty="0" sz="1050" i="1">
                <a:latin typeface="Times New Roman"/>
                <a:cs typeface="Times New Roman"/>
              </a:rPr>
              <a:t>/gR</a:t>
            </a:r>
            <a:r>
              <a:rPr dirty="0" sz="1050" spc="5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–</a:t>
            </a:r>
            <a:r>
              <a:rPr dirty="0" sz="1050" spc="-5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f.</a:t>
            </a:r>
            <a:r>
              <a:rPr dirty="0" sz="1050" spc="-10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e.</a:t>
            </a:r>
            <a:r>
              <a:rPr dirty="0" sz="1050" spc="190" i="1">
                <a:latin typeface="Times New Roman"/>
                <a:cs typeface="Times New Roman"/>
              </a:rPr>
              <a:t> </a:t>
            </a:r>
            <a:r>
              <a:rPr dirty="0" sz="1050" spc="-20" i="1">
                <a:latin typeface="Times New Roman"/>
                <a:cs typeface="Times New Roman"/>
              </a:rPr>
              <a:t>V</a:t>
            </a:r>
            <a:r>
              <a:rPr dirty="0" baseline="29914" sz="975" spc="-30" i="1">
                <a:latin typeface="Times New Roman"/>
                <a:cs typeface="Times New Roman"/>
              </a:rPr>
              <a:t>2</a:t>
            </a:r>
            <a:r>
              <a:rPr dirty="0" sz="1050" spc="-20" i="1">
                <a:latin typeface="Times New Roman"/>
                <a:cs typeface="Times New Roman"/>
              </a:rPr>
              <a:t>/gR</a:t>
            </a:r>
            <a:endParaRPr sz="1050">
              <a:latin typeface="Times New Roman"/>
              <a:cs typeface="Times New Roman"/>
            </a:endParaRPr>
          </a:p>
          <a:p>
            <a:pPr marL="487045">
              <a:lnSpc>
                <a:spcPts val="1240"/>
              </a:lnSpc>
            </a:pPr>
            <a:r>
              <a:rPr dirty="0" sz="1050" i="1">
                <a:latin typeface="Times New Roman"/>
                <a:cs typeface="Times New Roman"/>
              </a:rPr>
              <a:t>f</a:t>
            </a:r>
            <a:r>
              <a:rPr dirty="0" sz="1050" spc="-5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+</a:t>
            </a:r>
            <a:r>
              <a:rPr dirty="0" sz="1050" spc="-10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e</a:t>
            </a:r>
            <a:r>
              <a:rPr dirty="0" sz="1050" spc="-5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=</a:t>
            </a:r>
            <a:r>
              <a:rPr dirty="0" sz="1050" spc="-10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V</a:t>
            </a:r>
            <a:r>
              <a:rPr dirty="0" baseline="29914" sz="975" i="1">
                <a:latin typeface="Times New Roman"/>
                <a:cs typeface="Times New Roman"/>
              </a:rPr>
              <a:t>2</a:t>
            </a:r>
            <a:r>
              <a:rPr dirty="0" sz="1050" i="1">
                <a:latin typeface="Times New Roman"/>
                <a:cs typeface="Times New Roman"/>
              </a:rPr>
              <a:t>/gR</a:t>
            </a:r>
            <a:r>
              <a:rPr dirty="0" sz="1050" spc="-5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(1</a:t>
            </a:r>
            <a:r>
              <a:rPr dirty="0" sz="1050" spc="-5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–</a:t>
            </a:r>
            <a:r>
              <a:rPr dirty="0" sz="1050" spc="-5" i="1">
                <a:latin typeface="Times New Roman"/>
                <a:cs typeface="Times New Roman"/>
              </a:rPr>
              <a:t> </a:t>
            </a:r>
            <a:r>
              <a:rPr dirty="0" sz="1050" spc="-20" i="1">
                <a:latin typeface="Times New Roman"/>
                <a:cs typeface="Times New Roman"/>
              </a:rPr>
              <a:t>f.e.)</a:t>
            </a:r>
            <a:endParaRPr sz="10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014730" y="1461782"/>
            <a:ext cx="5545455" cy="1275080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algn="just" marL="38100" marR="30480">
              <a:lnSpc>
                <a:spcPts val="1220"/>
              </a:lnSpc>
              <a:spcBef>
                <a:spcPts val="175"/>
              </a:spcBef>
            </a:pPr>
            <a:r>
              <a:rPr dirty="0" sz="1050">
                <a:latin typeface="Times New Roman"/>
                <a:cs typeface="Times New Roman"/>
              </a:rPr>
              <a:t>Debido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los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valores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f</a:t>
            </a:r>
            <a:r>
              <a:rPr dirty="0" sz="1050" spc="-10" i="1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están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comprendidos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entre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0.09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y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0.18 y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los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e</a:t>
            </a:r>
            <a:r>
              <a:rPr dirty="0" sz="1050" spc="-15" i="1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oscilan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entre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0.02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y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 spc="-20">
                <a:latin typeface="Times New Roman"/>
                <a:cs typeface="Times New Roman"/>
              </a:rPr>
              <a:t>0.08 </a:t>
            </a:r>
            <a:r>
              <a:rPr dirty="0" sz="1050">
                <a:latin typeface="Times New Roman"/>
                <a:cs typeface="Times New Roman"/>
              </a:rPr>
              <a:t>(peralte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máximo),</a:t>
            </a:r>
            <a:r>
              <a:rPr dirty="0" sz="1050" spc="-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valores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-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verán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más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adelante,</a:t>
            </a:r>
            <a:r>
              <a:rPr dirty="0" sz="1050" spc="-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entonces</a:t>
            </a:r>
            <a:r>
              <a:rPr dirty="0" sz="1050" spc="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su</a:t>
            </a:r>
            <a:r>
              <a:rPr dirty="0" sz="1050" spc="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producto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puede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despreciarse</a:t>
            </a:r>
            <a:r>
              <a:rPr dirty="0" sz="1050" spc="35">
                <a:latin typeface="Times New Roman"/>
                <a:cs typeface="Times New Roman"/>
              </a:rPr>
              <a:t> </a:t>
            </a:r>
            <a:r>
              <a:rPr dirty="0" sz="1050" spc="-20">
                <a:latin typeface="Times New Roman"/>
                <a:cs typeface="Times New Roman"/>
              </a:rPr>
              <a:t>ante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magnitud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P,</a:t>
            </a:r>
            <a:r>
              <a:rPr dirty="0" sz="1050" spc="3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entonces:</a:t>
            </a:r>
            <a:endParaRPr sz="1050">
              <a:latin typeface="Times New Roman"/>
              <a:cs typeface="Times New Roman"/>
            </a:endParaRPr>
          </a:p>
          <a:p>
            <a:pPr marL="474345">
              <a:lnSpc>
                <a:spcPct val="100000"/>
              </a:lnSpc>
              <a:spcBef>
                <a:spcPts val="1155"/>
              </a:spcBef>
            </a:pPr>
            <a:r>
              <a:rPr dirty="0" sz="1050" i="1">
                <a:latin typeface="Times New Roman"/>
                <a:cs typeface="Times New Roman"/>
              </a:rPr>
              <a:t>e</a:t>
            </a:r>
            <a:r>
              <a:rPr dirty="0" sz="1050" spc="-5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=</a:t>
            </a:r>
            <a:r>
              <a:rPr dirty="0" sz="1050" spc="-10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V</a:t>
            </a:r>
            <a:r>
              <a:rPr dirty="0" baseline="29914" sz="975" i="1">
                <a:latin typeface="Times New Roman"/>
                <a:cs typeface="Times New Roman"/>
              </a:rPr>
              <a:t>2</a:t>
            </a:r>
            <a:r>
              <a:rPr dirty="0" sz="1050" i="1">
                <a:latin typeface="Times New Roman"/>
                <a:cs typeface="Times New Roman"/>
              </a:rPr>
              <a:t>/gR –</a:t>
            </a:r>
            <a:r>
              <a:rPr dirty="0" sz="1050" spc="-5" i="1">
                <a:latin typeface="Times New Roman"/>
                <a:cs typeface="Times New Roman"/>
              </a:rPr>
              <a:t> </a:t>
            </a:r>
            <a:r>
              <a:rPr dirty="0" sz="1050" spc="-50" i="1">
                <a:latin typeface="Times New Roman"/>
                <a:cs typeface="Times New Roman"/>
              </a:rPr>
              <a:t>f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1050">
              <a:latin typeface="Times New Roman"/>
              <a:cs typeface="Times New Roman"/>
            </a:endParaRPr>
          </a:p>
          <a:p>
            <a:pPr algn="just" marL="38100" marR="43180">
              <a:lnSpc>
                <a:spcPts val="1220"/>
              </a:lnSpc>
            </a:pPr>
            <a:r>
              <a:rPr dirty="0" sz="1050">
                <a:latin typeface="Times New Roman"/>
                <a:cs typeface="Times New Roman"/>
              </a:rPr>
              <a:t>Si</a:t>
            </a:r>
            <a:r>
              <a:rPr dirty="0" sz="1050" spc="8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reemplazamos</a:t>
            </a:r>
            <a:r>
              <a:rPr dirty="0" sz="1050" spc="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</a:t>
            </a:r>
            <a:r>
              <a:rPr dirty="0" sz="1050" spc="105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g</a:t>
            </a:r>
            <a:r>
              <a:rPr dirty="0" sz="1050" spc="80" i="1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por</a:t>
            </a:r>
            <a:r>
              <a:rPr dirty="0" sz="1050" spc="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su</a:t>
            </a:r>
            <a:r>
              <a:rPr dirty="0" sz="1050" spc="8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valor</a:t>
            </a:r>
            <a:r>
              <a:rPr dirty="0" sz="1050" spc="8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real</a:t>
            </a:r>
            <a:r>
              <a:rPr dirty="0" sz="1050" spc="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y</a:t>
            </a:r>
            <a:r>
              <a:rPr dirty="0" sz="1050" spc="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expresando</a:t>
            </a:r>
            <a:r>
              <a:rPr dirty="0" sz="1050" spc="8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velocidad</a:t>
            </a:r>
            <a:r>
              <a:rPr dirty="0" sz="1050" spc="9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</a:t>
            </a:r>
            <a:r>
              <a:rPr dirty="0" sz="1050" spc="8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kilómetros</a:t>
            </a:r>
            <a:r>
              <a:rPr dirty="0" sz="1050" spc="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por</a:t>
            </a:r>
            <a:r>
              <a:rPr dirty="0" sz="1050" spc="9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hora</a:t>
            </a:r>
            <a:r>
              <a:rPr dirty="0" sz="1050" spc="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7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obtiene </a:t>
            </a:r>
            <a:r>
              <a:rPr dirty="0" sz="1050" spc="-20">
                <a:latin typeface="Times New Roman"/>
                <a:cs typeface="Times New Roman"/>
              </a:rPr>
              <a:t>que: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3691890" y="2990863"/>
            <a:ext cx="38100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latin typeface="Times New Roman"/>
                <a:cs typeface="Times New Roman"/>
              </a:rPr>
              <a:t>(8 –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1)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040130" y="3417582"/>
            <a:ext cx="5488940" cy="1498600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algn="just" marL="12700" marR="13970">
              <a:lnSpc>
                <a:spcPts val="1220"/>
              </a:lnSpc>
              <a:spcBef>
                <a:spcPts val="175"/>
              </a:spcBef>
            </a:pP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fórmula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simplificada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para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cálculo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del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función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del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radio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28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curva,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metros </a:t>
            </a:r>
            <a:r>
              <a:rPr dirty="0" sz="1050">
                <a:latin typeface="Times New Roman"/>
                <a:cs typeface="Times New Roman"/>
              </a:rPr>
              <a:t>y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velocidad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kilómetros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por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hora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y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coeficiente</a:t>
            </a:r>
            <a:r>
              <a:rPr dirty="0" sz="1050" spc="2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fricción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lateral.</a:t>
            </a:r>
            <a:endParaRPr sz="1050">
              <a:latin typeface="Times New Roman"/>
              <a:cs typeface="Times New Roman"/>
            </a:endParaRPr>
          </a:p>
          <a:p>
            <a:pPr algn="just" marL="12700">
              <a:lnSpc>
                <a:spcPct val="100000"/>
              </a:lnSpc>
              <a:spcBef>
                <a:spcPts val="985"/>
              </a:spcBef>
            </a:pPr>
            <a:r>
              <a:rPr dirty="0" sz="1350">
                <a:latin typeface="Times New Roman"/>
                <a:cs typeface="Times New Roman"/>
              </a:rPr>
              <a:t>VALORES</a:t>
            </a:r>
            <a:r>
              <a:rPr dirty="0" sz="1350" spc="-35">
                <a:latin typeface="Times New Roman"/>
                <a:cs typeface="Times New Roman"/>
              </a:rPr>
              <a:t> </a:t>
            </a:r>
            <a:r>
              <a:rPr dirty="0" sz="1350">
                <a:latin typeface="Times New Roman"/>
                <a:cs typeface="Times New Roman"/>
              </a:rPr>
              <a:t>DEL</a:t>
            </a:r>
            <a:r>
              <a:rPr dirty="0" sz="1350" spc="-40">
                <a:latin typeface="Times New Roman"/>
                <a:cs typeface="Times New Roman"/>
              </a:rPr>
              <a:t> </a:t>
            </a:r>
            <a:r>
              <a:rPr dirty="0" sz="1350">
                <a:latin typeface="Times New Roman"/>
                <a:cs typeface="Times New Roman"/>
              </a:rPr>
              <a:t>COEFICIENTE</a:t>
            </a:r>
            <a:r>
              <a:rPr dirty="0" sz="1350" spc="-40">
                <a:latin typeface="Times New Roman"/>
                <a:cs typeface="Times New Roman"/>
              </a:rPr>
              <a:t> </a:t>
            </a:r>
            <a:r>
              <a:rPr dirty="0" sz="1350">
                <a:latin typeface="Times New Roman"/>
                <a:cs typeface="Times New Roman"/>
              </a:rPr>
              <a:t>DE</a:t>
            </a:r>
            <a:r>
              <a:rPr dirty="0" sz="1350" spc="-40">
                <a:latin typeface="Times New Roman"/>
                <a:cs typeface="Times New Roman"/>
              </a:rPr>
              <a:t> </a:t>
            </a:r>
            <a:r>
              <a:rPr dirty="0" sz="1350">
                <a:latin typeface="Times New Roman"/>
                <a:cs typeface="Times New Roman"/>
              </a:rPr>
              <a:t>FRICCIÓN</a:t>
            </a:r>
            <a:r>
              <a:rPr dirty="0" sz="1350" spc="-55">
                <a:latin typeface="Times New Roman"/>
                <a:cs typeface="Times New Roman"/>
              </a:rPr>
              <a:t> </a:t>
            </a:r>
            <a:r>
              <a:rPr dirty="0" sz="1350" spc="-10">
                <a:latin typeface="Times New Roman"/>
                <a:cs typeface="Times New Roman"/>
              </a:rPr>
              <a:t>LATERAL</a:t>
            </a:r>
            <a:endParaRPr sz="1350">
              <a:latin typeface="Times New Roman"/>
              <a:cs typeface="Times New Roman"/>
            </a:endParaRPr>
          </a:p>
          <a:p>
            <a:pPr algn="just" marL="12700" marR="5080">
              <a:lnSpc>
                <a:spcPts val="1220"/>
              </a:lnSpc>
              <a:spcBef>
                <a:spcPts val="390"/>
              </a:spcBef>
            </a:pPr>
            <a:r>
              <a:rPr dirty="0" sz="1050">
                <a:latin typeface="Times New Roman"/>
                <a:cs typeface="Times New Roman"/>
              </a:rPr>
              <a:t>A</a:t>
            </a:r>
            <a:r>
              <a:rPr dirty="0" sz="1050" spc="1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partir</a:t>
            </a:r>
            <a:r>
              <a:rPr dirty="0" sz="1050" spc="1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1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innumerables</a:t>
            </a:r>
            <a:r>
              <a:rPr dirty="0" sz="1050" spc="1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pruebas</a:t>
            </a:r>
            <a:r>
              <a:rPr dirty="0" sz="1050" spc="1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realizadas</a:t>
            </a:r>
            <a:r>
              <a:rPr dirty="0" sz="1050" spc="114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por</a:t>
            </a:r>
            <a:r>
              <a:rPr dirty="0" sz="1050" spc="1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diferentes</a:t>
            </a:r>
            <a:r>
              <a:rPr dirty="0" sz="1050" spc="1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organizaciones</a:t>
            </a:r>
            <a:r>
              <a:rPr dirty="0" sz="1050" spc="1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114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han</a:t>
            </a:r>
            <a:r>
              <a:rPr dirty="0" sz="1050" spc="1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obtenido</a:t>
            </a:r>
            <a:r>
              <a:rPr dirty="0" sz="1050" spc="12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valores </a:t>
            </a:r>
            <a:r>
              <a:rPr dirty="0" sz="1050">
                <a:latin typeface="Times New Roman"/>
                <a:cs typeface="Times New Roman"/>
              </a:rPr>
              <a:t>aplicados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al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diseño del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 como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función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 la velocidad.</a:t>
            </a:r>
            <a:r>
              <a:rPr dirty="0" sz="1050" spc="135">
                <a:latin typeface="Times New Roman"/>
                <a:cs typeface="Times New Roman"/>
              </a:rPr>
              <a:t>  </a:t>
            </a:r>
            <a:r>
              <a:rPr dirty="0" sz="1050">
                <a:latin typeface="Times New Roman"/>
                <a:cs typeface="Times New Roman"/>
              </a:rPr>
              <a:t>Los valores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del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coeficiente de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fricción,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presentan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2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Tabla</a:t>
            </a:r>
            <a:r>
              <a:rPr dirty="0" sz="1050" spc="2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8.1,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disminuyen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al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aumentar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6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velocidad.</a:t>
            </a:r>
            <a:endParaRPr sz="1050">
              <a:latin typeface="Times New Roman"/>
              <a:cs typeface="Times New Roman"/>
            </a:endParaRPr>
          </a:p>
          <a:p>
            <a:pPr algn="ctr" marL="3810">
              <a:lnSpc>
                <a:spcPct val="100000"/>
              </a:lnSpc>
              <a:spcBef>
                <a:spcPts val="1170"/>
              </a:spcBef>
            </a:pPr>
            <a:r>
              <a:rPr dirty="0" sz="1050">
                <a:latin typeface="Times New Roman"/>
                <a:cs typeface="Times New Roman"/>
              </a:rPr>
              <a:t>TABLA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8.1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-</a:t>
            </a:r>
            <a:r>
              <a:rPr dirty="0" sz="1050" spc="-10">
                <a:latin typeface="Times New Roman"/>
                <a:cs typeface="Times New Roman"/>
              </a:rPr>
              <a:t> COEFICIENTES</a:t>
            </a:r>
            <a:r>
              <a:rPr dirty="0" sz="1050">
                <a:latin typeface="Times New Roman"/>
                <a:cs typeface="Times New Roman"/>
              </a:rPr>
              <a:t> DE</a:t>
            </a:r>
            <a:r>
              <a:rPr dirty="0" sz="1050" spc="-10">
                <a:latin typeface="Times New Roman"/>
                <a:cs typeface="Times New Roman"/>
              </a:rPr>
              <a:t> FRICCION</a:t>
            </a:r>
            <a:r>
              <a:rPr dirty="0" sz="1050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LATERAL</a:t>
            </a:r>
            <a:endParaRPr sz="1050">
              <a:latin typeface="Times New Roman"/>
              <a:cs typeface="Times New Roman"/>
            </a:endParaRPr>
          </a:p>
        </p:txBody>
      </p:sp>
      <p:graphicFrame>
        <p:nvGraphicFramePr>
          <p:cNvPr id="5" name="object 5" descr=""/>
          <p:cNvGraphicFramePr>
            <a:graphicFrameLocks noGrp="1"/>
          </p:cNvGraphicFramePr>
          <p:nvPr/>
        </p:nvGraphicFramePr>
        <p:xfrm>
          <a:off x="1009014" y="4906023"/>
          <a:ext cx="5736590" cy="9874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93470"/>
                <a:gridCol w="350519"/>
                <a:gridCol w="350519"/>
                <a:gridCol w="350519"/>
                <a:gridCol w="350519"/>
                <a:gridCol w="350519"/>
                <a:gridCol w="349250"/>
                <a:gridCol w="351789"/>
                <a:gridCol w="350520"/>
                <a:gridCol w="361950"/>
                <a:gridCol w="322579"/>
                <a:gridCol w="323850"/>
                <a:gridCol w="394970"/>
                <a:gridCol w="353060"/>
              </a:tblGrid>
              <a:tr h="169545">
                <a:tc>
                  <a:txBody>
                    <a:bodyPr/>
                    <a:lstStyle/>
                    <a:p>
                      <a:pPr marL="269875">
                        <a:lnSpc>
                          <a:spcPts val="1235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Velocidad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solidFill>
                      <a:srgbClr val="B1B1B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r" marR="259715">
                        <a:lnSpc>
                          <a:spcPts val="1220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especifica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algn="r" marR="29019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(Km/h)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1B1B1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</a:pPr>
                      <a:r>
                        <a:rPr dirty="0" sz="850" spc="-25">
                          <a:latin typeface="Times New Roman"/>
                          <a:cs typeface="Times New Roman"/>
                        </a:rPr>
                        <a:t>30</a:t>
                      </a:r>
                      <a:endParaRPr sz="8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</a:pPr>
                      <a:r>
                        <a:rPr dirty="0" sz="850" spc="-25">
                          <a:latin typeface="Times New Roman"/>
                          <a:cs typeface="Times New Roman"/>
                        </a:rPr>
                        <a:t>40</a:t>
                      </a:r>
                      <a:endParaRPr sz="8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1285">
                        <a:lnSpc>
                          <a:spcPct val="100000"/>
                        </a:lnSpc>
                      </a:pPr>
                      <a:r>
                        <a:rPr dirty="0" sz="850" spc="-25">
                          <a:latin typeface="Times New Roman"/>
                          <a:cs typeface="Times New Roman"/>
                        </a:rPr>
                        <a:t>50</a:t>
                      </a:r>
                      <a:endParaRPr sz="8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</a:pPr>
                      <a:r>
                        <a:rPr dirty="0" sz="850" spc="-25">
                          <a:latin typeface="Times New Roman"/>
                          <a:cs typeface="Times New Roman"/>
                        </a:rPr>
                        <a:t>60</a:t>
                      </a:r>
                      <a:endParaRPr sz="8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</a:pPr>
                      <a:r>
                        <a:rPr dirty="0" sz="850" spc="-25">
                          <a:latin typeface="Times New Roman"/>
                          <a:cs typeface="Times New Roman"/>
                        </a:rPr>
                        <a:t>70</a:t>
                      </a:r>
                      <a:endParaRPr sz="8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</a:pPr>
                      <a:r>
                        <a:rPr dirty="0" sz="850" spc="-25">
                          <a:latin typeface="Times New Roman"/>
                          <a:cs typeface="Times New Roman"/>
                        </a:rPr>
                        <a:t>80</a:t>
                      </a:r>
                      <a:endParaRPr sz="8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1285">
                        <a:lnSpc>
                          <a:spcPct val="100000"/>
                        </a:lnSpc>
                      </a:pPr>
                      <a:r>
                        <a:rPr dirty="0" sz="850" spc="-25">
                          <a:latin typeface="Times New Roman"/>
                          <a:cs typeface="Times New Roman"/>
                        </a:rPr>
                        <a:t>90</a:t>
                      </a:r>
                      <a:endParaRPr sz="8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0">
                        <a:lnSpc>
                          <a:spcPts val="1000"/>
                        </a:lnSpc>
                      </a:pPr>
                      <a:r>
                        <a:rPr dirty="0" sz="850" spc="-25">
                          <a:latin typeface="Times New Roman"/>
                          <a:cs typeface="Times New Roman"/>
                        </a:rPr>
                        <a:t>10</a:t>
                      </a: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 algn="ctr" marL="5080">
                        <a:lnSpc>
                          <a:spcPts val="1000"/>
                        </a:lnSpc>
                      </a:pPr>
                      <a:r>
                        <a:rPr dirty="0" sz="850" spc="-50">
                          <a:latin typeface="Times New Roman"/>
                          <a:cs typeface="Times New Roman"/>
                        </a:rPr>
                        <a:t>0</a:t>
                      </a:r>
                      <a:endParaRPr sz="8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ts val="1000"/>
                        </a:lnSpc>
                      </a:pPr>
                      <a:r>
                        <a:rPr dirty="0" sz="850" spc="-25">
                          <a:latin typeface="Times New Roman"/>
                          <a:cs typeface="Times New Roman"/>
                        </a:rPr>
                        <a:t>11</a:t>
                      </a: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 algn="ctr" marL="1270">
                        <a:lnSpc>
                          <a:spcPts val="1000"/>
                        </a:lnSpc>
                      </a:pPr>
                      <a:r>
                        <a:rPr dirty="0" sz="850" spc="-50">
                          <a:latin typeface="Times New Roman"/>
                          <a:cs typeface="Times New Roman"/>
                        </a:rPr>
                        <a:t>0</a:t>
                      </a:r>
                      <a:endParaRPr sz="8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ts val="1000"/>
                        </a:lnSpc>
                      </a:pPr>
                      <a:r>
                        <a:rPr dirty="0" sz="850" spc="-50">
                          <a:latin typeface="Times New Roman"/>
                          <a:cs typeface="Times New Roman"/>
                        </a:rPr>
                        <a:t>1</a:t>
                      </a: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 algn="ctr" marL="2540">
                        <a:lnSpc>
                          <a:spcPts val="975"/>
                        </a:lnSpc>
                      </a:pPr>
                      <a:r>
                        <a:rPr dirty="0" sz="850" spc="-50">
                          <a:latin typeface="Times New Roman"/>
                          <a:cs typeface="Times New Roman"/>
                        </a:rPr>
                        <a:t>2</a:t>
                      </a: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 algn="ctr" marL="2540">
                        <a:lnSpc>
                          <a:spcPts val="930"/>
                        </a:lnSpc>
                      </a:pPr>
                      <a:r>
                        <a:rPr dirty="0" sz="850" spc="-50">
                          <a:latin typeface="Times New Roman"/>
                          <a:cs typeface="Times New Roman"/>
                        </a:rPr>
                        <a:t>0</a:t>
                      </a:r>
                      <a:endParaRPr sz="8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</a:pPr>
                      <a:r>
                        <a:rPr dirty="0" sz="850" spc="-50">
                          <a:latin typeface="Times New Roman"/>
                          <a:cs typeface="Times New Roman"/>
                        </a:rPr>
                        <a:t>1</a:t>
                      </a: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975"/>
                        </a:lnSpc>
                      </a:pPr>
                      <a:r>
                        <a:rPr dirty="0" sz="850" spc="-50">
                          <a:latin typeface="Times New Roman"/>
                          <a:cs typeface="Times New Roman"/>
                        </a:rPr>
                        <a:t>3</a:t>
                      </a: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930"/>
                        </a:lnSpc>
                      </a:pPr>
                      <a:r>
                        <a:rPr dirty="0" sz="850" spc="-50">
                          <a:latin typeface="Times New Roman"/>
                          <a:cs typeface="Times New Roman"/>
                        </a:rPr>
                        <a:t>0</a:t>
                      </a:r>
                      <a:endParaRPr sz="8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ts val="1000"/>
                        </a:lnSpc>
                      </a:pPr>
                      <a:r>
                        <a:rPr dirty="0" sz="850" spc="-25">
                          <a:latin typeface="Times New Roman"/>
                          <a:cs typeface="Times New Roman"/>
                        </a:rPr>
                        <a:t>14</a:t>
                      </a: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 algn="ctr" marL="1270">
                        <a:lnSpc>
                          <a:spcPts val="1000"/>
                        </a:lnSpc>
                      </a:pPr>
                      <a:r>
                        <a:rPr dirty="0" sz="850" spc="-50">
                          <a:latin typeface="Times New Roman"/>
                          <a:cs typeface="Times New Roman"/>
                        </a:rPr>
                        <a:t>0</a:t>
                      </a:r>
                      <a:endParaRPr sz="8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ts val="1000"/>
                        </a:lnSpc>
                      </a:pPr>
                      <a:r>
                        <a:rPr dirty="0" sz="850" spc="-25">
                          <a:latin typeface="Times New Roman"/>
                          <a:cs typeface="Times New Roman"/>
                        </a:rPr>
                        <a:t>15</a:t>
                      </a: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1000"/>
                        </a:lnSpc>
                      </a:pPr>
                      <a:r>
                        <a:rPr dirty="0" sz="850" spc="-50">
                          <a:latin typeface="Times New Roman"/>
                          <a:cs typeface="Times New Roman"/>
                        </a:rPr>
                        <a:t>0</a:t>
                      </a:r>
                      <a:endParaRPr sz="8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marL="129539" marR="107950" indent="-6350">
                        <a:lnSpc>
                          <a:spcPct val="103200"/>
                        </a:lnSpc>
                        <a:spcBef>
                          <a:spcPts val="25"/>
                        </a:spcBef>
                      </a:pPr>
                      <a:r>
                        <a:rPr dirty="0" sz="1050">
                          <a:latin typeface="Times New Roman"/>
                          <a:cs typeface="Times New Roman"/>
                        </a:rPr>
                        <a:t>Coeficiente</a:t>
                      </a:r>
                      <a:r>
                        <a:rPr dirty="0" sz="105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 spc="-25">
                          <a:latin typeface="Times New Roman"/>
                          <a:cs typeface="Times New Roman"/>
                        </a:rPr>
                        <a:t>de </a:t>
                      </a:r>
                      <a:r>
                        <a:rPr dirty="0" sz="1050">
                          <a:latin typeface="Times New Roman"/>
                          <a:cs typeface="Times New Roman"/>
                        </a:rPr>
                        <a:t>Fricción</a:t>
                      </a:r>
                      <a:r>
                        <a:rPr dirty="0" sz="1050" spc="1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lateral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1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1B1B1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880"/>
                        </a:lnSpc>
                        <a:spcBef>
                          <a:spcPts val="785"/>
                        </a:spcBef>
                      </a:pPr>
                      <a:r>
                        <a:rPr dirty="0" sz="750" spc="-25">
                          <a:latin typeface="Times New Roman"/>
                          <a:cs typeface="Times New Roman"/>
                        </a:rPr>
                        <a:t>0.1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algn="ctr" marL="6350">
                        <a:lnSpc>
                          <a:spcPts val="880"/>
                        </a:lnSpc>
                      </a:pPr>
                      <a:r>
                        <a:rPr dirty="0" sz="750" spc="-50">
                          <a:latin typeface="Times New Roman"/>
                          <a:cs typeface="Times New Roman"/>
                        </a:rPr>
                        <a:t>8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9969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880"/>
                        </a:lnSpc>
                        <a:spcBef>
                          <a:spcPts val="785"/>
                        </a:spcBef>
                      </a:pPr>
                      <a:r>
                        <a:rPr dirty="0" sz="750" spc="-25">
                          <a:latin typeface="Times New Roman"/>
                          <a:cs typeface="Times New Roman"/>
                        </a:rPr>
                        <a:t>0.1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algn="ctr" marL="8255">
                        <a:lnSpc>
                          <a:spcPts val="880"/>
                        </a:lnSpc>
                      </a:pPr>
                      <a:r>
                        <a:rPr dirty="0" sz="750" spc="-25">
                          <a:latin typeface="Times New Roman"/>
                          <a:cs typeface="Times New Roman"/>
                        </a:rPr>
                        <a:t>72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9969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985">
                        <a:lnSpc>
                          <a:spcPts val="880"/>
                        </a:lnSpc>
                        <a:spcBef>
                          <a:spcPts val="785"/>
                        </a:spcBef>
                      </a:pPr>
                      <a:r>
                        <a:rPr dirty="0" sz="750" spc="-25">
                          <a:latin typeface="Times New Roman"/>
                          <a:cs typeface="Times New Roman"/>
                        </a:rPr>
                        <a:t>0.1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algn="ctr" marL="5715">
                        <a:lnSpc>
                          <a:spcPts val="880"/>
                        </a:lnSpc>
                      </a:pPr>
                      <a:r>
                        <a:rPr dirty="0" sz="750" spc="-25">
                          <a:latin typeface="Times New Roman"/>
                          <a:cs typeface="Times New Roman"/>
                        </a:rPr>
                        <a:t>64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9969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985">
                        <a:lnSpc>
                          <a:spcPts val="880"/>
                        </a:lnSpc>
                        <a:spcBef>
                          <a:spcPts val="785"/>
                        </a:spcBef>
                      </a:pPr>
                      <a:r>
                        <a:rPr dirty="0" sz="750" spc="-25">
                          <a:latin typeface="Times New Roman"/>
                          <a:cs typeface="Times New Roman"/>
                        </a:rPr>
                        <a:t>0.1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algn="ctr" marL="8255">
                        <a:lnSpc>
                          <a:spcPts val="880"/>
                        </a:lnSpc>
                      </a:pPr>
                      <a:r>
                        <a:rPr dirty="0" sz="750" spc="-25">
                          <a:latin typeface="Times New Roman"/>
                          <a:cs typeface="Times New Roman"/>
                        </a:rPr>
                        <a:t>57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9969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880"/>
                        </a:lnSpc>
                        <a:spcBef>
                          <a:spcPts val="785"/>
                        </a:spcBef>
                      </a:pPr>
                      <a:r>
                        <a:rPr dirty="0" sz="750" spc="-25">
                          <a:latin typeface="Times New Roman"/>
                          <a:cs typeface="Times New Roman"/>
                        </a:rPr>
                        <a:t>0.1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algn="ctr" marL="8255">
                        <a:lnSpc>
                          <a:spcPts val="880"/>
                        </a:lnSpc>
                      </a:pPr>
                      <a:r>
                        <a:rPr dirty="0" sz="750" spc="-25">
                          <a:latin typeface="Times New Roman"/>
                          <a:cs typeface="Times New Roman"/>
                        </a:rPr>
                        <a:t>49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9969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880"/>
                        </a:lnSpc>
                        <a:spcBef>
                          <a:spcPts val="785"/>
                        </a:spcBef>
                      </a:pPr>
                      <a:r>
                        <a:rPr dirty="0" sz="750" spc="-25">
                          <a:latin typeface="Times New Roman"/>
                          <a:cs typeface="Times New Roman"/>
                        </a:rPr>
                        <a:t>0.1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algn="ctr" marL="6985">
                        <a:lnSpc>
                          <a:spcPts val="880"/>
                        </a:lnSpc>
                      </a:pPr>
                      <a:r>
                        <a:rPr dirty="0" sz="750" spc="-25">
                          <a:latin typeface="Times New Roman"/>
                          <a:cs typeface="Times New Roman"/>
                        </a:rPr>
                        <a:t>41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9969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5715">
                        <a:lnSpc>
                          <a:spcPts val="880"/>
                        </a:lnSpc>
                        <a:spcBef>
                          <a:spcPts val="785"/>
                        </a:spcBef>
                      </a:pPr>
                      <a:r>
                        <a:rPr dirty="0" sz="750" spc="-25">
                          <a:latin typeface="Times New Roman"/>
                          <a:cs typeface="Times New Roman"/>
                        </a:rPr>
                        <a:t>0.1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algn="ctr" marL="6985">
                        <a:lnSpc>
                          <a:spcPts val="880"/>
                        </a:lnSpc>
                      </a:pPr>
                      <a:r>
                        <a:rPr dirty="0" sz="750" spc="-25">
                          <a:latin typeface="Times New Roman"/>
                          <a:cs typeface="Times New Roman"/>
                        </a:rPr>
                        <a:t>33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9969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880"/>
                        </a:lnSpc>
                        <a:spcBef>
                          <a:spcPts val="785"/>
                        </a:spcBef>
                      </a:pPr>
                      <a:r>
                        <a:rPr dirty="0" sz="750" spc="-25">
                          <a:latin typeface="Times New Roman"/>
                          <a:cs typeface="Times New Roman"/>
                        </a:rPr>
                        <a:t>0.1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algn="ctr" marL="6985">
                        <a:lnSpc>
                          <a:spcPts val="880"/>
                        </a:lnSpc>
                      </a:pPr>
                      <a:r>
                        <a:rPr dirty="0" sz="750" spc="-25">
                          <a:latin typeface="Times New Roman"/>
                          <a:cs typeface="Times New Roman"/>
                        </a:rPr>
                        <a:t>26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9969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ts val="880"/>
                        </a:lnSpc>
                        <a:spcBef>
                          <a:spcPts val="785"/>
                        </a:spcBef>
                      </a:pPr>
                      <a:r>
                        <a:rPr dirty="0" sz="750" spc="-25">
                          <a:latin typeface="Times New Roman"/>
                          <a:cs typeface="Times New Roman"/>
                        </a:rPr>
                        <a:t>0.1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algn="ctr" marL="1905">
                        <a:lnSpc>
                          <a:spcPts val="880"/>
                        </a:lnSpc>
                      </a:pPr>
                      <a:r>
                        <a:rPr dirty="0" sz="750" spc="-25">
                          <a:latin typeface="Times New Roman"/>
                          <a:cs typeface="Times New Roman"/>
                        </a:rPr>
                        <a:t>18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9969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3810">
                        <a:lnSpc>
                          <a:spcPts val="880"/>
                        </a:lnSpc>
                        <a:spcBef>
                          <a:spcPts val="785"/>
                        </a:spcBef>
                      </a:pPr>
                      <a:r>
                        <a:rPr dirty="0" sz="750" spc="-25">
                          <a:latin typeface="Times New Roman"/>
                          <a:cs typeface="Times New Roman"/>
                        </a:rPr>
                        <a:t>0.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algn="ctr" marL="3810">
                        <a:lnSpc>
                          <a:spcPts val="860"/>
                        </a:lnSpc>
                      </a:pPr>
                      <a:r>
                        <a:rPr dirty="0" sz="750" spc="-50">
                          <a:latin typeface="Times New Roman"/>
                          <a:cs typeface="Times New Roman"/>
                        </a:rPr>
                        <a:t>1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algn="ctr" marL="3810">
                        <a:lnSpc>
                          <a:spcPts val="815"/>
                        </a:lnSpc>
                      </a:pPr>
                      <a:r>
                        <a:rPr dirty="0" sz="750" spc="-50">
                          <a:latin typeface="Times New Roman"/>
                          <a:cs typeface="Times New Roman"/>
                        </a:rPr>
                        <a:t>1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9969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ts val="880"/>
                        </a:lnSpc>
                        <a:spcBef>
                          <a:spcPts val="785"/>
                        </a:spcBef>
                      </a:pPr>
                      <a:r>
                        <a:rPr dirty="0" sz="750" spc="-25">
                          <a:latin typeface="Times New Roman"/>
                          <a:cs typeface="Times New Roman"/>
                        </a:rPr>
                        <a:t>0.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860"/>
                        </a:lnSpc>
                      </a:pPr>
                      <a:r>
                        <a:rPr dirty="0" sz="750" spc="-50">
                          <a:latin typeface="Times New Roman"/>
                          <a:cs typeface="Times New Roman"/>
                        </a:rPr>
                        <a:t>1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815"/>
                        </a:lnSpc>
                      </a:pPr>
                      <a:r>
                        <a:rPr dirty="0" sz="750" spc="-50">
                          <a:latin typeface="Times New Roman"/>
                          <a:cs typeface="Times New Roman"/>
                        </a:rPr>
                        <a:t>0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9969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880"/>
                        </a:lnSpc>
                        <a:spcBef>
                          <a:spcPts val="785"/>
                        </a:spcBef>
                      </a:pPr>
                      <a:r>
                        <a:rPr dirty="0" sz="750" spc="-25">
                          <a:latin typeface="Times New Roman"/>
                          <a:cs typeface="Times New Roman"/>
                        </a:rPr>
                        <a:t>0.0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algn="ctr" marL="635">
                        <a:lnSpc>
                          <a:spcPts val="880"/>
                        </a:lnSpc>
                      </a:pPr>
                      <a:r>
                        <a:rPr dirty="0" sz="750" spc="-25">
                          <a:latin typeface="Times New Roman"/>
                          <a:cs typeface="Times New Roman"/>
                        </a:rPr>
                        <a:t>94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9969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ts val="880"/>
                        </a:lnSpc>
                        <a:spcBef>
                          <a:spcPts val="785"/>
                        </a:spcBef>
                      </a:pPr>
                      <a:r>
                        <a:rPr dirty="0" sz="750" spc="-25">
                          <a:latin typeface="Times New Roman"/>
                          <a:cs typeface="Times New Roman"/>
                        </a:rPr>
                        <a:t>0.0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algn="ctr" marL="635">
                        <a:lnSpc>
                          <a:spcPts val="880"/>
                        </a:lnSpc>
                      </a:pPr>
                      <a:r>
                        <a:rPr dirty="0" sz="750" spc="-25">
                          <a:latin typeface="Times New Roman"/>
                          <a:cs typeface="Times New Roman"/>
                        </a:rPr>
                        <a:t>87</a:t>
                      </a:r>
                      <a:endParaRPr sz="7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9969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" name="object 6" descr=""/>
          <p:cNvSpPr txBox="1"/>
          <p:nvPr/>
        </p:nvSpPr>
        <p:spPr>
          <a:xfrm>
            <a:off x="1040130" y="5882652"/>
            <a:ext cx="5498465" cy="24307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latin typeface="Times New Roman"/>
                <a:cs typeface="Times New Roman"/>
              </a:rPr>
              <a:t>Tomado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del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Manual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Diseño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Geométrico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Vías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del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I.N.V.</a:t>
            </a:r>
            <a:endParaRPr sz="1050">
              <a:latin typeface="Times New Roman"/>
              <a:cs typeface="Times New Roman"/>
            </a:endParaRPr>
          </a:p>
          <a:p>
            <a:pPr algn="just" marL="12700">
              <a:lnSpc>
                <a:spcPct val="100000"/>
              </a:lnSpc>
              <a:spcBef>
                <a:spcPts val="1040"/>
              </a:spcBef>
            </a:pPr>
            <a:r>
              <a:rPr dirty="0" sz="1350">
                <a:latin typeface="Times New Roman"/>
                <a:cs typeface="Times New Roman"/>
              </a:rPr>
              <a:t>PERALTE</a:t>
            </a:r>
            <a:r>
              <a:rPr dirty="0" sz="1350" spc="-55">
                <a:latin typeface="Times New Roman"/>
                <a:cs typeface="Times New Roman"/>
              </a:rPr>
              <a:t> </a:t>
            </a:r>
            <a:r>
              <a:rPr dirty="0" sz="1350" spc="-10">
                <a:latin typeface="Times New Roman"/>
                <a:cs typeface="Times New Roman"/>
              </a:rPr>
              <a:t>MÁXIMO</a:t>
            </a:r>
            <a:endParaRPr sz="1350">
              <a:latin typeface="Times New Roman"/>
              <a:cs typeface="Times New Roman"/>
            </a:endParaRPr>
          </a:p>
          <a:p>
            <a:pPr algn="just" marL="12700" marR="19050">
              <a:lnSpc>
                <a:spcPts val="1220"/>
              </a:lnSpc>
              <a:spcBef>
                <a:spcPts val="390"/>
              </a:spcBef>
            </a:pP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7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</a:t>
            </a:r>
            <a:r>
              <a:rPr dirty="0" sz="1050" spc="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inclinación</a:t>
            </a:r>
            <a:r>
              <a:rPr dirty="0" sz="1050" spc="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transversal,</a:t>
            </a:r>
            <a:r>
              <a:rPr dirty="0" sz="1050" spc="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</a:t>
            </a:r>
            <a:r>
              <a:rPr dirty="0" sz="1050" spc="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relación</a:t>
            </a:r>
            <a:r>
              <a:rPr dirty="0" sz="1050" spc="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con</a:t>
            </a:r>
            <a:r>
              <a:rPr dirty="0" sz="1050" spc="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horizontal,</a:t>
            </a:r>
            <a:r>
              <a:rPr dirty="0" sz="1050" spc="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da</a:t>
            </a:r>
            <a:r>
              <a:rPr dirty="0" sz="1050" spc="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</a:t>
            </a:r>
            <a:r>
              <a:rPr dirty="0" sz="1050" spc="7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calzada</a:t>
            </a:r>
            <a:r>
              <a:rPr dirty="0" sz="1050" spc="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hacia</a:t>
            </a:r>
            <a:r>
              <a:rPr dirty="0" sz="1050" spc="70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el </a:t>
            </a:r>
            <a:r>
              <a:rPr dirty="0" sz="1050">
                <a:latin typeface="Times New Roman"/>
                <a:cs typeface="Times New Roman"/>
              </a:rPr>
              <a:t>interior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curva,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para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contrarrestar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efecto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 la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fuerza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centrífuga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 un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vehículo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que transita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por </a:t>
            </a:r>
            <a:r>
              <a:rPr dirty="0" sz="1050">
                <a:latin typeface="Times New Roman"/>
                <a:cs typeface="Times New Roman"/>
              </a:rPr>
              <a:t>un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alineamiento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horizontal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curva.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Dicha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acción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está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contrarrestada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también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por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rozamiento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entre </a:t>
            </a:r>
            <a:r>
              <a:rPr dirty="0" sz="1050">
                <a:latin typeface="Times New Roman"/>
                <a:cs typeface="Times New Roman"/>
              </a:rPr>
              <a:t>ruedas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y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pavimento.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050">
              <a:latin typeface="Times New Roman"/>
              <a:cs typeface="Times New Roman"/>
            </a:endParaRPr>
          </a:p>
          <a:p>
            <a:pPr algn="just" marL="12700" marR="5080">
              <a:lnSpc>
                <a:spcPts val="1220"/>
              </a:lnSpc>
            </a:pPr>
            <a:r>
              <a:rPr dirty="0" sz="1050">
                <a:latin typeface="Times New Roman"/>
                <a:cs typeface="Times New Roman"/>
              </a:rPr>
              <a:t>En</a:t>
            </a:r>
            <a:r>
              <a:rPr dirty="0" sz="1050" spc="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Colombia</a:t>
            </a:r>
            <a:r>
              <a:rPr dirty="0" sz="1050" spc="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I.N.V.</a:t>
            </a:r>
            <a:r>
              <a:rPr dirty="0" sz="1050" spc="7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ha</a:t>
            </a:r>
            <a:r>
              <a:rPr dirty="0" sz="1050" spc="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determinado</a:t>
            </a:r>
            <a:r>
              <a:rPr dirty="0" sz="1050" spc="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un</a:t>
            </a:r>
            <a:r>
              <a:rPr dirty="0" sz="1050" spc="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7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máximo</a:t>
            </a:r>
            <a:r>
              <a:rPr dirty="0" sz="1050" spc="7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para</a:t>
            </a:r>
            <a:r>
              <a:rPr dirty="0" sz="1050" spc="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vías</a:t>
            </a:r>
            <a:r>
              <a:rPr dirty="0" sz="1050" spc="8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rurales</a:t>
            </a:r>
            <a:r>
              <a:rPr dirty="0" sz="1050" spc="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del</a:t>
            </a:r>
            <a:r>
              <a:rPr dirty="0" sz="1050" spc="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0.08</a:t>
            </a:r>
            <a:r>
              <a:rPr dirty="0" sz="1050" spc="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(8.0%),</a:t>
            </a:r>
            <a:r>
              <a:rPr dirty="0" sz="1050" spc="7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60">
                <a:latin typeface="Times New Roman"/>
                <a:cs typeface="Times New Roman"/>
              </a:rPr>
              <a:t> </a:t>
            </a:r>
            <a:r>
              <a:rPr dirty="0" sz="1050" spc="-20">
                <a:latin typeface="Times New Roman"/>
                <a:cs typeface="Times New Roman"/>
              </a:rPr>
              <a:t>cual </a:t>
            </a:r>
            <a:r>
              <a:rPr dirty="0" sz="1050">
                <a:latin typeface="Times New Roman"/>
                <a:cs typeface="Times New Roman"/>
              </a:rPr>
              <a:t>permite</a:t>
            </a:r>
            <a:r>
              <a:rPr dirty="0" sz="1050" spc="29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manejar</a:t>
            </a:r>
            <a:r>
              <a:rPr dirty="0" sz="1050" spc="28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aceptables</a:t>
            </a:r>
            <a:r>
              <a:rPr dirty="0" sz="1050" spc="2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velocidades</a:t>
            </a:r>
            <a:r>
              <a:rPr dirty="0" sz="1050" spc="28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especificas</a:t>
            </a:r>
            <a:r>
              <a:rPr dirty="0" sz="1050" spc="2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y</a:t>
            </a:r>
            <a:r>
              <a:rPr dirty="0" sz="1050" spc="28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no</a:t>
            </a:r>
            <a:r>
              <a:rPr dirty="0" sz="1050" spc="280">
                <a:latin typeface="Times New Roman"/>
                <a:cs typeface="Times New Roman"/>
              </a:rPr>
              <a:t>  </a:t>
            </a:r>
            <a:r>
              <a:rPr dirty="0" sz="1050">
                <a:latin typeface="Times New Roman"/>
                <a:cs typeface="Times New Roman"/>
              </a:rPr>
              <a:t>incomodar</a:t>
            </a:r>
            <a:r>
              <a:rPr dirty="0" sz="1050" spc="28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</a:t>
            </a:r>
            <a:r>
              <a:rPr dirty="0" sz="1050" spc="28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vehículos</a:t>
            </a:r>
            <a:r>
              <a:rPr dirty="0" sz="1050" spc="29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28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viajan</a:t>
            </a:r>
            <a:r>
              <a:rPr dirty="0" sz="1050" spc="285">
                <a:latin typeface="Times New Roman"/>
                <a:cs typeface="Times New Roman"/>
              </a:rPr>
              <a:t> </a:t>
            </a:r>
            <a:r>
              <a:rPr dirty="0" sz="1050" spc="-50">
                <a:latin typeface="Times New Roman"/>
                <a:cs typeface="Times New Roman"/>
              </a:rPr>
              <a:t>a </a:t>
            </a:r>
            <a:r>
              <a:rPr dirty="0" sz="1050">
                <a:latin typeface="Times New Roman"/>
                <a:cs typeface="Times New Roman"/>
              </a:rPr>
              <a:t>velocidades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menores.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2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AASHTO</a:t>
            </a:r>
            <a:r>
              <a:rPr dirty="0" sz="1050" spc="229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recomienda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un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máximo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del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12.0%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para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vías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rurales.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 spc="-20">
                <a:latin typeface="Times New Roman"/>
                <a:cs typeface="Times New Roman"/>
              </a:rPr>
              <a:t>Para </a:t>
            </a:r>
            <a:r>
              <a:rPr dirty="0" sz="1050">
                <a:latin typeface="Times New Roman"/>
                <a:cs typeface="Times New Roman"/>
              </a:rPr>
              <a:t>vías</a:t>
            </a:r>
            <a:r>
              <a:rPr dirty="0" sz="1050" spc="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urbanas,</a:t>
            </a:r>
            <a:r>
              <a:rPr dirty="0" sz="1050" spc="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teniendo</a:t>
            </a:r>
            <a:r>
              <a:rPr dirty="0" sz="1050" spc="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</a:t>
            </a:r>
            <a:r>
              <a:rPr dirty="0" sz="1050" spc="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cuenta</a:t>
            </a:r>
            <a:r>
              <a:rPr dirty="0" sz="1050" spc="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las</a:t>
            </a:r>
            <a:r>
              <a:rPr dirty="0" sz="1050" spc="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menores</a:t>
            </a:r>
            <a:r>
              <a:rPr dirty="0" sz="1050" spc="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velocidades</a:t>
            </a:r>
            <a:r>
              <a:rPr dirty="0" sz="1050" spc="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normalmente</a:t>
            </a:r>
            <a:r>
              <a:rPr dirty="0" sz="1050" spc="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5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desarrollan</a:t>
            </a:r>
            <a:r>
              <a:rPr dirty="0" sz="1050" spc="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</a:t>
            </a:r>
            <a:r>
              <a:rPr dirty="0" sz="1050" spc="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estas</a:t>
            </a:r>
            <a:r>
              <a:rPr dirty="0" sz="1050" spc="45">
                <a:latin typeface="Times New Roman"/>
                <a:cs typeface="Times New Roman"/>
              </a:rPr>
              <a:t> </a:t>
            </a:r>
            <a:r>
              <a:rPr dirty="0" sz="1050" spc="-50">
                <a:latin typeface="Times New Roman"/>
                <a:cs typeface="Times New Roman"/>
              </a:rPr>
              <a:t>y </a:t>
            </a:r>
            <a:r>
              <a:rPr dirty="0" sz="1050">
                <a:latin typeface="Times New Roman"/>
                <a:cs typeface="Times New Roman"/>
              </a:rPr>
              <a:t>las</a:t>
            </a:r>
            <a:r>
              <a:rPr dirty="0" sz="1050" spc="3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dificultades</a:t>
            </a:r>
            <a:r>
              <a:rPr dirty="0" sz="1050" spc="3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3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3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presentan</a:t>
            </a:r>
            <a:r>
              <a:rPr dirty="0" sz="1050" spc="3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al</a:t>
            </a:r>
            <a:r>
              <a:rPr dirty="0" sz="1050" spc="3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tratar</a:t>
            </a:r>
            <a:r>
              <a:rPr dirty="0" sz="1050" spc="3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3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poner</a:t>
            </a:r>
            <a:r>
              <a:rPr dirty="0" sz="1050" spc="3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peraltes</a:t>
            </a:r>
            <a:r>
              <a:rPr dirty="0" sz="1050" spc="3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altos</a:t>
            </a:r>
            <a:r>
              <a:rPr dirty="0" sz="1050" spc="3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con</a:t>
            </a:r>
            <a:r>
              <a:rPr dirty="0" sz="1050" spc="3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los</a:t>
            </a:r>
            <a:r>
              <a:rPr dirty="0" sz="1050" spc="3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paramentos</a:t>
            </a:r>
            <a:r>
              <a:rPr dirty="0" sz="1050" spc="3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335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las </a:t>
            </a:r>
            <a:r>
              <a:rPr dirty="0" sz="1050">
                <a:latin typeface="Times New Roman"/>
                <a:cs typeface="Times New Roman"/>
              </a:rPr>
              <a:t>edificaciones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adyacentes,</a:t>
            </a:r>
            <a:r>
              <a:rPr dirty="0" sz="1050" spc="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con</a:t>
            </a:r>
            <a:r>
              <a:rPr dirty="0" sz="1050" spc="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las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vías</a:t>
            </a:r>
            <a:r>
              <a:rPr dirty="0" sz="1050" spc="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existentes</a:t>
            </a:r>
            <a:r>
              <a:rPr dirty="0" sz="1050" spc="3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3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3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cruzan</a:t>
            </a:r>
            <a:r>
              <a:rPr dirty="0" sz="1050" spc="1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con</a:t>
            </a:r>
            <a:r>
              <a:rPr dirty="0" sz="1050" spc="9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8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10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10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está</a:t>
            </a:r>
            <a:r>
              <a:rPr dirty="0" sz="1050" spc="9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diseñando</a:t>
            </a:r>
            <a:r>
              <a:rPr dirty="0" sz="1050" spc="8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o</a:t>
            </a:r>
            <a:r>
              <a:rPr dirty="0" sz="1050" spc="90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con </a:t>
            </a:r>
            <a:r>
              <a:rPr dirty="0" sz="1050">
                <a:latin typeface="Times New Roman"/>
                <a:cs typeface="Times New Roman"/>
              </a:rPr>
              <a:t>las</a:t>
            </a:r>
            <a:r>
              <a:rPr dirty="0" sz="1050" spc="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sirven</a:t>
            </a:r>
            <a:r>
              <a:rPr dirty="0" sz="1050" spc="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acceso</a:t>
            </a:r>
            <a:r>
              <a:rPr dirty="0" sz="1050" spc="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</a:t>
            </a:r>
            <a:r>
              <a:rPr dirty="0" sz="1050" spc="35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las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1304289" y="3103892"/>
            <a:ext cx="326390" cy="0"/>
          </a:xfrm>
          <a:custGeom>
            <a:avLst/>
            <a:gdLst/>
            <a:ahLst/>
            <a:cxnLst/>
            <a:rect l="l" t="t" r="r" b="b"/>
            <a:pathLst>
              <a:path w="326389" h="0">
                <a:moveTo>
                  <a:pt x="0" y="0"/>
                </a:moveTo>
                <a:lnTo>
                  <a:pt x="32639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1051560" y="2875292"/>
            <a:ext cx="865505" cy="420370"/>
          </a:xfrm>
          <a:custGeom>
            <a:avLst/>
            <a:gdLst/>
            <a:ahLst/>
            <a:cxnLst/>
            <a:rect l="l" t="t" r="r" b="b"/>
            <a:pathLst>
              <a:path w="865505" h="420370">
                <a:moveTo>
                  <a:pt x="5715" y="0"/>
                </a:moveTo>
                <a:lnTo>
                  <a:pt x="0" y="0"/>
                </a:lnTo>
                <a:lnTo>
                  <a:pt x="0" y="420370"/>
                </a:lnTo>
                <a:lnTo>
                  <a:pt x="5715" y="420370"/>
                </a:lnTo>
                <a:lnTo>
                  <a:pt x="5715" y="0"/>
                </a:lnTo>
                <a:close/>
              </a:path>
              <a:path w="865505" h="420370">
                <a:moveTo>
                  <a:pt x="865505" y="0"/>
                </a:moveTo>
                <a:lnTo>
                  <a:pt x="859790" y="0"/>
                </a:lnTo>
                <a:lnTo>
                  <a:pt x="6350" y="0"/>
                </a:lnTo>
                <a:lnTo>
                  <a:pt x="6350" y="6350"/>
                </a:lnTo>
                <a:lnTo>
                  <a:pt x="859790" y="6350"/>
                </a:lnTo>
                <a:lnTo>
                  <a:pt x="859790" y="414655"/>
                </a:lnTo>
                <a:lnTo>
                  <a:pt x="6350" y="414655"/>
                </a:lnTo>
                <a:lnTo>
                  <a:pt x="6350" y="420370"/>
                </a:lnTo>
                <a:lnTo>
                  <a:pt x="859790" y="420370"/>
                </a:lnTo>
                <a:lnTo>
                  <a:pt x="865505" y="420370"/>
                </a:lnTo>
                <a:lnTo>
                  <a:pt x="86550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1064260" y="2971813"/>
            <a:ext cx="207645" cy="200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i="1">
                <a:latin typeface="Times New Roman"/>
                <a:cs typeface="Times New Roman"/>
              </a:rPr>
              <a:t>e</a:t>
            </a:r>
            <a:r>
              <a:rPr dirty="0" sz="1150" spc="-10" i="1">
                <a:latin typeface="Times New Roman"/>
                <a:cs typeface="Times New Roman"/>
              </a:rPr>
              <a:t> </a:t>
            </a:r>
            <a:r>
              <a:rPr dirty="0" sz="1150" spc="-50">
                <a:latin typeface="Consolas"/>
                <a:cs typeface="Consolas"/>
              </a:rPr>
              <a:t>=</a:t>
            </a:r>
            <a:endParaRPr sz="1150">
              <a:latin typeface="Consolas"/>
              <a:cs typeface="Consolas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261110" y="2882913"/>
            <a:ext cx="272415" cy="200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150" spc="-25" i="1">
                <a:latin typeface="Times New Roman"/>
                <a:cs typeface="Times New Roman"/>
              </a:rPr>
              <a:t>Ve</a:t>
            </a:r>
            <a:r>
              <a:rPr dirty="0" baseline="29914" sz="975" spc="-37">
                <a:latin typeface="Times New Roman"/>
                <a:cs typeface="Times New Roman"/>
              </a:rPr>
              <a:t>2</a:t>
            </a:r>
            <a:endParaRPr baseline="29914" sz="975">
              <a:latin typeface="Times New Roman"/>
              <a:cs typeface="Times New Roman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653539" y="2968002"/>
            <a:ext cx="106045" cy="200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50">
                <a:latin typeface="Consolas"/>
                <a:cs typeface="Consolas"/>
              </a:rPr>
              <a:t>-</a:t>
            </a:r>
            <a:endParaRPr sz="1150">
              <a:latin typeface="Consolas"/>
              <a:cs typeface="Consolas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261110" y="3092463"/>
            <a:ext cx="483870" cy="200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150">
                <a:latin typeface="Times New Roman"/>
                <a:cs typeface="Times New Roman"/>
              </a:rPr>
              <a:t>127</a:t>
            </a:r>
            <a:r>
              <a:rPr dirty="0" sz="1150" i="1">
                <a:latin typeface="Times New Roman"/>
                <a:cs typeface="Times New Roman"/>
              </a:rPr>
              <a:t>R</a:t>
            </a:r>
            <a:r>
              <a:rPr dirty="0" sz="1150" spc="165" i="1">
                <a:latin typeface="Times New Roman"/>
                <a:cs typeface="Times New Roman"/>
              </a:rPr>
              <a:t> </a:t>
            </a:r>
            <a:r>
              <a:rPr dirty="0" baseline="-19323" sz="1725" spc="-75" i="1">
                <a:latin typeface="Times New Roman"/>
                <a:cs typeface="Times New Roman"/>
              </a:rPr>
              <a:t>f</a:t>
            </a:r>
            <a:endParaRPr baseline="-19323" sz="1725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040130" y="6487173"/>
            <a:ext cx="417830" cy="8305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050" spc="-10">
                <a:latin typeface="Times New Roman"/>
                <a:cs typeface="Times New Roman"/>
              </a:rPr>
              <a:t>Donde: </a:t>
            </a:r>
            <a:r>
              <a:rPr dirty="0" baseline="2645" sz="1575" spc="-30">
                <a:latin typeface="Times New Roman"/>
                <a:cs typeface="Times New Roman"/>
              </a:rPr>
              <a:t>R</a:t>
            </a:r>
            <a:r>
              <a:rPr dirty="0" sz="650" spc="-20">
                <a:latin typeface="Times New Roman"/>
                <a:cs typeface="Times New Roman"/>
              </a:rPr>
              <a:t>min</a:t>
            </a:r>
            <a:r>
              <a:rPr dirty="0" sz="650" spc="500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Ve</a:t>
            </a:r>
            <a:endParaRPr sz="1050">
              <a:latin typeface="Times New Roman"/>
              <a:cs typeface="Times New Roman"/>
            </a:endParaRPr>
          </a:p>
          <a:p>
            <a:pPr marL="12700" marR="196850">
              <a:lnSpc>
                <a:spcPts val="1290"/>
              </a:lnSpc>
              <a:spcBef>
                <a:spcPts val="25"/>
              </a:spcBef>
            </a:pPr>
            <a:r>
              <a:rPr dirty="0" baseline="2645" sz="1575" spc="-30">
                <a:latin typeface="Times New Roman"/>
                <a:cs typeface="Times New Roman"/>
              </a:rPr>
              <a:t>e</a:t>
            </a:r>
            <a:r>
              <a:rPr dirty="0" sz="650" spc="-20">
                <a:latin typeface="Times New Roman"/>
                <a:cs typeface="Times New Roman"/>
              </a:rPr>
              <a:t>max</a:t>
            </a:r>
            <a:r>
              <a:rPr dirty="0" sz="650" spc="500">
                <a:latin typeface="Times New Roman"/>
                <a:cs typeface="Times New Roman"/>
              </a:rPr>
              <a:t> </a:t>
            </a:r>
            <a:r>
              <a:rPr dirty="0" baseline="2645" sz="1575" spc="-30">
                <a:latin typeface="Times New Roman"/>
                <a:cs typeface="Times New Roman"/>
              </a:rPr>
              <a:t>f</a:t>
            </a:r>
            <a:r>
              <a:rPr dirty="0" sz="650" spc="-20">
                <a:latin typeface="Times New Roman"/>
                <a:cs typeface="Times New Roman"/>
              </a:rPr>
              <a:t>max</a:t>
            </a:r>
            <a:endParaRPr sz="65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477010" y="6644653"/>
            <a:ext cx="3020695" cy="6680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latin typeface="Times New Roman"/>
                <a:cs typeface="Times New Roman"/>
              </a:rPr>
              <a:t>=</a:t>
            </a:r>
            <a:r>
              <a:rPr dirty="0" sz="1050" spc="10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Radio</a:t>
            </a:r>
            <a:r>
              <a:rPr dirty="0" sz="1050" spc="8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mínimo</a:t>
            </a:r>
            <a:r>
              <a:rPr dirty="0" sz="1050" spc="120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absoluto</a:t>
            </a: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ts val="1245"/>
              </a:lnSpc>
              <a:spcBef>
                <a:spcPts val="20"/>
              </a:spcBef>
            </a:pPr>
            <a:r>
              <a:rPr dirty="0" sz="1050">
                <a:latin typeface="Times New Roman"/>
                <a:cs typeface="Times New Roman"/>
              </a:rPr>
              <a:t>=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Velocidad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especifica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(Km/h)</a:t>
            </a: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ts val="1245"/>
              </a:lnSpc>
            </a:pPr>
            <a:r>
              <a:rPr dirty="0" sz="1050">
                <a:latin typeface="Times New Roman"/>
                <a:cs typeface="Times New Roman"/>
              </a:rPr>
              <a:t>=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máximo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asociado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Ve,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tanto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por</a:t>
            </a:r>
            <a:r>
              <a:rPr dirty="0" sz="1050" spc="95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uno</a:t>
            </a: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 sz="1050">
                <a:latin typeface="Times New Roman"/>
                <a:cs typeface="Times New Roman"/>
              </a:rPr>
              <a:t>=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coeficiente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fricción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lateral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máximo,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asociado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</a:t>
            </a:r>
            <a:r>
              <a:rPr dirty="0" sz="1050" spc="65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Ve.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040130" y="7447292"/>
            <a:ext cx="5488940" cy="495300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algn="just" marL="12700" marR="5080">
              <a:lnSpc>
                <a:spcPts val="1220"/>
              </a:lnSpc>
              <a:spcBef>
                <a:spcPts val="175"/>
              </a:spcBef>
            </a:pP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Tabla</a:t>
            </a:r>
            <a:r>
              <a:rPr dirty="0" sz="1050" spc="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8.2</a:t>
            </a:r>
            <a:r>
              <a:rPr dirty="0" sz="1050" spc="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presenta</a:t>
            </a:r>
            <a:r>
              <a:rPr dirty="0" sz="1050" spc="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los</a:t>
            </a:r>
            <a:r>
              <a:rPr dirty="0" sz="1050" spc="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radios</a:t>
            </a:r>
            <a:r>
              <a:rPr dirty="0" sz="1050" spc="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mínimos</a:t>
            </a:r>
            <a:r>
              <a:rPr dirty="0" sz="1050" spc="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absolutos</a:t>
            </a:r>
            <a:r>
              <a:rPr dirty="0" sz="1050" spc="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para</a:t>
            </a:r>
            <a:r>
              <a:rPr dirty="0" sz="1050" spc="3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las</a:t>
            </a:r>
            <a:r>
              <a:rPr dirty="0" sz="1050" spc="35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velocidades</a:t>
            </a:r>
            <a:r>
              <a:rPr dirty="0" sz="1050" spc="35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específicas</a:t>
            </a:r>
            <a:r>
              <a:rPr dirty="0" sz="1050" spc="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indicadas</a:t>
            </a:r>
            <a:r>
              <a:rPr dirty="0" sz="1050" spc="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y</a:t>
            </a:r>
            <a:r>
              <a:rPr dirty="0" sz="1050" spc="45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el </a:t>
            </a:r>
            <a:r>
              <a:rPr dirty="0" sz="1050">
                <a:latin typeface="Times New Roman"/>
                <a:cs typeface="Times New Roman"/>
              </a:rPr>
              <a:t>valor</a:t>
            </a:r>
            <a:r>
              <a:rPr dirty="0" sz="1050" spc="1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recomendado</a:t>
            </a:r>
            <a:r>
              <a:rPr dirty="0" sz="1050" spc="1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1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peralte.</a:t>
            </a:r>
            <a:r>
              <a:rPr dirty="0" sz="1050" spc="1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Para</a:t>
            </a:r>
            <a:r>
              <a:rPr dirty="0" sz="1050" spc="1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radios</a:t>
            </a:r>
            <a:r>
              <a:rPr dirty="0" sz="1050" spc="17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mayores</a:t>
            </a:r>
            <a:r>
              <a:rPr dirty="0" sz="1050" spc="17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al</a:t>
            </a:r>
            <a:r>
              <a:rPr dirty="0" sz="1050" spc="1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mínimo</a:t>
            </a:r>
            <a:r>
              <a:rPr dirty="0" sz="1050" spc="1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1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debe</a:t>
            </a:r>
            <a:r>
              <a:rPr dirty="0" sz="1050" spc="1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utilizar</a:t>
            </a:r>
            <a:r>
              <a:rPr dirty="0" sz="1050" spc="1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valores</a:t>
            </a:r>
            <a:r>
              <a:rPr dirty="0" sz="1050" spc="17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16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peralte </a:t>
            </a:r>
            <a:r>
              <a:rPr dirty="0" sz="1050">
                <a:latin typeface="Times New Roman"/>
                <a:cs typeface="Times New Roman"/>
              </a:rPr>
              <a:t>inferiores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al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máximo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modo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130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la</a:t>
            </a:r>
            <a:endParaRPr sz="1050">
              <a:latin typeface="Times New Roman"/>
              <a:cs typeface="Times New Roman"/>
            </a:endParaRPr>
          </a:p>
        </p:txBody>
      </p:sp>
      <p:graphicFrame>
        <p:nvGraphicFramePr>
          <p:cNvPr id="5" name="object 5" descr=""/>
          <p:cNvGraphicFramePr>
            <a:graphicFrameLocks noGrp="1"/>
          </p:cNvGraphicFramePr>
          <p:nvPr/>
        </p:nvGraphicFramePr>
        <p:xfrm>
          <a:off x="1052194" y="5891542"/>
          <a:ext cx="1658620" cy="4692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8480"/>
                <a:gridCol w="1037589"/>
              </a:tblGrid>
              <a:tr h="231775">
                <a:tc rowSpan="2">
                  <a:txBody>
                    <a:bodyPr/>
                    <a:lstStyle/>
                    <a:p>
                      <a:pPr marL="99060">
                        <a:lnSpc>
                          <a:spcPts val="1340"/>
                        </a:lnSpc>
                        <a:spcBef>
                          <a:spcPts val="1015"/>
                        </a:spcBef>
                      </a:pPr>
                      <a:r>
                        <a:rPr dirty="0" sz="1150" i="1">
                          <a:latin typeface="Times New Roman"/>
                          <a:cs typeface="Times New Roman"/>
                        </a:rPr>
                        <a:t>R </a:t>
                      </a:r>
                      <a:r>
                        <a:rPr dirty="0" sz="1150" spc="-25">
                          <a:latin typeface="Times New Roman"/>
                          <a:cs typeface="Times New Roman"/>
                        </a:rPr>
                        <a:t>min</a:t>
                      </a:r>
                      <a:endParaRPr sz="1150">
                        <a:latin typeface="Times New Roman"/>
                        <a:cs typeface="Times New Roman"/>
                      </a:endParaRPr>
                    </a:p>
                    <a:p>
                      <a:pPr marL="99060">
                        <a:lnSpc>
                          <a:spcPts val="1245"/>
                        </a:lnSpc>
                      </a:pPr>
                      <a:r>
                        <a:rPr dirty="0" sz="1150" spc="-50">
                          <a:latin typeface="Consolas"/>
                          <a:cs typeface="Consolas"/>
                        </a:rPr>
                        <a:t>=</a:t>
                      </a:r>
                      <a:endParaRPr sz="1150">
                        <a:latin typeface="Consolas"/>
                        <a:cs typeface="Consolas"/>
                      </a:endParaRPr>
                    </a:p>
                  </a:txBody>
                  <a:tcPr marL="0" marR="0" marB="0" marT="128905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39370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1150" spc="-25" i="1">
                          <a:latin typeface="Times New Roman"/>
                          <a:cs typeface="Times New Roman"/>
                        </a:rPr>
                        <a:t>Ve</a:t>
                      </a:r>
                      <a:r>
                        <a:rPr dirty="0" baseline="38461" sz="975" spc="-37">
                          <a:latin typeface="Times New Roman"/>
                          <a:cs typeface="Times New Roman"/>
                        </a:rPr>
                        <a:t>2</a:t>
                      </a:r>
                      <a:endParaRPr baseline="38461" sz="9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36194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3749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28905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2159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1150">
                          <a:latin typeface="Times New Roman"/>
                          <a:cs typeface="Times New Roman"/>
                        </a:rPr>
                        <a:t>127(</a:t>
                      </a:r>
                      <a:r>
                        <a:rPr dirty="0" sz="1150" i="1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dirty="0" baseline="-22222" sz="1125">
                          <a:latin typeface="Times New Roman"/>
                          <a:cs typeface="Times New Roman"/>
                        </a:rPr>
                        <a:t>max</a:t>
                      </a:r>
                      <a:r>
                        <a:rPr dirty="0" baseline="-22222" sz="1125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50">
                          <a:latin typeface="Consolas"/>
                          <a:cs typeface="Consolas"/>
                        </a:rPr>
                        <a:t>+</a:t>
                      </a:r>
                      <a:r>
                        <a:rPr dirty="0" sz="1150" spc="-5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150" spc="-50" i="1">
                          <a:latin typeface="Times New Roman"/>
                          <a:cs typeface="Times New Roman"/>
                        </a:rPr>
                        <a:t>f</a:t>
                      </a:r>
                      <a:endParaRPr sz="11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2225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" name="object 6" descr=""/>
          <p:cNvSpPr txBox="1"/>
          <p:nvPr/>
        </p:nvSpPr>
        <p:spPr>
          <a:xfrm>
            <a:off x="1027430" y="1461782"/>
            <a:ext cx="5520055" cy="5102860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algn="just" marL="25400" marR="29845">
              <a:lnSpc>
                <a:spcPts val="1220"/>
              </a:lnSpc>
              <a:spcBef>
                <a:spcPts val="175"/>
              </a:spcBef>
            </a:pPr>
            <a:r>
              <a:rPr dirty="0" sz="1050">
                <a:latin typeface="Times New Roman"/>
                <a:cs typeface="Times New Roman"/>
              </a:rPr>
              <a:t>proximidades</a:t>
            </a:r>
            <a:r>
              <a:rPr dirty="0" sz="1050" spc="5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aledañas</a:t>
            </a:r>
            <a:r>
              <a:rPr dirty="0" sz="1050" spc="3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ASSHTO</a:t>
            </a:r>
            <a:r>
              <a:rPr dirty="0" sz="1050" spc="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propone</a:t>
            </a:r>
            <a:r>
              <a:rPr dirty="0" sz="1050" spc="37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puede</a:t>
            </a:r>
            <a:r>
              <a:rPr dirty="0" sz="1050" spc="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bajarse</a:t>
            </a:r>
            <a:r>
              <a:rPr dirty="0" sz="1050" spc="3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máximo</a:t>
            </a:r>
            <a:r>
              <a:rPr dirty="0" sz="1050" spc="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hasta</a:t>
            </a:r>
            <a:r>
              <a:rPr dirty="0" sz="1050" spc="37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5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4</a:t>
            </a:r>
            <a:r>
              <a:rPr dirty="0" sz="1050" spc="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o</a:t>
            </a:r>
            <a:r>
              <a:rPr dirty="0" sz="1050" spc="5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6%</a:t>
            </a:r>
            <a:r>
              <a:rPr dirty="0" sz="1050" spc="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</a:t>
            </a:r>
            <a:r>
              <a:rPr dirty="0" sz="1050" spc="55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los </a:t>
            </a:r>
            <a:r>
              <a:rPr dirty="0" sz="1050">
                <a:latin typeface="Times New Roman"/>
                <a:cs typeface="Times New Roman"/>
              </a:rPr>
              <a:t>casos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presentan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tales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dificultades,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lo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contrario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debe</a:t>
            </a:r>
            <a:r>
              <a:rPr dirty="0" sz="1050" spc="-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utilizarse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40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requerido.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050">
              <a:latin typeface="Times New Roman"/>
              <a:cs typeface="Times New Roman"/>
            </a:endParaRPr>
          </a:p>
          <a:p>
            <a:pPr algn="just" marL="25400" marR="21590">
              <a:lnSpc>
                <a:spcPts val="1220"/>
              </a:lnSpc>
            </a:pPr>
            <a:r>
              <a:rPr dirty="0" sz="1050">
                <a:latin typeface="Times New Roman"/>
                <a:cs typeface="Times New Roman"/>
              </a:rPr>
              <a:t>Cabe</a:t>
            </a:r>
            <a:r>
              <a:rPr dirty="0" sz="1050" spc="160">
                <a:latin typeface="Times New Roman"/>
                <a:cs typeface="Times New Roman"/>
              </a:rPr>
              <a:t>  </a:t>
            </a:r>
            <a:r>
              <a:rPr dirty="0" sz="1050">
                <a:latin typeface="Times New Roman"/>
                <a:cs typeface="Times New Roman"/>
              </a:rPr>
              <a:t>anotar</a:t>
            </a:r>
            <a:r>
              <a:rPr dirty="0" sz="1050" spc="160">
                <a:latin typeface="Times New Roman"/>
                <a:cs typeface="Times New Roman"/>
              </a:rPr>
              <a:t> 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165">
                <a:latin typeface="Times New Roman"/>
                <a:cs typeface="Times New Roman"/>
              </a:rPr>
              <a:t> 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165">
                <a:latin typeface="Times New Roman"/>
                <a:cs typeface="Times New Roman"/>
              </a:rPr>
              <a:t>  </a:t>
            </a:r>
            <a:r>
              <a:rPr dirty="0" sz="1050">
                <a:latin typeface="Times New Roman"/>
                <a:cs typeface="Times New Roman"/>
              </a:rPr>
              <a:t>metodología</a:t>
            </a:r>
            <a:r>
              <a:rPr dirty="0" sz="1050" spc="165">
                <a:latin typeface="Times New Roman"/>
                <a:cs typeface="Times New Roman"/>
              </a:rPr>
              <a:t>  </a:t>
            </a:r>
            <a:r>
              <a:rPr dirty="0" sz="1050">
                <a:latin typeface="Times New Roman"/>
                <a:cs typeface="Times New Roman"/>
              </a:rPr>
              <a:t>y</a:t>
            </a:r>
            <a:r>
              <a:rPr dirty="0" sz="1050" spc="165">
                <a:latin typeface="Times New Roman"/>
                <a:cs typeface="Times New Roman"/>
              </a:rPr>
              <a:t>  </a:t>
            </a:r>
            <a:r>
              <a:rPr dirty="0" sz="1050">
                <a:latin typeface="Times New Roman"/>
                <a:cs typeface="Times New Roman"/>
              </a:rPr>
              <a:t>normas</a:t>
            </a:r>
            <a:r>
              <a:rPr dirty="0" sz="1050" spc="160">
                <a:latin typeface="Times New Roman"/>
                <a:cs typeface="Times New Roman"/>
              </a:rPr>
              <a:t>  </a:t>
            </a:r>
            <a:r>
              <a:rPr dirty="0" sz="1050">
                <a:latin typeface="Times New Roman"/>
                <a:cs typeface="Times New Roman"/>
              </a:rPr>
              <a:t>colombianas</a:t>
            </a:r>
            <a:r>
              <a:rPr dirty="0" sz="1050" spc="165">
                <a:latin typeface="Times New Roman"/>
                <a:cs typeface="Times New Roman"/>
              </a:rPr>
              <a:t>  </a:t>
            </a:r>
            <a:r>
              <a:rPr dirty="0" sz="1050">
                <a:latin typeface="Times New Roman"/>
                <a:cs typeface="Times New Roman"/>
              </a:rPr>
              <a:t>difieren</a:t>
            </a:r>
            <a:r>
              <a:rPr dirty="0" sz="1050" spc="165">
                <a:latin typeface="Times New Roman"/>
                <a:cs typeface="Times New Roman"/>
              </a:rPr>
              <a:t>  </a:t>
            </a:r>
            <a:r>
              <a:rPr dirty="0" sz="1050">
                <a:latin typeface="Times New Roman"/>
                <a:cs typeface="Times New Roman"/>
              </a:rPr>
              <a:t>ostensiblemente</a:t>
            </a:r>
            <a:r>
              <a:rPr dirty="0" sz="1050" spc="160">
                <a:latin typeface="Times New Roman"/>
                <a:cs typeface="Times New Roman"/>
              </a:rPr>
              <a:t> 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160">
                <a:latin typeface="Times New Roman"/>
                <a:cs typeface="Times New Roman"/>
              </a:rPr>
              <a:t>  </a:t>
            </a:r>
            <a:r>
              <a:rPr dirty="0" sz="1050" spc="-25">
                <a:latin typeface="Times New Roman"/>
                <a:cs typeface="Times New Roman"/>
              </a:rPr>
              <a:t>las </a:t>
            </a:r>
            <a:r>
              <a:rPr dirty="0" sz="1050">
                <a:latin typeface="Times New Roman"/>
                <a:cs typeface="Times New Roman"/>
              </a:rPr>
              <a:t>norteamericanas.</a:t>
            </a:r>
            <a:r>
              <a:rPr dirty="0" sz="1050" spc="5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INV</a:t>
            </a:r>
            <a:r>
              <a:rPr dirty="0" sz="1050" spc="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maneja</a:t>
            </a:r>
            <a:r>
              <a:rPr dirty="0" sz="1050" spc="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concepto</a:t>
            </a:r>
            <a:r>
              <a:rPr dirty="0" sz="1050" spc="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5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velocidad</a:t>
            </a:r>
            <a:r>
              <a:rPr dirty="0" sz="1050" spc="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específica,</a:t>
            </a:r>
            <a:r>
              <a:rPr dirty="0" sz="1050" spc="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refiere</a:t>
            </a:r>
            <a:r>
              <a:rPr dirty="0" sz="1050" spc="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</a:t>
            </a:r>
            <a:r>
              <a:rPr dirty="0" sz="1050" spc="5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cada</a:t>
            </a:r>
            <a:r>
              <a:rPr dirty="0" sz="1050" spc="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curva</a:t>
            </a:r>
            <a:r>
              <a:rPr dirty="0" sz="1050" spc="65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en </a:t>
            </a:r>
            <a:r>
              <a:rPr dirty="0" sz="1050">
                <a:latin typeface="Times New Roman"/>
                <a:cs typeface="Times New Roman"/>
              </a:rPr>
              <a:t>particular,</a:t>
            </a:r>
            <a:r>
              <a:rPr dirty="0" sz="1050" spc="2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por</a:t>
            </a:r>
            <a:r>
              <a:rPr dirty="0" sz="1050" spc="2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tanto</a:t>
            </a:r>
            <a:r>
              <a:rPr dirty="0" sz="1050" spc="2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cada</a:t>
            </a:r>
            <a:r>
              <a:rPr dirty="0" sz="1050" spc="2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curva</a:t>
            </a:r>
            <a:r>
              <a:rPr dirty="0" sz="1050" spc="2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tiene</a:t>
            </a:r>
            <a:r>
              <a:rPr dirty="0" sz="1050" spc="2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un</a:t>
            </a:r>
            <a:r>
              <a:rPr dirty="0" sz="1050" spc="2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valor</a:t>
            </a:r>
            <a:r>
              <a:rPr dirty="0" sz="1050" spc="204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2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2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2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acuerdo</a:t>
            </a:r>
            <a:r>
              <a:rPr dirty="0" sz="1050" spc="2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</a:t>
            </a:r>
            <a:r>
              <a:rPr dirty="0" sz="1050" spc="2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su</a:t>
            </a:r>
            <a:r>
              <a:rPr dirty="0" sz="1050" spc="2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radio</a:t>
            </a:r>
            <a:r>
              <a:rPr dirty="0" sz="1050" spc="2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sin</a:t>
            </a:r>
            <a:r>
              <a:rPr dirty="0" sz="1050" spc="2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importar</a:t>
            </a:r>
            <a:r>
              <a:rPr dirty="0" sz="1050" spc="215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la </a:t>
            </a:r>
            <a:r>
              <a:rPr dirty="0" sz="1050">
                <a:latin typeface="Times New Roman"/>
                <a:cs typeface="Times New Roman"/>
              </a:rPr>
              <a:t>velocidad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diseño.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AASHTO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basa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una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velocidad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general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o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diseño,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acuerdo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 spc="-20">
                <a:latin typeface="Times New Roman"/>
                <a:cs typeface="Times New Roman"/>
              </a:rPr>
              <a:t>ésta </a:t>
            </a:r>
            <a:r>
              <a:rPr dirty="0" sz="1050">
                <a:latin typeface="Times New Roman"/>
                <a:cs typeface="Times New Roman"/>
              </a:rPr>
              <a:t>y</a:t>
            </a:r>
            <a:r>
              <a:rPr dirty="0" sz="1050" spc="1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1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radio</a:t>
            </a:r>
            <a:r>
              <a:rPr dirty="0" sz="1050" spc="1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1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cada</a:t>
            </a:r>
            <a:r>
              <a:rPr dirty="0" sz="1050" spc="1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curva</a:t>
            </a:r>
            <a:r>
              <a:rPr dirty="0" sz="1050" spc="1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asigna</a:t>
            </a:r>
            <a:r>
              <a:rPr dirty="0" sz="1050" spc="1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un</a:t>
            </a:r>
            <a:r>
              <a:rPr dirty="0" sz="1050" spc="1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valor</a:t>
            </a:r>
            <a:r>
              <a:rPr dirty="0" sz="1050" spc="1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1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peralte,</a:t>
            </a:r>
            <a:r>
              <a:rPr dirty="0" sz="1050" spc="1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por</a:t>
            </a:r>
            <a:r>
              <a:rPr dirty="0" sz="1050" spc="1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lo</a:t>
            </a:r>
            <a:r>
              <a:rPr dirty="0" sz="1050" spc="1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tanto</a:t>
            </a:r>
            <a:r>
              <a:rPr dirty="0" sz="1050" spc="1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su</a:t>
            </a:r>
            <a:r>
              <a:rPr dirty="0" sz="1050" spc="1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manual</a:t>
            </a:r>
            <a:r>
              <a:rPr dirty="0" sz="1050" spc="1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presenta</a:t>
            </a:r>
            <a:r>
              <a:rPr dirty="0" sz="1050" spc="1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una</a:t>
            </a:r>
            <a:r>
              <a:rPr dirty="0" sz="1050" spc="1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tabla</a:t>
            </a:r>
            <a:r>
              <a:rPr dirty="0" sz="1050" spc="145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de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para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cada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velocidad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diseño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y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esta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vez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presenta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un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valor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para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cada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radio.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050">
              <a:latin typeface="Times New Roman"/>
              <a:cs typeface="Times New Roman"/>
            </a:endParaRPr>
          </a:p>
          <a:p>
            <a:pPr algn="just" marL="25400" marR="22225">
              <a:lnSpc>
                <a:spcPts val="1220"/>
              </a:lnSpc>
              <a:spcBef>
                <a:spcPts val="5"/>
              </a:spcBef>
            </a:pPr>
            <a:r>
              <a:rPr dirty="0" sz="1050">
                <a:latin typeface="Times New Roman"/>
                <a:cs typeface="Times New Roman"/>
              </a:rPr>
              <a:t>Hasta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año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1998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INV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utilizó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metodología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AASHTO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pero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ha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sido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modificada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teniendo </a:t>
            </a:r>
            <a:r>
              <a:rPr dirty="0" sz="1050">
                <a:latin typeface="Times New Roman"/>
                <a:cs typeface="Times New Roman"/>
              </a:rPr>
              <a:t>en</a:t>
            </a:r>
            <a:r>
              <a:rPr dirty="0" sz="1050" spc="9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cuenta</a:t>
            </a:r>
            <a:r>
              <a:rPr dirty="0" sz="1050" spc="8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8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los</a:t>
            </a:r>
            <a:r>
              <a:rPr dirty="0" sz="1050" spc="9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conductores</a:t>
            </a:r>
            <a:r>
              <a:rPr dirty="0" sz="1050" spc="8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8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recorren</a:t>
            </a:r>
            <a:r>
              <a:rPr dirty="0" sz="1050" spc="9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una</a:t>
            </a:r>
            <a:r>
              <a:rPr dirty="0" sz="1050" spc="8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vía</a:t>
            </a:r>
            <a:r>
              <a:rPr dirty="0" sz="1050" spc="9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no</a:t>
            </a:r>
            <a:r>
              <a:rPr dirty="0" sz="1050" spc="8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conocen</a:t>
            </a:r>
            <a:r>
              <a:rPr dirty="0" sz="1050" spc="8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ni</a:t>
            </a:r>
            <a:r>
              <a:rPr dirty="0" sz="1050" spc="8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tienen</a:t>
            </a:r>
            <a:r>
              <a:rPr dirty="0" sz="1050" spc="9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</a:t>
            </a:r>
            <a:r>
              <a:rPr dirty="0" sz="1050" spc="9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cuenta</a:t>
            </a:r>
            <a:r>
              <a:rPr dirty="0" sz="1050" spc="8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9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velocidad</a:t>
            </a:r>
            <a:r>
              <a:rPr dirty="0" sz="1050" spc="90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de </a:t>
            </a:r>
            <a:r>
              <a:rPr dirty="0" sz="1050">
                <a:latin typeface="Times New Roman"/>
                <a:cs typeface="Times New Roman"/>
              </a:rPr>
              <a:t>diseño.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Estos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por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lo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tanto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tienden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conducir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velocidades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sean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seguras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y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confortables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acuerdo </a:t>
            </a:r>
            <a:r>
              <a:rPr dirty="0" sz="1050">
                <a:latin typeface="Times New Roman"/>
                <a:cs typeface="Times New Roman"/>
              </a:rPr>
              <a:t>a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las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condiciones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geométricas,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tanto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nivel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vertical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como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horizontal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y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transversal.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050">
              <a:latin typeface="Times New Roman"/>
              <a:cs typeface="Times New Roman"/>
            </a:endParaRPr>
          </a:p>
          <a:p>
            <a:pPr algn="just" marL="25400" marR="17780">
              <a:lnSpc>
                <a:spcPts val="1220"/>
              </a:lnSpc>
            </a:pP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8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intuye</a:t>
            </a:r>
            <a:r>
              <a:rPr dirty="0" sz="1050" spc="9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además,</a:t>
            </a:r>
            <a:r>
              <a:rPr dirty="0" sz="1050" spc="8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9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8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máximo</a:t>
            </a:r>
            <a:r>
              <a:rPr dirty="0" sz="1050" spc="8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ha</a:t>
            </a:r>
            <a:r>
              <a:rPr dirty="0" sz="1050" spc="8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sido</a:t>
            </a:r>
            <a:r>
              <a:rPr dirty="0" sz="1050" spc="9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considerado</a:t>
            </a:r>
            <a:r>
              <a:rPr dirty="0" sz="1050" spc="4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</a:t>
            </a:r>
            <a:r>
              <a:rPr dirty="0" sz="1050" spc="9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nuestro</a:t>
            </a:r>
            <a:r>
              <a:rPr dirty="0" sz="1050" spc="434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país</a:t>
            </a:r>
            <a:r>
              <a:rPr dirty="0" sz="1050" spc="4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solo</a:t>
            </a:r>
            <a:r>
              <a:rPr dirty="0" sz="1050" spc="9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hasta</a:t>
            </a:r>
            <a:r>
              <a:rPr dirty="0" sz="1050" spc="9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75">
                <a:latin typeface="Times New Roman"/>
                <a:cs typeface="Times New Roman"/>
              </a:rPr>
              <a:t> </a:t>
            </a:r>
            <a:r>
              <a:rPr dirty="0" sz="1050" spc="-20">
                <a:latin typeface="Times New Roman"/>
                <a:cs typeface="Times New Roman"/>
              </a:rPr>
              <a:t>8.0% </a:t>
            </a:r>
            <a:r>
              <a:rPr dirty="0" sz="1050">
                <a:latin typeface="Times New Roman"/>
                <a:cs typeface="Times New Roman"/>
              </a:rPr>
              <a:t>debido</a:t>
            </a:r>
            <a:r>
              <a:rPr dirty="0" sz="1050" spc="1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</a:t>
            </a:r>
            <a:r>
              <a:rPr dirty="0" sz="1050" spc="1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las</a:t>
            </a:r>
            <a:r>
              <a:rPr dirty="0" sz="1050" spc="17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altas</a:t>
            </a:r>
            <a:r>
              <a:rPr dirty="0" sz="1050" spc="17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pendientes</a:t>
            </a:r>
            <a:r>
              <a:rPr dirty="0" sz="1050" spc="17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1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presentan</a:t>
            </a:r>
            <a:r>
              <a:rPr dirty="0" sz="1050" spc="1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las</a:t>
            </a:r>
            <a:r>
              <a:rPr dirty="0" sz="1050" spc="170">
                <a:latin typeface="Times New Roman"/>
                <a:cs typeface="Times New Roman"/>
              </a:rPr>
              <a:t>  </a:t>
            </a:r>
            <a:r>
              <a:rPr dirty="0" sz="1050">
                <a:latin typeface="Times New Roman"/>
                <a:cs typeface="Times New Roman"/>
              </a:rPr>
              <a:t>vías</a:t>
            </a:r>
            <a:r>
              <a:rPr dirty="0" sz="1050" spc="1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colombianas</a:t>
            </a:r>
            <a:r>
              <a:rPr dirty="0" sz="1050" spc="1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las</a:t>
            </a:r>
            <a:r>
              <a:rPr dirty="0" sz="1050" spc="17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cuales</a:t>
            </a:r>
            <a:r>
              <a:rPr dirty="0" sz="1050" spc="17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comprenden</a:t>
            </a:r>
            <a:r>
              <a:rPr dirty="0" sz="1050" spc="17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un</a:t>
            </a:r>
            <a:r>
              <a:rPr dirty="0" sz="1050" spc="165">
                <a:latin typeface="Times New Roman"/>
                <a:cs typeface="Times New Roman"/>
              </a:rPr>
              <a:t> </a:t>
            </a:r>
            <a:r>
              <a:rPr dirty="0" sz="1050" spc="-20">
                <a:latin typeface="Times New Roman"/>
                <a:cs typeface="Times New Roman"/>
              </a:rPr>
              <a:t>alto </a:t>
            </a:r>
            <a:r>
              <a:rPr dirty="0" sz="1050">
                <a:latin typeface="Times New Roman"/>
                <a:cs typeface="Times New Roman"/>
              </a:rPr>
              <a:t>volumen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tráfico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pesado,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sin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ser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apropiadas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para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este.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análisis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realizado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primer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numeral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27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este</a:t>
            </a:r>
            <a:r>
              <a:rPr dirty="0" sz="1050" spc="27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capítulo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observa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ningún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momento se considera la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pendiente</a:t>
            </a:r>
            <a:r>
              <a:rPr dirty="0" sz="1050" spc="28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longitudinal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 spc="-20">
                <a:latin typeface="Times New Roman"/>
                <a:cs typeface="Times New Roman"/>
              </a:rPr>
              <a:t>vía,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cual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influye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manera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categórica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velocidad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los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vehículos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pesados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pesar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transitar </a:t>
            </a:r>
            <a:r>
              <a:rPr dirty="0" sz="1050">
                <a:latin typeface="Times New Roman"/>
                <a:cs typeface="Times New Roman"/>
              </a:rPr>
              <a:t>por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curvas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radios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amplios,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su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velocidad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será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mucho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menor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velocidad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específica.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Lo</a:t>
            </a:r>
            <a:r>
              <a:rPr dirty="0" sz="1050" spc="240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anterior </a:t>
            </a:r>
            <a:r>
              <a:rPr dirty="0" sz="1050">
                <a:latin typeface="Times New Roman"/>
                <a:cs typeface="Times New Roman"/>
              </a:rPr>
              <a:t>significa</a:t>
            </a:r>
            <a:r>
              <a:rPr dirty="0" sz="1050" spc="38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un</a:t>
            </a:r>
            <a:r>
              <a:rPr dirty="0" sz="1050" spc="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vehículo</a:t>
            </a:r>
            <a:r>
              <a:rPr dirty="0" sz="1050" spc="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pesado</a:t>
            </a:r>
            <a:r>
              <a:rPr dirty="0" sz="1050" spc="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puede</a:t>
            </a:r>
            <a:r>
              <a:rPr dirty="0" sz="1050" spc="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perder</a:t>
            </a:r>
            <a:r>
              <a:rPr dirty="0" sz="1050" spc="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fácilmente</a:t>
            </a:r>
            <a:r>
              <a:rPr dirty="0" sz="1050" spc="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5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equilibrio</a:t>
            </a:r>
            <a:r>
              <a:rPr dirty="0" sz="1050" spc="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</a:t>
            </a:r>
            <a:r>
              <a:rPr dirty="0" sz="1050" spc="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una</a:t>
            </a:r>
            <a:r>
              <a:rPr dirty="0" sz="1050" spc="5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curva</a:t>
            </a:r>
            <a:r>
              <a:rPr dirty="0" sz="1050" spc="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con</a:t>
            </a:r>
            <a:r>
              <a:rPr dirty="0" sz="1050" spc="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valores</a:t>
            </a:r>
            <a:r>
              <a:rPr dirty="0" sz="1050" spc="55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de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y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pendiente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longitudinal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altos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aún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con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un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radio</a:t>
            </a:r>
            <a:r>
              <a:rPr dirty="0" sz="1050" spc="250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amplio.</a:t>
            </a:r>
            <a:endParaRPr sz="1050">
              <a:latin typeface="Times New Roman"/>
              <a:cs typeface="Times New Roman"/>
            </a:endParaRPr>
          </a:p>
          <a:p>
            <a:pPr algn="just" marL="25400">
              <a:lnSpc>
                <a:spcPct val="100000"/>
              </a:lnSpc>
              <a:spcBef>
                <a:spcPts val="994"/>
              </a:spcBef>
            </a:pPr>
            <a:r>
              <a:rPr dirty="0" sz="1350">
                <a:latin typeface="Times New Roman"/>
                <a:cs typeface="Times New Roman"/>
              </a:rPr>
              <a:t>RADIOS</a:t>
            </a:r>
            <a:r>
              <a:rPr dirty="0" sz="1350" spc="-35">
                <a:latin typeface="Times New Roman"/>
                <a:cs typeface="Times New Roman"/>
              </a:rPr>
              <a:t> </a:t>
            </a:r>
            <a:r>
              <a:rPr dirty="0" sz="1350">
                <a:latin typeface="Times New Roman"/>
                <a:cs typeface="Times New Roman"/>
              </a:rPr>
              <a:t>MÍNIMOS</a:t>
            </a:r>
            <a:r>
              <a:rPr dirty="0" sz="1350" spc="-35">
                <a:latin typeface="Times New Roman"/>
                <a:cs typeface="Times New Roman"/>
              </a:rPr>
              <a:t> </a:t>
            </a:r>
            <a:r>
              <a:rPr dirty="0" sz="1350" spc="-10">
                <a:latin typeface="Times New Roman"/>
                <a:cs typeface="Times New Roman"/>
              </a:rPr>
              <a:t>ABSOLUTOS</a:t>
            </a:r>
            <a:endParaRPr sz="1350">
              <a:latin typeface="Times New Roman"/>
              <a:cs typeface="Times New Roman"/>
            </a:endParaRPr>
          </a:p>
          <a:p>
            <a:pPr algn="just" marL="25400" marR="23495">
              <a:lnSpc>
                <a:spcPts val="1220"/>
              </a:lnSpc>
              <a:spcBef>
                <a:spcPts val="385"/>
              </a:spcBef>
            </a:pPr>
            <a:r>
              <a:rPr dirty="0" sz="1050">
                <a:latin typeface="Times New Roman"/>
                <a:cs typeface="Times New Roman"/>
              </a:rPr>
              <a:t>Una</a:t>
            </a:r>
            <a:r>
              <a:rPr dirty="0" sz="1050" spc="1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vez</a:t>
            </a:r>
            <a:r>
              <a:rPr dirty="0" sz="1050" spc="1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definidos</a:t>
            </a:r>
            <a:r>
              <a:rPr dirty="0" sz="1050" spc="1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1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1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máximo,</a:t>
            </a:r>
            <a:r>
              <a:rPr dirty="0" sz="1050" spc="1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1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coeficiente</a:t>
            </a:r>
            <a:r>
              <a:rPr dirty="0" sz="1050" spc="1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1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fricción</a:t>
            </a:r>
            <a:r>
              <a:rPr dirty="0" sz="1050" spc="1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máximo</a:t>
            </a:r>
            <a:r>
              <a:rPr dirty="0" sz="1050" spc="1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y</a:t>
            </a:r>
            <a:r>
              <a:rPr dirty="0" sz="1050" spc="1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1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velocidad</a:t>
            </a:r>
            <a:r>
              <a:rPr dirty="0" sz="1050" spc="130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especifica, </a:t>
            </a:r>
            <a:r>
              <a:rPr dirty="0" sz="1050">
                <a:latin typeface="Times New Roman"/>
                <a:cs typeface="Times New Roman"/>
              </a:rPr>
              <a:t>podemos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determinar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radio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mínimo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con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27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expresión: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70"/>
              </a:spcBef>
            </a:pPr>
            <a:endParaRPr sz="1050">
              <a:latin typeface="Times New Roman"/>
              <a:cs typeface="Times New Roman"/>
            </a:endParaRPr>
          </a:p>
          <a:p>
            <a:pPr algn="ctr" marR="168275">
              <a:lnSpc>
                <a:spcPct val="100000"/>
              </a:lnSpc>
            </a:pPr>
            <a:r>
              <a:rPr dirty="0" sz="1050">
                <a:latin typeface="Times New Roman"/>
                <a:cs typeface="Times New Roman"/>
              </a:rPr>
              <a:t>(8 –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2)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0"/>
              </a:spcBef>
            </a:pPr>
            <a:endParaRPr sz="1050">
              <a:latin typeface="Times New Roman"/>
              <a:cs typeface="Times New Roman"/>
            </a:endParaRPr>
          </a:p>
          <a:p>
            <a:pPr marL="947419">
              <a:lnSpc>
                <a:spcPct val="100000"/>
              </a:lnSpc>
            </a:pPr>
            <a:r>
              <a:rPr dirty="0" sz="750">
                <a:latin typeface="Times New Roman"/>
                <a:cs typeface="Times New Roman"/>
              </a:rPr>
              <a:t>max</a:t>
            </a:r>
            <a:r>
              <a:rPr dirty="0" sz="750" spc="-20">
                <a:latin typeface="Times New Roman"/>
                <a:cs typeface="Times New Roman"/>
              </a:rPr>
              <a:t> </a:t>
            </a:r>
            <a:r>
              <a:rPr dirty="0" baseline="14492" sz="1725" spc="-75">
                <a:latin typeface="Times New Roman"/>
                <a:cs typeface="Times New Roman"/>
              </a:rPr>
              <a:t>)</a:t>
            </a:r>
            <a:endParaRPr baseline="14492" sz="1725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040130" y="1461782"/>
            <a:ext cx="5493385" cy="965200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algn="just" marL="12700" marR="5080">
              <a:lnSpc>
                <a:spcPts val="1220"/>
              </a:lnSpc>
              <a:spcBef>
                <a:spcPts val="175"/>
              </a:spcBef>
            </a:pPr>
            <a:r>
              <a:rPr dirty="0" sz="1050">
                <a:latin typeface="Times New Roman"/>
                <a:cs typeface="Times New Roman"/>
              </a:rPr>
              <a:t>circulación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sea cómoda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y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segura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tanto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para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los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vehículos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rápidos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como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para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los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lentos.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Los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valores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de </a:t>
            </a:r>
            <a:r>
              <a:rPr dirty="0" sz="1050">
                <a:latin typeface="Times New Roman"/>
                <a:cs typeface="Times New Roman"/>
              </a:rPr>
              <a:t>radio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han</a:t>
            </a:r>
            <a:r>
              <a:rPr dirty="0" sz="1050" spc="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obtenido</a:t>
            </a:r>
            <a:r>
              <a:rPr dirty="0" sz="1050" spc="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partir</a:t>
            </a:r>
            <a:r>
              <a:rPr dirty="0" sz="1050" spc="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ecuación</a:t>
            </a:r>
            <a:r>
              <a:rPr dirty="0" sz="1050" spc="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(8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–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2).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Para</a:t>
            </a:r>
            <a:r>
              <a:rPr dirty="0" sz="1050" spc="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cada</a:t>
            </a:r>
            <a:r>
              <a:rPr dirty="0" sz="1050" spc="45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Ve</a:t>
            </a:r>
            <a:r>
              <a:rPr dirty="0" sz="1050" spc="30" i="1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entre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30</a:t>
            </a:r>
            <a:r>
              <a:rPr dirty="0" sz="1050" spc="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y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150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ha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recomendado </a:t>
            </a:r>
            <a:r>
              <a:rPr dirty="0" sz="1050">
                <a:latin typeface="Times New Roman"/>
                <a:cs typeface="Times New Roman"/>
              </a:rPr>
              <a:t>un</a:t>
            </a:r>
            <a:r>
              <a:rPr dirty="0" sz="1050" spc="114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valor</a:t>
            </a:r>
            <a:r>
              <a:rPr dirty="0" sz="1050" spc="1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10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114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máximo</a:t>
            </a:r>
            <a:r>
              <a:rPr dirty="0" sz="1050" spc="1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y</a:t>
            </a:r>
            <a:r>
              <a:rPr dirty="0" sz="1050" spc="1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con</a:t>
            </a:r>
            <a:r>
              <a:rPr dirty="0" sz="1050" spc="1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los</a:t>
            </a:r>
            <a:r>
              <a:rPr dirty="0" sz="1050" spc="114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valores</a:t>
            </a:r>
            <a:r>
              <a:rPr dirty="0" sz="1050" spc="114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del</a:t>
            </a:r>
            <a:r>
              <a:rPr dirty="0" sz="1050" spc="10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factor</a:t>
            </a:r>
            <a:r>
              <a:rPr dirty="0" sz="1050" spc="1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114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fricción</a:t>
            </a:r>
            <a:r>
              <a:rPr dirty="0" sz="1050" spc="1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lateral</a:t>
            </a:r>
            <a:r>
              <a:rPr dirty="0" sz="1050" spc="1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1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114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Tabla</a:t>
            </a:r>
            <a:r>
              <a:rPr dirty="0" sz="1050" spc="49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8.1</a:t>
            </a:r>
            <a:r>
              <a:rPr dirty="0" sz="1050" spc="114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114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han </a:t>
            </a:r>
            <a:r>
              <a:rPr dirty="0" sz="1050">
                <a:latin typeface="Times New Roman"/>
                <a:cs typeface="Times New Roman"/>
              </a:rPr>
              <a:t>calculado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los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valores</a:t>
            </a:r>
            <a:r>
              <a:rPr dirty="0" sz="1050" spc="2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del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radio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mínimo.</a:t>
            </a:r>
            <a:endParaRPr sz="10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185"/>
              </a:spcBef>
            </a:pPr>
            <a:r>
              <a:rPr dirty="0" sz="1050">
                <a:latin typeface="Times New Roman"/>
                <a:cs typeface="Times New Roman"/>
              </a:rPr>
              <a:t>TABLA</a:t>
            </a:r>
            <a:r>
              <a:rPr dirty="0" sz="1050" spc="-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8.2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-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RADIOS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MINIMOS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ABSOLUTOS</a:t>
            </a:r>
            <a:endParaRPr sz="1050">
              <a:latin typeface="Times New Roman"/>
              <a:cs typeface="Times New Roman"/>
            </a:endParaRPr>
          </a:p>
        </p:txBody>
      </p:sp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1009014" y="2416822"/>
          <a:ext cx="5731510" cy="66929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93470"/>
                <a:gridCol w="1139190"/>
                <a:gridCol w="961389"/>
                <a:gridCol w="702310"/>
                <a:gridCol w="787400"/>
                <a:gridCol w="965200"/>
              </a:tblGrid>
              <a:tr h="167640">
                <a:tc rowSpan="2">
                  <a:txBody>
                    <a:bodyPr/>
                    <a:lstStyle/>
                    <a:p>
                      <a:pPr marL="269875">
                        <a:lnSpc>
                          <a:spcPts val="1235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Velocidad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384175" marR="255904" indent="-114300">
                        <a:lnSpc>
                          <a:spcPct val="103200"/>
                        </a:lnSpc>
                        <a:spcBef>
                          <a:spcPts val="20"/>
                        </a:spcBef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especifica (Km/h)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118745">
                        <a:lnSpc>
                          <a:spcPts val="1235"/>
                        </a:lnSpc>
                      </a:pPr>
                      <a:r>
                        <a:rPr dirty="0" sz="1050">
                          <a:latin typeface="Times New Roman"/>
                          <a:cs typeface="Times New Roman"/>
                        </a:rPr>
                        <a:t>Peralte</a:t>
                      </a:r>
                      <a:r>
                        <a:rPr dirty="0" sz="1050" spc="1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máximo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15938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recomendado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52768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dirty="0" sz="1050" spc="-25">
                          <a:latin typeface="Times New Roman"/>
                          <a:cs typeface="Times New Roman"/>
                        </a:rPr>
                        <a:t>(%)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290195">
                        <a:lnSpc>
                          <a:spcPts val="1235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Fricción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311150" marR="263525" indent="30480">
                        <a:lnSpc>
                          <a:spcPct val="103200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lateral </a:t>
                      </a:r>
                      <a:r>
                        <a:rPr dirty="0" sz="1050" spc="-25">
                          <a:latin typeface="Times New Roman"/>
                          <a:cs typeface="Times New Roman"/>
                        </a:rPr>
                        <a:t>(f</a:t>
                      </a:r>
                      <a:r>
                        <a:rPr dirty="0" sz="1050" spc="5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max)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316230" marR="186055" indent="-104139">
                        <a:lnSpc>
                          <a:spcPct val="98800"/>
                        </a:lnSpc>
                        <a:spcBef>
                          <a:spcPts val="610"/>
                        </a:spcBef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Facto </a:t>
                      </a: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r </a:t>
                      </a:r>
                      <a:r>
                        <a:rPr dirty="0" sz="1050" spc="-25">
                          <a:latin typeface="Times New Roman"/>
                          <a:cs typeface="Times New Roman"/>
                        </a:rPr>
                        <a:t>e+f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747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357505">
                        <a:lnSpc>
                          <a:spcPts val="1215"/>
                        </a:lnSpc>
                      </a:pPr>
                      <a:r>
                        <a:rPr dirty="0" sz="1050">
                          <a:latin typeface="Times New Roman"/>
                          <a:cs typeface="Times New Roman"/>
                        </a:rPr>
                        <a:t>Radio</a:t>
                      </a:r>
                      <a:r>
                        <a:rPr dirty="0" sz="1050" spc="1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>
                          <a:latin typeface="Times New Roman"/>
                          <a:cs typeface="Times New Roman"/>
                        </a:rPr>
                        <a:t>mínimo</a:t>
                      </a:r>
                      <a:r>
                        <a:rPr dirty="0" sz="1050" spc="1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 spc="-25">
                          <a:latin typeface="Times New Roman"/>
                          <a:cs typeface="Times New Roman"/>
                        </a:rPr>
                        <a:t>(m)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49212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7747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0">
                        <a:lnSpc>
                          <a:spcPts val="1215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Calculado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7620">
                        <a:lnSpc>
                          <a:spcPts val="1215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Redondeado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210">
                <a:tc>
                  <a:txBody>
                    <a:bodyPr/>
                    <a:lstStyle/>
                    <a:p>
                      <a:pPr marL="429259">
                        <a:lnSpc>
                          <a:spcPts val="1130"/>
                        </a:lnSpc>
                      </a:pPr>
                      <a:r>
                        <a:rPr dirty="0" sz="1050" spc="-25">
                          <a:latin typeface="Times New Roman"/>
                          <a:cs typeface="Times New Roman"/>
                        </a:rPr>
                        <a:t>30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6985">
                        <a:lnSpc>
                          <a:spcPts val="1130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8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6350">
                        <a:lnSpc>
                          <a:spcPts val="1130"/>
                        </a:lnSpc>
                      </a:pPr>
                      <a:r>
                        <a:rPr dirty="0" sz="1050" spc="-25">
                          <a:latin typeface="Times New Roman"/>
                          <a:cs typeface="Times New Roman"/>
                        </a:rPr>
                        <a:t>0.1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3810">
                        <a:lnSpc>
                          <a:spcPts val="1130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0.260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7620">
                        <a:lnSpc>
                          <a:spcPts val="1130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27.26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7620">
                        <a:lnSpc>
                          <a:spcPts val="1130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30.00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6350">
                        <a:lnSpc>
                          <a:spcPts val="1100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.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7620">
                        <a:lnSpc>
                          <a:spcPts val="1100"/>
                        </a:lnSpc>
                      </a:pPr>
                      <a:r>
                        <a:rPr dirty="0" sz="1050" spc="-25">
                          <a:latin typeface="Times New Roman"/>
                          <a:cs typeface="Times New Roman"/>
                        </a:rPr>
                        <a:t>80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543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985">
                        <a:lnSpc>
                          <a:spcPts val="1120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8115">
                <a:tc>
                  <a:txBody>
                    <a:bodyPr/>
                    <a:lstStyle/>
                    <a:p>
                      <a:pPr marL="429259">
                        <a:lnSpc>
                          <a:spcPts val="1145"/>
                        </a:lnSpc>
                      </a:pPr>
                      <a:r>
                        <a:rPr dirty="0" sz="1050" spc="-25">
                          <a:latin typeface="Times New Roman"/>
                          <a:cs typeface="Times New Roman"/>
                        </a:rPr>
                        <a:t>40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6985">
                        <a:lnSpc>
                          <a:spcPts val="1145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8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6350">
                        <a:lnSpc>
                          <a:spcPts val="1145"/>
                        </a:lnSpc>
                      </a:pPr>
                      <a:r>
                        <a:rPr dirty="0" sz="1050" spc="-25">
                          <a:latin typeface="Times New Roman"/>
                          <a:cs typeface="Times New Roman"/>
                        </a:rPr>
                        <a:t>0.1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7620">
                        <a:lnSpc>
                          <a:spcPts val="1145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0.252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7620">
                        <a:lnSpc>
                          <a:spcPts val="1145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49.95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7620">
                        <a:lnSpc>
                          <a:spcPts val="1145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50.00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530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6350">
                        <a:lnSpc>
                          <a:spcPts val="1110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.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7620">
                        <a:lnSpc>
                          <a:spcPts val="1110"/>
                        </a:lnSpc>
                      </a:pPr>
                      <a:r>
                        <a:rPr dirty="0" sz="1050" spc="-25">
                          <a:latin typeface="Times New Roman"/>
                          <a:cs typeface="Times New Roman"/>
                        </a:rPr>
                        <a:t>72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9525">
                        <a:lnSpc>
                          <a:spcPts val="1110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2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562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985">
                        <a:lnSpc>
                          <a:spcPts val="1135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210">
                <a:tc>
                  <a:txBody>
                    <a:bodyPr/>
                    <a:lstStyle/>
                    <a:p>
                      <a:pPr marL="429259">
                        <a:lnSpc>
                          <a:spcPts val="1130"/>
                        </a:lnSpc>
                      </a:pPr>
                      <a:r>
                        <a:rPr dirty="0" sz="1050" spc="-25">
                          <a:latin typeface="Times New Roman"/>
                          <a:cs typeface="Times New Roman"/>
                        </a:rPr>
                        <a:t>50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6985">
                        <a:lnSpc>
                          <a:spcPts val="1130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8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6350">
                        <a:lnSpc>
                          <a:spcPts val="1130"/>
                        </a:lnSpc>
                      </a:pPr>
                      <a:r>
                        <a:rPr dirty="0" sz="1050" spc="-25">
                          <a:latin typeface="Times New Roman"/>
                          <a:cs typeface="Times New Roman"/>
                        </a:rPr>
                        <a:t>0.1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3810">
                        <a:lnSpc>
                          <a:spcPts val="1130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0.244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7620">
                        <a:lnSpc>
                          <a:spcPts val="1130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80.68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7620">
                        <a:lnSpc>
                          <a:spcPts val="1130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80.00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517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6350">
                        <a:lnSpc>
                          <a:spcPts val="1100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.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7620">
                        <a:lnSpc>
                          <a:spcPts val="1100"/>
                        </a:lnSpc>
                      </a:pPr>
                      <a:r>
                        <a:rPr dirty="0" sz="1050" spc="-25">
                          <a:latin typeface="Times New Roman"/>
                          <a:cs typeface="Times New Roman"/>
                        </a:rPr>
                        <a:t>64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543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985">
                        <a:lnSpc>
                          <a:spcPts val="1120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7480">
                <a:tc>
                  <a:txBody>
                    <a:bodyPr/>
                    <a:lstStyle/>
                    <a:p>
                      <a:pPr marL="429259">
                        <a:lnSpc>
                          <a:spcPts val="1140"/>
                        </a:lnSpc>
                      </a:pPr>
                      <a:r>
                        <a:rPr dirty="0" sz="1050" spc="-25">
                          <a:latin typeface="Times New Roman"/>
                          <a:cs typeface="Times New Roman"/>
                        </a:rPr>
                        <a:t>60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6985">
                        <a:lnSpc>
                          <a:spcPts val="1140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8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6350">
                        <a:lnSpc>
                          <a:spcPts val="1140"/>
                        </a:lnSpc>
                      </a:pPr>
                      <a:r>
                        <a:rPr dirty="0" sz="1050" spc="-25">
                          <a:latin typeface="Times New Roman"/>
                          <a:cs typeface="Times New Roman"/>
                        </a:rPr>
                        <a:t>0.1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3810">
                        <a:lnSpc>
                          <a:spcPts val="1140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0.237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5080">
                        <a:lnSpc>
                          <a:spcPts val="1140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119.61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7620">
                        <a:lnSpc>
                          <a:spcPts val="1140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120.00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530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6350">
                        <a:lnSpc>
                          <a:spcPts val="1105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.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7620">
                        <a:lnSpc>
                          <a:spcPts val="1105"/>
                        </a:lnSpc>
                      </a:pPr>
                      <a:r>
                        <a:rPr dirty="0" sz="1050" spc="-25">
                          <a:latin typeface="Times New Roman"/>
                          <a:cs typeface="Times New Roman"/>
                        </a:rPr>
                        <a:t>57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549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985">
                        <a:lnSpc>
                          <a:spcPts val="1125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7480">
                <a:tc>
                  <a:txBody>
                    <a:bodyPr/>
                    <a:lstStyle/>
                    <a:p>
                      <a:pPr marL="429259">
                        <a:lnSpc>
                          <a:spcPts val="1140"/>
                        </a:lnSpc>
                      </a:pPr>
                      <a:r>
                        <a:rPr dirty="0" sz="1050" spc="-25">
                          <a:latin typeface="Times New Roman"/>
                          <a:cs typeface="Times New Roman"/>
                        </a:rPr>
                        <a:t>70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6985">
                        <a:lnSpc>
                          <a:spcPts val="1140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8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6350">
                        <a:lnSpc>
                          <a:spcPts val="1140"/>
                        </a:lnSpc>
                      </a:pPr>
                      <a:r>
                        <a:rPr dirty="0" sz="1050" spc="-25">
                          <a:latin typeface="Times New Roman"/>
                          <a:cs typeface="Times New Roman"/>
                        </a:rPr>
                        <a:t>0.1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3810">
                        <a:lnSpc>
                          <a:spcPts val="1140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0.229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5080">
                        <a:lnSpc>
                          <a:spcPts val="1140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168.48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7620">
                        <a:lnSpc>
                          <a:spcPts val="1140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170.00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6350">
                        <a:lnSpc>
                          <a:spcPts val="1100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.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7620">
                        <a:lnSpc>
                          <a:spcPts val="1100"/>
                        </a:lnSpc>
                      </a:pPr>
                      <a:r>
                        <a:rPr dirty="0" sz="1050" spc="-25">
                          <a:latin typeface="Times New Roman"/>
                          <a:cs typeface="Times New Roman"/>
                        </a:rPr>
                        <a:t>49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543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985">
                        <a:lnSpc>
                          <a:spcPts val="1120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5575">
                <a:tc>
                  <a:txBody>
                    <a:bodyPr/>
                    <a:lstStyle/>
                    <a:p>
                      <a:pPr marL="429259">
                        <a:lnSpc>
                          <a:spcPts val="1125"/>
                        </a:lnSpc>
                      </a:pPr>
                      <a:r>
                        <a:rPr dirty="0" sz="1050" spc="-25">
                          <a:latin typeface="Times New Roman"/>
                          <a:cs typeface="Times New Roman"/>
                        </a:rPr>
                        <a:t>80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6985">
                        <a:lnSpc>
                          <a:spcPts val="1125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7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6350">
                        <a:lnSpc>
                          <a:spcPts val="1125"/>
                        </a:lnSpc>
                      </a:pPr>
                      <a:r>
                        <a:rPr dirty="0" sz="1050" spc="-25">
                          <a:latin typeface="Times New Roman"/>
                          <a:cs typeface="Times New Roman"/>
                        </a:rPr>
                        <a:t>0.1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3810">
                        <a:lnSpc>
                          <a:spcPts val="1125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0.216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5080">
                        <a:lnSpc>
                          <a:spcPts val="1125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233.30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7620">
                        <a:lnSpc>
                          <a:spcPts val="1125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235.00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498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6350">
                        <a:lnSpc>
                          <a:spcPts val="1085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.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7620">
                        <a:lnSpc>
                          <a:spcPts val="1085"/>
                        </a:lnSpc>
                      </a:pPr>
                      <a:r>
                        <a:rPr dirty="0" sz="1050" spc="-25">
                          <a:latin typeface="Times New Roman"/>
                          <a:cs typeface="Times New Roman"/>
                        </a:rPr>
                        <a:t>41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530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985">
                        <a:lnSpc>
                          <a:spcPts val="1110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5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8750">
                <a:tc>
                  <a:txBody>
                    <a:bodyPr/>
                    <a:lstStyle/>
                    <a:p>
                      <a:pPr marL="429259">
                        <a:lnSpc>
                          <a:spcPts val="1150"/>
                        </a:lnSpc>
                      </a:pPr>
                      <a:r>
                        <a:rPr dirty="0" sz="1050" spc="-25">
                          <a:latin typeface="Times New Roman"/>
                          <a:cs typeface="Times New Roman"/>
                        </a:rPr>
                        <a:t>90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6985">
                        <a:lnSpc>
                          <a:spcPts val="1150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7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6350">
                        <a:lnSpc>
                          <a:spcPts val="1150"/>
                        </a:lnSpc>
                      </a:pPr>
                      <a:r>
                        <a:rPr dirty="0" sz="1050" spc="-25">
                          <a:latin typeface="Times New Roman"/>
                          <a:cs typeface="Times New Roman"/>
                        </a:rPr>
                        <a:t>0.1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3810">
                        <a:lnSpc>
                          <a:spcPts val="1150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0.203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5080">
                        <a:lnSpc>
                          <a:spcPts val="1150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314.18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7620">
                        <a:lnSpc>
                          <a:spcPts val="1150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315.00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6350">
                        <a:lnSpc>
                          <a:spcPts val="1100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.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7620">
                        <a:lnSpc>
                          <a:spcPts val="1100"/>
                        </a:lnSpc>
                      </a:pPr>
                      <a:r>
                        <a:rPr dirty="0" sz="1050" spc="-25">
                          <a:latin typeface="Times New Roman"/>
                          <a:cs typeface="Times New Roman"/>
                        </a:rPr>
                        <a:t>33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543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985">
                        <a:lnSpc>
                          <a:spcPts val="1120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4940">
                <a:tc>
                  <a:txBody>
                    <a:bodyPr/>
                    <a:lstStyle/>
                    <a:p>
                      <a:pPr marL="398145">
                        <a:lnSpc>
                          <a:spcPts val="1120"/>
                        </a:lnSpc>
                      </a:pPr>
                      <a:r>
                        <a:rPr dirty="0" sz="1050" spc="-25">
                          <a:latin typeface="Times New Roman"/>
                          <a:cs typeface="Times New Roman"/>
                        </a:rPr>
                        <a:t>100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6985">
                        <a:lnSpc>
                          <a:spcPts val="1120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6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6350">
                        <a:lnSpc>
                          <a:spcPts val="1120"/>
                        </a:lnSpc>
                      </a:pPr>
                      <a:r>
                        <a:rPr dirty="0" sz="1050" spc="-25">
                          <a:latin typeface="Times New Roman"/>
                          <a:cs typeface="Times New Roman"/>
                        </a:rPr>
                        <a:t>0.1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3810">
                        <a:lnSpc>
                          <a:spcPts val="1120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0.191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5080">
                        <a:lnSpc>
                          <a:spcPts val="1120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413.25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7620">
                        <a:lnSpc>
                          <a:spcPts val="1120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415.00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504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6350">
                        <a:lnSpc>
                          <a:spcPts val="1085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.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7620">
                        <a:lnSpc>
                          <a:spcPts val="1085"/>
                        </a:lnSpc>
                      </a:pPr>
                      <a:r>
                        <a:rPr dirty="0" sz="1050" spc="-25">
                          <a:latin typeface="Times New Roman"/>
                          <a:cs typeface="Times New Roman"/>
                        </a:rPr>
                        <a:t>26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536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985">
                        <a:lnSpc>
                          <a:spcPts val="1115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5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8750">
                <a:tc>
                  <a:txBody>
                    <a:bodyPr/>
                    <a:lstStyle/>
                    <a:p>
                      <a:pPr marL="398145">
                        <a:lnSpc>
                          <a:spcPts val="1150"/>
                        </a:lnSpc>
                      </a:pPr>
                      <a:r>
                        <a:rPr dirty="0" sz="1050" spc="-25">
                          <a:latin typeface="Times New Roman"/>
                          <a:cs typeface="Times New Roman"/>
                        </a:rPr>
                        <a:t>110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6985">
                        <a:lnSpc>
                          <a:spcPts val="1150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6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6350">
                        <a:lnSpc>
                          <a:spcPts val="1150"/>
                        </a:lnSpc>
                      </a:pPr>
                      <a:r>
                        <a:rPr dirty="0" sz="1050" spc="-25">
                          <a:latin typeface="Times New Roman"/>
                          <a:cs typeface="Times New Roman"/>
                        </a:rPr>
                        <a:t>0.1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3810">
                        <a:lnSpc>
                          <a:spcPts val="1150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0.178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5080">
                        <a:lnSpc>
                          <a:spcPts val="1150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535.26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7620">
                        <a:lnSpc>
                          <a:spcPts val="1150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535.00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6350">
                        <a:lnSpc>
                          <a:spcPts val="1100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.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7620">
                        <a:lnSpc>
                          <a:spcPts val="1100"/>
                        </a:lnSpc>
                      </a:pPr>
                      <a:r>
                        <a:rPr dirty="0" sz="1050" spc="-25">
                          <a:latin typeface="Times New Roman"/>
                          <a:cs typeface="Times New Roman"/>
                        </a:rPr>
                        <a:t>18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543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985">
                        <a:lnSpc>
                          <a:spcPts val="1120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210">
                <a:tc>
                  <a:txBody>
                    <a:bodyPr/>
                    <a:lstStyle/>
                    <a:p>
                      <a:pPr marL="398145">
                        <a:lnSpc>
                          <a:spcPts val="1130"/>
                        </a:lnSpc>
                      </a:pPr>
                      <a:r>
                        <a:rPr dirty="0" sz="1050" spc="-25">
                          <a:latin typeface="Times New Roman"/>
                          <a:cs typeface="Times New Roman"/>
                        </a:rPr>
                        <a:t>120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6985">
                        <a:lnSpc>
                          <a:spcPts val="1130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5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6350">
                        <a:lnSpc>
                          <a:spcPts val="1130"/>
                        </a:lnSpc>
                      </a:pPr>
                      <a:r>
                        <a:rPr dirty="0" sz="1050" spc="-25">
                          <a:latin typeface="Times New Roman"/>
                          <a:cs typeface="Times New Roman"/>
                        </a:rPr>
                        <a:t>0.1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3810">
                        <a:lnSpc>
                          <a:spcPts val="1130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0.170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5080">
                        <a:lnSpc>
                          <a:spcPts val="1130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687.19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7620">
                        <a:lnSpc>
                          <a:spcPts val="1130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690.00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6350">
                        <a:lnSpc>
                          <a:spcPts val="1100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.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7620">
                        <a:lnSpc>
                          <a:spcPts val="1100"/>
                        </a:lnSpc>
                      </a:pPr>
                      <a:r>
                        <a:rPr dirty="0" sz="1050" spc="-25">
                          <a:latin typeface="Times New Roman"/>
                          <a:cs typeface="Times New Roman"/>
                        </a:rPr>
                        <a:t>10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543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985">
                        <a:lnSpc>
                          <a:spcPts val="1120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5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8115">
                <a:tc>
                  <a:txBody>
                    <a:bodyPr/>
                    <a:lstStyle/>
                    <a:p>
                      <a:pPr marL="398145">
                        <a:lnSpc>
                          <a:spcPts val="1145"/>
                        </a:lnSpc>
                      </a:pPr>
                      <a:r>
                        <a:rPr dirty="0" sz="1050" spc="-25">
                          <a:latin typeface="Times New Roman"/>
                          <a:cs typeface="Times New Roman"/>
                        </a:rPr>
                        <a:t>130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6985">
                        <a:lnSpc>
                          <a:spcPts val="1145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5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6350">
                        <a:lnSpc>
                          <a:spcPts val="1145"/>
                        </a:lnSpc>
                      </a:pPr>
                      <a:r>
                        <a:rPr dirty="0" sz="1050" spc="-25">
                          <a:latin typeface="Times New Roman"/>
                          <a:cs typeface="Times New Roman"/>
                        </a:rPr>
                        <a:t>0.1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3810">
                        <a:lnSpc>
                          <a:spcPts val="1145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0.150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5080">
                        <a:lnSpc>
                          <a:spcPts val="1145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887.14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7620">
                        <a:lnSpc>
                          <a:spcPts val="1145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890.00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536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6350">
                        <a:lnSpc>
                          <a:spcPts val="1110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.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7620">
                        <a:lnSpc>
                          <a:spcPts val="1110"/>
                        </a:lnSpc>
                      </a:pPr>
                      <a:r>
                        <a:rPr dirty="0" sz="1050" spc="-25">
                          <a:latin typeface="Times New Roman"/>
                          <a:cs typeface="Times New Roman"/>
                        </a:rPr>
                        <a:t>00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562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985">
                        <a:lnSpc>
                          <a:spcPts val="1135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8115">
                <a:tc>
                  <a:txBody>
                    <a:bodyPr/>
                    <a:lstStyle/>
                    <a:p>
                      <a:pPr marL="398145">
                        <a:lnSpc>
                          <a:spcPts val="1145"/>
                        </a:lnSpc>
                      </a:pPr>
                      <a:r>
                        <a:rPr dirty="0" sz="1050" spc="-25">
                          <a:latin typeface="Times New Roman"/>
                          <a:cs typeface="Times New Roman"/>
                        </a:rPr>
                        <a:t>140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6985">
                        <a:lnSpc>
                          <a:spcPts val="1145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4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6350">
                        <a:lnSpc>
                          <a:spcPts val="1145"/>
                        </a:lnSpc>
                      </a:pPr>
                      <a:r>
                        <a:rPr dirty="0" sz="1050" spc="-25">
                          <a:latin typeface="Times New Roman"/>
                          <a:cs typeface="Times New Roman"/>
                        </a:rPr>
                        <a:t>0.0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3810">
                        <a:lnSpc>
                          <a:spcPts val="1145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0.139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7620">
                        <a:lnSpc>
                          <a:spcPts val="1145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1110.29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7620">
                        <a:lnSpc>
                          <a:spcPts val="1145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1100.00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536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6350">
                        <a:lnSpc>
                          <a:spcPts val="1110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.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7620">
                        <a:lnSpc>
                          <a:spcPts val="1110"/>
                        </a:lnSpc>
                      </a:pPr>
                      <a:r>
                        <a:rPr dirty="0" sz="1050" spc="-25">
                          <a:latin typeface="Times New Roman"/>
                          <a:cs typeface="Times New Roman"/>
                        </a:rPr>
                        <a:t>94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549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985">
                        <a:lnSpc>
                          <a:spcPts val="1125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5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845">
                <a:tc>
                  <a:txBody>
                    <a:bodyPr/>
                    <a:lstStyle/>
                    <a:p>
                      <a:pPr marL="398145">
                        <a:lnSpc>
                          <a:spcPts val="1135"/>
                        </a:lnSpc>
                      </a:pPr>
                      <a:r>
                        <a:rPr dirty="0" sz="1050" spc="-25">
                          <a:latin typeface="Times New Roman"/>
                          <a:cs typeface="Times New Roman"/>
                        </a:rPr>
                        <a:t>150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6985">
                        <a:lnSpc>
                          <a:spcPts val="1135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4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6350">
                        <a:lnSpc>
                          <a:spcPts val="1135"/>
                        </a:lnSpc>
                      </a:pPr>
                      <a:r>
                        <a:rPr dirty="0" sz="1050" spc="-25">
                          <a:latin typeface="Times New Roman"/>
                          <a:cs typeface="Times New Roman"/>
                        </a:rPr>
                        <a:t>0.0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3810">
                        <a:lnSpc>
                          <a:spcPts val="1135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0.127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7620">
                        <a:lnSpc>
                          <a:spcPts val="1135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1395.00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7620">
                        <a:lnSpc>
                          <a:spcPts val="1135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1400.00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6350">
                        <a:lnSpc>
                          <a:spcPts val="1105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.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7620">
                        <a:lnSpc>
                          <a:spcPts val="1105"/>
                        </a:lnSpc>
                      </a:pPr>
                      <a:r>
                        <a:rPr dirty="0" sz="1050" spc="-25">
                          <a:latin typeface="Times New Roman"/>
                          <a:cs typeface="Times New Roman"/>
                        </a:rPr>
                        <a:t>87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555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985">
                        <a:lnSpc>
                          <a:spcPts val="1130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object 4" descr=""/>
          <p:cNvSpPr txBox="1"/>
          <p:nvPr/>
        </p:nvSpPr>
        <p:spPr>
          <a:xfrm>
            <a:off x="1040130" y="9109723"/>
            <a:ext cx="5490210" cy="13982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100"/>
              </a:spcBef>
            </a:pPr>
            <a:r>
              <a:rPr dirty="0" sz="850">
                <a:latin typeface="Times New Roman"/>
                <a:cs typeface="Times New Roman"/>
              </a:rPr>
              <a:t>Tomado</a:t>
            </a:r>
            <a:r>
              <a:rPr dirty="0" sz="850" spc="85">
                <a:latin typeface="Times New Roman"/>
                <a:cs typeface="Times New Roman"/>
              </a:rPr>
              <a:t> </a:t>
            </a:r>
            <a:r>
              <a:rPr dirty="0" sz="850">
                <a:latin typeface="Times New Roman"/>
                <a:cs typeface="Times New Roman"/>
              </a:rPr>
              <a:t>del</a:t>
            </a:r>
            <a:r>
              <a:rPr dirty="0" sz="850" spc="80">
                <a:latin typeface="Times New Roman"/>
                <a:cs typeface="Times New Roman"/>
              </a:rPr>
              <a:t> </a:t>
            </a:r>
            <a:r>
              <a:rPr dirty="0" sz="850">
                <a:latin typeface="Times New Roman"/>
                <a:cs typeface="Times New Roman"/>
              </a:rPr>
              <a:t>Manual</a:t>
            </a:r>
            <a:r>
              <a:rPr dirty="0" sz="850" spc="75">
                <a:latin typeface="Times New Roman"/>
                <a:cs typeface="Times New Roman"/>
              </a:rPr>
              <a:t> </a:t>
            </a:r>
            <a:r>
              <a:rPr dirty="0" sz="850">
                <a:latin typeface="Times New Roman"/>
                <a:cs typeface="Times New Roman"/>
              </a:rPr>
              <a:t>de</a:t>
            </a:r>
            <a:r>
              <a:rPr dirty="0" sz="850" spc="70">
                <a:latin typeface="Times New Roman"/>
                <a:cs typeface="Times New Roman"/>
              </a:rPr>
              <a:t> </a:t>
            </a:r>
            <a:r>
              <a:rPr dirty="0" sz="850">
                <a:latin typeface="Times New Roman"/>
                <a:cs typeface="Times New Roman"/>
              </a:rPr>
              <a:t>Diseño</a:t>
            </a:r>
            <a:r>
              <a:rPr dirty="0" sz="850" spc="60">
                <a:latin typeface="Times New Roman"/>
                <a:cs typeface="Times New Roman"/>
              </a:rPr>
              <a:t> </a:t>
            </a:r>
            <a:r>
              <a:rPr dirty="0" sz="850">
                <a:latin typeface="Times New Roman"/>
                <a:cs typeface="Times New Roman"/>
              </a:rPr>
              <a:t>Geométrico</a:t>
            </a:r>
            <a:r>
              <a:rPr dirty="0" sz="850" spc="80">
                <a:latin typeface="Times New Roman"/>
                <a:cs typeface="Times New Roman"/>
              </a:rPr>
              <a:t> </a:t>
            </a:r>
            <a:r>
              <a:rPr dirty="0" sz="850">
                <a:latin typeface="Times New Roman"/>
                <a:cs typeface="Times New Roman"/>
              </a:rPr>
              <a:t>de</a:t>
            </a:r>
            <a:r>
              <a:rPr dirty="0" sz="850" spc="70">
                <a:latin typeface="Times New Roman"/>
                <a:cs typeface="Times New Roman"/>
              </a:rPr>
              <a:t> </a:t>
            </a:r>
            <a:r>
              <a:rPr dirty="0" sz="850">
                <a:latin typeface="Times New Roman"/>
                <a:cs typeface="Times New Roman"/>
              </a:rPr>
              <a:t>Vías</a:t>
            </a:r>
            <a:r>
              <a:rPr dirty="0" sz="850" spc="80">
                <a:latin typeface="Times New Roman"/>
                <a:cs typeface="Times New Roman"/>
              </a:rPr>
              <a:t> </a:t>
            </a:r>
            <a:r>
              <a:rPr dirty="0" sz="850">
                <a:latin typeface="Times New Roman"/>
                <a:cs typeface="Times New Roman"/>
              </a:rPr>
              <a:t>del</a:t>
            </a:r>
            <a:r>
              <a:rPr dirty="0" sz="850" spc="75">
                <a:latin typeface="Times New Roman"/>
                <a:cs typeface="Times New Roman"/>
              </a:rPr>
              <a:t> </a:t>
            </a:r>
            <a:r>
              <a:rPr dirty="0" sz="850" spc="-10">
                <a:latin typeface="Times New Roman"/>
                <a:cs typeface="Times New Roman"/>
              </a:rPr>
              <a:t>I.N.V.</a:t>
            </a: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95"/>
              </a:spcBef>
            </a:pPr>
            <a:endParaRPr sz="850">
              <a:latin typeface="Times New Roman"/>
              <a:cs typeface="Times New Roman"/>
            </a:endParaRPr>
          </a:p>
          <a:p>
            <a:pPr algn="just" marL="12700" marR="5080">
              <a:lnSpc>
                <a:spcPts val="1220"/>
              </a:lnSpc>
            </a:pP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1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Figura</a:t>
            </a:r>
            <a:r>
              <a:rPr dirty="0" sz="1050" spc="1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8.3</a:t>
            </a:r>
            <a:r>
              <a:rPr dirty="0" sz="1050" spc="15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permite</a:t>
            </a:r>
            <a:r>
              <a:rPr dirty="0" sz="1050" spc="15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obtener</a:t>
            </a:r>
            <a:r>
              <a:rPr dirty="0" sz="1050" spc="15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1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1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y</a:t>
            </a:r>
            <a:r>
              <a:rPr dirty="0" sz="1050" spc="1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1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radio</a:t>
            </a:r>
            <a:r>
              <a:rPr dirty="0" sz="1050" spc="1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para</a:t>
            </a:r>
            <a:r>
              <a:rPr dirty="0" sz="1050" spc="1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una</a:t>
            </a:r>
            <a:r>
              <a:rPr dirty="0" sz="1050" spc="1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curva</a:t>
            </a:r>
            <a:r>
              <a:rPr dirty="0" sz="1050" spc="1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1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1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desea</a:t>
            </a:r>
            <a:r>
              <a:rPr dirty="0" sz="1050" spc="1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diseñar</a:t>
            </a:r>
            <a:r>
              <a:rPr dirty="0" sz="1050" spc="1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para</a:t>
            </a:r>
            <a:r>
              <a:rPr dirty="0" sz="1050" spc="155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una </a:t>
            </a:r>
            <a:r>
              <a:rPr dirty="0" sz="1050">
                <a:latin typeface="Times New Roman"/>
                <a:cs typeface="Times New Roman"/>
              </a:rPr>
              <a:t>velocidad</a:t>
            </a:r>
            <a:r>
              <a:rPr dirty="0" sz="1050" spc="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específica</a:t>
            </a:r>
            <a:r>
              <a:rPr dirty="0" sz="1050" spc="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determinada.</a:t>
            </a:r>
            <a:r>
              <a:rPr dirty="0" sz="1050" spc="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7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uso</a:t>
            </a:r>
            <a:r>
              <a:rPr dirty="0" sz="1050" spc="7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del</a:t>
            </a:r>
            <a:r>
              <a:rPr dirty="0" sz="1050" spc="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ábaco</a:t>
            </a:r>
            <a:r>
              <a:rPr dirty="0" sz="1050" spc="7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establece</a:t>
            </a:r>
            <a:r>
              <a:rPr dirty="0" sz="1050" spc="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una</a:t>
            </a:r>
            <a:r>
              <a:rPr dirty="0" sz="1050" spc="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relación</a:t>
            </a:r>
            <a:r>
              <a:rPr dirty="0" sz="1050" spc="7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única</a:t>
            </a:r>
            <a:r>
              <a:rPr dirty="0" sz="1050" spc="7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entre</a:t>
            </a:r>
            <a:r>
              <a:rPr dirty="0" sz="1050" spc="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los</a:t>
            </a:r>
            <a:r>
              <a:rPr dirty="0" sz="1050" spc="6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elementos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diseño: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radio,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y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velocidad,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con</a:t>
            </a:r>
            <a:r>
              <a:rPr dirty="0" sz="1050" spc="2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cual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obtendrá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diseños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cómodos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y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seguros.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Igualmente </a:t>
            </a:r>
            <a:r>
              <a:rPr dirty="0" sz="1050">
                <a:latin typeface="Times New Roman"/>
                <a:cs typeface="Times New Roman"/>
              </a:rPr>
              <a:t>permite</a:t>
            </a:r>
            <a:r>
              <a:rPr dirty="0" sz="1050" spc="1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establecer</a:t>
            </a:r>
            <a:r>
              <a:rPr dirty="0" sz="1050" spc="1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10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1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y</a:t>
            </a:r>
            <a:r>
              <a:rPr dirty="0" sz="1050" spc="114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1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velocidad</a:t>
            </a:r>
            <a:r>
              <a:rPr dirty="0" sz="1050" spc="1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específica</a:t>
            </a:r>
            <a:r>
              <a:rPr dirty="0" sz="1050" spc="1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para</a:t>
            </a:r>
            <a:r>
              <a:rPr dirty="0" sz="1050" spc="114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una</a:t>
            </a:r>
            <a:r>
              <a:rPr dirty="0" sz="1050" spc="1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curva</a:t>
            </a:r>
            <a:r>
              <a:rPr dirty="0" sz="1050" spc="1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1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114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desea</a:t>
            </a:r>
            <a:r>
              <a:rPr dirty="0" sz="1050" spc="1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diseñar</a:t>
            </a:r>
            <a:r>
              <a:rPr dirty="0" sz="1050" spc="1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con</a:t>
            </a:r>
            <a:r>
              <a:rPr dirty="0" sz="1050" spc="114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un </a:t>
            </a:r>
            <a:r>
              <a:rPr dirty="0" sz="1050">
                <a:latin typeface="Times New Roman"/>
                <a:cs typeface="Times New Roman"/>
              </a:rPr>
              <a:t>radio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dado.</a:t>
            </a:r>
            <a:endParaRPr sz="1050">
              <a:latin typeface="Times New Roman"/>
              <a:cs typeface="Times New Roman"/>
            </a:endParaRPr>
          </a:p>
          <a:p>
            <a:pPr algn="just" marL="12700">
              <a:lnSpc>
                <a:spcPct val="100000"/>
              </a:lnSpc>
              <a:spcBef>
                <a:spcPts val="1155"/>
              </a:spcBef>
            </a:pPr>
            <a:r>
              <a:rPr dirty="0" sz="1050">
                <a:latin typeface="Times New Roman"/>
                <a:cs typeface="Times New Roman"/>
              </a:rPr>
              <a:t>Para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curvas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con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radio</a:t>
            </a:r>
            <a:r>
              <a:rPr dirty="0" sz="1050" spc="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comprendido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entre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30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metros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y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170</a:t>
            </a:r>
            <a:r>
              <a:rPr dirty="0" sz="1050" spc="30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metros,</a:t>
            </a:r>
            <a:r>
              <a:rPr dirty="0" sz="1050" spc="30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correspondientes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una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velocidad</a:t>
            </a:r>
            <a:endParaRPr sz="10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040130" y="1057923"/>
            <a:ext cx="5496560" cy="1430020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algn="just" marL="12700" marR="5080">
              <a:lnSpc>
                <a:spcPts val="1220"/>
              </a:lnSpc>
              <a:spcBef>
                <a:spcPts val="175"/>
              </a:spcBef>
            </a:pPr>
            <a:r>
              <a:rPr dirty="0" sz="1050">
                <a:latin typeface="Times New Roman"/>
                <a:cs typeface="Times New Roman"/>
              </a:rPr>
              <a:t>específica</a:t>
            </a:r>
            <a:r>
              <a:rPr dirty="0" sz="1050" spc="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entre</a:t>
            </a:r>
            <a:r>
              <a:rPr dirty="0" sz="1050" spc="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30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y</a:t>
            </a:r>
            <a:r>
              <a:rPr dirty="0" sz="1050" spc="3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70</a:t>
            </a:r>
            <a:r>
              <a:rPr dirty="0" sz="1050" spc="3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Km/h</a:t>
            </a:r>
            <a:r>
              <a:rPr dirty="0" sz="1050" spc="3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respectivamente,</a:t>
            </a:r>
            <a:r>
              <a:rPr dirty="0" sz="1050" spc="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deberá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ser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del</a:t>
            </a:r>
            <a:r>
              <a:rPr dirty="0" sz="1050" spc="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8%.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Para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valores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mayores </a:t>
            </a:r>
            <a:r>
              <a:rPr dirty="0" sz="1050">
                <a:latin typeface="Times New Roman"/>
                <a:cs typeface="Times New Roman"/>
              </a:rPr>
              <a:t>del</a:t>
            </a:r>
            <a:r>
              <a:rPr dirty="0" sz="1050" spc="1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radio,</a:t>
            </a:r>
            <a:r>
              <a:rPr dirty="0" sz="1050" spc="1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10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1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114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obtiene</a:t>
            </a:r>
            <a:r>
              <a:rPr dirty="0" sz="1050" spc="1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1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acuerdo</a:t>
            </a:r>
            <a:r>
              <a:rPr dirty="0" sz="1050" spc="114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con</a:t>
            </a:r>
            <a:r>
              <a:rPr dirty="0" sz="1050" spc="114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1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ecuación</a:t>
            </a:r>
            <a:r>
              <a:rPr dirty="0" sz="1050" spc="1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114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equilibrio</a:t>
            </a:r>
            <a:r>
              <a:rPr dirty="0" sz="1050" spc="1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1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relaciona</a:t>
            </a:r>
            <a:r>
              <a:rPr dirty="0" sz="1050" spc="18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4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radio,</a:t>
            </a:r>
            <a:r>
              <a:rPr dirty="0" sz="1050" spc="105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el </a:t>
            </a:r>
            <a:r>
              <a:rPr dirty="0" sz="1050">
                <a:latin typeface="Times New Roman"/>
                <a:cs typeface="Times New Roman"/>
              </a:rPr>
              <a:t>peralte,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fricción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transversal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y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velocidad</a:t>
            </a:r>
            <a:r>
              <a:rPr dirty="0" sz="1050" spc="140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específica.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050">
              <a:latin typeface="Times New Roman"/>
              <a:cs typeface="Times New Roman"/>
            </a:endParaRPr>
          </a:p>
          <a:p>
            <a:pPr algn="just" marL="12700" marR="16510">
              <a:lnSpc>
                <a:spcPts val="1220"/>
              </a:lnSpc>
            </a:pPr>
            <a:r>
              <a:rPr dirty="0" sz="1050">
                <a:latin typeface="Times New Roman"/>
                <a:cs typeface="Times New Roman"/>
              </a:rPr>
              <a:t>Las</a:t>
            </a:r>
            <a:r>
              <a:rPr dirty="0" sz="1050" spc="2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curvas</a:t>
            </a:r>
            <a:r>
              <a:rPr dirty="0" sz="1050" spc="2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con</a:t>
            </a:r>
            <a:r>
              <a:rPr dirty="0" sz="1050" spc="2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radio</a:t>
            </a:r>
            <a:r>
              <a:rPr dirty="0" sz="1050" spc="2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comprendido</a:t>
            </a:r>
            <a:r>
              <a:rPr dirty="0" sz="1050" spc="2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entre</a:t>
            </a:r>
            <a:r>
              <a:rPr dirty="0" sz="1050" spc="2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4000</a:t>
            </a:r>
            <a:r>
              <a:rPr dirty="0" sz="1050" spc="2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y</a:t>
            </a:r>
            <a:r>
              <a:rPr dirty="0" sz="1050" spc="2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7000</a:t>
            </a:r>
            <a:r>
              <a:rPr dirty="0" sz="1050" spc="2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metros,</a:t>
            </a:r>
            <a:r>
              <a:rPr dirty="0" sz="1050" spc="2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tendrán</a:t>
            </a:r>
            <a:r>
              <a:rPr dirty="0" sz="1050" spc="2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2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2%</a:t>
            </a:r>
            <a:r>
              <a:rPr dirty="0" sz="1050" spc="229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2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2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y</a:t>
            </a:r>
            <a:r>
              <a:rPr dirty="0" sz="1050" spc="240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una </a:t>
            </a:r>
            <a:r>
              <a:rPr dirty="0" sz="1050">
                <a:latin typeface="Times New Roman"/>
                <a:cs typeface="Times New Roman"/>
              </a:rPr>
              <a:t>velocidad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específica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150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 spc="-20">
                <a:latin typeface="Times New Roman"/>
                <a:cs typeface="Times New Roman"/>
              </a:rPr>
              <a:t>km/h.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050">
              <a:latin typeface="Times New Roman"/>
              <a:cs typeface="Times New Roman"/>
            </a:endParaRPr>
          </a:p>
          <a:p>
            <a:pPr algn="just" marL="12700" marR="20955">
              <a:lnSpc>
                <a:spcPts val="1220"/>
              </a:lnSpc>
              <a:spcBef>
                <a:spcPts val="5"/>
              </a:spcBef>
            </a:pPr>
            <a:r>
              <a:rPr dirty="0" sz="1050">
                <a:latin typeface="Times New Roman"/>
                <a:cs typeface="Times New Roman"/>
              </a:rPr>
              <a:t>Existen</a:t>
            </a:r>
            <a:r>
              <a:rPr dirty="0" sz="1050" spc="114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curvas</a:t>
            </a:r>
            <a:r>
              <a:rPr dirty="0" sz="1050" spc="1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114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radio</a:t>
            </a:r>
            <a:r>
              <a:rPr dirty="0" sz="1050" spc="1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amplio</a:t>
            </a:r>
            <a:r>
              <a:rPr dirty="0" sz="1050" spc="114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mayores</a:t>
            </a:r>
            <a:r>
              <a:rPr dirty="0" sz="1050" spc="1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</a:t>
            </a:r>
            <a:r>
              <a:rPr dirty="0" sz="1050" spc="114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7000</a:t>
            </a:r>
            <a:r>
              <a:rPr dirty="0" sz="1050" spc="114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metros</a:t>
            </a:r>
            <a:r>
              <a:rPr dirty="0" sz="1050" spc="1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las</a:t>
            </a:r>
            <a:r>
              <a:rPr dirty="0" sz="1050" spc="1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cuales</a:t>
            </a:r>
            <a:r>
              <a:rPr dirty="0" sz="1050" spc="1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no</a:t>
            </a:r>
            <a:r>
              <a:rPr dirty="0" sz="1050" spc="114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requieren</a:t>
            </a:r>
            <a:r>
              <a:rPr dirty="0" sz="1050" spc="1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peralte,</a:t>
            </a:r>
            <a:r>
              <a:rPr dirty="0" sz="1050" spc="1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</a:t>
            </a:r>
            <a:r>
              <a:rPr dirty="0" sz="1050" spc="1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decir</a:t>
            </a:r>
            <a:r>
              <a:rPr dirty="0" sz="1050" spc="114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la </a:t>
            </a:r>
            <a:r>
              <a:rPr dirty="0" sz="1050">
                <a:latin typeface="Times New Roman"/>
                <a:cs typeface="Times New Roman"/>
              </a:rPr>
              <a:t>sección</a:t>
            </a:r>
            <a:r>
              <a:rPr dirty="0" sz="1050" spc="-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transversal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corresponde</a:t>
            </a:r>
            <a:r>
              <a:rPr dirty="0" sz="1050" spc="-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al</a:t>
            </a:r>
            <a:r>
              <a:rPr dirty="0" sz="1050" spc="-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bombeo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normal</a:t>
            </a:r>
            <a:r>
              <a:rPr dirty="0" sz="1050" spc="-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con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inclinación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transversal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del</a:t>
            </a:r>
            <a:r>
              <a:rPr dirty="0" sz="1050" spc="-30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2%.</a:t>
            </a:r>
            <a:endParaRPr sz="10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040130" y="1398464"/>
            <a:ext cx="5495925" cy="4908550"/>
          </a:xfrm>
          <a:prstGeom prst="rect">
            <a:avLst/>
          </a:prstGeom>
        </p:spPr>
        <p:txBody>
          <a:bodyPr wrap="square" lIns="0" tIns="62865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495"/>
              </a:spcBef>
            </a:pPr>
            <a:r>
              <a:rPr dirty="0" sz="1350" spc="-10">
                <a:latin typeface="Times New Roman"/>
                <a:cs typeface="Times New Roman"/>
              </a:rPr>
              <a:t>DESARROLLO</a:t>
            </a:r>
            <a:r>
              <a:rPr dirty="0" sz="1350" spc="-20">
                <a:latin typeface="Times New Roman"/>
                <a:cs typeface="Times New Roman"/>
              </a:rPr>
              <a:t> </a:t>
            </a:r>
            <a:r>
              <a:rPr dirty="0" sz="1350">
                <a:latin typeface="Times New Roman"/>
                <a:cs typeface="Times New Roman"/>
              </a:rPr>
              <a:t>DEL </a:t>
            </a:r>
            <a:r>
              <a:rPr dirty="0" sz="1350" spc="-10">
                <a:latin typeface="Times New Roman"/>
                <a:cs typeface="Times New Roman"/>
              </a:rPr>
              <a:t>PERALTE</a:t>
            </a:r>
            <a:endParaRPr sz="1350">
              <a:latin typeface="Times New Roman"/>
              <a:cs typeface="Times New Roman"/>
            </a:endParaRPr>
          </a:p>
          <a:p>
            <a:pPr algn="just" marL="12700" marR="5080">
              <a:lnSpc>
                <a:spcPts val="1220"/>
              </a:lnSpc>
              <a:spcBef>
                <a:spcPts val="385"/>
              </a:spcBef>
            </a:pPr>
            <a:r>
              <a:rPr dirty="0" sz="1050">
                <a:latin typeface="Times New Roman"/>
                <a:cs typeface="Times New Roman"/>
              </a:rPr>
              <a:t>Cuando</a:t>
            </a:r>
            <a:r>
              <a:rPr dirty="0" sz="1050" spc="1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1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presenta</a:t>
            </a:r>
            <a:r>
              <a:rPr dirty="0" sz="1050" spc="1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</a:t>
            </a:r>
            <a:r>
              <a:rPr dirty="0" sz="1050" spc="1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1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alineamiento</a:t>
            </a:r>
            <a:r>
              <a:rPr dirty="0" sz="1050" spc="1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horizontal</a:t>
            </a:r>
            <a:r>
              <a:rPr dirty="0" sz="1050" spc="1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una</a:t>
            </a:r>
            <a:r>
              <a:rPr dirty="0" sz="1050" spc="1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curva</a:t>
            </a:r>
            <a:r>
              <a:rPr dirty="0" sz="1050" spc="1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</a:t>
            </a:r>
            <a:r>
              <a:rPr dirty="0" sz="1050" spc="125">
                <a:latin typeface="Times New Roman"/>
                <a:cs typeface="Times New Roman"/>
              </a:rPr>
              <a:t>  </a:t>
            </a:r>
            <a:r>
              <a:rPr dirty="0" sz="1050">
                <a:latin typeface="Times New Roman"/>
                <a:cs typeface="Times New Roman"/>
              </a:rPr>
              <a:t>necesario</a:t>
            </a:r>
            <a:r>
              <a:rPr dirty="0" sz="1050" spc="1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modificar</a:t>
            </a:r>
            <a:r>
              <a:rPr dirty="0" sz="1050" spc="1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12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inclinación </a:t>
            </a:r>
            <a:r>
              <a:rPr dirty="0" sz="1050">
                <a:latin typeface="Times New Roman"/>
                <a:cs typeface="Times New Roman"/>
              </a:rPr>
              <a:t>transversal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desde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bombeo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hasta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requerido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para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curva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y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luego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después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curva</a:t>
            </a:r>
            <a:r>
              <a:rPr dirty="0" sz="1050" spc="-10">
                <a:latin typeface="Times New Roman"/>
                <a:cs typeface="Times New Roman"/>
              </a:rPr>
              <a:t> desde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hasta</a:t>
            </a:r>
            <a:r>
              <a:rPr dirty="0" sz="1050" spc="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bombeo</a:t>
            </a:r>
            <a:r>
              <a:rPr dirty="0" sz="1050" spc="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nuevamente.</a:t>
            </a:r>
            <a:r>
              <a:rPr dirty="0" sz="1050" spc="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Esta</a:t>
            </a:r>
            <a:r>
              <a:rPr dirty="0" sz="1050" spc="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modificación</a:t>
            </a:r>
            <a:r>
              <a:rPr dirty="0" sz="1050" spc="7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</a:t>
            </a:r>
            <a:r>
              <a:rPr dirty="0" sz="1050" spc="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inclinación</a:t>
            </a:r>
            <a:r>
              <a:rPr dirty="0" sz="1050" spc="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transversal,</a:t>
            </a:r>
            <a:r>
              <a:rPr dirty="0" sz="1050" spc="5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60">
                <a:latin typeface="Times New Roman"/>
                <a:cs typeface="Times New Roman"/>
              </a:rPr>
              <a:t> </a:t>
            </a:r>
            <a:r>
              <a:rPr dirty="0" sz="1050" spc="-20">
                <a:latin typeface="Times New Roman"/>
                <a:cs typeface="Times New Roman"/>
              </a:rPr>
              <a:t>debe </a:t>
            </a:r>
            <a:r>
              <a:rPr dirty="0" sz="1050">
                <a:latin typeface="Times New Roman"/>
                <a:cs typeface="Times New Roman"/>
              </a:rPr>
              <a:t>realizar</a:t>
            </a:r>
            <a:r>
              <a:rPr dirty="0" sz="1050" spc="495">
                <a:latin typeface="Times New Roman"/>
                <a:cs typeface="Times New Roman"/>
              </a:rPr>
              <a:t>  </a:t>
            </a:r>
            <a:r>
              <a:rPr dirty="0" sz="1050">
                <a:latin typeface="Times New Roman"/>
                <a:cs typeface="Times New Roman"/>
              </a:rPr>
              <a:t>a</a:t>
            </a:r>
            <a:r>
              <a:rPr dirty="0" sz="1050" spc="2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lo</a:t>
            </a:r>
            <a:r>
              <a:rPr dirty="0" sz="1050" spc="2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largo</a:t>
            </a:r>
            <a:r>
              <a:rPr dirty="0" sz="1050" spc="2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2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una</a:t>
            </a:r>
            <a:r>
              <a:rPr dirty="0" sz="1050" spc="2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longitud</a:t>
            </a:r>
            <a:r>
              <a:rPr dirty="0" sz="1050" spc="2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apropiada,</a:t>
            </a:r>
            <a:r>
              <a:rPr dirty="0" sz="1050" spc="2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2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denomina</a:t>
            </a:r>
            <a:r>
              <a:rPr dirty="0" sz="1050" spc="2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transición</a:t>
            </a:r>
            <a:r>
              <a:rPr dirty="0" sz="1050" spc="2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del</a:t>
            </a:r>
            <a:r>
              <a:rPr dirty="0" sz="1050" spc="2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2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y</a:t>
            </a:r>
            <a:r>
              <a:rPr dirty="0" sz="1050" spc="3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220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puede </a:t>
            </a:r>
            <a:r>
              <a:rPr dirty="0" sz="1050">
                <a:latin typeface="Times New Roman"/>
                <a:cs typeface="Times New Roman"/>
              </a:rPr>
              <a:t>desarrollar</a:t>
            </a:r>
            <a:r>
              <a:rPr dirty="0" sz="1050" spc="-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tres</a:t>
            </a:r>
            <a:r>
              <a:rPr dirty="0" sz="1050" spc="-10">
                <a:latin typeface="Times New Roman"/>
                <a:cs typeface="Times New Roman"/>
              </a:rPr>
              <a:t> maneras:</a:t>
            </a:r>
            <a:endParaRPr sz="1050">
              <a:latin typeface="Times New Roman"/>
              <a:cs typeface="Times New Roman"/>
            </a:endParaRPr>
          </a:p>
          <a:p>
            <a:pPr algn="just" marL="47625" marR="15875" indent="-35560">
              <a:lnSpc>
                <a:spcPct val="97600"/>
              </a:lnSpc>
              <a:spcBef>
                <a:spcPts val="1185"/>
              </a:spcBef>
              <a:buFont typeface="Consolas"/>
              <a:buChar char="•"/>
              <a:tabLst>
                <a:tab pos="47625" algn="l"/>
                <a:tab pos="234315" algn="l"/>
              </a:tabLst>
            </a:pPr>
            <a:r>
              <a:rPr dirty="0" sz="1050">
                <a:latin typeface="Times New Roman"/>
                <a:cs typeface="Times New Roman"/>
              </a:rPr>
              <a:t>	</a:t>
            </a:r>
            <a:r>
              <a:rPr dirty="0" sz="1050">
                <a:latin typeface="Times New Roman"/>
                <a:cs typeface="Times New Roman"/>
              </a:rPr>
              <a:t>Girando</a:t>
            </a:r>
            <a:r>
              <a:rPr dirty="0" sz="1050" spc="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pavimento</a:t>
            </a:r>
            <a:r>
              <a:rPr dirty="0" sz="1050" spc="8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7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7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calzada</a:t>
            </a:r>
            <a:r>
              <a:rPr dirty="0" sz="1050" spc="8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al</a:t>
            </a:r>
            <a:r>
              <a:rPr dirty="0" sz="1050" spc="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rededor</a:t>
            </a:r>
            <a:r>
              <a:rPr dirty="0" sz="1050" spc="8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7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su</a:t>
            </a:r>
            <a:r>
              <a:rPr dirty="0" sz="1050" spc="8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línea</a:t>
            </a:r>
            <a:r>
              <a:rPr dirty="0" sz="1050" spc="7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central</a:t>
            </a:r>
            <a:r>
              <a:rPr dirty="0" sz="1050" spc="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o</a:t>
            </a:r>
            <a:r>
              <a:rPr dirty="0" sz="1050" spc="7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eje:</a:t>
            </a:r>
            <a:r>
              <a:rPr dirty="0" sz="1050" spc="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</a:t>
            </a:r>
            <a:r>
              <a:rPr dirty="0" sz="1050" spc="7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más</a:t>
            </a:r>
            <a:r>
              <a:rPr dirty="0" sz="1050" spc="8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empleado</a:t>
            </a:r>
            <a:r>
              <a:rPr dirty="0" sz="1050" spc="75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ya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permite</a:t>
            </a:r>
            <a:r>
              <a:rPr dirty="0" sz="1050" spc="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un</a:t>
            </a:r>
            <a:r>
              <a:rPr dirty="0" sz="1050" spc="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desarrollo</a:t>
            </a:r>
            <a:r>
              <a:rPr dirty="0" sz="1050" spc="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más</a:t>
            </a:r>
            <a:r>
              <a:rPr dirty="0" sz="1050" spc="5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armónico,</a:t>
            </a:r>
            <a:r>
              <a:rPr dirty="0" sz="1050" spc="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provoca</a:t>
            </a:r>
            <a:r>
              <a:rPr dirty="0" sz="1050" spc="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menor</a:t>
            </a:r>
            <a:r>
              <a:rPr dirty="0" sz="1050" spc="5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distorsión</a:t>
            </a:r>
            <a:r>
              <a:rPr dirty="0" sz="1050" spc="7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los</a:t>
            </a:r>
            <a:r>
              <a:rPr dirty="0" sz="1050" spc="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bordes</a:t>
            </a:r>
            <a:r>
              <a:rPr dirty="0" sz="1050" spc="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corona</a:t>
            </a:r>
            <a:r>
              <a:rPr dirty="0" sz="1050" spc="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y</a:t>
            </a:r>
            <a:r>
              <a:rPr dirty="0" sz="1050" spc="60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no </a:t>
            </a:r>
            <a:r>
              <a:rPr dirty="0" sz="1050">
                <a:latin typeface="Times New Roman"/>
                <a:cs typeface="Times New Roman"/>
              </a:rPr>
              <a:t>altera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diseño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rasante.</a:t>
            </a:r>
            <a:r>
              <a:rPr dirty="0" sz="1050" spc="2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</a:t>
            </a:r>
            <a:r>
              <a:rPr dirty="0" sz="1050" spc="2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además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más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fácil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50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calcular.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Consolas"/>
              <a:buChar char="•"/>
            </a:pPr>
            <a:endParaRPr sz="1050">
              <a:latin typeface="Times New Roman"/>
              <a:cs typeface="Times New Roman"/>
            </a:endParaRPr>
          </a:p>
          <a:p>
            <a:pPr algn="just" marL="47625" marR="18415" indent="-35560">
              <a:lnSpc>
                <a:spcPct val="97600"/>
              </a:lnSpc>
              <a:buFont typeface="Consolas"/>
              <a:buChar char="•"/>
              <a:tabLst>
                <a:tab pos="47625" algn="l"/>
                <a:tab pos="234315" algn="l"/>
              </a:tabLst>
            </a:pPr>
            <a:r>
              <a:rPr dirty="0" sz="1050">
                <a:latin typeface="Times New Roman"/>
                <a:cs typeface="Times New Roman"/>
              </a:rPr>
              <a:t>	</a:t>
            </a:r>
            <a:r>
              <a:rPr dirty="0" sz="1050">
                <a:latin typeface="Times New Roman"/>
                <a:cs typeface="Times New Roman"/>
              </a:rPr>
              <a:t>Girando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 pavimento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alrededor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su borde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interior: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emplea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para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mejorar</a:t>
            </a:r>
            <a:r>
              <a:rPr dirty="0" sz="1050" spc="140">
                <a:latin typeface="Times New Roman"/>
                <a:cs typeface="Times New Roman"/>
              </a:rPr>
              <a:t> 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visibilidad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la </a:t>
            </a:r>
            <a:r>
              <a:rPr dirty="0" sz="1050">
                <a:latin typeface="Times New Roman"/>
                <a:cs typeface="Times New Roman"/>
              </a:rPr>
              <a:t>curva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o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para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evitar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dificultades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drenaje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superficial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carretera,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secciones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corte.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Origina </a:t>
            </a:r>
            <a:r>
              <a:rPr dirty="0" sz="1050">
                <a:latin typeface="Times New Roman"/>
                <a:cs typeface="Times New Roman"/>
              </a:rPr>
              <a:t>cambios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rasante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vía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Consolas"/>
              <a:buChar char="•"/>
            </a:pPr>
            <a:endParaRPr sz="1050">
              <a:latin typeface="Times New Roman"/>
              <a:cs typeface="Times New Roman"/>
            </a:endParaRPr>
          </a:p>
          <a:p>
            <a:pPr algn="just" marL="47625" marR="14604" indent="-35560">
              <a:lnSpc>
                <a:spcPts val="1250"/>
              </a:lnSpc>
              <a:spcBef>
                <a:spcPts val="5"/>
              </a:spcBef>
              <a:buFont typeface="Consolas"/>
              <a:buChar char="•"/>
              <a:tabLst>
                <a:tab pos="47625" algn="l"/>
                <a:tab pos="234315" algn="l"/>
              </a:tabLst>
            </a:pPr>
            <a:r>
              <a:rPr dirty="0" sz="1050">
                <a:latin typeface="Times New Roman"/>
                <a:cs typeface="Times New Roman"/>
              </a:rPr>
              <a:t>	</a:t>
            </a:r>
            <a:r>
              <a:rPr dirty="0" sz="1050">
                <a:latin typeface="Times New Roman"/>
                <a:cs typeface="Times New Roman"/>
              </a:rPr>
              <a:t>Girando</a:t>
            </a:r>
            <a:r>
              <a:rPr dirty="0" sz="1050" spc="2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254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pavimento</a:t>
            </a:r>
            <a:r>
              <a:rPr dirty="0" sz="1050" spc="2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alrededor</a:t>
            </a:r>
            <a:r>
              <a:rPr dirty="0" sz="1050" spc="254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254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su</a:t>
            </a:r>
            <a:r>
              <a:rPr dirty="0" sz="1050" spc="2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borde</a:t>
            </a:r>
            <a:r>
              <a:rPr dirty="0" sz="1050" spc="2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exterior:</a:t>
            </a:r>
            <a:r>
              <a:rPr dirty="0" sz="1050" spc="254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2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usa</a:t>
            </a:r>
            <a:r>
              <a:rPr dirty="0" sz="1050" spc="2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cuando</a:t>
            </a:r>
            <a:r>
              <a:rPr dirty="0" sz="1050" spc="2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2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quiere</a:t>
            </a:r>
            <a:r>
              <a:rPr dirty="0" sz="1050" spc="2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destacar</a:t>
            </a:r>
            <a:r>
              <a:rPr dirty="0" sz="1050" spc="254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la </a:t>
            </a:r>
            <a:r>
              <a:rPr dirty="0" sz="1050">
                <a:latin typeface="Times New Roman"/>
                <a:cs typeface="Times New Roman"/>
              </a:rPr>
              <a:t>apariencia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del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trazado.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menos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utilizado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y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genera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mayores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cambios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40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rasante.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050">
              <a:latin typeface="Times New Roman"/>
              <a:cs typeface="Times New Roman"/>
            </a:endParaRPr>
          </a:p>
          <a:p>
            <a:pPr algn="just" marL="12700" marR="17145">
              <a:lnSpc>
                <a:spcPts val="1220"/>
              </a:lnSpc>
            </a:pPr>
            <a:r>
              <a:rPr dirty="0" sz="1050">
                <a:latin typeface="Times New Roman"/>
                <a:cs typeface="Times New Roman"/>
              </a:rPr>
              <a:t>En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Figura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8.4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presentan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los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esquemas,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para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una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curva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derecha,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los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tres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diferentes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métodos</a:t>
            </a:r>
            <a:r>
              <a:rPr dirty="0" sz="1050" spc="-25">
                <a:latin typeface="Times New Roman"/>
                <a:cs typeface="Times New Roman"/>
              </a:rPr>
              <a:t> que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utilizan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para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desarrollar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transición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un</a:t>
            </a:r>
            <a:r>
              <a:rPr dirty="0" sz="1050" spc="-30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peralte.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050">
              <a:latin typeface="Times New Roman"/>
              <a:cs typeface="Times New Roman"/>
            </a:endParaRPr>
          </a:p>
          <a:p>
            <a:pPr algn="just" marL="12700" marR="14604">
              <a:lnSpc>
                <a:spcPts val="1220"/>
              </a:lnSpc>
            </a:pPr>
            <a:r>
              <a:rPr dirty="0" sz="1050">
                <a:latin typeface="Times New Roman"/>
                <a:cs typeface="Times New Roman"/>
              </a:rPr>
              <a:t>En</a:t>
            </a:r>
            <a:r>
              <a:rPr dirty="0" sz="1050" spc="1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este</a:t>
            </a:r>
            <a:r>
              <a:rPr dirty="0" sz="1050" spc="1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capítulo</a:t>
            </a:r>
            <a:r>
              <a:rPr dirty="0" sz="1050" spc="1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1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estará</a:t>
            </a:r>
            <a:r>
              <a:rPr dirty="0" sz="1050" spc="114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tratando</a:t>
            </a:r>
            <a:r>
              <a:rPr dirty="0" sz="1050" spc="114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</a:t>
            </a:r>
            <a:r>
              <a:rPr dirty="0" sz="1050" spc="1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detalle</a:t>
            </a:r>
            <a:r>
              <a:rPr dirty="0" sz="1050" spc="1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1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primer</a:t>
            </a:r>
            <a:r>
              <a:rPr dirty="0" sz="1050" spc="10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método</a:t>
            </a:r>
            <a:r>
              <a:rPr dirty="0" sz="1050" spc="1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ya</a:t>
            </a:r>
            <a:r>
              <a:rPr dirty="0" sz="1050" spc="10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114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</a:t>
            </a:r>
            <a:r>
              <a:rPr dirty="0" sz="1050" spc="1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1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más</a:t>
            </a:r>
            <a:r>
              <a:rPr dirty="0" sz="1050" spc="1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práctico</a:t>
            </a:r>
            <a:r>
              <a:rPr dirty="0" sz="1050" spc="1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y</a:t>
            </a:r>
            <a:r>
              <a:rPr dirty="0" sz="1050" spc="10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110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más </a:t>
            </a:r>
            <a:r>
              <a:rPr dirty="0" sz="1050" spc="-10">
                <a:latin typeface="Times New Roman"/>
                <a:cs typeface="Times New Roman"/>
              </a:rPr>
              <a:t>utilizado.</a:t>
            </a:r>
            <a:endParaRPr sz="1050">
              <a:latin typeface="Times New Roman"/>
              <a:cs typeface="Times New Roman"/>
            </a:endParaRPr>
          </a:p>
          <a:p>
            <a:pPr algn="just" marL="12700">
              <a:lnSpc>
                <a:spcPct val="100000"/>
              </a:lnSpc>
              <a:spcBef>
                <a:spcPts val="990"/>
              </a:spcBef>
            </a:pPr>
            <a:r>
              <a:rPr dirty="0" sz="1350" spc="-10">
                <a:latin typeface="Times New Roman"/>
                <a:cs typeface="Times New Roman"/>
              </a:rPr>
              <a:t>CONVENCION</a:t>
            </a:r>
            <a:r>
              <a:rPr dirty="0" sz="1350" spc="-25">
                <a:latin typeface="Times New Roman"/>
                <a:cs typeface="Times New Roman"/>
              </a:rPr>
              <a:t> </a:t>
            </a:r>
            <a:r>
              <a:rPr dirty="0" sz="1350">
                <a:latin typeface="Times New Roman"/>
                <a:cs typeface="Times New Roman"/>
              </a:rPr>
              <a:t>DEL</a:t>
            </a:r>
            <a:r>
              <a:rPr dirty="0" sz="1350" spc="-20">
                <a:latin typeface="Times New Roman"/>
                <a:cs typeface="Times New Roman"/>
              </a:rPr>
              <a:t> </a:t>
            </a:r>
            <a:r>
              <a:rPr dirty="0" sz="1350" spc="-10">
                <a:latin typeface="Times New Roman"/>
                <a:cs typeface="Times New Roman"/>
              </a:rPr>
              <a:t>PERALTE</a:t>
            </a:r>
            <a:endParaRPr sz="1350">
              <a:latin typeface="Times New Roman"/>
              <a:cs typeface="Times New Roman"/>
            </a:endParaRPr>
          </a:p>
          <a:p>
            <a:pPr algn="just" marL="12700" marR="8255">
              <a:lnSpc>
                <a:spcPts val="1220"/>
              </a:lnSpc>
              <a:spcBef>
                <a:spcPts val="390"/>
              </a:spcBef>
            </a:pP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convención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puede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resultar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más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simple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llamar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positivo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30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levanta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borde </a:t>
            </a:r>
            <a:r>
              <a:rPr dirty="0" sz="1050">
                <a:latin typeface="Times New Roman"/>
                <a:cs typeface="Times New Roman"/>
              </a:rPr>
              <a:t>con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respecto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al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eje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y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negativo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al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lo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baja.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Los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signos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quedan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entonces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como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lo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muestra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10">
                <a:latin typeface="Times New Roman"/>
                <a:cs typeface="Times New Roman"/>
              </a:rPr>
              <a:t> siguiente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Figura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8.2</a:t>
            </a:r>
            <a:r>
              <a:rPr dirty="0" sz="1050" spc="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y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emplearán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</a:t>
            </a:r>
            <a:r>
              <a:rPr dirty="0" sz="1050" spc="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desarrollo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del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presente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capítulo.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importante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tener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cuenta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que </a:t>
            </a:r>
            <a:r>
              <a:rPr dirty="0" sz="1050">
                <a:latin typeface="Times New Roman"/>
                <a:cs typeface="Times New Roman"/>
              </a:rPr>
              <a:t>en</a:t>
            </a:r>
            <a:r>
              <a:rPr dirty="0" sz="1050" spc="1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una</a:t>
            </a:r>
            <a:r>
              <a:rPr dirty="0" sz="1050" spc="1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curva</a:t>
            </a:r>
            <a:r>
              <a:rPr dirty="0" sz="1050" spc="150">
                <a:latin typeface="Times New Roman"/>
                <a:cs typeface="Times New Roman"/>
              </a:rPr>
              <a:t> 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1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1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eleva</a:t>
            </a:r>
            <a:r>
              <a:rPr dirty="0" sz="1050" spc="1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1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borde</a:t>
            </a:r>
            <a:r>
              <a:rPr dirty="0" sz="1050" spc="1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externo</a:t>
            </a:r>
            <a:r>
              <a:rPr dirty="0" sz="1050" spc="1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y</a:t>
            </a:r>
            <a:r>
              <a:rPr dirty="0" sz="1050" spc="1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desciende</a:t>
            </a:r>
            <a:r>
              <a:rPr dirty="0" sz="1050" spc="1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1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eje</a:t>
            </a:r>
            <a:r>
              <a:rPr dirty="0" sz="1050" spc="1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interno.</a:t>
            </a:r>
            <a:r>
              <a:rPr dirty="0" sz="1050" spc="1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1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borde</a:t>
            </a:r>
            <a:r>
              <a:rPr dirty="0" sz="1050" spc="1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externo</a:t>
            </a:r>
            <a:r>
              <a:rPr dirty="0" sz="1050" spc="1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</a:t>
            </a:r>
            <a:r>
              <a:rPr dirty="0" sz="1050" spc="145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el </a:t>
            </a:r>
            <a:r>
              <a:rPr dirty="0" sz="1050">
                <a:latin typeface="Times New Roman"/>
                <a:cs typeface="Times New Roman"/>
              </a:rPr>
              <a:t>opuesto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al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centro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curva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mientras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borde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interno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está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ubicado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hacia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centro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curva.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2476500" y="7861312"/>
            <a:ext cx="263461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latin typeface="Times New Roman"/>
                <a:cs typeface="Times New Roman"/>
              </a:rPr>
              <a:t>FIGURA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8.2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–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CONVENCION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DEL</a:t>
            </a:r>
            <a:r>
              <a:rPr dirty="0" sz="1050" spc="-10">
                <a:latin typeface="Times New Roman"/>
                <a:cs typeface="Times New Roman"/>
              </a:rPr>
              <a:t> PERALTE</a:t>
            </a:r>
            <a:endParaRPr sz="1050">
              <a:latin typeface="Times New Roman"/>
              <a:cs typeface="Times New Roman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2044064" y="6781177"/>
            <a:ext cx="3154045" cy="1558290"/>
            <a:chOff x="2044064" y="6781177"/>
            <a:chExt cx="3154045" cy="1558290"/>
          </a:xfrm>
        </p:grpSpPr>
        <p:sp>
          <p:nvSpPr>
            <p:cNvPr id="5" name="object 5" descr=""/>
            <p:cNvSpPr/>
            <p:nvPr/>
          </p:nvSpPr>
          <p:spPr>
            <a:xfrm>
              <a:off x="2776219" y="7433957"/>
              <a:ext cx="0" cy="528320"/>
            </a:xfrm>
            <a:custGeom>
              <a:avLst/>
              <a:gdLst/>
              <a:ahLst/>
              <a:cxnLst/>
              <a:rect l="l" t="t" r="r" b="b"/>
              <a:pathLst>
                <a:path w="0" h="528320">
                  <a:moveTo>
                    <a:pt x="0" y="528319"/>
                  </a:moveTo>
                  <a:lnTo>
                    <a:pt x="0" y="374650"/>
                  </a:lnTo>
                </a:path>
                <a:path w="0" h="528320">
                  <a:moveTo>
                    <a:pt x="0" y="327659"/>
                  </a:moveTo>
                  <a:lnTo>
                    <a:pt x="0" y="280034"/>
                  </a:lnTo>
                </a:path>
                <a:path w="0" h="528320">
                  <a:moveTo>
                    <a:pt x="0" y="23431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2145664" y="7540637"/>
              <a:ext cx="631825" cy="73025"/>
            </a:xfrm>
            <a:custGeom>
              <a:avLst/>
              <a:gdLst/>
              <a:ahLst/>
              <a:cxnLst/>
              <a:rect l="l" t="t" r="r" b="b"/>
              <a:pathLst>
                <a:path w="631825" h="73025">
                  <a:moveTo>
                    <a:pt x="631825" y="0"/>
                  </a:moveTo>
                  <a:lnTo>
                    <a:pt x="0" y="62230"/>
                  </a:lnTo>
                  <a:lnTo>
                    <a:pt x="0" y="73025"/>
                  </a:lnTo>
                  <a:lnTo>
                    <a:pt x="631825" y="8890"/>
                  </a:lnTo>
                  <a:lnTo>
                    <a:pt x="6318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2145664" y="7540637"/>
              <a:ext cx="631825" cy="73025"/>
            </a:xfrm>
            <a:custGeom>
              <a:avLst/>
              <a:gdLst/>
              <a:ahLst/>
              <a:cxnLst/>
              <a:rect l="l" t="t" r="r" b="b"/>
              <a:pathLst>
                <a:path w="631825" h="73025">
                  <a:moveTo>
                    <a:pt x="0" y="62230"/>
                  </a:moveTo>
                  <a:lnTo>
                    <a:pt x="0" y="73025"/>
                  </a:lnTo>
                  <a:lnTo>
                    <a:pt x="631825" y="8890"/>
                  </a:lnTo>
                  <a:lnTo>
                    <a:pt x="631825" y="0"/>
                  </a:lnTo>
                  <a:lnTo>
                    <a:pt x="0" y="6223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2776854" y="7540637"/>
              <a:ext cx="632460" cy="73025"/>
            </a:xfrm>
            <a:custGeom>
              <a:avLst/>
              <a:gdLst/>
              <a:ahLst/>
              <a:cxnLst/>
              <a:rect l="l" t="t" r="r" b="b"/>
              <a:pathLst>
                <a:path w="632460" h="73025">
                  <a:moveTo>
                    <a:pt x="0" y="0"/>
                  </a:moveTo>
                  <a:lnTo>
                    <a:pt x="0" y="8890"/>
                  </a:lnTo>
                  <a:lnTo>
                    <a:pt x="630555" y="73025"/>
                  </a:lnTo>
                  <a:lnTo>
                    <a:pt x="632459" y="622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2776854" y="7138682"/>
              <a:ext cx="1642745" cy="824865"/>
            </a:xfrm>
            <a:custGeom>
              <a:avLst/>
              <a:gdLst/>
              <a:ahLst/>
              <a:cxnLst/>
              <a:rect l="l" t="t" r="r" b="b"/>
              <a:pathLst>
                <a:path w="1642745" h="824865">
                  <a:moveTo>
                    <a:pt x="0" y="402589"/>
                  </a:moveTo>
                  <a:lnTo>
                    <a:pt x="0" y="411479"/>
                  </a:lnTo>
                  <a:lnTo>
                    <a:pt x="630555" y="476250"/>
                  </a:lnTo>
                  <a:lnTo>
                    <a:pt x="632459" y="465454"/>
                  </a:lnTo>
                  <a:lnTo>
                    <a:pt x="0" y="402589"/>
                  </a:lnTo>
                  <a:close/>
                </a:path>
                <a:path w="1642745" h="824865">
                  <a:moveTo>
                    <a:pt x="0" y="248285"/>
                  </a:moveTo>
                  <a:lnTo>
                    <a:pt x="0" y="201294"/>
                  </a:lnTo>
                </a:path>
                <a:path w="1642745" h="824865">
                  <a:moveTo>
                    <a:pt x="0" y="153669"/>
                  </a:moveTo>
                  <a:lnTo>
                    <a:pt x="0" y="0"/>
                  </a:lnTo>
                </a:path>
                <a:path w="1642745" h="824865">
                  <a:moveTo>
                    <a:pt x="1642745" y="824864"/>
                  </a:moveTo>
                  <a:lnTo>
                    <a:pt x="1642745" y="671194"/>
                  </a:lnTo>
                </a:path>
                <a:path w="1642745" h="824865">
                  <a:moveTo>
                    <a:pt x="1642745" y="624204"/>
                  </a:moveTo>
                  <a:lnTo>
                    <a:pt x="1642745" y="576579"/>
                  </a:lnTo>
                </a:path>
                <a:path w="1642745" h="824865">
                  <a:moveTo>
                    <a:pt x="1642745" y="530859"/>
                  </a:moveTo>
                  <a:lnTo>
                    <a:pt x="1642745" y="295910"/>
                  </a:lnTo>
                </a:path>
                <a:path w="1642745" h="824865">
                  <a:moveTo>
                    <a:pt x="1642745" y="248285"/>
                  </a:moveTo>
                  <a:lnTo>
                    <a:pt x="1642745" y="201294"/>
                  </a:lnTo>
                </a:path>
                <a:path w="1642745" h="824865">
                  <a:moveTo>
                    <a:pt x="1642745" y="153669"/>
                  </a:moveTo>
                  <a:lnTo>
                    <a:pt x="164274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3787775" y="7324102"/>
              <a:ext cx="633730" cy="225425"/>
            </a:xfrm>
            <a:custGeom>
              <a:avLst/>
              <a:gdLst/>
              <a:ahLst/>
              <a:cxnLst/>
              <a:rect l="l" t="t" r="r" b="b"/>
              <a:pathLst>
                <a:path w="633729" h="225425">
                  <a:moveTo>
                    <a:pt x="3175" y="0"/>
                  </a:moveTo>
                  <a:lnTo>
                    <a:pt x="0" y="7620"/>
                  </a:lnTo>
                  <a:lnTo>
                    <a:pt x="631189" y="225425"/>
                  </a:lnTo>
                  <a:lnTo>
                    <a:pt x="633729" y="216535"/>
                  </a:lnTo>
                  <a:lnTo>
                    <a:pt x="31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3787775" y="7324102"/>
              <a:ext cx="633730" cy="225425"/>
            </a:xfrm>
            <a:custGeom>
              <a:avLst/>
              <a:gdLst/>
              <a:ahLst/>
              <a:cxnLst/>
              <a:rect l="l" t="t" r="r" b="b"/>
              <a:pathLst>
                <a:path w="633729" h="225425">
                  <a:moveTo>
                    <a:pt x="3175" y="0"/>
                  </a:moveTo>
                  <a:lnTo>
                    <a:pt x="0" y="7620"/>
                  </a:lnTo>
                  <a:lnTo>
                    <a:pt x="631189" y="225425"/>
                  </a:lnTo>
                  <a:lnTo>
                    <a:pt x="633729" y="216535"/>
                  </a:lnTo>
                  <a:lnTo>
                    <a:pt x="3175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4418329" y="7541272"/>
              <a:ext cx="633730" cy="225425"/>
            </a:xfrm>
            <a:custGeom>
              <a:avLst/>
              <a:gdLst/>
              <a:ahLst/>
              <a:cxnLst/>
              <a:rect l="l" t="t" r="r" b="b"/>
              <a:pathLst>
                <a:path w="633729" h="225425">
                  <a:moveTo>
                    <a:pt x="2540" y="0"/>
                  </a:moveTo>
                  <a:lnTo>
                    <a:pt x="0" y="8889"/>
                  </a:lnTo>
                  <a:lnTo>
                    <a:pt x="630555" y="225424"/>
                  </a:lnTo>
                  <a:lnTo>
                    <a:pt x="633730" y="215899"/>
                  </a:lnTo>
                  <a:lnTo>
                    <a:pt x="25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2044699" y="6781812"/>
              <a:ext cx="3152775" cy="1557020"/>
            </a:xfrm>
            <a:custGeom>
              <a:avLst/>
              <a:gdLst/>
              <a:ahLst/>
              <a:cxnLst/>
              <a:rect l="l" t="t" r="r" b="b"/>
              <a:pathLst>
                <a:path w="3152775" h="1557020">
                  <a:moveTo>
                    <a:pt x="2376804" y="758190"/>
                  </a:moveTo>
                  <a:lnTo>
                    <a:pt x="2374265" y="767080"/>
                  </a:lnTo>
                  <a:lnTo>
                    <a:pt x="3004820" y="984250"/>
                  </a:lnTo>
                  <a:lnTo>
                    <a:pt x="3007995" y="974725"/>
                  </a:lnTo>
                  <a:lnTo>
                    <a:pt x="2376804" y="758190"/>
                  </a:lnTo>
                  <a:close/>
                </a:path>
                <a:path w="3152775" h="1557020">
                  <a:moveTo>
                    <a:pt x="0" y="1557020"/>
                  </a:moveTo>
                  <a:lnTo>
                    <a:pt x="3152775" y="1557020"/>
                  </a:lnTo>
                  <a:lnTo>
                    <a:pt x="3152775" y="0"/>
                  </a:lnTo>
                  <a:lnTo>
                    <a:pt x="0" y="0"/>
                  </a:lnTo>
                  <a:lnTo>
                    <a:pt x="0" y="155702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/>
          <p:nvPr/>
        </p:nvSpPr>
        <p:spPr>
          <a:xfrm>
            <a:off x="2353310" y="7251712"/>
            <a:ext cx="853440" cy="3378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688975" algn="l"/>
              </a:tabLst>
            </a:pPr>
            <a:r>
              <a:rPr dirty="0" sz="2050" spc="-50">
                <a:latin typeface="Lucida Sans Unicode"/>
                <a:cs typeface="Lucida Sans Unicode"/>
              </a:rPr>
              <a:t>-</a:t>
            </a:r>
            <a:r>
              <a:rPr dirty="0" sz="2050">
                <a:latin typeface="Lucida Sans Unicode"/>
                <a:cs typeface="Lucida Sans Unicode"/>
              </a:rPr>
              <a:t>	</a:t>
            </a:r>
            <a:r>
              <a:rPr dirty="0" baseline="1355" sz="3075" spc="-75">
                <a:latin typeface="Lucida Sans Unicode"/>
                <a:cs typeface="Lucida Sans Unicode"/>
              </a:rPr>
              <a:t>-</a:t>
            </a:r>
            <a:endParaRPr baseline="1355" sz="3075">
              <a:latin typeface="Lucida Sans Unicode"/>
              <a:cs typeface="Lucida Sans Unicode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4124959" y="7096773"/>
            <a:ext cx="219710" cy="3378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050" spc="-50">
                <a:latin typeface="Lucida Sans Unicode"/>
                <a:cs typeface="Lucida Sans Unicode"/>
              </a:rPr>
              <a:t>+</a:t>
            </a:r>
            <a:endParaRPr sz="2050">
              <a:latin typeface="Lucida Sans Unicode"/>
              <a:cs typeface="Lucida Sans Unicode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4700270" y="7330453"/>
            <a:ext cx="163830" cy="3378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050" spc="-50">
                <a:latin typeface="Lucida Sans Unicode"/>
                <a:cs typeface="Lucida Sans Unicode"/>
              </a:rPr>
              <a:t>-</a:t>
            </a:r>
            <a:endParaRPr sz="20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9275" y="1341132"/>
            <a:ext cx="5185804" cy="7416165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1477010" y="8882392"/>
            <a:ext cx="4173220" cy="468630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2099945" marR="5080" indent="-1637030">
              <a:lnSpc>
                <a:spcPts val="1210"/>
              </a:lnSpc>
              <a:spcBef>
                <a:spcPts val="180"/>
              </a:spcBef>
            </a:pPr>
            <a:r>
              <a:rPr dirty="0" sz="1050">
                <a:latin typeface="Times New Roman"/>
                <a:cs typeface="Times New Roman"/>
              </a:rPr>
              <a:t>FIGURA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8.3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-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RELACION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–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RADIO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Y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VELOCIDAD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 spc="-50">
                <a:latin typeface="Times New Roman"/>
                <a:cs typeface="Times New Roman"/>
              </a:rPr>
              <a:t>– </a:t>
            </a:r>
            <a:r>
              <a:rPr dirty="0" sz="1050" spc="-20">
                <a:latin typeface="Times New Roman"/>
                <a:cs typeface="Times New Roman"/>
              </a:rPr>
              <a:t>RADIO</a:t>
            </a: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ts val="990"/>
              </a:lnSpc>
            </a:pPr>
            <a:r>
              <a:rPr dirty="0" sz="850">
                <a:latin typeface="Times New Roman"/>
                <a:cs typeface="Times New Roman"/>
              </a:rPr>
              <a:t>Tomado</a:t>
            </a:r>
            <a:r>
              <a:rPr dirty="0" sz="850" spc="75">
                <a:latin typeface="Times New Roman"/>
                <a:cs typeface="Times New Roman"/>
              </a:rPr>
              <a:t> </a:t>
            </a:r>
            <a:r>
              <a:rPr dirty="0" sz="850">
                <a:latin typeface="Times New Roman"/>
                <a:cs typeface="Times New Roman"/>
              </a:rPr>
              <a:t>del</a:t>
            </a:r>
            <a:r>
              <a:rPr dirty="0" sz="850" spc="80">
                <a:latin typeface="Times New Roman"/>
                <a:cs typeface="Times New Roman"/>
              </a:rPr>
              <a:t> </a:t>
            </a:r>
            <a:r>
              <a:rPr dirty="0" sz="850">
                <a:latin typeface="Times New Roman"/>
                <a:cs typeface="Times New Roman"/>
              </a:rPr>
              <a:t>Manual</a:t>
            </a:r>
            <a:r>
              <a:rPr dirty="0" sz="850" spc="80">
                <a:latin typeface="Times New Roman"/>
                <a:cs typeface="Times New Roman"/>
              </a:rPr>
              <a:t> </a:t>
            </a:r>
            <a:r>
              <a:rPr dirty="0" sz="850">
                <a:latin typeface="Times New Roman"/>
                <a:cs typeface="Times New Roman"/>
              </a:rPr>
              <a:t>de</a:t>
            </a:r>
            <a:r>
              <a:rPr dirty="0" sz="850" spc="70">
                <a:latin typeface="Times New Roman"/>
                <a:cs typeface="Times New Roman"/>
              </a:rPr>
              <a:t> </a:t>
            </a:r>
            <a:r>
              <a:rPr dirty="0" sz="850">
                <a:latin typeface="Times New Roman"/>
                <a:cs typeface="Times New Roman"/>
              </a:rPr>
              <a:t>Diseño</a:t>
            </a:r>
            <a:r>
              <a:rPr dirty="0" sz="850" spc="80">
                <a:latin typeface="Times New Roman"/>
                <a:cs typeface="Times New Roman"/>
              </a:rPr>
              <a:t> </a:t>
            </a:r>
            <a:r>
              <a:rPr dirty="0" sz="850">
                <a:latin typeface="Times New Roman"/>
                <a:cs typeface="Times New Roman"/>
              </a:rPr>
              <a:t>Geométrico</a:t>
            </a:r>
            <a:r>
              <a:rPr dirty="0" sz="850" spc="80">
                <a:latin typeface="Times New Roman"/>
                <a:cs typeface="Times New Roman"/>
              </a:rPr>
              <a:t> </a:t>
            </a:r>
            <a:r>
              <a:rPr dirty="0" sz="850">
                <a:latin typeface="Times New Roman"/>
                <a:cs typeface="Times New Roman"/>
              </a:rPr>
              <a:t>de</a:t>
            </a:r>
            <a:r>
              <a:rPr dirty="0" sz="850" spc="70">
                <a:latin typeface="Times New Roman"/>
                <a:cs typeface="Times New Roman"/>
              </a:rPr>
              <a:t> </a:t>
            </a:r>
            <a:r>
              <a:rPr dirty="0" sz="850">
                <a:latin typeface="Times New Roman"/>
                <a:cs typeface="Times New Roman"/>
              </a:rPr>
              <a:t>Vías</a:t>
            </a:r>
            <a:r>
              <a:rPr dirty="0" sz="850" spc="75">
                <a:latin typeface="Times New Roman"/>
                <a:cs typeface="Times New Roman"/>
              </a:rPr>
              <a:t> </a:t>
            </a:r>
            <a:r>
              <a:rPr dirty="0" sz="850">
                <a:latin typeface="Times New Roman"/>
                <a:cs typeface="Times New Roman"/>
              </a:rPr>
              <a:t>del</a:t>
            </a:r>
            <a:r>
              <a:rPr dirty="0" sz="850" spc="75">
                <a:latin typeface="Times New Roman"/>
                <a:cs typeface="Times New Roman"/>
              </a:rPr>
              <a:t> </a:t>
            </a:r>
            <a:r>
              <a:rPr dirty="0" sz="850" spc="-10">
                <a:latin typeface="Times New Roman"/>
                <a:cs typeface="Times New Roman"/>
              </a:rPr>
              <a:t>I.N.V.</a:t>
            </a:r>
            <a:endParaRPr sz="8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45920" y="1534807"/>
            <a:ext cx="7418705" cy="4457700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4621529" y="6014732"/>
            <a:ext cx="1724660" cy="381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9525">
              <a:lnSpc>
                <a:spcPts val="940"/>
              </a:lnSpc>
              <a:spcBef>
                <a:spcPts val="100"/>
              </a:spcBef>
            </a:pPr>
            <a:r>
              <a:rPr dirty="0" sz="800">
                <a:latin typeface="Times New Roman"/>
                <a:cs typeface="Times New Roman"/>
              </a:rPr>
              <a:t>FIGURA</a:t>
            </a:r>
            <a:r>
              <a:rPr dirty="0" sz="800" spc="-25">
                <a:latin typeface="Times New Roman"/>
                <a:cs typeface="Times New Roman"/>
              </a:rPr>
              <a:t> 8.4</a:t>
            </a:r>
            <a:endParaRPr sz="800">
              <a:latin typeface="Times New Roman"/>
              <a:cs typeface="Times New Roman"/>
            </a:endParaRPr>
          </a:p>
          <a:p>
            <a:pPr algn="ctr" marL="12065" marR="5080">
              <a:lnSpc>
                <a:spcPts val="919"/>
              </a:lnSpc>
              <a:spcBef>
                <a:spcPts val="45"/>
              </a:spcBef>
            </a:pPr>
            <a:r>
              <a:rPr dirty="0" sz="800">
                <a:latin typeface="Times New Roman"/>
                <a:cs typeface="Times New Roman"/>
              </a:rPr>
              <a:t>METODOS</a:t>
            </a:r>
            <a:r>
              <a:rPr dirty="0" sz="800" spc="-40">
                <a:latin typeface="Times New Roman"/>
                <a:cs typeface="Times New Roman"/>
              </a:rPr>
              <a:t> </a:t>
            </a:r>
            <a:r>
              <a:rPr dirty="0" sz="800">
                <a:latin typeface="Times New Roman"/>
                <a:cs typeface="Times New Roman"/>
              </a:rPr>
              <a:t>PARA</a:t>
            </a:r>
            <a:r>
              <a:rPr dirty="0" sz="800" spc="-30">
                <a:latin typeface="Times New Roman"/>
                <a:cs typeface="Times New Roman"/>
              </a:rPr>
              <a:t> </a:t>
            </a:r>
            <a:r>
              <a:rPr dirty="0" sz="800">
                <a:latin typeface="Times New Roman"/>
                <a:cs typeface="Times New Roman"/>
              </a:rPr>
              <a:t>DESARROLLAR</a:t>
            </a:r>
            <a:r>
              <a:rPr dirty="0" sz="800" spc="-30">
                <a:latin typeface="Times New Roman"/>
                <a:cs typeface="Times New Roman"/>
              </a:rPr>
              <a:t> </a:t>
            </a:r>
            <a:r>
              <a:rPr dirty="0" sz="800" spc="-25">
                <a:latin typeface="Times New Roman"/>
                <a:cs typeface="Times New Roman"/>
              </a:rPr>
              <a:t>EL</a:t>
            </a:r>
            <a:r>
              <a:rPr dirty="0" sz="800" spc="500">
                <a:latin typeface="Times New Roman"/>
                <a:cs typeface="Times New Roman"/>
              </a:rPr>
              <a:t> </a:t>
            </a:r>
            <a:r>
              <a:rPr dirty="0" sz="800" spc="-10">
                <a:latin typeface="Times New Roman"/>
                <a:cs typeface="Times New Roman"/>
              </a:rPr>
              <a:t>PERALTE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9615487" y="981087"/>
            <a:ext cx="0" cy="5277485"/>
          </a:xfrm>
          <a:custGeom>
            <a:avLst/>
            <a:gdLst/>
            <a:ahLst/>
            <a:cxnLst/>
            <a:rect l="l" t="t" r="r" b="b"/>
            <a:pathLst>
              <a:path w="0" h="5277485">
                <a:moveTo>
                  <a:pt x="0" y="5277485"/>
                </a:moveTo>
                <a:lnTo>
                  <a:pt x="0" y="0"/>
                </a:lnTo>
              </a:path>
            </a:pathLst>
          </a:custGeom>
          <a:ln w="1460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9613900" y="1033792"/>
            <a:ext cx="159385" cy="3390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235"/>
              </a:lnSpc>
              <a:spcBef>
                <a:spcPts val="100"/>
              </a:spcBef>
            </a:pPr>
            <a:r>
              <a:rPr dirty="0" sz="1050" spc="-25">
                <a:latin typeface="Times New Roman"/>
                <a:cs typeface="Times New Roman"/>
              </a:rPr>
              <a:t>16</a:t>
            </a: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ts val="1235"/>
              </a:lnSpc>
            </a:pPr>
            <a:r>
              <a:rPr dirty="0" sz="1050" spc="-50">
                <a:latin typeface="Times New Roman"/>
                <a:cs typeface="Times New Roman"/>
              </a:rPr>
              <a:t>8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9613900" y="4255782"/>
            <a:ext cx="203835" cy="2029460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12700" marR="5080">
              <a:lnSpc>
                <a:spcPts val="1210"/>
              </a:lnSpc>
              <a:spcBef>
                <a:spcPts val="180"/>
              </a:spcBef>
            </a:pPr>
            <a:r>
              <a:rPr dirty="0" sz="1050" spc="-25">
                <a:latin typeface="Times New Roman"/>
                <a:cs typeface="Times New Roman"/>
              </a:rPr>
              <a:t>DI SE </a:t>
            </a:r>
            <a:r>
              <a:rPr dirty="0" sz="1050" spc="-50">
                <a:latin typeface="Times New Roman"/>
                <a:cs typeface="Times New Roman"/>
              </a:rPr>
              <a:t>Ñ O </a:t>
            </a:r>
            <a:r>
              <a:rPr dirty="0" sz="1050" spc="-25">
                <a:latin typeface="Times New Roman"/>
                <a:cs typeface="Times New Roman"/>
              </a:rPr>
              <a:t>GE </a:t>
            </a:r>
            <a:r>
              <a:rPr dirty="0" sz="1050" spc="-50">
                <a:latin typeface="Times New Roman"/>
                <a:cs typeface="Times New Roman"/>
              </a:rPr>
              <a:t>O M </a:t>
            </a:r>
            <a:r>
              <a:rPr dirty="0" sz="1050" spc="-25">
                <a:latin typeface="Times New Roman"/>
                <a:cs typeface="Times New Roman"/>
              </a:rPr>
              <a:t>ÉT RI </a:t>
            </a:r>
            <a:r>
              <a:rPr dirty="0" sz="1050" spc="-50">
                <a:latin typeface="Times New Roman"/>
                <a:cs typeface="Times New Roman"/>
              </a:rPr>
              <a:t>C</a:t>
            </a:r>
            <a:r>
              <a:rPr dirty="0" sz="1050" spc="500">
                <a:latin typeface="Times New Roman"/>
                <a:cs typeface="Times New Roman"/>
              </a:rPr>
              <a:t> </a:t>
            </a:r>
            <a:r>
              <a:rPr dirty="0" sz="1050" spc="-50">
                <a:latin typeface="Times New Roman"/>
                <a:cs typeface="Times New Roman"/>
              </a:rPr>
              <a:t>O </a:t>
            </a:r>
            <a:r>
              <a:rPr dirty="0" sz="1050" spc="-25">
                <a:latin typeface="Times New Roman"/>
                <a:cs typeface="Times New Roman"/>
              </a:rPr>
              <a:t>DE VÍ</a:t>
            </a:r>
            <a:endParaRPr sz="10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032510" y="1078877"/>
            <a:ext cx="5277485" cy="6350"/>
          </a:xfrm>
          <a:custGeom>
            <a:avLst/>
            <a:gdLst/>
            <a:ahLst/>
            <a:cxnLst/>
            <a:rect l="l" t="t" r="r" b="b"/>
            <a:pathLst>
              <a:path w="5277485" h="6350">
                <a:moveTo>
                  <a:pt x="5277485" y="0"/>
                </a:moveTo>
                <a:lnTo>
                  <a:pt x="0" y="0"/>
                </a:lnTo>
                <a:lnTo>
                  <a:pt x="0" y="6350"/>
                </a:lnTo>
                <a:lnTo>
                  <a:pt x="2639060" y="6350"/>
                </a:lnTo>
                <a:lnTo>
                  <a:pt x="5277485" y="6350"/>
                </a:lnTo>
                <a:lnTo>
                  <a:pt x="527748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1872614" y="5751842"/>
            <a:ext cx="2803525" cy="817880"/>
            <a:chOff x="1872614" y="5751842"/>
            <a:chExt cx="2803525" cy="81788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72614" y="5751842"/>
              <a:ext cx="2803525" cy="614045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84500" y="6360172"/>
              <a:ext cx="195580" cy="90804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99129" y="6445897"/>
              <a:ext cx="149859" cy="73660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3368675" y="6513842"/>
              <a:ext cx="13335" cy="19685"/>
            </a:xfrm>
            <a:custGeom>
              <a:avLst/>
              <a:gdLst/>
              <a:ahLst/>
              <a:cxnLst/>
              <a:rect l="l" t="t" r="r" b="b"/>
              <a:pathLst>
                <a:path w="13335" h="19684">
                  <a:moveTo>
                    <a:pt x="10160" y="0"/>
                  </a:moveTo>
                  <a:lnTo>
                    <a:pt x="6985" y="0"/>
                  </a:lnTo>
                  <a:lnTo>
                    <a:pt x="3810" y="1270"/>
                  </a:lnTo>
                  <a:lnTo>
                    <a:pt x="2539" y="3175"/>
                  </a:lnTo>
                  <a:lnTo>
                    <a:pt x="635" y="4445"/>
                  </a:lnTo>
                  <a:lnTo>
                    <a:pt x="635" y="6350"/>
                  </a:lnTo>
                  <a:lnTo>
                    <a:pt x="0" y="7620"/>
                  </a:lnTo>
                  <a:lnTo>
                    <a:pt x="0" y="13335"/>
                  </a:lnTo>
                  <a:lnTo>
                    <a:pt x="635" y="16510"/>
                  </a:lnTo>
                  <a:lnTo>
                    <a:pt x="2539" y="18415"/>
                  </a:lnTo>
                  <a:lnTo>
                    <a:pt x="3810" y="18415"/>
                  </a:lnTo>
                  <a:lnTo>
                    <a:pt x="5714" y="19685"/>
                  </a:lnTo>
                  <a:lnTo>
                    <a:pt x="8254" y="10795"/>
                  </a:lnTo>
                  <a:lnTo>
                    <a:pt x="13335" y="1270"/>
                  </a:lnTo>
                  <a:lnTo>
                    <a:pt x="1016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3368675" y="6513842"/>
              <a:ext cx="13335" cy="19685"/>
            </a:xfrm>
            <a:custGeom>
              <a:avLst/>
              <a:gdLst/>
              <a:ahLst/>
              <a:cxnLst/>
              <a:rect l="l" t="t" r="r" b="b"/>
              <a:pathLst>
                <a:path w="13335" h="19684">
                  <a:moveTo>
                    <a:pt x="5714" y="19685"/>
                  </a:moveTo>
                  <a:lnTo>
                    <a:pt x="3810" y="18415"/>
                  </a:lnTo>
                  <a:lnTo>
                    <a:pt x="2539" y="18415"/>
                  </a:lnTo>
                  <a:lnTo>
                    <a:pt x="635" y="16510"/>
                  </a:lnTo>
                  <a:lnTo>
                    <a:pt x="0" y="13335"/>
                  </a:lnTo>
                  <a:lnTo>
                    <a:pt x="0" y="7620"/>
                  </a:lnTo>
                  <a:lnTo>
                    <a:pt x="635" y="6350"/>
                  </a:lnTo>
                  <a:lnTo>
                    <a:pt x="635" y="4445"/>
                  </a:lnTo>
                  <a:lnTo>
                    <a:pt x="2539" y="3175"/>
                  </a:lnTo>
                  <a:lnTo>
                    <a:pt x="3810" y="1270"/>
                  </a:lnTo>
                  <a:lnTo>
                    <a:pt x="6985" y="0"/>
                  </a:lnTo>
                  <a:lnTo>
                    <a:pt x="10160" y="0"/>
                  </a:lnTo>
                  <a:lnTo>
                    <a:pt x="13335" y="127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3374389" y="6515747"/>
              <a:ext cx="91440" cy="52069"/>
            </a:xfrm>
            <a:custGeom>
              <a:avLst/>
              <a:gdLst/>
              <a:ahLst/>
              <a:cxnLst/>
              <a:rect l="l" t="t" r="r" b="b"/>
              <a:pathLst>
                <a:path w="91439" h="52070">
                  <a:moveTo>
                    <a:pt x="6985" y="0"/>
                  </a:moveTo>
                  <a:lnTo>
                    <a:pt x="1905" y="9524"/>
                  </a:lnTo>
                  <a:lnTo>
                    <a:pt x="0" y="18414"/>
                  </a:lnTo>
                  <a:lnTo>
                    <a:pt x="83820" y="52069"/>
                  </a:lnTo>
                  <a:lnTo>
                    <a:pt x="88264" y="43179"/>
                  </a:lnTo>
                  <a:lnTo>
                    <a:pt x="91439" y="33654"/>
                  </a:lnTo>
                  <a:lnTo>
                    <a:pt x="698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3374389" y="6515747"/>
              <a:ext cx="91440" cy="52069"/>
            </a:xfrm>
            <a:custGeom>
              <a:avLst/>
              <a:gdLst/>
              <a:ahLst/>
              <a:cxnLst/>
              <a:rect l="l" t="t" r="r" b="b"/>
              <a:pathLst>
                <a:path w="91439" h="52070">
                  <a:moveTo>
                    <a:pt x="6985" y="0"/>
                  </a:moveTo>
                  <a:lnTo>
                    <a:pt x="1905" y="9524"/>
                  </a:lnTo>
                  <a:lnTo>
                    <a:pt x="0" y="18414"/>
                  </a:lnTo>
                  <a:lnTo>
                    <a:pt x="83820" y="52069"/>
                  </a:lnTo>
                  <a:lnTo>
                    <a:pt x="88264" y="43179"/>
                  </a:lnTo>
                  <a:lnTo>
                    <a:pt x="91439" y="33654"/>
                  </a:lnTo>
                  <a:lnTo>
                    <a:pt x="6985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3458844" y="6549402"/>
              <a:ext cx="12700" cy="19685"/>
            </a:xfrm>
            <a:custGeom>
              <a:avLst/>
              <a:gdLst/>
              <a:ahLst/>
              <a:cxnLst/>
              <a:rect l="l" t="t" r="r" b="b"/>
              <a:pathLst>
                <a:path w="12700" h="19684">
                  <a:moveTo>
                    <a:pt x="6984" y="0"/>
                  </a:moveTo>
                  <a:lnTo>
                    <a:pt x="3809" y="9525"/>
                  </a:lnTo>
                  <a:lnTo>
                    <a:pt x="0" y="18415"/>
                  </a:lnTo>
                  <a:lnTo>
                    <a:pt x="634" y="19685"/>
                  </a:lnTo>
                  <a:lnTo>
                    <a:pt x="3809" y="19685"/>
                  </a:lnTo>
                  <a:lnTo>
                    <a:pt x="5079" y="18415"/>
                  </a:lnTo>
                  <a:lnTo>
                    <a:pt x="8254" y="18415"/>
                  </a:lnTo>
                  <a:lnTo>
                    <a:pt x="11429" y="15240"/>
                  </a:lnTo>
                  <a:lnTo>
                    <a:pt x="11429" y="13970"/>
                  </a:lnTo>
                  <a:lnTo>
                    <a:pt x="12700" y="12065"/>
                  </a:lnTo>
                  <a:lnTo>
                    <a:pt x="12700" y="6350"/>
                  </a:lnTo>
                  <a:lnTo>
                    <a:pt x="11429" y="3175"/>
                  </a:lnTo>
                  <a:lnTo>
                    <a:pt x="10159" y="1270"/>
                  </a:lnTo>
                  <a:lnTo>
                    <a:pt x="8254" y="1270"/>
                  </a:lnTo>
                  <a:lnTo>
                    <a:pt x="698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3458844" y="6549402"/>
              <a:ext cx="12700" cy="19685"/>
            </a:xfrm>
            <a:custGeom>
              <a:avLst/>
              <a:gdLst/>
              <a:ahLst/>
              <a:cxnLst/>
              <a:rect l="l" t="t" r="r" b="b"/>
              <a:pathLst>
                <a:path w="12700" h="19684">
                  <a:moveTo>
                    <a:pt x="6984" y="0"/>
                  </a:moveTo>
                  <a:lnTo>
                    <a:pt x="8254" y="1270"/>
                  </a:lnTo>
                  <a:lnTo>
                    <a:pt x="10159" y="1270"/>
                  </a:lnTo>
                  <a:lnTo>
                    <a:pt x="11429" y="3175"/>
                  </a:lnTo>
                  <a:lnTo>
                    <a:pt x="12700" y="6350"/>
                  </a:lnTo>
                  <a:lnTo>
                    <a:pt x="12700" y="12065"/>
                  </a:lnTo>
                  <a:lnTo>
                    <a:pt x="11429" y="13970"/>
                  </a:lnTo>
                  <a:lnTo>
                    <a:pt x="11429" y="15240"/>
                  </a:lnTo>
                  <a:lnTo>
                    <a:pt x="10159" y="16510"/>
                  </a:lnTo>
                  <a:lnTo>
                    <a:pt x="8254" y="18415"/>
                  </a:lnTo>
                  <a:lnTo>
                    <a:pt x="5079" y="18415"/>
                  </a:lnTo>
                  <a:lnTo>
                    <a:pt x="3809" y="19685"/>
                  </a:lnTo>
                  <a:lnTo>
                    <a:pt x="634" y="19685"/>
                  </a:lnTo>
                  <a:lnTo>
                    <a:pt x="0" y="1841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3" name="object 13" descr=""/>
          <p:cNvGrpSpPr/>
          <p:nvPr/>
        </p:nvGrpSpPr>
        <p:grpSpPr>
          <a:xfrm>
            <a:off x="3491229" y="6563373"/>
            <a:ext cx="987425" cy="76835"/>
            <a:chOff x="3491229" y="6563373"/>
            <a:chExt cx="987425" cy="76835"/>
          </a:xfrm>
        </p:grpSpPr>
        <p:pic>
          <p:nvPicPr>
            <p:cNvPr id="14" name="object 14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627754" y="6617348"/>
              <a:ext cx="850900" cy="22860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491229" y="6563373"/>
              <a:ext cx="157479" cy="76200"/>
            </a:xfrm>
            <a:prstGeom prst="rect">
              <a:avLst/>
            </a:prstGeom>
          </p:spPr>
        </p:pic>
      </p:grpSp>
      <p:grpSp>
        <p:nvGrpSpPr>
          <p:cNvPr id="16" name="object 16" descr=""/>
          <p:cNvGrpSpPr/>
          <p:nvPr/>
        </p:nvGrpSpPr>
        <p:grpSpPr>
          <a:xfrm>
            <a:off x="4458970" y="6306832"/>
            <a:ext cx="1710055" cy="332740"/>
            <a:chOff x="4458970" y="6306832"/>
            <a:chExt cx="1710055" cy="332740"/>
          </a:xfrm>
        </p:grpSpPr>
        <p:pic>
          <p:nvPicPr>
            <p:cNvPr id="17" name="object 17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231765" y="6306832"/>
              <a:ext cx="937260" cy="22860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095875" y="6308737"/>
              <a:ext cx="156845" cy="75564"/>
            </a:xfrm>
            <a:prstGeom prst="rect">
              <a:avLst/>
            </a:prstGeom>
          </p:spPr>
        </p:pic>
        <p:pic>
          <p:nvPicPr>
            <p:cNvPr id="19" name="object 19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926965" y="6378587"/>
              <a:ext cx="149860" cy="73025"/>
            </a:xfrm>
            <a:prstGeom prst="rect">
              <a:avLst/>
            </a:prstGeom>
          </p:spPr>
        </p:pic>
        <p:sp>
          <p:nvSpPr>
            <p:cNvPr id="20" name="object 20" descr=""/>
            <p:cNvSpPr/>
            <p:nvPr/>
          </p:nvSpPr>
          <p:spPr>
            <a:xfrm>
              <a:off x="4894580" y="6446532"/>
              <a:ext cx="12700" cy="19685"/>
            </a:xfrm>
            <a:custGeom>
              <a:avLst/>
              <a:gdLst/>
              <a:ahLst/>
              <a:cxnLst/>
              <a:rect l="l" t="t" r="r" b="b"/>
              <a:pathLst>
                <a:path w="12700" h="19685">
                  <a:moveTo>
                    <a:pt x="5080" y="0"/>
                  </a:moveTo>
                  <a:lnTo>
                    <a:pt x="0" y="0"/>
                  </a:lnTo>
                  <a:lnTo>
                    <a:pt x="3810" y="10794"/>
                  </a:lnTo>
                  <a:lnTo>
                    <a:pt x="6985" y="19685"/>
                  </a:lnTo>
                  <a:lnTo>
                    <a:pt x="12700" y="13969"/>
                  </a:lnTo>
                  <a:lnTo>
                    <a:pt x="12700" y="7619"/>
                  </a:lnTo>
                  <a:lnTo>
                    <a:pt x="11430" y="6350"/>
                  </a:lnTo>
                  <a:lnTo>
                    <a:pt x="11430" y="4444"/>
                  </a:lnTo>
                  <a:lnTo>
                    <a:pt x="9525" y="1904"/>
                  </a:lnTo>
                  <a:lnTo>
                    <a:pt x="8255" y="1904"/>
                  </a:lnTo>
                  <a:lnTo>
                    <a:pt x="50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4894580" y="6446532"/>
              <a:ext cx="12700" cy="19685"/>
            </a:xfrm>
            <a:custGeom>
              <a:avLst/>
              <a:gdLst/>
              <a:ahLst/>
              <a:cxnLst/>
              <a:rect l="l" t="t" r="r" b="b"/>
              <a:pathLst>
                <a:path w="12700" h="19685">
                  <a:moveTo>
                    <a:pt x="0" y="0"/>
                  </a:moveTo>
                  <a:lnTo>
                    <a:pt x="5080" y="0"/>
                  </a:lnTo>
                  <a:lnTo>
                    <a:pt x="8255" y="1904"/>
                  </a:lnTo>
                  <a:lnTo>
                    <a:pt x="9525" y="1904"/>
                  </a:lnTo>
                  <a:lnTo>
                    <a:pt x="11430" y="4444"/>
                  </a:lnTo>
                  <a:lnTo>
                    <a:pt x="11430" y="6350"/>
                  </a:lnTo>
                  <a:lnTo>
                    <a:pt x="12700" y="7619"/>
                  </a:lnTo>
                  <a:lnTo>
                    <a:pt x="12700" y="13969"/>
                  </a:lnTo>
                  <a:lnTo>
                    <a:pt x="11430" y="15239"/>
                  </a:lnTo>
                  <a:lnTo>
                    <a:pt x="9525" y="17144"/>
                  </a:lnTo>
                  <a:lnTo>
                    <a:pt x="8255" y="18414"/>
                  </a:lnTo>
                  <a:lnTo>
                    <a:pt x="6985" y="1968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4810125" y="6447167"/>
              <a:ext cx="92075" cy="53975"/>
            </a:xfrm>
            <a:custGeom>
              <a:avLst/>
              <a:gdLst/>
              <a:ahLst/>
              <a:cxnLst/>
              <a:rect l="l" t="t" r="r" b="b"/>
              <a:pathLst>
                <a:path w="92075" h="53975">
                  <a:moveTo>
                    <a:pt x="84454" y="0"/>
                  </a:moveTo>
                  <a:lnTo>
                    <a:pt x="0" y="35559"/>
                  </a:lnTo>
                  <a:lnTo>
                    <a:pt x="2539" y="44450"/>
                  </a:lnTo>
                  <a:lnTo>
                    <a:pt x="6985" y="53975"/>
                  </a:lnTo>
                  <a:lnTo>
                    <a:pt x="92075" y="19684"/>
                  </a:lnTo>
                  <a:lnTo>
                    <a:pt x="88900" y="10794"/>
                  </a:lnTo>
                  <a:lnTo>
                    <a:pt x="8445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4810125" y="6447167"/>
              <a:ext cx="92075" cy="53975"/>
            </a:xfrm>
            <a:custGeom>
              <a:avLst/>
              <a:gdLst/>
              <a:ahLst/>
              <a:cxnLst/>
              <a:rect l="l" t="t" r="r" b="b"/>
              <a:pathLst>
                <a:path w="92075" h="53975">
                  <a:moveTo>
                    <a:pt x="92075" y="19684"/>
                  </a:moveTo>
                  <a:lnTo>
                    <a:pt x="88900" y="10794"/>
                  </a:lnTo>
                  <a:lnTo>
                    <a:pt x="84454" y="0"/>
                  </a:lnTo>
                  <a:lnTo>
                    <a:pt x="0" y="35559"/>
                  </a:lnTo>
                  <a:lnTo>
                    <a:pt x="2539" y="44450"/>
                  </a:lnTo>
                  <a:lnTo>
                    <a:pt x="6985" y="53975"/>
                  </a:lnTo>
                  <a:lnTo>
                    <a:pt x="92075" y="19684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4803140" y="6481457"/>
              <a:ext cx="13335" cy="17780"/>
            </a:xfrm>
            <a:custGeom>
              <a:avLst/>
              <a:gdLst/>
              <a:ahLst/>
              <a:cxnLst/>
              <a:rect l="l" t="t" r="r" b="b"/>
              <a:pathLst>
                <a:path w="13335" h="17779">
                  <a:moveTo>
                    <a:pt x="5714" y="0"/>
                  </a:moveTo>
                  <a:lnTo>
                    <a:pt x="4445" y="0"/>
                  </a:lnTo>
                  <a:lnTo>
                    <a:pt x="0" y="4444"/>
                  </a:lnTo>
                  <a:lnTo>
                    <a:pt x="0" y="10160"/>
                  </a:lnTo>
                  <a:lnTo>
                    <a:pt x="1270" y="13335"/>
                  </a:lnTo>
                  <a:lnTo>
                    <a:pt x="1270" y="15239"/>
                  </a:lnTo>
                  <a:lnTo>
                    <a:pt x="4445" y="17779"/>
                  </a:lnTo>
                  <a:lnTo>
                    <a:pt x="13335" y="17779"/>
                  </a:lnTo>
                  <a:lnTo>
                    <a:pt x="8889" y="8889"/>
                  </a:lnTo>
                  <a:lnTo>
                    <a:pt x="571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634865" y="6480822"/>
              <a:ext cx="182245" cy="88264"/>
            </a:xfrm>
            <a:prstGeom prst="rect">
              <a:avLst/>
            </a:prstGeom>
          </p:spPr>
        </p:pic>
        <p:pic>
          <p:nvPicPr>
            <p:cNvPr id="26" name="object 26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458970" y="6563372"/>
              <a:ext cx="156845" cy="76200"/>
            </a:xfrm>
            <a:prstGeom prst="rect">
              <a:avLst/>
            </a:prstGeom>
          </p:spPr>
        </p:pic>
        <p:sp>
          <p:nvSpPr>
            <p:cNvPr id="27" name="object 27" descr=""/>
            <p:cNvSpPr/>
            <p:nvPr/>
          </p:nvSpPr>
          <p:spPr>
            <a:xfrm>
              <a:off x="5857240" y="6309372"/>
              <a:ext cx="13335" cy="20320"/>
            </a:xfrm>
            <a:custGeom>
              <a:avLst/>
              <a:gdLst/>
              <a:ahLst/>
              <a:cxnLst/>
              <a:rect l="l" t="t" r="r" b="b"/>
              <a:pathLst>
                <a:path w="13335" h="20320">
                  <a:moveTo>
                    <a:pt x="5714" y="0"/>
                  </a:moveTo>
                  <a:lnTo>
                    <a:pt x="2539" y="9525"/>
                  </a:lnTo>
                  <a:lnTo>
                    <a:pt x="0" y="18414"/>
                  </a:lnTo>
                  <a:lnTo>
                    <a:pt x="1270" y="20320"/>
                  </a:lnTo>
                  <a:lnTo>
                    <a:pt x="5714" y="20320"/>
                  </a:lnTo>
                  <a:lnTo>
                    <a:pt x="6985" y="18414"/>
                  </a:lnTo>
                  <a:lnTo>
                    <a:pt x="12064" y="13970"/>
                  </a:lnTo>
                  <a:lnTo>
                    <a:pt x="12064" y="12064"/>
                  </a:lnTo>
                  <a:lnTo>
                    <a:pt x="13335" y="9525"/>
                  </a:lnTo>
                  <a:lnTo>
                    <a:pt x="13335" y="7620"/>
                  </a:lnTo>
                  <a:lnTo>
                    <a:pt x="12064" y="6350"/>
                  </a:lnTo>
                  <a:lnTo>
                    <a:pt x="12064" y="4445"/>
                  </a:lnTo>
                  <a:lnTo>
                    <a:pt x="10160" y="1904"/>
                  </a:lnTo>
                  <a:lnTo>
                    <a:pt x="8889" y="1904"/>
                  </a:lnTo>
                  <a:lnTo>
                    <a:pt x="571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5856605" y="6309372"/>
              <a:ext cx="13335" cy="20320"/>
            </a:xfrm>
            <a:custGeom>
              <a:avLst/>
              <a:gdLst/>
              <a:ahLst/>
              <a:cxnLst/>
              <a:rect l="l" t="t" r="r" b="b"/>
              <a:pathLst>
                <a:path w="13335" h="20320">
                  <a:moveTo>
                    <a:pt x="6350" y="0"/>
                  </a:moveTo>
                  <a:lnTo>
                    <a:pt x="9525" y="1904"/>
                  </a:lnTo>
                  <a:lnTo>
                    <a:pt x="10795" y="1904"/>
                  </a:lnTo>
                  <a:lnTo>
                    <a:pt x="12700" y="4445"/>
                  </a:lnTo>
                  <a:lnTo>
                    <a:pt x="12700" y="6350"/>
                  </a:lnTo>
                  <a:lnTo>
                    <a:pt x="13335" y="7620"/>
                  </a:lnTo>
                  <a:lnTo>
                    <a:pt x="13335" y="9525"/>
                  </a:lnTo>
                  <a:lnTo>
                    <a:pt x="12700" y="12064"/>
                  </a:lnTo>
                  <a:lnTo>
                    <a:pt x="12700" y="13970"/>
                  </a:lnTo>
                  <a:lnTo>
                    <a:pt x="10795" y="15239"/>
                  </a:lnTo>
                  <a:lnTo>
                    <a:pt x="9525" y="17145"/>
                  </a:lnTo>
                  <a:lnTo>
                    <a:pt x="7620" y="18414"/>
                  </a:lnTo>
                  <a:lnTo>
                    <a:pt x="6350" y="20320"/>
                  </a:lnTo>
                  <a:lnTo>
                    <a:pt x="1905" y="20320"/>
                  </a:lnTo>
                  <a:lnTo>
                    <a:pt x="0" y="1841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 descr=""/>
          <p:cNvSpPr/>
          <p:nvPr/>
        </p:nvSpPr>
        <p:spPr>
          <a:xfrm>
            <a:off x="4723129" y="6195073"/>
            <a:ext cx="45085" cy="0"/>
          </a:xfrm>
          <a:custGeom>
            <a:avLst/>
            <a:gdLst/>
            <a:ahLst/>
            <a:cxnLst/>
            <a:rect l="l" t="t" r="r" b="b"/>
            <a:pathLst>
              <a:path w="45085" h="0">
                <a:moveTo>
                  <a:pt x="0" y="0"/>
                </a:moveTo>
                <a:lnTo>
                  <a:pt x="45085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 descr=""/>
          <p:cNvSpPr/>
          <p:nvPr/>
        </p:nvSpPr>
        <p:spPr>
          <a:xfrm>
            <a:off x="4813300" y="6195073"/>
            <a:ext cx="225425" cy="0"/>
          </a:xfrm>
          <a:custGeom>
            <a:avLst/>
            <a:gdLst/>
            <a:ahLst/>
            <a:cxnLst/>
            <a:rect l="l" t="t" r="r" b="b"/>
            <a:pathLst>
              <a:path w="225425" h="0">
                <a:moveTo>
                  <a:pt x="0" y="0"/>
                </a:moveTo>
                <a:lnTo>
                  <a:pt x="225425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 descr=""/>
          <p:cNvSpPr/>
          <p:nvPr/>
        </p:nvSpPr>
        <p:spPr>
          <a:xfrm>
            <a:off x="5083809" y="6195073"/>
            <a:ext cx="316865" cy="0"/>
          </a:xfrm>
          <a:custGeom>
            <a:avLst/>
            <a:gdLst/>
            <a:ahLst/>
            <a:cxnLst/>
            <a:rect l="l" t="t" r="r" b="b"/>
            <a:pathLst>
              <a:path w="316864" h="0">
                <a:moveTo>
                  <a:pt x="0" y="0"/>
                </a:moveTo>
                <a:lnTo>
                  <a:pt x="45085" y="0"/>
                </a:lnTo>
              </a:path>
              <a:path w="316864" h="0">
                <a:moveTo>
                  <a:pt x="89535" y="0"/>
                </a:moveTo>
                <a:lnTo>
                  <a:pt x="316864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 descr=""/>
          <p:cNvSpPr/>
          <p:nvPr/>
        </p:nvSpPr>
        <p:spPr>
          <a:xfrm>
            <a:off x="5445759" y="6195073"/>
            <a:ext cx="45085" cy="0"/>
          </a:xfrm>
          <a:custGeom>
            <a:avLst/>
            <a:gdLst/>
            <a:ahLst/>
            <a:cxnLst/>
            <a:rect l="l" t="t" r="r" b="b"/>
            <a:pathLst>
              <a:path w="45085" h="0">
                <a:moveTo>
                  <a:pt x="0" y="0"/>
                </a:moveTo>
                <a:lnTo>
                  <a:pt x="45085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 descr=""/>
          <p:cNvSpPr/>
          <p:nvPr/>
        </p:nvSpPr>
        <p:spPr>
          <a:xfrm>
            <a:off x="5535929" y="6195073"/>
            <a:ext cx="226695" cy="0"/>
          </a:xfrm>
          <a:custGeom>
            <a:avLst/>
            <a:gdLst/>
            <a:ahLst/>
            <a:cxnLst/>
            <a:rect l="l" t="t" r="r" b="b"/>
            <a:pathLst>
              <a:path w="226695" h="0">
                <a:moveTo>
                  <a:pt x="0" y="0"/>
                </a:moveTo>
                <a:lnTo>
                  <a:pt x="226695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 descr=""/>
          <p:cNvSpPr/>
          <p:nvPr/>
        </p:nvSpPr>
        <p:spPr>
          <a:xfrm>
            <a:off x="5807709" y="6195073"/>
            <a:ext cx="45085" cy="0"/>
          </a:xfrm>
          <a:custGeom>
            <a:avLst/>
            <a:gdLst/>
            <a:ahLst/>
            <a:cxnLst/>
            <a:rect l="l" t="t" r="r" b="b"/>
            <a:pathLst>
              <a:path w="45085" h="0">
                <a:moveTo>
                  <a:pt x="0" y="0"/>
                </a:moveTo>
                <a:lnTo>
                  <a:pt x="45085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5" name="object 35" descr=""/>
          <p:cNvGrpSpPr/>
          <p:nvPr/>
        </p:nvGrpSpPr>
        <p:grpSpPr>
          <a:xfrm>
            <a:off x="4458334" y="5751842"/>
            <a:ext cx="1701800" cy="576580"/>
            <a:chOff x="4458334" y="5751842"/>
            <a:chExt cx="1701800" cy="576580"/>
          </a:xfrm>
        </p:grpSpPr>
        <p:sp>
          <p:nvSpPr>
            <p:cNvPr id="36" name="object 36" descr=""/>
            <p:cNvSpPr/>
            <p:nvPr/>
          </p:nvSpPr>
          <p:spPr>
            <a:xfrm>
              <a:off x="5897879" y="6195072"/>
              <a:ext cx="262255" cy="0"/>
            </a:xfrm>
            <a:custGeom>
              <a:avLst/>
              <a:gdLst/>
              <a:ahLst/>
              <a:cxnLst/>
              <a:rect l="l" t="t" r="r" b="b"/>
              <a:pathLst>
                <a:path w="262254" h="0">
                  <a:moveTo>
                    <a:pt x="0" y="0"/>
                  </a:moveTo>
                  <a:lnTo>
                    <a:pt x="26225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4464684" y="5752477"/>
              <a:ext cx="1397635" cy="575310"/>
            </a:xfrm>
            <a:custGeom>
              <a:avLst/>
              <a:gdLst/>
              <a:ahLst/>
              <a:cxnLst/>
              <a:rect l="l" t="t" r="r" b="b"/>
              <a:pathLst>
                <a:path w="1397635" h="575310">
                  <a:moveTo>
                    <a:pt x="6985" y="0"/>
                  </a:moveTo>
                  <a:lnTo>
                    <a:pt x="1904" y="9525"/>
                  </a:lnTo>
                  <a:lnTo>
                    <a:pt x="0" y="20320"/>
                  </a:lnTo>
                  <a:lnTo>
                    <a:pt x="1391285" y="575310"/>
                  </a:lnTo>
                  <a:lnTo>
                    <a:pt x="1397635" y="556260"/>
                  </a:lnTo>
                  <a:lnTo>
                    <a:pt x="698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4464684" y="5752477"/>
              <a:ext cx="1397635" cy="575310"/>
            </a:xfrm>
            <a:custGeom>
              <a:avLst/>
              <a:gdLst/>
              <a:ahLst/>
              <a:cxnLst/>
              <a:rect l="l" t="t" r="r" b="b"/>
              <a:pathLst>
                <a:path w="1397635" h="575310">
                  <a:moveTo>
                    <a:pt x="1391285" y="575310"/>
                  </a:moveTo>
                  <a:lnTo>
                    <a:pt x="1394460" y="565785"/>
                  </a:lnTo>
                  <a:lnTo>
                    <a:pt x="1397635" y="556260"/>
                  </a:lnTo>
                  <a:lnTo>
                    <a:pt x="6985" y="0"/>
                  </a:lnTo>
                  <a:lnTo>
                    <a:pt x="1904" y="9525"/>
                  </a:lnTo>
                  <a:lnTo>
                    <a:pt x="0" y="20320"/>
                  </a:lnTo>
                  <a:lnTo>
                    <a:pt x="1391285" y="57531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4458334" y="5752477"/>
              <a:ext cx="13970" cy="20320"/>
            </a:xfrm>
            <a:custGeom>
              <a:avLst/>
              <a:gdLst/>
              <a:ahLst/>
              <a:cxnLst/>
              <a:rect l="l" t="t" r="r" b="b"/>
              <a:pathLst>
                <a:path w="13970" h="20320">
                  <a:moveTo>
                    <a:pt x="13969" y="0"/>
                  </a:moveTo>
                  <a:lnTo>
                    <a:pt x="7619" y="0"/>
                  </a:lnTo>
                  <a:lnTo>
                    <a:pt x="4444" y="1905"/>
                  </a:lnTo>
                  <a:lnTo>
                    <a:pt x="3175" y="1905"/>
                  </a:lnTo>
                  <a:lnTo>
                    <a:pt x="1269" y="3175"/>
                  </a:lnTo>
                  <a:lnTo>
                    <a:pt x="1269" y="5080"/>
                  </a:lnTo>
                  <a:lnTo>
                    <a:pt x="0" y="7620"/>
                  </a:lnTo>
                  <a:lnTo>
                    <a:pt x="0" y="13970"/>
                  </a:lnTo>
                  <a:lnTo>
                    <a:pt x="6350" y="20320"/>
                  </a:lnTo>
                  <a:lnTo>
                    <a:pt x="8889" y="9525"/>
                  </a:lnTo>
                  <a:lnTo>
                    <a:pt x="139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4458969" y="5752477"/>
              <a:ext cx="13335" cy="20320"/>
            </a:xfrm>
            <a:custGeom>
              <a:avLst/>
              <a:gdLst/>
              <a:ahLst/>
              <a:cxnLst/>
              <a:rect l="l" t="t" r="r" b="b"/>
              <a:pathLst>
                <a:path w="13335" h="20320">
                  <a:moveTo>
                    <a:pt x="5714" y="20320"/>
                  </a:moveTo>
                  <a:lnTo>
                    <a:pt x="3809" y="18415"/>
                  </a:lnTo>
                  <a:lnTo>
                    <a:pt x="2539" y="17145"/>
                  </a:lnTo>
                  <a:lnTo>
                    <a:pt x="634" y="15240"/>
                  </a:lnTo>
                  <a:lnTo>
                    <a:pt x="0" y="13970"/>
                  </a:lnTo>
                  <a:lnTo>
                    <a:pt x="0" y="7620"/>
                  </a:lnTo>
                  <a:lnTo>
                    <a:pt x="634" y="5080"/>
                  </a:lnTo>
                  <a:lnTo>
                    <a:pt x="634" y="3175"/>
                  </a:lnTo>
                  <a:lnTo>
                    <a:pt x="2539" y="1905"/>
                  </a:lnTo>
                  <a:lnTo>
                    <a:pt x="3809" y="1905"/>
                  </a:lnTo>
                  <a:lnTo>
                    <a:pt x="6984" y="0"/>
                  </a:lnTo>
                  <a:lnTo>
                    <a:pt x="1333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1" name="object 41" descr=""/>
          <p:cNvSpPr/>
          <p:nvPr/>
        </p:nvSpPr>
        <p:spPr>
          <a:xfrm>
            <a:off x="2289175" y="6053467"/>
            <a:ext cx="66675" cy="0"/>
          </a:xfrm>
          <a:custGeom>
            <a:avLst/>
            <a:gdLst/>
            <a:ahLst/>
            <a:cxnLst/>
            <a:rect l="l" t="t" r="r" b="b"/>
            <a:pathLst>
              <a:path w="66675" h="0">
                <a:moveTo>
                  <a:pt x="0" y="0"/>
                </a:moveTo>
                <a:lnTo>
                  <a:pt x="66675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 descr=""/>
          <p:cNvSpPr/>
          <p:nvPr/>
        </p:nvSpPr>
        <p:spPr>
          <a:xfrm>
            <a:off x="2444750" y="6053467"/>
            <a:ext cx="66675" cy="0"/>
          </a:xfrm>
          <a:custGeom>
            <a:avLst/>
            <a:gdLst/>
            <a:ahLst/>
            <a:cxnLst/>
            <a:rect l="l" t="t" r="r" b="b"/>
            <a:pathLst>
              <a:path w="66675" h="0">
                <a:moveTo>
                  <a:pt x="66675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3" name="object 43" descr=""/>
          <p:cNvGrpSpPr/>
          <p:nvPr/>
        </p:nvGrpSpPr>
        <p:grpSpPr>
          <a:xfrm>
            <a:off x="2246629" y="6045212"/>
            <a:ext cx="43180" cy="16510"/>
            <a:chOff x="2246629" y="6045212"/>
            <a:chExt cx="43180" cy="16510"/>
          </a:xfrm>
        </p:grpSpPr>
        <p:sp>
          <p:nvSpPr>
            <p:cNvPr id="44" name="object 44" descr=""/>
            <p:cNvSpPr/>
            <p:nvPr/>
          </p:nvSpPr>
          <p:spPr>
            <a:xfrm>
              <a:off x="2247264" y="6045847"/>
              <a:ext cx="41910" cy="15240"/>
            </a:xfrm>
            <a:custGeom>
              <a:avLst/>
              <a:gdLst/>
              <a:ahLst/>
              <a:cxnLst/>
              <a:rect l="l" t="t" r="r" b="b"/>
              <a:pathLst>
                <a:path w="41910" h="15239">
                  <a:moveTo>
                    <a:pt x="41910" y="0"/>
                  </a:moveTo>
                  <a:lnTo>
                    <a:pt x="0" y="7620"/>
                  </a:lnTo>
                  <a:lnTo>
                    <a:pt x="41910" y="15239"/>
                  </a:lnTo>
                  <a:lnTo>
                    <a:pt x="4191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2247264" y="6045847"/>
              <a:ext cx="41910" cy="15240"/>
            </a:xfrm>
            <a:custGeom>
              <a:avLst/>
              <a:gdLst/>
              <a:ahLst/>
              <a:cxnLst/>
              <a:rect l="l" t="t" r="r" b="b"/>
              <a:pathLst>
                <a:path w="41910" h="15239">
                  <a:moveTo>
                    <a:pt x="41910" y="0"/>
                  </a:moveTo>
                  <a:lnTo>
                    <a:pt x="41910" y="15239"/>
                  </a:lnTo>
                  <a:lnTo>
                    <a:pt x="0" y="7620"/>
                  </a:lnTo>
                  <a:lnTo>
                    <a:pt x="4191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6" name="object 46" descr=""/>
          <p:cNvGrpSpPr/>
          <p:nvPr/>
        </p:nvGrpSpPr>
        <p:grpSpPr>
          <a:xfrm>
            <a:off x="2510789" y="6045848"/>
            <a:ext cx="45085" cy="16510"/>
            <a:chOff x="2510789" y="6045848"/>
            <a:chExt cx="45085" cy="16510"/>
          </a:xfrm>
        </p:grpSpPr>
        <p:sp>
          <p:nvSpPr>
            <p:cNvPr id="47" name="object 47" descr=""/>
            <p:cNvSpPr/>
            <p:nvPr/>
          </p:nvSpPr>
          <p:spPr>
            <a:xfrm>
              <a:off x="2512059" y="6045848"/>
              <a:ext cx="43815" cy="15240"/>
            </a:xfrm>
            <a:custGeom>
              <a:avLst/>
              <a:gdLst/>
              <a:ahLst/>
              <a:cxnLst/>
              <a:rect l="l" t="t" r="r" b="b"/>
              <a:pathLst>
                <a:path w="43814" h="15239">
                  <a:moveTo>
                    <a:pt x="0" y="0"/>
                  </a:moveTo>
                  <a:lnTo>
                    <a:pt x="0" y="15239"/>
                  </a:lnTo>
                  <a:lnTo>
                    <a:pt x="43814" y="76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2511424" y="6046483"/>
              <a:ext cx="43180" cy="15240"/>
            </a:xfrm>
            <a:custGeom>
              <a:avLst/>
              <a:gdLst/>
              <a:ahLst/>
              <a:cxnLst/>
              <a:rect l="l" t="t" r="r" b="b"/>
              <a:pathLst>
                <a:path w="43180" h="15239">
                  <a:moveTo>
                    <a:pt x="0" y="0"/>
                  </a:moveTo>
                  <a:lnTo>
                    <a:pt x="0" y="15239"/>
                  </a:lnTo>
                  <a:lnTo>
                    <a:pt x="43180" y="7619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9" name="object 49" descr=""/>
          <p:cNvSpPr/>
          <p:nvPr/>
        </p:nvSpPr>
        <p:spPr>
          <a:xfrm>
            <a:off x="2374900" y="6023623"/>
            <a:ext cx="52069" cy="60960"/>
          </a:xfrm>
          <a:custGeom>
            <a:avLst/>
            <a:gdLst/>
            <a:ahLst/>
            <a:cxnLst/>
            <a:rect l="l" t="t" r="r" b="b"/>
            <a:pathLst>
              <a:path w="52069" h="60960">
                <a:moveTo>
                  <a:pt x="6985" y="0"/>
                </a:moveTo>
                <a:lnTo>
                  <a:pt x="6985" y="60960"/>
                </a:lnTo>
              </a:path>
              <a:path w="52069" h="60960">
                <a:moveTo>
                  <a:pt x="10160" y="0"/>
                </a:moveTo>
                <a:lnTo>
                  <a:pt x="43814" y="55245"/>
                </a:lnTo>
              </a:path>
              <a:path w="52069" h="60960">
                <a:moveTo>
                  <a:pt x="10160" y="6350"/>
                </a:moveTo>
                <a:lnTo>
                  <a:pt x="43814" y="60960"/>
                </a:lnTo>
                <a:lnTo>
                  <a:pt x="43814" y="0"/>
                </a:lnTo>
              </a:path>
              <a:path w="52069" h="60960">
                <a:moveTo>
                  <a:pt x="0" y="0"/>
                </a:moveTo>
                <a:lnTo>
                  <a:pt x="10160" y="0"/>
                </a:lnTo>
              </a:path>
              <a:path w="52069" h="60960">
                <a:moveTo>
                  <a:pt x="34289" y="0"/>
                </a:moveTo>
                <a:lnTo>
                  <a:pt x="52069" y="0"/>
                </a:lnTo>
              </a:path>
              <a:path w="52069" h="60960">
                <a:moveTo>
                  <a:pt x="0" y="60960"/>
                </a:moveTo>
                <a:lnTo>
                  <a:pt x="15875" y="6096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 descr=""/>
          <p:cNvSpPr/>
          <p:nvPr/>
        </p:nvSpPr>
        <p:spPr>
          <a:xfrm>
            <a:off x="2598420" y="6430657"/>
            <a:ext cx="67310" cy="0"/>
          </a:xfrm>
          <a:custGeom>
            <a:avLst/>
            <a:gdLst/>
            <a:ahLst/>
            <a:cxnLst/>
            <a:rect l="l" t="t" r="r" b="b"/>
            <a:pathLst>
              <a:path w="67310" h="0">
                <a:moveTo>
                  <a:pt x="0" y="0"/>
                </a:moveTo>
                <a:lnTo>
                  <a:pt x="6731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 descr=""/>
          <p:cNvSpPr/>
          <p:nvPr/>
        </p:nvSpPr>
        <p:spPr>
          <a:xfrm>
            <a:off x="2753360" y="6430657"/>
            <a:ext cx="66675" cy="0"/>
          </a:xfrm>
          <a:custGeom>
            <a:avLst/>
            <a:gdLst/>
            <a:ahLst/>
            <a:cxnLst/>
            <a:rect l="l" t="t" r="r" b="b"/>
            <a:pathLst>
              <a:path w="66675" h="0">
                <a:moveTo>
                  <a:pt x="66675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52" name="object 52" descr=""/>
          <p:cNvGrpSpPr/>
          <p:nvPr/>
        </p:nvGrpSpPr>
        <p:grpSpPr>
          <a:xfrm>
            <a:off x="2554604" y="6421767"/>
            <a:ext cx="45085" cy="16510"/>
            <a:chOff x="2554604" y="6421767"/>
            <a:chExt cx="45085" cy="16510"/>
          </a:xfrm>
        </p:grpSpPr>
        <p:sp>
          <p:nvSpPr>
            <p:cNvPr id="53" name="object 53" descr=""/>
            <p:cNvSpPr/>
            <p:nvPr/>
          </p:nvSpPr>
          <p:spPr>
            <a:xfrm>
              <a:off x="2555239" y="6422402"/>
              <a:ext cx="43815" cy="15240"/>
            </a:xfrm>
            <a:custGeom>
              <a:avLst/>
              <a:gdLst/>
              <a:ahLst/>
              <a:cxnLst/>
              <a:rect l="l" t="t" r="r" b="b"/>
              <a:pathLst>
                <a:path w="43814" h="15239">
                  <a:moveTo>
                    <a:pt x="43815" y="0"/>
                  </a:moveTo>
                  <a:lnTo>
                    <a:pt x="0" y="7620"/>
                  </a:lnTo>
                  <a:lnTo>
                    <a:pt x="43815" y="15240"/>
                  </a:lnTo>
                  <a:lnTo>
                    <a:pt x="4381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2555239" y="6422402"/>
              <a:ext cx="43815" cy="15240"/>
            </a:xfrm>
            <a:custGeom>
              <a:avLst/>
              <a:gdLst/>
              <a:ahLst/>
              <a:cxnLst/>
              <a:rect l="l" t="t" r="r" b="b"/>
              <a:pathLst>
                <a:path w="43814" h="15239">
                  <a:moveTo>
                    <a:pt x="43815" y="0"/>
                  </a:moveTo>
                  <a:lnTo>
                    <a:pt x="43815" y="15240"/>
                  </a:lnTo>
                  <a:lnTo>
                    <a:pt x="0" y="7620"/>
                  </a:lnTo>
                  <a:lnTo>
                    <a:pt x="43815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5" name="object 55" descr=""/>
          <p:cNvGrpSpPr/>
          <p:nvPr/>
        </p:nvGrpSpPr>
        <p:grpSpPr>
          <a:xfrm>
            <a:off x="2819400" y="6421132"/>
            <a:ext cx="44450" cy="16510"/>
            <a:chOff x="2819400" y="6421132"/>
            <a:chExt cx="44450" cy="16510"/>
          </a:xfrm>
        </p:grpSpPr>
        <p:sp>
          <p:nvSpPr>
            <p:cNvPr id="56" name="object 56" descr=""/>
            <p:cNvSpPr/>
            <p:nvPr/>
          </p:nvSpPr>
          <p:spPr>
            <a:xfrm>
              <a:off x="2820035" y="6422402"/>
              <a:ext cx="43815" cy="15240"/>
            </a:xfrm>
            <a:custGeom>
              <a:avLst/>
              <a:gdLst/>
              <a:ahLst/>
              <a:cxnLst/>
              <a:rect l="l" t="t" r="r" b="b"/>
              <a:pathLst>
                <a:path w="43814" h="15239">
                  <a:moveTo>
                    <a:pt x="0" y="0"/>
                  </a:moveTo>
                  <a:lnTo>
                    <a:pt x="0" y="15240"/>
                  </a:lnTo>
                  <a:lnTo>
                    <a:pt x="43814" y="76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2820035" y="6421767"/>
              <a:ext cx="43180" cy="15240"/>
            </a:xfrm>
            <a:custGeom>
              <a:avLst/>
              <a:gdLst/>
              <a:ahLst/>
              <a:cxnLst/>
              <a:rect l="l" t="t" r="r" b="b"/>
              <a:pathLst>
                <a:path w="43180" h="15239">
                  <a:moveTo>
                    <a:pt x="0" y="0"/>
                  </a:moveTo>
                  <a:lnTo>
                    <a:pt x="0" y="15239"/>
                  </a:lnTo>
                  <a:lnTo>
                    <a:pt x="43179" y="7619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8" name="object 58" descr=""/>
          <p:cNvSpPr/>
          <p:nvPr/>
        </p:nvSpPr>
        <p:spPr>
          <a:xfrm>
            <a:off x="2683510" y="6398907"/>
            <a:ext cx="52069" cy="60960"/>
          </a:xfrm>
          <a:custGeom>
            <a:avLst/>
            <a:gdLst/>
            <a:ahLst/>
            <a:cxnLst/>
            <a:rect l="l" t="t" r="r" b="b"/>
            <a:pathLst>
              <a:path w="52069" h="60960">
                <a:moveTo>
                  <a:pt x="8254" y="0"/>
                </a:moveTo>
                <a:lnTo>
                  <a:pt x="8254" y="60960"/>
                </a:lnTo>
              </a:path>
              <a:path w="52069" h="60960">
                <a:moveTo>
                  <a:pt x="11429" y="0"/>
                </a:moveTo>
                <a:lnTo>
                  <a:pt x="43814" y="54610"/>
                </a:lnTo>
              </a:path>
              <a:path w="52069" h="60960">
                <a:moveTo>
                  <a:pt x="11429" y="6350"/>
                </a:moveTo>
                <a:lnTo>
                  <a:pt x="43814" y="60960"/>
                </a:lnTo>
                <a:lnTo>
                  <a:pt x="43814" y="0"/>
                </a:lnTo>
              </a:path>
              <a:path w="52069" h="60960">
                <a:moveTo>
                  <a:pt x="0" y="0"/>
                </a:moveTo>
                <a:lnTo>
                  <a:pt x="11429" y="0"/>
                </a:lnTo>
              </a:path>
              <a:path w="52069" h="60960">
                <a:moveTo>
                  <a:pt x="36194" y="0"/>
                </a:moveTo>
                <a:lnTo>
                  <a:pt x="52069" y="0"/>
                </a:lnTo>
              </a:path>
              <a:path w="52069" h="60960">
                <a:moveTo>
                  <a:pt x="0" y="60960"/>
                </a:moveTo>
                <a:lnTo>
                  <a:pt x="15875" y="6096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object 59" descr=""/>
          <p:cNvSpPr/>
          <p:nvPr/>
        </p:nvSpPr>
        <p:spPr>
          <a:xfrm>
            <a:off x="4055109" y="5819152"/>
            <a:ext cx="0" cy="79375"/>
          </a:xfrm>
          <a:custGeom>
            <a:avLst/>
            <a:gdLst/>
            <a:ahLst/>
            <a:cxnLst/>
            <a:rect l="l" t="t" r="r" b="b"/>
            <a:pathLst>
              <a:path w="0" h="79375">
                <a:moveTo>
                  <a:pt x="0" y="0"/>
                </a:moveTo>
                <a:lnTo>
                  <a:pt x="0" y="79375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 descr=""/>
          <p:cNvSpPr/>
          <p:nvPr/>
        </p:nvSpPr>
        <p:spPr>
          <a:xfrm>
            <a:off x="4055109" y="6058548"/>
            <a:ext cx="0" cy="79375"/>
          </a:xfrm>
          <a:custGeom>
            <a:avLst/>
            <a:gdLst/>
            <a:ahLst/>
            <a:cxnLst/>
            <a:rect l="l" t="t" r="r" b="b"/>
            <a:pathLst>
              <a:path w="0" h="79375">
                <a:moveTo>
                  <a:pt x="0" y="79375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61" name="object 61" descr=""/>
          <p:cNvGrpSpPr/>
          <p:nvPr/>
        </p:nvGrpSpPr>
        <p:grpSpPr>
          <a:xfrm>
            <a:off x="4046220" y="5760732"/>
            <a:ext cx="18415" cy="59055"/>
            <a:chOff x="4046220" y="5760732"/>
            <a:chExt cx="18415" cy="59055"/>
          </a:xfrm>
        </p:grpSpPr>
        <p:sp>
          <p:nvSpPr>
            <p:cNvPr id="62" name="object 62" descr=""/>
            <p:cNvSpPr/>
            <p:nvPr/>
          </p:nvSpPr>
          <p:spPr>
            <a:xfrm>
              <a:off x="4046855" y="5761367"/>
              <a:ext cx="17145" cy="57785"/>
            </a:xfrm>
            <a:custGeom>
              <a:avLst/>
              <a:gdLst/>
              <a:ahLst/>
              <a:cxnLst/>
              <a:rect l="l" t="t" r="r" b="b"/>
              <a:pathLst>
                <a:path w="17145" h="57785">
                  <a:moveTo>
                    <a:pt x="8255" y="0"/>
                  </a:moveTo>
                  <a:lnTo>
                    <a:pt x="0" y="57784"/>
                  </a:lnTo>
                  <a:lnTo>
                    <a:pt x="17145" y="57784"/>
                  </a:lnTo>
                  <a:lnTo>
                    <a:pt x="825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 descr=""/>
            <p:cNvSpPr/>
            <p:nvPr/>
          </p:nvSpPr>
          <p:spPr>
            <a:xfrm>
              <a:off x="4046855" y="5761367"/>
              <a:ext cx="17145" cy="57785"/>
            </a:xfrm>
            <a:custGeom>
              <a:avLst/>
              <a:gdLst/>
              <a:ahLst/>
              <a:cxnLst/>
              <a:rect l="l" t="t" r="r" b="b"/>
              <a:pathLst>
                <a:path w="17145" h="57785">
                  <a:moveTo>
                    <a:pt x="0" y="57784"/>
                  </a:moveTo>
                  <a:lnTo>
                    <a:pt x="17145" y="57784"/>
                  </a:lnTo>
                  <a:lnTo>
                    <a:pt x="8255" y="0"/>
                  </a:lnTo>
                  <a:lnTo>
                    <a:pt x="0" y="57784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4" name="object 64" descr=""/>
          <p:cNvGrpSpPr/>
          <p:nvPr/>
        </p:nvGrpSpPr>
        <p:grpSpPr>
          <a:xfrm>
            <a:off x="4044315" y="6137923"/>
            <a:ext cx="19685" cy="57785"/>
            <a:chOff x="4044315" y="6137923"/>
            <a:chExt cx="19685" cy="57785"/>
          </a:xfrm>
        </p:grpSpPr>
        <p:sp>
          <p:nvSpPr>
            <p:cNvPr id="65" name="object 65" descr=""/>
            <p:cNvSpPr/>
            <p:nvPr/>
          </p:nvSpPr>
          <p:spPr>
            <a:xfrm>
              <a:off x="4046855" y="6139193"/>
              <a:ext cx="17145" cy="55880"/>
            </a:xfrm>
            <a:custGeom>
              <a:avLst/>
              <a:gdLst/>
              <a:ahLst/>
              <a:cxnLst/>
              <a:rect l="l" t="t" r="r" b="b"/>
              <a:pathLst>
                <a:path w="17145" h="55879">
                  <a:moveTo>
                    <a:pt x="17145" y="0"/>
                  </a:moveTo>
                  <a:lnTo>
                    <a:pt x="0" y="0"/>
                  </a:lnTo>
                  <a:lnTo>
                    <a:pt x="8255" y="55879"/>
                  </a:lnTo>
                  <a:lnTo>
                    <a:pt x="1714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 descr=""/>
            <p:cNvSpPr/>
            <p:nvPr/>
          </p:nvSpPr>
          <p:spPr>
            <a:xfrm>
              <a:off x="4044950" y="6138558"/>
              <a:ext cx="17780" cy="56515"/>
            </a:xfrm>
            <a:custGeom>
              <a:avLst/>
              <a:gdLst/>
              <a:ahLst/>
              <a:cxnLst/>
              <a:rect l="l" t="t" r="r" b="b"/>
              <a:pathLst>
                <a:path w="17779" h="56514">
                  <a:moveTo>
                    <a:pt x="0" y="0"/>
                  </a:moveTo>
                  <a:lnTo>
                    <a:pt x="17779" y="0"/>
                  </a:lnTo>
                  <a:lnTo>
                    <a:pt x="8889" y="56514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7" name="object 67" descr=""/>
          <p:cNvGrpSpPr/>
          <p:nvPr/>
        </p:nvGrpSpPr>
        <p:grpSpPr>
          <a:xfrm>
            <a:off x="3803650" y="5931548"/>
            <a:ext cx="500380" cy="93345"/>
            <a:chOff x="3803650" y="5931548"/>
            <a:chExt cx="500380" cy="93345"/>
          </a:xfrm>
        </p:grpSpPr>
        <p:sp>
          <p:nvSpPr>
            <p:cNvPr id="68" name="object 68" descr=""/>
            <p:cNvSpPr/>
            <p:nvPr/>
          </p:nvSpPr>
          <p:spPr>
            <a:xfrm>
              <a:off x="3804285" y="5955043"/>
              <a:ext cx="116839" cy="46355"/>
            </a:xfrm>
            <a:custGeom>
              <a:avLst/>
              <a:gdLst/>
              <a:ahLst/>
              <a:cxnLst/>
              <a:rect l="l" t="t" r="r" b="b"/>
              <a:pathLst>
                <a:path w="116839" h="46354">
                  <a:moveTo>
                    <a:pt x="2539" y="20319"/>
                  </a:moveTo>
                  <a:lnTo>
                    <a:pt x="40004" y="20319"/>
                  </a:lnTo>
                  <a:lnTo>
                    <a:pt x="40004" y="13969"/>
                  </a:lnTo>
                  <a:lnTo>
                    <a:pt x="37464" y="8254"/>
                  </a:lnTo>
                  <a:lnTo>
                    <a:pt x="34925" y="5079"/>
                  </a:lnTo>
                  <a:lnTo>
                    <a:pt x="27304" y="0"/>
                  </a:lnTo>
                  <a:lnTo>
                    <a:pt x="18414" y="0"/>
                  </a:lnTo>
                  <a:lnTo>
                    <a:pt x="10160" y="5079"/>
                  </a:lnTo>
                  <a:lnTo>
                    <a:pt x="2539" y="10794"/>
                  </a:lnTo>
                  <a:lnTo>
                    <a:pt x="0" y="20319"/>
                  </a:lnTo>
                  <a:lnTo>
                    <a:pt x="0" y="26034"/>
                  </a:lnTo>
                  <a:lnTo>
                    <a:pt x="2539" y="36829"/>
                  </a:lnTo>
                  <a:lnTo>
                    <a:pt x="10160" y="43179"/>
                  </a:lnTo>
                  <a:lnTo>
                    <a:pt x="18414" y="46354"/>
                  </a:lnTo>
                  <a:lnTo>
                    <a:pt x="24764" y="46354"/>
                  </a:lnTo>
                  <a:lnTo>
                    <a:pt x="34925" y="43179"/>
                  </a:lnTo>
                  <a:lnTo>
                    <a:pt x="40004" y="36829"/>
                  </a:lnTo>
                </a:path>
                <a:path w="116839" h="46354">
                  <a:moveTo>
                    <a:pt x="37464" y="20319"/>
                  </a:moveTo>
                  <a:lnTo>
                    <a:pt x="37464" y="10794"/>
                  </a:lnTo>
                  <a:lnTo>
                    <a:pt x="34925" y="5079"/>
                  </a:lnTo>
                </a:path>
                <a:path w="116839" h="46354">
                  <a:moveTo>
                    <a:pt x="18414" y="0"/>
                  </a:moveTo>
                  <a:lnTo>
                    <a:pt x="12700" y="5079"/>
                  </a:lnTo>
                  <a:lnTo>
                    <a:pt x="5714" y="10794"/>
                  </a:lnTo>
                  <a:lnTo>
                    <a:pt x="2539" y="20319"/>
                  </a:lnTo>
                  <a:lnTo>
                    <a:pt x="2539" y="26034"/>
                  </a:lnTo>
                  <a:lnTo>
                    <a:pt x="5714" y="36829"/>
                  </a:lnTo>
                  <a:lnTo>
                    <a:pt x="12700" y="43179"/>
                  </a:lnTo>
                  <a:lnTo>
                    <a:pt x="18414" y="46354"/>
                  </a:lnTo>
                </a:path>
                <a:path w="116839" h="46354">
                  <a:moveTo>
                    <a:pt x="62229" y="8254"/>
                  </a:moveTo>
                  <a:lnTo>
                    <a:pt x="116839" y="8254"/>
                  </a:lnTo>
                </a:path>
                <a:path w="116839" h="46354">
                  <a:moveTo>
                    <a:pt x="62229" y="26034"/>
                  </a:moveTo>
                  <a:lnTo>
                    <a:pt x="116839" y="2603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9" name="object 69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941445" y="5931548"/>
              <a:ext cx="362585" cy="93345"/>
            </a:xfrm>
            <a:prstGeom prst="rect">
              <a:avLst/>
            </a:prstGeom>
          </p:spPr>
        </p:pic>
      </p:grpSp>
      <p:sp>
        <p:nvSpPr>
          <p:cNvPr id="70" name="object 70" descr=""/>
          <p:cNvSpPr/>
          <p:nvPr/>
        </p:nvSpPr>
        <p:spPr>
          <a:xfrm>
            <a:off x="2105660" y="6317627"/>
            <a:ext cx="113030" cy="0"/>
          </a:xfrm>
          <a:custGeom>
            <a:avLst/>
            <a:gdLst/>
            <a:ahLst/>
            <a:cxnLst/>
            <a:rect l="l" t="t" r="r" b="b"/>
            <a:pathLst>
              <a:path w="113030" h="0">
                <a:moveTo>
                  <a:pt x="0" y="0"/>
                </a:moveTo>
                <a:lnTo>
                  <a:pt x="113029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1" name="object 71" descr=""/>
          <p:cNvSpPr/>
          <p:nvPr/>
        </p:nvSpPr>
        <p:spPr>
          <a:xfrm>
            <a:off x="2153285" y="6375412"/>
            <a:ext cx="0" cy="56515"/>
          </a:xfrm>
          <a:custGeom>
            <a:avLst/>
            <a:gdLst/>
            <a:ahLst/>
            <a:cxnLst/>
            <a:rect l="l" t="t" r="r" b="b"/>
            <a:pathLst>
              <a:path w="0" h="56514">
                <a:moveTo>
                  <a:pt x="0" y="0"/>
                </a:moveTo>
                <a:lnTo>
                  <a:pt x="0" y="56514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2" name="object 72" descr=""/>
          <p:cNvSpPr/>
          <p:nvPr/>
        </p:nvSpPr>
        <p:spPr>
          <a:xfrm>
            <a:off x="2153285" y="6081407"/>
            <a:ext cx="0" cy="56515"/>
          </a:xfrm>
          <a:custGeom>
            <a:avLst/>
            <a:gdLst/>
            <a:ahLst/>
            <a:cxnLst/>
            <a:rect l="l" t="t" r="r" b="b"/>
            <a:pathLst>
              <a:path w="0" h="56514">
                <a:moveTo>
                  <a:pt x="0" y="56514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73" name="object 73" descr=""/>
          <p:cNvGrpSpPr/>
          <p:nvPr/>
        </p:nvGrpSpPr>
        <p:grpSpPr>
          <a:xfrm>
            <a:off x="2145029" y="6317627"/>
            <a:ext cx="17780" cy="59055"/>
            <a:chOff x="2145029" y="6317627"/>
            <a:chExt cx="17780" cy="59055"/>
          </a:xfrm>
        </p:grpSpPr>
        <p:sp>
          <p:nvSpPr>
            <p:cNvPr id="74" name="object 74" descr=""/>
            <p:cNvSpPr/>
            <p:nvPr/>
          </p:nvSpPr>
          <p:spPr>
            <a:xfrm>
              <a:off x="2145664" y="6318262"/>
              <a:ext cx="16510" cy="57785"/>
            </a:xfrm>
            <a:custGeom>
              <a:avLst/>
              <a:gdLst/>
              <a:ahLst/>
              <a:cxnLst/>
              <a:rect l="l" t="t" r="r" b="b"/>
              <a:pathLst>
                <a:path w="16510" h="57785">
                  <a:moveTo>
                    <a:pt x="8255" y="0"/>
                  </a:moveTo>
                  <a:lnTo>
                    <a:pt x="0" y="57785"/>
                  </a:lnTo>
                  <a:lnTo>
                    <a:pt x="16510" y="57785"/>
                  </a:lnTo>
                  <a:lnTo>
                    <a:pt x="825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 descr=""/>
            <p:cNvSpPr/>
            <p:nvPr/>
          </p:nvSpPr>
          <p:spPr>
            <a:xfrm>
              <a:off x="2145664" y="6318262"/>
              <a:ext cx="16510" cy="57785"/>
            </a:xfrm>
            <a:custGeom>
              <a:avLst/>
              <a:gdLst/>
              <a:ahLst/>
              <a:cxnLst/>
              <a:rect l="l" t="t" r="r" b="b"/>
              <a:pathLst>
                <a:path w="16510" h="57785">
                  <a:moveTo>
                    <a:pt x="0" y="57785"/>
                  </a:moveTo>
                  <a:lnTo>
                    <a:pt x="16510" y="57785"/>
                  </a:lnTo>
                  <a:lnTo>
                    <a:pt x="8255" y="0"/>
                  </a:lnTo>
                  <a:lnTo>
                    <a:pt x="0" y="57785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6" name="object 76" descr=""/>
          <p:cNvGrpSpPr/>
          <p:nvPr/>
        </p:nvGrpSpPr>
        <p:grpSpPr>
          <a:xfrm>
            <a:off x="2144395" y="6138557"/>
            <a:ext cx="18415" cy="57150"/>
            <a:chOff x="2144395" y="6138557"/>
            <a:chExt cx="18415" cy="57150"/>
          </a:xfrm>
        </p:grpSpPr>
        <p:sp>
          <p:nvSpPr>
            <p:cNvPr id="77" name="object 77" descr=""/>
            <p:cNvSpPr/>
            <p:nvPr/>
          </p:nvSpPr>
          <p:spPr>
            <a:xfrm>
              <a:off x="2145665" y="6139192"/>
              <a:ext cx="16510" cy="55880"/>
            </a:xfrm>
            <a:custGeom>
              <a:avLst/>
              <a:gdLst/>
              <a:ahLst/>
              <a:cxnLst/>
              <a:rect l="l" t="t" r="r" b="b"/>
              <a:pathLst>
                <a:path w="16510" h="55879">
                  <a:moveTo>
                    <a:pt x="16510" y="0"/>
                  </a:moveTo>
                  <a:lnTo>
                    <a:pt x="0" y="0"/>
                  </a:lnTo>
                  <a:lnTo>
                    <a:pt x="8255" y="55879"/>
                  </a:lnTo>
                  <a:lnTo>
                    <a:pt x="1651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 descr=""/>
            <p:cNvSpPr/>
            <p:nvPr/>
          </p:nvSpPr>
          <p:spPr>
            <a:xfrm>
              <a:off x="2145030" y="6139192"/>
              <a:ext cx="17145" cy="55880"/>
            </a:xfrm>
            <a:custGeom>
              <a:avLst/>
              <a:gdLst/>
              <a:ahLst/>
              <a:cxnLst/>
              <a:rect l="l" t="t" r="r" b="b"/>
              <a:pathLst>
                <a:path w="17144" h="55879">
                  <a:moveTo>
                    <a:pt x="0" y="0"/>
                  </a:moveTo>
                  <a:lnTo>
                    <a:pt x="17144" y="0"/>
                  </a:lnTo>
                  <a:lnTo>
                    <a:pt x="8255" y="55879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9" name="object 79" descr=""/>
          <p:cNvGrpSpPr/>
          <p:nvPr/>
        </p:nvGrpSpPr>
        <p:grpSpPr>
          <a:xfrm>
            <a:off x="1659254" y="5985523"/>
            <a:ext cx="546100" cy="68580"/>
            <a:chOff x="1659254" y="5985523"/>
            <a:chExt cx="546100" cy="68580"/>
          </a:xfrm>
        </p:grpSpPr>
        <p:sp>
          <p:nvSpPr>
            <p:cNvPr id="80" name="object 80" descr=""/>
            <p:cNvSpPr/>
            <p:nvPr/>
          </p:nvSpPr>
          <p:spPr>
            <a:xfrm>
              <a:off x="1659254" y="5986793"/>
              <a:ext cx="126364" cy="66675"/>
            </a:xfrm>
            <a:custGeom>
              <a:avLst/>
              <a:gdLst/>
              <a:ahLst/>
              <a:cxnLst/>
              <a:rect l="l" t="t" r="r" b="b"/>
              <a:pathLst>
                <a:path w="126364" h="66675">
                  <a:moveTo>
                    <a:pt x="8255" y="0"/>
                  </a:moveTo>
                  <a:lnTo>
                    <a:pt x="8255" y="66675"/>
                  </a:lnTo>
                </a:path>
                <a:path w="126364" h="66675">
                  <a:moveTo>
                    <a:pt x="12700" y="0"/>
                  </a:moveTo>
                  <a:lnTo>
                    <a:pt x="12700" y="66675"/>
                  </a:lnTo>
                </a:path>
                <a:path w="126364" h="66675">
                  <a:moveTo>
                    <a:pt x="12700" y="31750"/>
                  </a:moveTo>
                  <a:lnTo>
                    <a:pt x="18414" y="25400"/>
                  </a:lnTo>
                  <a:lnTo>
                    <a:pt x="24764" y="20954"/>
                  </a:lnTo>
                  <a:lnTo>
                    <a:pt x="29844" y="20954"/>
                  </a:lnTo>
                  <a:lnTo>
                    <a:pt x="40005" y="25400"/>
                  </a:lnTo>
                  <a:lnTo>
                    <a:pt x="46355" y="31750"/>
                  </a:lnTo>
                  <a:lnTo>
                    <a:pt x="49530" y="40639"/>
                  </a:lnTo>
                  <a:lnTo>
                    <a:pt x="49530" y="48259"/>
                  </a:lnTo>
                  <a:lnTo>
                    <a:pt x="46355" y="57784"/>
                  </a:lnTo>
                  <a:lnTo>
                    <a:pt x="40005" y="63500"/>
                  </a:lnTo>
                  <a:lnTo>
                    <a:pt x="29844" y="66675"/>
                  </a:lnTo>
                  <a:lnTo>
                    <a:pt x="24764" y="66675"/>
                  </a:lnTo>
                  <a:lnTo>
                    <a:pt x="18414" y="63500"/>
                  </a:lnTo>
                  <a:lnTo>
                    <a:pt x="12700" y="57784"/>
                  </a:lnTo>
                </a:path>
                <a:path w="126364" h="66675">
                  <a:moveTo>
                    <a:pt x="29844" y="20954"/>
                  </a:moveTo>
                  <a:lnTo>
                    <a:pt x="37464" y="25400"/>
                  </a:lnTo>
                  <a:lnTo>
                    <a:pt x="43180" y="31750"/>
                  </a:lnTo>
                  <a:lnTo>
                    <a:pt x="46355" y="40639"/>
                  </a:lnTo>
                  <a:lnTo>
                    <a:pt x="46355" y="48259"/>
                  </a:lnTo>
                  <a:lnTo>
                    <a:pt x="43180" y="57784"/>
                  </a:lnTo>
                  <a:lnTo>
                    <a:pt x="37464" y="63500"/>
                  </a:lnTo>
                  <a:lnTo>
                    <a:pt x="29844" y="66675"/>
                  </a:lnTo>
                </a:path>
                <a:path w="126364" h="66675">
                  <a:moveTo>
                    <a:pt x="0" y="0"/>
                  </a:moveTo>
                  <a:lnTo>
                    <a:pt x="12700" y="0"/>
                  </a:lnTo>
                </a:path>
                <a:path w="126364" h="66675">
                  <a:moveTo>
                    <a:pt x="71119" y="28575"/>
                  </a:moveTo>
                  <a:lnTo>
                    <a:pt x="126364" y="28575"/>
                  </a:lnTo>
                </a:path>
                <a:path w="126364" h="66675">
                  <a:moveTo>
                    <a:pt x="71119" y="48259"/>
                  </a:moveTo>
                  <a:lnTo>
                    <a:pt x="126364" y="4825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1" name="object 81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804669" y="5985523"/>
              <a:ext cx="400685" cy="67945"/>
            </a:xfrm>
            <a:prstGeom prst="rect">
              <a:avLst/>
            </a:prstGeom>
          </p:spPr>
        </p:pic>
      </p:grpSp>
      <p:grpSp>
        <p:nvGrpSpPr>
          <p:cNvPr id="82" name="object 82" descr=""/>
          <p:cNvGrpSpPr/>
          <p:nvPr/>
        </p:nvGrpSpPr>
        <p:grpSpPr>
          <a:xfrm>
            <a:off x="3084195" y="5981712"/>
            <a:ext cx="131445" cy="212090"/>
            <a:chOff x="3084195" y="5981712"/>
            <a:chExt cx="131445" cy="212090"/>
          </a:xfrm>
        </p:grpSpPr>
        <p:sp>
          <p:nvSpPr>
            <p:cNvPr id="83" name="object 83" descr=""/>
            <p:cNvSpPr/>
            <p:nvPr/>
          </p:nvSpPr>
          <p:spPr>
            <a:xfrm>
              <a:off x="3101975" y="6038227"/>
              <a:ext cx="17780" cy="97790"/>
            </a:xfrm>
            <a:custGeom>
              <a:avLst/>
              <a:gdLst/>
              <a:ahLst/>
              <a:cxnLst/>
              <a:rect l="l" t="t" r="r" b="b"/>
              <a:pathLst>
                <a:path w="17780" h="97789">
                  <a:moveTo>
                    <a:pt x="17780" y="97790"/>
                  </a:moveTo>
                  <a:lnTo>
                    <a:pt x="15875" y="94615"/>
                  </a:lnTo>
                  <a:lnTo>
                    <a:pt x="15875" y="83820"/>
                  </a:lnTo>
                  <a:lnTo>
                    <a:pt x="14605" y="79375"/>
                  </a:lnTo>
                  <a:lnTo>
                    <a:pt x="14605" y="71755"/>
                  </a:lnTo>
                  <a:lnTo>
                    <a:pt x="12700" y="68580"/>
                  </a:lnTo>
                  <a:lnTo>
                    <a:pt x="12700" y="60960"/>
                  </a:lnTo>
                  <a:lnTo>
                    <a:pt x="11430" y="57785"/>
                  </a:lnTo>
                  <a:lnTo>
                    <a:pt x="11430" y="53340"/>
                  </a:lnTo>
                  <a:lnTo>
                    <a:pt x="10160" y="50165"/>
                  </a:lnTo>
                  <a:lnTo>
                    <a:pt x="10160" y="46990"/>
                  </a:lnTo>
                  <a:lnTo>
                    <a:pt x="8889" y="42545"/>
                  </a:lnTo>
                  <a:lnTo>
                    <a:pt x="8889" y="34925"/>
                  </a:lnTo>
                  <a:lnTo>
                    <a:pt x="7619" y="31750"/>
                  </a:lnTo>
                  <a:lnTo>
                    <a:pt x="5714" y="29210"/>
                  </a:lnTo>
                  <a:lnTo>
                    <a:pt x="5714" y="24765"/>
                  </a:lnTo>
                  <a:lnTo>
                    <a:pt x="4444" y="21590"/>
                  </a:lnTo>
                  <a:lnTo>
                    <a:pt x="4444" y="18415"/>
                  </a:lnTo>
                  <a:lnTo>
                    <a:pt x="3175" y="13970"/>
                  </a:lnTo>
                  <a:lnTo>
                    <a:pt x="3175" y="10795"/>
                  </a:lnTo>
                  <a:lnTo>
                    <a:pt x="1269" y="7620"/>
                  </a:lnTo>
                  <a:lnTo>
                    <a:pt x="0" y="3175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 descr=""/>
            <p:cNvSpPr/>
            <p:nvPr/>
          </p:nvSpPr>
          <p:spPr>
            <a:xfrm>
              <a:off x="3109595" y="6135382"/>
              <a:ext cx="19050" cy="57785"/>
            </a:xfrm>
            <a:custGeom>
              <a:avLst/>
              <a:gdLst/>
              <a:ahLst/>
              <a:cxnLst/>
              <a:rect l="l" t="t" r="r" b="b"/>
              <a:pathLst>
                <a:path w="19050" h="57785">
                  <a:moveTo>
                    <a:pt x="19050" y="0"/>
                  </a:moveTo>
                  <a:lnTo>
                    <a:pt x="0" y="1269"/>
                  </a:lnTo>
                  <a:lnTo>
                    <a:pt x="11430" y="57785"/>
                  </a:lnTo>
                  <a:lnTo>
                    <a:pt x="190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 descr=""/>
            <p:cNvSpPr/>
            <p:nvPr/>
          </p:nvSpPr>
          <p:spPr>
            <a:xfrm>
              <a:off x="3109595" y="6135382"/>
              <a:ext cx="19050" cy="57785"/>
            </a:xfrm>
            <a:custGeom>
              <a:avLst/>
              <a:gdLst/>
              <a:ahLst/>
              <a:cxnLst/>
              <a:rect l="l" t="t" r="r" b="b"/>
              <a:pathLst>
                <a:path w="19050" h="57785">
                  <a:moveTo>
                    <a:pt x="19050" y="0"/>
                  </a:moveTo>
                  <a:lnTo>
                    <a:pt x="0" y="1269"/>
                  </a:lnTo>
                  <a:lnTo>
                    <a:pt x="11430" y="57785"/>
                  </a:lnTo>
                  <a:lnTo>
                    <a:pt x="1905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 descr=""/>
            <p:cNvSpPr/>
            <p:nvPr/>
          </p:nvSpPr>
          <p:spPr>
            <a:xfrm>
              <a:off x="3084195" y="5982982"/>
              <a:ext cx="26034" cy="57785"/>
            </a:xfrm>
            <a:custGeom>
              <a:avLst/>
              <a:gdLst/>
              <a:ahLst/>
              <a:cxnLst/>
              <a:rect l="l" t="t" r="r" b="b"/>
              <a:pathLst>
                <a:path w="26035" h="57785">
                  <a:moveTo>
                    <a:pt x="0" y="0"/>
                  </a:moveTo>
                  <a:lnTo>
                    <a:pt x="8255" y="57785"/>
                  </a:lnTo>
                  <a:lnTo>
                    <a:pt x="26035" y="514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 descr=""/>
            <p:cNvSpPr/>
            <p:nvPr/>
          </p:nvSpPr>
          <p:spPr>
            <a:xfrm>
              <a:off x="3084830" y="5982347"/>
              <a:ext cx="130175" cy="114300"/>
            </a:xfrm>
            <a:custGeom>
              <a:avLst/>
              <a:gdLst/>
              <a:ahLst/>
              <a:cxnLst/>
              <a:rect l="l" t="t" r="r" b="b"/>
              <a:pathLst>
                <a:path w="130175" h="114300">
                  <a:moveTo>
                    <a:pt x="8889" y="57785"/>
                  </a:moveTo>
                  <a:lnTo>
                    <a:pt x="26034" y="51435"/>
                  </a:lnTo>
                  <a:lnTo>
                    <a:pt x="0" y="0"/>
                  </a:lnTo>
                  <a:lnTo>
                    <a:pt x="8889" y="57785"/>
                  </a:lnTo>
                  <a:close/>
                </a:path>
                <a:path w="130175" h="114300">
                  <a:moveTo>
                    <a:pt x="99059" y="68579"/>
                  </a:moveTo>
                  <a:lnTo>
                    <a:pt x="90805" y="71120"/>
                  </a:lnTo>
                  <a:lnTo>
                    <a:pt x="83184" y="79375"/>
                  </a:lnTo>
                  <a:lnTo>
                    <a:pt x="80009" y="85089"/>
                  </a:lnTo>
                  <a:lnTo>
                    <a:pt x="77469" y="94614"/>
                  </a:lnTo>
                  <a:lnTo>
                    <a:pt x="77469" y="104775"/>
                  </a:lnTo>
                  <a:lnTo>
                    <a:pt x="80009" y="111125"/>
                  </a:lnTo>
                  <a:lnTo>
                    <a:pt x="90805" y="114300"/>
                  </a:lnTo>
                  <a:lnTo>
                    <a:pt x="95884" y="114300"/>
                  </a:lnTo>
                  <a:lnTo>
                    <a:pt x="102234" y="111125"/>
                  </a:lnTo>
                  <a:lnTo>
                    <a:pt x="112394" y="101600"/>
                  </a:lnTo>
                  <a:lnTo>
                    <a:pt x="118109" y="91439"/>
                  </a:lnTo>
                  <a:lnTo>
                    <a:pt x="123825" y="79375"/>
                  </a:lnTo>
                  <a:lnTo>
                    <a:pt x="127000" y="68579"/>
                  </a:lnTo>
                </a:path>
                <a:path w="130175" h="114300">
                  <a:moveTo>
                    <a:pt x="99059" y="68579"/>
                  </a:moveTo>
                  <a:lnTo>
                    <a:pt x="93344" y="71120"/>
                  </a:lnTo>
                  <a:lnTo>
                    <a:pt x="86359" y="79375"/>
                  </a:lnTo>
                  <a:lnTo>
                    <a:pt x="83184" y="85089"/>
                  </a:lnTo>
                  <a:lnTo>
                    <a:pt x="80009" y="94614"/>
                  </a:lnTo>
                  <a:lnTo>
                    <a:pt x="80009" y="104775"/>
                  </a:lnTo>
                  <a:lnTo>
                    <a:pt x="83184" y="111125"/>
                  </a:lnTo>
                  <a:lnTo>
                    <a:pt x="90805" y="114300"/>
                  </a:lnTo>
                </a:path>
                <a:path w="130175" h="114300">
                  <a:moveTo>
                    <a:pt x="99059" y="68579"/>
                  </a:moveTo>
                  <a:lnTo>
                    <a:pt x="104775" y="68579"/>
                  </a:lnTo>
                  <a:lnTo>
                    <a:pt x="112394" y="71120"/>
                  </a:lnTo>
                  <a:lnTo>
                    <a:pt x="115569" y="79375"/>
                  </a:lnTo>
                  <a:lnTo>
                    <a:pt x="120650" y="104775"/>
                  </a:lnTo>
                  <a:lnTo>
                    <a:pt x="123825" y="111125"/>
                  </a:lnTo>
                  <a:lnTo>
                    <a:pt x="127000" y="114300"/>
                  </a:lnTo>
                </a:path>
                <a:path w="130175" h="114300">
                  <a:moveTo>
                    <a:pt x="104775" y="68579"/>
                  </a:moveTo>
                  <a:lnTo>
                    <a:pt x="107950" y="71120"/>
                  </a:lnTo>
                  <a:lnTo>
                    <a:pt x="112394" y="79375"/>
                  </a:lnTo>
                  <a:lnTo>
                    <a:pt x="118109" y="104775"/>
                  </a:lnTo>
                  <a:lnTo>
                    <a:pt x="120650" y="111125"/>
                  </a:lnTo>
                  <a:lnTo>
                    <a:pt x="127000" y="114300"/>
                  </a:lnTo>
                  <a:lnTo>
                    <a:pt x="130175" y="1143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 descr=""/>
            <p:cNvSpPr/>
            <p:nvPr/>
          </p:nvSpPr>
          <p:spPr>
            <a:xfrm>
              <a:off x="3105150" y="6050292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69" h="1270">
                  <a:moveTo>
                    <a:pt x="0" y="635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5"/>
                  </a:lnTo>
                  <a:lnTo>
                    <a:pt x="1084" y="1084"/>
                  </a:lnTo>
                  <a:lnTo>
                    <a:pt x="635" y="1270"/>
                  </a:lnTo>
                  <a:lnTo>
                    <a:pt x="185" y="1084"/>
                  </a:lnTo>
                  <a:lnTo>
                    <a:pt x="0" y="63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9" name="object 89" descr=""/>
          <p:cNvGrpSpPr/>
          <p:nvPr/>
        </p:nvGrpSpPr>
        <p:grpSpPr>
          <a:xfrm>
            <a:off x="4810759" y="5567057"/>
            <a:ext cx="391160" cy="182880"/>
            <a:chOff x="4810759" y="5567057"/>
            <a:chExt cx="391160" cy="182880"/>
          </a:xfrm>
        </p:grpSpPr>
        <p:pic>
          <p:nvPicPr>
            <p:cNvPr id="90" name="object 90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862194" y="5567057"/>
              <a:ext cx="288289" cy="69850"/>
            </a:xfrm>
            <a:prstGeom prst="rect">
              <a:avLst/>
            </a:prstGeom>
          </p:spPr>
        </p:pic>
        <p:pic>
          <p:nvPicPr>
            <p:cNvPr id="91" name="object 91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810759" y="5681357"/>
              <a:ext cx="391160" cy="68579"/>
            </a:xfrm>
            <a:prstGeom prst="rect">
              <a:avLst/>
            </a:prstGeom>
          </p:spPr>
        </p:pic>
      </p:grpSp>
      <p:grpSp>
        <p:nvGrpSpPr>
          <p:cNvPr id="92" name="object 92" descr=""/>
          <p:cNvGrpSpPr/>
          <p:nvPr/>
        </p:nvGrpSpPr>
        <p:grpSpPr>
          <a:xfrm>
            <a:off x="4639945" y="5778512"/>
            <a:ext cx="19685" cy="57785"/>
            <a:chOff x="4639945" y="5778512"/>
            <a:chExt cx="19685" cy="57785"/>
          </a:xfrm>
        </p:grpSpPr>
        <p:sp>
          <p:nvSpPr>
            <p:cNvPr id="93" name="object 93" descr=""/>
            <p:cNvSpPr/>
            <p:nvPr/>
          </p:nvSpPr>
          <p:spPr>
            <a:xfrm>
              <a:off x="4640580" y="5779147"/>
              <a:ext cx="18415" cy="56515"/>
            </a:xfrm>
            <a:custGeom>
              <a:avLst/>
              <a:gdLst/>
              <a:ahLst/>
              <a:cxnLst/>
              <a:rect l="l" t="t" r="r" b="b"/>
              <a:pathLst>
                <a:path w="18414" h="56514">
                  <a:moveTo>
                    <a:pt x="18415" y="0"/>
                  </a:moveTo>
                  <a:lnTo>
                    <a:pt x="0" y="0"/>
                  </a:lnTo>
                  <a:lnTo>
                    <a:pt x="9525" y="56514"/>
                  </a:lnTo>
                  <a:lnTo>
                    <a:pt x="1841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 descr=""/>
            <p:cNvSpPr/>
            <p:nvPr/>
          </p:nvSpPr>
          <p:spPr>
            <a:xfrm>
              <a:off x="4640580" y="5779147"/>
              <a:ext cx="18415" cy="56515"/>
            </a:xfrm>
            <a:custGeom>
              <a:avLst/>
              <a:gdLst/>
              <a:ahLst/>
              <a:cxnLst/>
              <a:rect l="l" t="t" r="r" b="b"/>
              <a:pathLst>
                <a:path w="18414" h="56514">
                  <a:moveTo>
                    <a:pt x="0" y="0"/>
                  </a:moveTo>
                  <a:lnTo>
                    <a:pt x="18415" y="0"/>
                  </a:lnTo>
                  <a:lnTo>
                    <a:pt x="10160" y="56514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5" name="object 95" descr=""/>
          <p:cNvSpPr/>
          <p:nvPr/>
        </p:nvSpPr>
        <p:spPr>
          <a:xfrm>
            <a:off x="4650740" y="5722632"/>
            <a:ext cx="53975" cy="56515"/>
          </a:xfrm>
          <a:custGeom>
            <a:avLst/>
            <a:gdLst/>
            <a:ahLst/>
            <a:cxnLst/>
            <a:rect l="l" t="t" r="r" b="b"/>
            <a:pathLst>
              <a:path w="53975" h="56514">
                <a:moveTo>
                  <a:pt x="0" y="0"/>
                </a:moveTo>
                <a:lnTo>
                  <a:pt x="53975" y="0"/>
                </a:lnTo>
              </a:path>
              <a:path w="53975" h="56514">
                <a:moveTo>
                  <a:pt x="0" y="56514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96" name="object 96" descr=""/>
          <p:cNvGrpSpPr/>
          <p:nvPr/>
        </p:nvGrpSpPr>
        <p:grpSpPr>
          <a:xfrm>
            <a:off x="4644390" y="6553213"/>
            <a:ext cx="456565" cy="187325"/>
            <a:chOff x="4644390" y="6553213"/>
            <a:chExt cx="456565" cy="187325"/>
          </a:xfrm>
        </p:grpSpPr>
        <p:pic>
          <p:nvPicPr>
            <p:cNvPr id="97" name="object 97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769485" y="6555753"/>
              <a:ext cx="288289" cy="69850"/>
            </a:xfrm>
            <a:prstGeom prst="rect">
              <a:avLst/>
            </a:prstGeom>
          </p:spPr>
        </p:pic>
        <p:pic>
          <p:nvPicPr>
            <p:cNvPr id="98" name="object 98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644390" y="6553213"/>
              <a:ext cx="456565" cy="187325"/>
            </a:xfrm>
            <a:prstGeom prst="rect">
              <a:avLst/>
            </a:prstGeom>
          </p:spPr>
        </p:pic>
      </p:grpSp>
      <p:sp>
        <p:nvSpPr>
          <p:cNvPr id="99" name="object 99" descr=""/>
          <p:cNvSpPr/>
          <p:nvPr/>
        </p:nvSpPr>
        <p:spPr>
          <a:xfrm>
            <a:off x="1398269" y="5170817"/>
            <a:ext cx="0" cy="932180"/>
          </a:xfrm>
          <a:custGeom>
            <a:avLst/>
            <a:gdLst/>
            <a:ahLst/>
            <a:cxnLst/>
            <a:rect l="l" t="t" r="r" b="b"/>
            <a:pathLst>
              <a:path w="0" h="932179">
                <a:moveTo>
                  <a:pt x="0" y="0"/>
                </a:moveTo>
                <a:lnTo>
                  <a:pt x="0" y="1269"/>
                </a:lnTo>
              </a:path>
              <a:path w="0" h="932179">
                <a:moveTo>
                  <a:pt x="0" y="1269"/>
                </a:moveTo>
                <a:lnTo>
                  <a:pt x="0" y="3175"/>
                </a:lnTo>
              </a:path>
              <a:path w="0" h="932179">
                <a:moveTo>
                  <a:pt x="0" y="3175"/>
                </a:moveTo>
                <a:lnTo>
                  <a:pt x="0" y="4444"/>
                </a:lnTo>
              </a:path>
              <a:path w="0" h="932179">
                <a:moveTo>
                  <a:pt x="0" y="5079"/>
                </a:moveTo>
                <a:lnTo>
                  <a:pt x="0" y="6350"/>
                </a:lnTo>
              </a:path>
              <a:path w="0" h="932179">
                <a:moveTo>
                  <a:pt x="0" y="6984"/>
                </a:moveTo>
                <a:lnTo>
                  <a:pt x="0" y="8254"/>
                </a:lnTo>
              </a:path>
              <a:path w="0" h="932179">
                <a:moveTo>
                  <a:pt x="0" y="8889"/>
                </a:moveTo>
                <a:lnTo>
                  <a:pt x="0" y="10159"/>
                </a:lnTo>
              </a:path>
              <a:path w="0" h="932179">
                <a:moveTo>
                  <a:pt x="0" y="10159"/>
                </a:moveTo>
                <a:lnTo>
                  <a:pt x="0" y="12064"/>
                </a:lnTo>
              </a:path>
              <a:path w="0" h="932179">
                <a:moveTo>
                  <a:pt x="0" y="12064"/>
                </a:moveTo>
                <a:lnTo>
                  <a:pt x="0" y="13334"/>
                </a:lnTo>
              </a:path>
              <a:path w="0" h="932179">
                <a:moveTo>
                  <a:pt x="0" y="13969"/>
                </a:moveTo>
                <a:lnTo>
                  <a:pt x="0" y="15239"/>
                </a:lnTo>
              </a:path>
              <a:path w="0" h="932179">
                <a:moveTo>
                  <a:pt x="0" y="15875"/>
                </a:moveTo>
                <a:lnTo>
                  <a:pt x="0" y="17144"/>
                </a:lnTo>
              </a:path>
              <a:path w="0" h="932179">
                <a:moveTo>
                  <a:pt x="0" y="17779"/>
                </a:moveTo>
                <a:lnTo>
                  <a:pt x="0" y="19050"/>
                </a:lnTo>
              </a:path>
              <a:path w="0" h="932179">
                <a:moveTo>
                  <a:pt x="0" y="19050"/>
                </a:moveTo>
                <a:lnTo>
                  <a:pt x="0" y="20954"/>
                </a:lnTo>
              </a:path>
              <a:path w="0" h="932179">
                <a:moveTo>
                  <a:pt x="0" y="20954"/>
                </a:moveTo>
                <a:lnTo>
                  <a:pt x="0" y="22225"/>
                </a:lnTo>
              </a:path>
              <a:path w="0" h="932179">
                <a:moveTo>
                  <a:pt x="0" y="22859"/>
                </a:moveTo>
                <a:lnTo>
                  <a:pt x="0" y="24129"/>
                </a:lnTo>
              </a:path>
              <a:path w="0" h="932179">
                <a:moveTo>
                  <a:pt x="0" y="24764"/>
                </a:moveTo>
                <a:lnTo>
                  <a:pt x="0" y="26034"/>
                </a:lnTo>
              </a:path>
              <a:path w="0" h="932179">
                <a:moveTo>
                  <a:pt x="0" y="26669"/>
                </a:moveTo>
                <a:lnTo>
                  <a:pt x="0" y="27939"/>
                </a:lnTo>
              </a:path>
              <a:path w="0" h="932179">
                <a:moveTo>
                  <a:pt x="0" y="27939"/>
                </a:moveTo>
                <a:lnTo>
                  <a:pt x="0" y="29844"/>
                </a:lnTo>
              </a:path>
              <a:path w="0" h="932179">
                <a:moveTo>
                  <a:pt x="0" y="29844"/>
                </a:moveTo>
                <a:lnTo>
                  <a:pt x="0" y="31114"/>
                </a:lnTo>
              </a:path>
              <a:path w="0" h="932179">
                <a:moveTo>
                  <a:pt x="0" y="31750"/>
                </a:moveTo>
                <a:lnTo>
                  <a:pt x="0" y="33019"/>
                </a:lnTo>
              </a:path>
              <a:path w="0" h="932179">
                <a:moveTo>
                  <a:pt x="0" y="33654"/>
                </a:moveTo>
                <a:lnTo>
                  <a:pt x="0" y="34925"/>
                </a:lnTo>
              </a:path>
              <a:path w="0" h="932179">
                <a:moveTo>
                  <a:pt x="0" y="35559"/>
                </a:moveTo>
                <a:lnTo>
                  <a:pt x="0" y="36829"/>
                </a:lnTo>
              </a:path>
              <a:path w="0" h="932179">
                <a:moveTo>
                  <a:pt x="0" y="36829"/>
                </a:moveTo>
                <a:lnTo>
                  <a:pt x="0" y="38734"/>
                </a:lnTo>
              </a:path>
              <a:path w="0" h="932179">
                <a:moveTo>
                  <a:pt x="0" y="38734"/>
                </a:moveTo>
                <a:lnTo>
                  <a:pt x="0" y="40004"/>
                </a:lnTo>
              </a:path>
              <a:path w="0" h="932179">
                <a:moveTo>
                  <a:pt x="0" y="40639"/>
                </a:moveTo>
                <a:lnTo>
                  <a:pt x="0" y="41909"/>
                </a:lnTo>
              </a:path>
              <a:path w="0" h="932179">
                <a:moveTo>
                  <a:pt x="0" y="42544"/>
                </a:moveTo>
                <a:lnTo>
                  <a:pt x="0" y="43814"/>
                </a:lnTo>
              </a:path>
              <a:path w="0" h="932179">
                <a:moveTo>
                  <a:pt x="0" y="44450"/>
                </a:moveTo>
                <a:lnTo>
                  <a:pt x="0" y="45719"/>
                </a:lnTo>
              </a:path>
              <a:path w="0" h="932179">
                <a:moveTo>
                  <a:pt x="0" y="45719"/>
                </a:moveTo>
                <a:lnTo>
                  <a:pt x="0" y="47625"/>
                </a:lnTo>
              </a:path>
              <a:path w="0" h="932179">
                <a:moveTo>
                  <a:pt x="0" y="47625"/>
                </a:moveTo>
                <a:lnTo>
                  <a:pt x="0" y="48894"/>
                </a:lnTo>
              </a:path>
              <a:path w="0" h="932179">
                <a:moveTo>
                  <a:pt x="0" y="49529"/>
                </a:moveTo>
                <a:lnTo>
                  <a:pt x="0" y="50800"/>
                </a:lnTo>
              </a:path>
              <a:path w="0" h="932179">
                <a:moveTo>
                  <a:pt x="0" y="51434"/>
                </a:moveTo>
                <a:lnTo>
                  <a:pt x="0" y="52704"/>
                </a:lnTo>
              </a:path>
              <a:path w="0" h="932179">
                <a:moveTo>
                  <a:pt x="0" y="53339"/>
                </a:moveTo>
                <a:lnTo>
                  <a:pt x="0" y="54609"/>
                </a:lnTo>
              </a:path>
              <a:path w="0" h="932179">
                <a:moveTo>
                  <a:pt x="0" y="54609"/>
                </a:moveTo>
                <a:lnTo>
                  <a:pt x="0" y="56514"/>
                </a:lnTo>
              </a:path>
              <a:path w="0" h="932179">
                <a:moveTo>
                  <a:pt x="0" y="56514"/>
                </a:moveTo>
                <a:lnTo>
                  <a:pt x="0" y="57784"/>
                </a:lnTo>
              </a:path>
              <a:path w="0" h="932179">
                <a:moveTo>
                  <a:pt x="0" y="58419"/>
                </a:moveTo>
                <a:lnTo>
                  <a:pt x="0" y="59689"/>
                </a:lnTo>
              </a:path>
              <a:path w="0" h="932179">
                <a:moveTo>
                  <a:pt x="0" y="60325"/>
                </a:moveTo>
                <a:lnTo>
                  <a:pt x="0" y="61594"/>
                </a:lnTo>
              </a:path>
              <a:path w="0" h="932179">
                <a:moveTo>
                  <a:pt x="0" y="62229"/>
                </a:moveTo>
                <a:lnTo>
                  <a:pt x="0" y="63500"/>
                </a:lnTo>
              </a:path>
              <a:path w="0" h="932179">
                <a:moveTo>
                  <a:pt x="0" y="63500"/>
                </a:moveTo>
                <a:lnTo>
                  <a:pt x="0" y="65404"/>
                </a:lnTo>
              </a:path>
              <a:path w="0" h="932179">
                <a:moveTo>
                  <a:pt x="0" y="65404"/>
                </a:moveTo>
                <a:lnTo>
                  <a:pt x="0" y="66675"/>
                </a:lnTo>
              </a:path>
              <a:path w="0" h="932179">
                <a:moveTo>
                  <a:pt x="0" y="67309"/>
                </a:moveTo>
                <a:lnTo>
                  <a:pt x="0" y="68579"/>
                </a:lnTo>
              </a:path>
              <a:path w="0" h="932179">
                <a:moveTo>
                  <a:pt x="0" y="69214"/>
                </a:moveTo>
                <a:lnTo>
                  <a:pt x="0" y="70484"/>
                </a:lnTo>
              </a:path>
              <a:path w="0" h="932179">
                <a:moveTo>
                  <a:pt x="0" y="71119"/>
                </a:moveTo>
                <a:lnTo>
                  <a:pt x="0" y="72389"/>
                </a:lnTo>
              </a:path>
              <a:path w="0" h="932179">
                <a:moveTo>
                  <a:pt x="0" y="72389"/>
                </a:moveTo>
                <a:lnTo>
                  <a:pt x="0" y="74294"/>
                </a:lnTo>
              </a:path>
              <a:path w="0" h="932179">
                <a:moveTo>
                  <a:pt x="0" y="74294"/>
                </a:moveTo>
                <a:lnTo>
                  <a:pt x="0" y="75564"/>
                </a:lnTo>
              </a:path>
              <a:path w="0" h="932179">
                <a:moveTo>
                  <a:pt x="0" y="76200"/>
                </a:moveTo>
                <a:lnTo>
                  <a:pt x="0" y="77469"/>
                </a:lnTo>
              </a:path>
              <a:path w="0" h="932179">
                <a:moveTo>
                  <a:pt x="0" y="78104"/>
                </a:moveTo>
                <a:lnTo>
                  <a:pt x="0" y="79375"/>
                </a:lnTo>
              </a:path>
              <a:path w="0" h="932179">
                <a:moveTo>
                  <a:pt x="0" y="80009"/>
                </a:moveTo>
                <a:lnTo>
                  <a:pt x="0" y="81279"/>
                </a:lnTo>
              </a:path>
              <a:path w="0" h="932179">
                <a:moveTo>
                  <a:pt x="0" y="81279"/>
                </a:moveTo>
                <a:lnTo>
                  <a:pt x="0" y="83184"/>
                </a:lnTo>
              </a:path>
              <a:path w="0" h="932179">
                <a:moveTo>
                  <a:pt x="0" y="83184"/>
                </a:moveTo>
                <a:lnTo>
                  <a:pt x="0" y="84454"/>
                </a:lnTo>
              </a:path>
              <a:path w="0" h="932179">
                <a:moveTo>
                  <a:pt x="0" y="85089"/>
                </a:moveTo>
                <a:lnTo>
                  <a:pt x="0" y="86359"/>
                </a:lnTo>
              </a:path>
              <a:path w="0" h="932179">
                <a:moveTo>
                  <a:pt x="0" y="86994"/>
                </a:moveTo>
                <a:lnTo>
                  <a:pt x="0" y="88264"/>
                </a:lnTo>
              </a:path>
              <a:path w="0" h="932179">
                <a:moveTo>
                  <a:pt x="0" y="88900"/>
                </a:moveTo>
                <a:lnTo>
                  <a:pt x="0" y="90169"/>
                </a:lnTo>
              </a:path>
              <a:path w="0" h="932179">
                <a:moveTo>
                  <a:pt x="0" y="90169"/>
                </a:moveTo>
                <a:lnTo>
                  <a:pt x="0" y="92075"/>
                </a:lnTo>
              </a:path>
              <a:path w="0" h="932179">
                <a:moveTo>
                  <a:pt x="0" y="92075"/>
                </a:moveTo>
                <a:lnTo>
                  <a:pt x="0" y="93344"/>
                </a:lnTo>
              </a:path>
              <a:path w="0" h="932179">
                <a:moveTo>
                  <a:pt x="0" y="93979"/>
                </a:moveTo>
                <a:lnTo>
                  <a:pt x="0" y="95250"/>
                </a:lnTo>
              </a:path>
              <a:path w="0" h="932179">
                <a:moveTo>
                  <a:pt x="0" y="95884"/>
                </a:moveTo>
                <a:lnTo>
                  <a:pt x="0" y="97154"/>
                </a:lnTo>
              </a:path>
              <a:path w="0" h="932179">
                <a:moveTo>
                  <a:pt x="0" y="97789"/>
                </a:moveTo>
                <a:lnTo>
                  <a:pt x="0" y="99059"/>
                </a:lnTo>
              </a:path>
              <a:path w="0" h="932179">
                <a:moveTo>
                  <a:pt x="0" y="99059"/>
                </a:moveTo>
                <a:lnTo>
                  <a:pt x="0" y="100964"/>
                </a:lnTo>
              </a:path>
              <a:path w="0" h="932179">
                <a:moveTo>
                  <a:pt x="0" y="100964"/>
                </a:moveTo>
                <a:lnTo>
                  <a:pt x="0" y="102234"/>
                </a:lnTo>
              </a:path>
              <a:path w="0" h="932179">
                <a:moveTo>
                  <a:pt x="0" y="102869"/>
                </a:moveTo>
                <a:lnTo>
                  <a:pt x="0" y="104139"/>
                </a:lnTo>
              </a:path>
              <a:path w="0" h="932179">
                <a:moveTo>
                  <a:pt x="0" y="104775"/>
                </a:moveTo>
                <a:lnTo>
                  <a:pt x="0" y="106044"/>
                </a:lnTo>
              </a:path>
              <a:path w="0" h="932179">
                <a:moveTo>
                  <a:pt x="0" y="106679"/>
                </a:moveTo>
                <a:lnTo>
                  <a:pt x="0" y="107950"/>
                </a:lnTo>
              </a:path>
              <a:path w="0" h="932179">
                <a:moveTo>
                  <a:pt x="0" y="107950"/>
                </a:moveTo>
                <a:lnTo>
                  <a:pt x="0" y="109854"/>
                </a:lnTo>
              </a:path>
              <a:path w="0" h="932179">
                <a:moveTo>
                  <a:pt x="0" y="109854"/>
                </a:moveTo>
                <a:lnTo>
                  <a:pt x="0" y="111125"/>
                </a:lnTo>
              </a:path>
              <a:path w="0" h="932179">
                <a:moveTo>
                  <a:pt x="0" y="111759"/>
                </a:moveTo>
                <a:lnTo>
                  <a:pt x="0" y="113029"/>
                </a:lnTo>
              </a:path>
              <a:path w="0" h="932179">
                <a:moveTo>
                  <a:pt x="0" y="113664"/>
                </a:moveTo>
                <a:lnTo>
                  <a:pt x="0" y="114934"/>
                </a:lnTo>
              </a:path>
              <a:path w="0" h="932179">
                <a:moveTo>
                  <a:pt x="0" y="115569"/>
                </a:moveTo>
                <a:lnTo>
                  <a:pt x="0" y="116839"/>
                </a:lnTo>
              </a:path>
              <a:path w="0" h="932179">
                <a:moveTo>
                  <a:pt x="0" y="116839"/>
                </a:moveTo>
                <a:lnTo>
                  <a:pt x="0" y="118744"/>
                </a:lnTo>
              </a:path>
              <a:path w="0" h="932179">
                <a:moveTo>
                  <a:pt x="0" y="118744"/>
                </a:moveTo>
                <a:lnTo>
                  <a:pt x="0" y="120014"/>
                </a:lnTo>
              </a:path>
              <a:path w="0" h="932179">
                <a:moveTo>
                  <a:pt x="0" y="120650"/>
                </a:moveTo>
                <a:lnTo>
                  <a:pt x="0" y="121919"/>
                </a:lnTo>
              </a:path>
              <a:path w="0" h="932179">
                <a:moveTo>
                  <a:pt x="0" y="122554"/>
                </a:moveTo>
                <a:lnTo>
                  <a:pt x="0" y="123825"/>
                </a:lnTo>
              </a:path>
              <a:path w="0" h="932179">
                <a:moveTo>
                  <a:pt x="0" y="124459"/>
                </a:moveTo>
                <a:lnTo>
                  <a:pt x="0" y="125729"/>
                </a:lnTo>
              </a:path>
              <a:path w="0" h="932179">
                <a:moveTo>
                  <a:pt x="0" y="125729"/>
                </a:moveTo>
                <a:lnTo>
                  <a:pt x="0" y="127634"/>
                </a:lnTo>
              </a:path>
              <a:path w="0" h="932179">
                <a:moveTo>
                  <a:pt x="0" y="127634"/>
                </a:moveTo>
                <a:lnTo>
                  <a:pt x="0" y="128904"/>
                </a:lnTo>
              </a:path>
              <a:path w="0" h="932179">
                <a:moveTo>
                  <a:pt x="0" y="129539"/>
                </a:moveTo>
                <a:lnTo>
                  <a:pt x="0" y="130809"/>
                </a:lnTo>
              </a:path>
              <a:path w="0" h="932179">
                <a:moveTo>
                  <a:pt x="0" y="131444"/>
                </a:moveTo>
                <a:lnTo>
                  <a:pt x="0" y="132714"/>
                </a:lnTo>
              </a:path>
              <a:path w="0" h="932179">
                <a:moveTo>
                  <a:pt x="0" y="133350"/>
                </a:moveTo>
                <a:lnTo>
                  <a:pt x="0" y="134619"/>
                </a:lnTo>
              </a:path>
              <a:path w="0" h="932179">
                <a:moveTo>
                  <a:pt x="0" y="134619"/>
                </a:moveTo>
                <a:lnTo>
                  <a:pt x="0" y="136525"/>
                </a:lnTo>
              </a:path>
              <a:path w="0" h="932179">
                <a:moveTo>
                  <a:pt x="0" y="136525"/>
                </a:moveTo>
                <a:lnTo>
                  <a:pt x="0" y="137794"/>
                </a:lnTo>
              </a:path>
              <a:path w="0" h="932179">
                <a:moveTo>
                  <a:pt x="0" y="138429"/>
                </a:moveTo>
                <a:lnTo>
                  <a:pt x="0" y="139700"/>
                </a:lnTo>
              </a:path>
              <a:path w="0" h="932179">
                <a:moveTo>
                  <a:pt x="0" y="140334"/>
                </a:moveTo>
                <a:lnTo>
                  <a:pt x="0" y="141604"/>
                </a:lnTo>
              </a:path>
              <a:path w="0" h="932179">
                <a:moveTo>
                  <a:pt x="0" y="142239"/>
                </a:moveTo>
                <a:lnTo>
                  <a:pt x="0" y="143509"/>
                </a:lnTo>
              </a:path>
              <a:path w="0" h="932179">
                <a:moveTo>
                  <a:pt x="0" y="143509"/>
                </a:moveTo>
                <a:lnTo>
                  <a:pt x="0" y="145414"/>
                </a:lnTo>
              </a:path>
              <a:path w="0" h="932179">
                <a:moveTo>
                  <a:pt x="0" y="145414"/>
                </a:moveTo>
                <a:lnTo>
                  <a:pt x="0" y="146684"/>
                </a:lnTo>
              </a:path>
              <a:path w="0" h="932179">
                <a:moveTo>
                  <a:pt x="0" y="147319"/>
                </a:moveTo>
                <a:lnTo>
                  <a:pt x="0" y="148589"/>
                </a:lnTo>
              </a:path>
              <a:path w="0" h="932179">
                <a:moveTo>
                  <a:pt x="0" y="149225"/>
                </a:moveTo>
                <a:lnTo>
                  <a:pt x="0" y="150494"/>
                </a:lnTo>
              </a:path>
              <a:path w="0" h="932179">
                <a:moveTo>
                  <a:pt x="0" y="151129"/>
                </a:moveTo>
                <a:lnTo>
                  <a:pt x="0" y="152400"/>
                </a:lnTo>
              </a:path>
              <a:path w="0" h="932179">
                <a:moveTo>
                  <a:pt x="0" y="152400"/>
                </a:moveTo>
                <a:lnTo>
                  <a:pt x="0" y="154304"/>
                </a:lnTo>
              </a:path>
              <a:path w="0" h="932179">
                <a:moveTo>
                  <a:pt x="0" y="154304"/>
                </a:moveTo>
                <a:lnTo>
                  <a:pt x="0" y="155575"/>
                </a:lnTo>
              </a:path>
              <a:path w="0" h="932179">
                <a:moveTo>
                  <a:pt x="0" y="156209"/>
                </a:moveTo>
                <a:lnTo>
                  <a:pt x="0" y="157479"/>
                </a:lnTo>
              </a:path>
              <a:path w="0" h="932179">
                <a:moveTo>
                  <a:pt x="0" y="158114"/>
                </a:moveTo>
                <a:lnTo>
                  <a:pt x="0" y="159384"/>
                </a:lnTo>
              </a:path>
              <a:path w="0" h="932179">
                <a:moveTo>
                  <a:pt x="0" y="160019"/>
                </a:moveTo>
                <a:lnTo>
                  <a:pt x="0" y="161289"/>
                </a:lnTo>
              </a:path>
              <a:path w="0" h="932179">
                <a:moveTo>
                  <a:pt x="0" y="161289"/>
                </a:moveTo>
                <a:lnTo>
                  <a:pt x="0" y="163194"/>
                </a:lnTo>
              </a:path>
              <a:path w="0" h="932179">
                <a:moveTo>
                  <a:pt x="0" y="163194"/>
                </a:moveTo>
                <a:lnTo>
                  <a:pt x="0" y="164464"/>
                </a:lnTo>
              </a:path>
              <a:path w="0" h="932179">
                <a:moveTo>
                  <a:pt x="0" y="165100"/>
                </a:moveTo>
                <a:lnTo>
                  <a:pt x="0" y="166369"/>
                </a:lnTo>
              </a:path>
              <a:path w="0" h="932179">
                <a:moveTo>
                  <a:pt x="0" y="167004"/>
                </a:moveTo>
                <a:lnTo>
                  <a:pt x="0" y="168275"/>
                </a:lnTo>
              </a:path>
              <a:path w="0" h="932179">
                <a:moveTo>
                  <a:pt x="0" y="168909"/>
                </a:moveTo>
                <a:lnTo>
                  <a:pt x="0" y="170179"/>
                </a:lnTo>
              </a:path>
              <a:path w="0" h="932179">
                <a:moveTo>
                  <a:pt x="0" y="170179"/>
                </a:moveTo>
                <a:lnTo>
                  <a:pt x="0" y="172084"/>
                </a:lnTo>
              </a:path>
              <a:path w="0" h="932179">
                <a:moveTo>
                  <a:pt x="0" y="172084"/>
                </a:moveTo>
                <a:lnTo>
                  <a:pt x="0" y="173354"/>
                </a:lnTo>
              </a:path>
              <a:path w="0" h="932179">
                <a:moveTo>
                  <a:pt x="0" y="173989"/>
                </a:moveTo>
                <a:lnTo>
                  <a:pt x="0" y="175259"/>
                </a:lnTo>
              </a:path>
              <a:path w="0" h="932179">
                <a:moveTo>
                  <a:pt x="0" y="175894"/>
                </a:moveTo>
                <a:lnTo>
                  <a:pt x="0" y="177164"/>
                </a:lnTo>
              </a:path>
              <a:path w="0" h="932179">
                <a:moveTo>
                  <a:pt x="0" y="177800"/>
                </a:moveTo>
                <a:lnTo>
                  <a:pt x="0" y="179069"/>
                </a:lnTo>
              </a:path>
              <a:path w="0" h="932179">
                <a:moveTo>
                  <a:pt x="0" y="179069"/>
                </a:moveTo>
                <a:lnTo>
                  <a:pt x="0" y="180975"/>
                </a:lnTo>
              </a:path>
              <a:path w="0" h="932179">
                <a:moveTo>
                  <a:pt x="0" y="180975"/>
                </a:moveTo>
                <a:lnTo>
                  <a:pt x="0" y="182244"/>
                </a:lnTo>
              </a:path>
              <a:path w="0" h="932179">
                <a:moveTo>
                  <a:pt x="0" y="182879"/>
                </a:moveTo>
                <a:lnTo>
                  <a:pt x="0" y="184150"/>
                </a:lnTo>
              </a:path>
              <a:path w="0" h="932179">
                <a:moveTo>
                  <a:pt x="0" y="184784"/>
                </a:moveTo>
                <a:lnTo>
                  <a:pt x="0" y="186054"/>
                </a:lnTo>
              </a:path>
              <a:path w="0" h="932179">
                <a:moveTo>
                  <a:pt x="0" y="186689"/>
                </a:moveTo>
                <a:lnTo>
                  <a:pt x="0" y="187959"/>
                </a:lnTo>
              </a:path>
              <a:path w="0" h="932179">
                <a:moveTo>
                  <a:pt x="0" y="187959"/>
                </a:moveTo>
                <a:lnTo>
                  <a:pt x="0" y="189864"/>
                </a:lnTo>
              </a:path>
              <a:path w="0" h="932179">
                <a:moveTo>
                  <a:pt x="0" y="189864"/>
                </a:moveTo>
                <a:lnTo>
                  <a:pt x="0" y="191134"/>
                </a:lnTo>
              </a:path>
              <a:path w="0" h="932179">
                <a:moveTo>
                  <a:pt x="0" y="191769"/>
                </a:moveTo>
                <a:lnTo>
                  <a:pt x="0" y="193039"/>
                </a:lnTo>
              </a:path>
              <a:path w="0" h="932179">
                <a:moveTo>
                  <a:pt x="0" y="193675"/>
                </a:moveTo>
                <a:lnTo>
                  <a:pt x="0" y="194944"/>
                </a:lnTo>
              </a:path>
              <a:path w="0" h="932179">
                <a:moveTo>
                  <a:pt x="0" y="195579"/>
                </a:moveTo>
                <a:lnTo>
                  <a:pt x="0" y="196850"/>
                </a:lnTo>
              </a:path>
              <a:path w="0" h="932179">
                <a:moveTo>
                  <a:pt x="0" y="196850"/>
                </a:moveTo>
                <a:lnTo>
                  <a:pt x="0" y="198754"/>
                </a:lnTo>
              </a:path>
              <a:path w="0" h="932179">
                <a:moveTo>
                  <a:pt x="0" y="198754"/>
                </a:moveTo>
                <a:lnTo>
                  <a:pt x="0" y="200025"/>
                </a:lnTo>
              </a:path>
              <a:path w="0" h="932179">
                <a:moveTo>
                  <a:pt x="0" y="200659"/>
                </a:moveTo>
                <a:lnTo>
                  <a:pt x="0" y="201929"/>
                </a:lnTo>
              </a:path>
              <a:path w="0" h="932179">
                <a:moveTo>
                  <a:pt x="0" y="202564"/>
                </a:moveTo>
                <a:lnTo>
                  <a:pt x="0" y="203834"/>
                </a:lnTo>
              </a:path>
              <a:path w="0" h="932179">
                <a:moveTo>
                  <a:pt x="0" y="204469"/>
                </a:moveTo>
                <a:lnTo>
                  <a:pt x="0" y="205739"/>
                </a:lnTo>
              </a:path>
              <a:path w="0" h="932179">
                <a:moveTo>
                  <a:pt x="0" y="205739"/>
                </a:moveTo>
                <a:lnTo>
                  <a:pt x="0" y="207644"/>
                </a:lnTo>
              </a:path>
              <a:path w="0" h="932179">
                <a:moveTo>
                  <a:pt x="0" y="207644"/>
                </a:moveTo>
                <a:lnTo>
                  <a:pt x="0" y="208914"/>
                </a:lnTo>
              </a:path>
              <a:path w="0" h="932179">
                <a:moveTo>
                  <a:pt x="0" y="209550"/>
                </a:moveTo>
                <a:lnTo>
                  <a:pt x="0" y="210819"/>
                </a:lnTo>
              </a:path>
              <a:path w="0" h="932179">
                <a:moveTo>
                  <a:pt x="0" y="211454"/>
                </a:moveTo>
                <a:lnTo>
                  <a:pt x="0" y="212725"/>
                </a:lnTo>
              </a:path>
              <a:path w="0" h="932179">
                <a:moveTo>
                  <a:pt x="0" y="213359"/>
                </a:moveTo>
                <a:lnTo>
                  <a:pt x="0" y="214629"/>
                </a:lnTo>
              </a:path>
              <a:path w="0" h="932179">
                <a:moveTo>
                  <a:pt x="0" y="214629"/>
                </a:moveTo>
                <a:lnTo>
                  <a:pt x="0" y="216534"/>
                </a:lnTo>
              </a:path>
              <a:path w="0" h="932179">
                <a:moveTo>
                  <a:pt x="0" y="216534"/>
                </a:moveTo>
                <a:lnTo>
                  <a:pt x="0" y="217804"/>
                </a:lnTo>
              </a:path>
              <a:path w="0" h="932179">
                <a:moveTo>
                  <a:pt x="0" y="218439"/>
                </a:moveTo>
                <a:lnTo>
                  <a:pt x="0" y="219709"/>
                </a:lnTo>
              </a:path>
              <a:path w="0" h="932179">
                <a:moveTo>
                  <a:pt x="0" y="220344"/>
                </a:moveTo>
                <a:lnTo>
                  <a:pt x="0" y="221614"/>
                </a:lnTo>
              </a:path>
              <a:path w="0" h="932179">
                <a:moveTo>
                  <a:pt x="0" y="222250"/>
                </a:moveTo>
                <a:lnTo>
                  <a:pt x="0" y="223519"/>
                </a:lnTo>
              </a:path>
              <a:path w="0" h="932179">
                <a:moveTo>
                  <a:pt x="0" y="223519"/>
                </a:moveTo>
                <a:lnTo>
                  <a:pt x="0" y="225425"/>
                </a:lnTo>
              </a:path>
              <a:path w="0" h="932179">
                <a:moveTo>
                  <a:pt x="0" y="225425"/>
                </a:moveTo>
                <a:lnTo>
                  <a:pt x="0" y="226694"/>
                </a:lnTo>
              </a:path>
              <a:path w="0" h="932179">
                <a:moveTo>
                  <a:pt x="0" y="227329"/>
                </a:moveTo>
                <a:lnTo>
                  <a:pt x="0" y="228600"/>
                </a:lnTo>
              </a:path>
              <a:path w="0" h="932179">
                <a:moveTo>
                  <a:pt x="0" y="229234"/>
                </a:moveTo>
                <a:lnTo>
                  <a:pt x="0" y="230504"/>
                </a:lnTo>
              </a:path>
              <a:path w="0" h="932179">
                <a:moveTo>
                  <a:pt x="0" y="231139"/>
                </a:moveTo>
                <a:lnTo>
                  <a:pt x="0" y="232409"/>
                </a:lnTo>
              </a:path>
              <a:path w="0" h="932179">
                <a:moveTo>
                  <a:pt x="0" y="232409"/>
                </a:moveTo>
                <a:lnTo>
                  <a:pt x="0" y="234314"/>
                </a:lnTo>
              </a:path>
              <a:path w="0" h="932179">
                <a:moveTo>
                  <a:pt x="0" y="234314"/>
                </a:moveTo>
                <a:lnTo>
                  <a:pt x="0" y="235584"/>
                </a:lnTo>
              </a:path>
              <a:path w="0" h="932179">
                <a:moveTo>
                  <a:pt x="0" y="236219"/>
                </a:moveTo>
                <a:lnTo>
                  <a:pt x="0" y="237489"/>
                </a:lnTo>
              </a:path>
              <a:path w="0" h="932179">
                <a:moveTo>
                  <a:pt x="0" y="238125"/>
                </a:moveTo>
                <a:lnTo>
                  <a:pt x="0" y="239394"/>
                </a:lnTo>
              </a:path>
              <a:path w="0" h="932179">
                <a:moveTo>
                  <a:pt x="0" y="240029"/>
                </a:moveTo>
                <a:lnTo>
                  <a:pt x="0" y="241300"/>
                </a:lnTo>
              </a:path>
              <a:path w="0" h="932179">
                <a:moveTo>
                  <a:pt x="0" y="241300"/>
                </a:moveTo>
                <a:lnTo>
                  <a:pt x="0" y="243204"/>
                </a:lnTo>
              </a:path>
              <a:path w="0" h="932179">
                <a:moveTo>
                  <a:pt x="0" y="243204"/>
                </a:moveTo>
                <a:lnTo>
                  <a:pt x="0" y="244475"/>
                </a:lnTo>
              </a:path>
              <a:path w="0" h="932179">
                <a:moveTo>
                  <a:pt x="0" y="245109"/>
                </a:moveTo>
                <a:lnTo>
                  <a:pt x="0" y="246379"/>
                </a:lnTo>
              </a:path>
              <a:path w="0" h="932179">
                <a:moveTo>
                  <a:pt x="0" y="247014"/>
                </a:moveTo>
                <a:lnTo>
                  <a:pt x="0" y="248284"/>
                </a:lnTo>
              </a:path>
              <a:path w="0" h="932179">
                <a:moveTo>
                  <a:pt x="0" y="248919"/>
                </a:moveTo>
                <a:lnTo>
                  <a:pt x="0" y="250189"/>
                </a:lnTo>
              </a:path>
              <a:path w="0" h="932179">
                <a:moveTo>
                  <a:pt x="0" y="250189"/>
                </a:moveTo>
                <a:lnTo>
                  <a:pt x="0" y="252094"/>
                </a:lnTo>
              </a:path>
              <a:path w="0" h="932179">
                <a:moveTo>
                  <a:pt x="0" y="252094"/>
                </a:moveTo>
                <a:lnTo>
                  <a:pt x="0" y="253364"/>
                </a:lnTo>
              </a:path>
              <a:path w="0" h="932179">
                <a:moveTo>
                  <a:pt x="0" y="254000"/>
                </a:moveTo>
                <a:lnTo>
                  <a:pt x="0" y="255269"/>
                </a:lnTo>
              </a:path>
              <a:path w="0" h="932179">
                <a:moveTo>
                  <a:pt x="0" y="255904"/>
                </a:moveTo>
                <a:lnTo>
                  <a:pt x="0" y="257175"/>
                </a:lnTo>
              </a:path>
              <a:path w="0" h="932179">
                <a:moveTo>
                  <a:pt x="0" y="257809"/>
                </a:moveTo>
                <a:lnTo>
                  <a:pt x="0" y="259079"/>
                </a:lnTo>
              </a:path>
              <a:path w="0" h="932179">
                <a:moveTo>
                  <a:pt x="0" y="259079"/>
                </a:moveTo>
                <a:lnTo>
                  <a:pt x="0" y="260984"/>
                </a:lnTo>
              </a:path>
              <a:path w="0" h="932179">
                <a:moveTo>
                  <a:pt x="0" y="260984"/>
                </a:moveTo>
                <a:lnTo>
                  <a:pt x="0" y="262254"/>
                </a:lnTo>
              </a:path>
              <a:path w="0" h="932179">
                <a:moveTo>
                  <a:pt x="0" y="262889"/>
                </a:moveTo>
                <a:lnTo>
                  <a:pt x="0" y="264159"/>
                </a:lnTo>
              </a:path>
              <a:path w="0" h="932179">
                <a:moveTo>
                  <a:pt x="0" y="264794"/>
                </a:moveTo>
                <a:lnTo>
                  <a:pt x="0" y="266064"/>
                </a:lnTo>
              </a:path>
              <a:path w="0" h="932179">
                <a:moveTo>
                  <a:pt x="0" y="266700"/>
                </a:moveTo>
                <a:lnTo>
                  <a:pt x="0" y="267969"/>
                </a:lnTo>
              </a:path>
              <a:path w="0" h="932179">
                <a:moveTo>
                  <a:pt x="0" y="267969"/>
                </a:moveTo>
                <a:lnTo>
                  <a:pt x="0" y="269875"/>
                </a:lnTo>
              </a:path>
              <a:path w="0" h="932179">
                <a:moveTo>
                  <a:pt x="0" y="269875"/>
                </a:moveTo>
                <a:lnTo>
                  <a:pt x="0" y="271144"/>
                </a:lnTo>
              </a:path>
              <a:path w="0" h="932179">
                <a:moveTo>
                  <a:pt x="0" y="271779"/>
                </a:moveTo>
                <a:lnTo>
                  <a:pt x="0" y="273050"/>
                </a:lnTo>
              </a:path>
              <a:path w="0" h="932179">
                <a:moveTo>
                  <a:pt x="0" y="273684"/>
                </a:moveTo>
                <a:lnTo>
                  <a:pt x="0" y="274954"/>
                </a:lnTo>
              </a:path>
              <a:path w="0" h="932179">
                <a:moveTo>
                  <a:pt x="0" y="275589"/>
                </a:moveTo>
                <a:lnTo>
                  <a:pt x="0" y="276859"/>
                </a:lnTo>
              </a:path>
              <a:path w="0" h="932179">
                <a:moveTo>
                  <a:pt x="0" y="276859"/>
                </a:moveTo>
                <a:lnTo>
                  <a:pt x="0" y="278764"/>
                </a:lnTo>
              </a:path>
              <a:path w="0" h="932179">
                <a:moveTo>
                  <a:pt x="0" y="278764"/>
                </a:moveTo>
                <a:lnTo>
                  <a:pt x="0" y="280034"/>
                </a:lnTo>
              </a:path>
              <a:path w="0" h="932179">
                <a:moveTo>
                  <a:pt x="0" y="280669"/>
                </a:moveTo>
                <a:lnTo>
                  <a:pt x="0" y="281939"/>
                </a:lnTo>
              </a:path>
              <a:path w="0" h="932179">
                <a:moveTo>
                  <a:pt x="0" y="282575"/>
                </a:moveTo>
                <a:lnTo>
                  <a:pt x="0" y="283844"/>
                </a:lnTo>
              </a:path>
              <a:path w="0" h="932179">
                <a:moveTo>
                  <a:pt x="0" y="284479"/>
                </a:moveTo>
                <a:lnTo>
                  <a:pt x="0" y="285750"/>
                </a:lnTo>
              </a:path>
              <a:path w="0" h="932179">
                <a:moveTo>
                  <a:pt x="0" y="285750"/>
                </a:moveTo>
                <a:lnTo>
                  <a:pt x="0" y="287654"/>
                </a:lnTo>
              </a:path>
              <a:path w="0" h="932179">
                <a:moveTo>
                  <a:pt x="0" y="287654"/>
                </a:moveTo>
                <a:lnTo>
                  <a:pt x="0" y="288925"/>
                </a:lnTo>
              </a:path>
              <a:path w="0" h="932179">
                <a:moveTo>
                  <a:pt x="0" y="289559"/>
                </a:moveTo>
                <a:lnTo>
                  <a:pt x="0" y="290829"/>
                </a:lnTo>
              </a:path>
              <a:path w="0" h="932179">
                <a:moveTo>
                  <a:pt x="0" y="291464"/>
                </a:moveTo>
                <a:lnTo>
                  <a:pt x="0" y="292734"/>
                </a:lnTo>
              </a:path>
              <a:path w="0" h="932179">
                <a:moveTo>
                  <a:pt x="0" y="293369"/>
                </a:moveTo>
                <a:lnTo>
                  <a:pt x="0" y="294639"/>
                </a:lnTo>
              </a:path>
              <a:path w="0" h="932179">
                <a:moveTo>
                  <a:pt x="0" y="294639"/>
                </a:moveTo>
                <a:lnTo>
                  <a:pt x="0" y="296544"/>
                </a:lnTo>
              </a:path>
              <a:path w="0" h="932179">
                <a:moveTo>
                  <a:pt x="0" y="296544"/>
                </a:moveTo>
                <a:lnTo>
                  <a:pt x="0" y="297814"/>
                </a:lnTo>
              </a:path>
              <a:path w="0" h="932179">
                <a:moveTo>
                  <a:pt x="0" y="298450"/>
                </a:moveTo>
                <a:lnTo>
                  <a:pt x="0" y="299719"/>
                </a:lnTo>
              </a:path>
              <a:path w="0" h="932179">
                <a:moveTo>
                  <a:pt x="0" y="300354"/>
                </a:moveTo>
                <a:lnTo>
                  <a:pt x="0" y="301625"/>
                </a:lnTo>
              </a:path>
              <a:path w="0" h="932179">
                <a:moveTo>
                  <a:pt x="0" y="302259"/>
                </a:moveTo>
                <a:lnTo>
                  <a:pt x="0" y="303529"/>
                </a:lnTo>
              </a:path>
              <a:path w="0" h="932179">
                <a:moveTo>
                  <a:pt x="0" y="303529"/>
                </a:moveTo>
                <a:lnTo>
                  <a:pt x="0" y="305434"/>
                </a:lnTo>
              </a:path>
              <a:path w="0" h="932179">
                <a:moveTo>
                  <a:pt x="0" y="305434"/>
                </a:moveTo>
                <a:lnTo>
                  <a:pt x="0" y="306704"/>
                </a:lnTo>
              </a:path>
              <a:path w="0" h="932179">
                <a:moveTo>
                  <a:pt x="0" y="307339"/>
                </a:moveTo>
                <a:lnTo>
                  <a:pt x="0" y="308609"/>
                </a:lnTo>
              </a:path>
              <a:path w="0" h="932179">
                <a:moveTo>
                  <a:pt x="0" y="309244"/>
                </a:moveTo>
                <a:lnTo>
                  <a:pt x="0" y="310514"/>
                </a:lnTo>
              </a:path>
              <a:path w="0" h="932179">
                <a:moveTo>
                  <a:pt x="0" y="311150"/>
                </a:moveTo>
                <a:lnTo>
                  <a:pt x="0" y="312419"/>
                </a:lnTo>
              </a:path>
              <a:path w="0" h="932179">
                <a:moveTo>
                  <a:pt x="0" y="312419"/>
                </a:moveTo>
                <a:lnTo>
                  <a:pt x="0" y="314325"/>
                </a:lnTo>
              </a:path>
              <a:path w="0" h="932179">
                <a:moveTo>
                  <a:pt x="0" y="314325"/>
                </a:moveTo>
                <a:lnTo>
                  <a:pt x="0" y="315594"/>
                </a:lnTo>
              </a:path>
              <a:path w="0" h="932179">
                <a:moveTo>
                  <a:pt x="0" y="316229"/>
                </a:moveTo>
                <a:lnTo>
                  <a:pt x="0" y="317500"/>
                </a:lnTo>
              </a:path>
              <a:path w="0" h="932179">
                <a:moveTo>
                  <a:pt x="0" y="318134"/>
                </a:moveTo>
                <a:lnTo>
                  <a:pt x="0" y="319404"/>
                </a:lnTo>
              </a:path>
              <a:path w="0" h="932179">
                <a:moveTo>
                  <a:pt x="0" y="320039"/>
                </a:moveTo>
                <a:lnTo>
                  <a:pt x="0" y="321309"/>
                </a:lnTo>
              </a:path>
              <a:path w="0" h="932179">
                <a:moveTo>
                  <a:pt x="0" y="321309"/>
                </a:moveTo>
                <a:lnTo>
                  <a:pt x="0" y="323214"/>
                </a:lnTo>
              </a:path>
              <a:path w="0" h="932179">
                <a:moveTo>
                  <a:pt x="0" y="323214"/>
                </a:moveTo>
                <a:lnTo>
                  <a:pt x="0" y="324484"/>
                </a:lnTo>
              </a:path>
              <a:path w="0" h="932179">
                <a:moveTo>
                  <a:pt x="0" y="325119"/>
                </a:moveTo>
                <a:lnTo>
                  <a:pt x="0" y="326389"/>
                </a:lnTo>
              </a:path>
              <a:path w="0" h="932179">
                <a:moveTo>
                  <a:pt x="0" y="327025"/>
                </a:moveTo>
                <a:lnTo>
                  <a:pt x="0" y="328294"/>
                </a:lnTo>
              </a:path>
              <a:path w="0" h="932179">
                <a:moveTo>
                  <a:pt x="0" y="328929"/>
                </a:moveTo>
                <a:lnTo>
                  <a:pt x="0" y="330200"/>
                </a:lnTo>
              </a:path>
              <a:path w="0" h="932179">
                <a:moveTo>
                  <a:pt x="0" y="330200"/>
                </a:moveTo>
                <a:lnTo>
                  <a:pt x="0" y="332104"/>
                </a:lnTo>
              </a:path>
              <a:path w="0" h="932179">
                <a:moveTo>
                  <a:pt x="0" y="332104"/>
                </a:moveTo>
                <a:lnTo>
                  <a:pt x="0" y="333375"/>
                </a:lnTo>
              </a:path>
              <a:path w="0" h="932179">
                <a:moveTo>
                  <a:pt x="0" y="334009"/>
                </a:moveTo>
                <a:lnTo>
                  <a:pt x="0" y="335279"/>
                </a:lnTo>
              </a:path>
              <a:path w="0" h="932179">
                <a:moveTo>
                  <a:pt x="0" y="335914"/>
                </a:moveTo>
                <a:lnTo>
                  <a:pt x="0" y="337184"/>
                </a:lnTo>
              </a:path>
              <a:path w="0" h="932179">
                <a:moveTo>
                  <a:pt x="0" y="337819"/>
                </a:moveTo>
                <a:lnTo>
                  <a:pt x="0" y="339089"/>
                </a:lnTo>
              </a:path>
              <a:path w="0" h="932179">
                <a:moveTo>
                  <a:pt x="0" y="339089"/>
                </a:moveTo>
                <a:lnTo>
                  <a:pt x="0" y="340994"/>
                </a:lnTo>
              </a:path>
              <a:path w="0" h="932179">
                <a:moveTo>
                  <a:pt x="0" y="340994"/>
                </a:moveTo>
                <a:lnTo>
                  <a:pt x="0" y="342264"/>
                </a:lnTo>
              </a:path>
              <a:path w="0" h="932179">
                <a:moveTo>
                  <a:pt x="0" y="342900"/>
                </a:moveTo>
                <a:lnTo>
                  <a:pt x="0" y="344169"/>
                </a:lnTo>
              </a:path>
              <a:path w="0" h="932179">
                <a:moveTo>
                  <a:pt x="0" y="344804"/>
                </a:moveTo>
                <a:lnTo>
                  <a:pt x="0" y="346075"/>
                </a:lnTo>
              </a:path>
              <a:path w="0" h="932179">
                <a:moveTo>
                  <a:pt x="0" y="346709"/>
                </a:moveTo>
                <a:lnTo>
                  <a:pt x="0" y="347979"/>
                </a:lnTo>
              </a:path>
              <a:path w="0" h="932179">
                <a:moveTo>
                  <a:pt x="0" y="347979"/>
                </a:moveTo>
                <a:lnTo>
                  <a:pt x="0" y="349884"/>
                </a:lnTo>
              </a:path>
              <a:path w="0" h="932179">
                <a:moveTo>
                  <a:pt x="0" y="349884"/>
                </a:moveTo>
                <a:lnTo>
                  <a:pt x="0" y="351154"/>
                </a:lnTo>
              </a:path>
              <a:path w="0" h="932179">
                <a:moveTo>
                  <a:pt x="0" y="351789"/>
                </a:moveTo>
                <a:lnTo>
                  <a:pt x="0" y="353059"/>
                </a:lnTo>
              </a:path>
              <a:path w="0" h="932179">
                <a:moveTo>
                  <a:pt x="0" y="353694"/>
                </a:moveTo>
                <a:lnTo>
                  <a:pt x="0" y="354964"/>
                </a:lnTo>
              </a:path>
              <a:path w="0" h="932179">
                <a:moveTo>
                  <a:pt x="0" y="355600"/>
                </a:moveTo>
                <a:lnTo>
                  <a:pt x="0" y="356869"/>
                </a:lnTo>
              </a:path>
              <a:path w="0" h="932179">
                <a:moveTo>
                  <a:pt x="0" y="356869"/>
                </a:moveTo>
                <a:lnTo>
                  <a:pt x="0" y="358775"/>
                </a:lnTo>
              </a:path>
              <a:path w="0" h="932179">
                <a:moveTo>
                  <a:pt x="0" y="358775"/>
                </a:moveTo>
                <a:lnTo>
                  <a:pt x="0" y="360044"/>
                </a:lnTo>
              </a:path>
              <a:path w="0" h="932179">
                <a:moveTo>
                  <a:pt x="0" y="360679"/>
                </a:moveTo>
                <a:lnTo>
                  <a:pt x="0" y="361950"/>
                </a:lnTo>
              </a:path>
              <a:path w="0" h="932179">
                <a:moveTo>
                  <a:pt x="0" y="362584"/>
                </a:moveTo>
                <a:lnTo>
                  <a:pt x="0" y="363854"/>
                </a:lnTo>
              </a:path>
              <a:path w="0" h="932179">
                <a:moveTo>
                  <a:pt x="0" y="364489"/>
                </a:moveTo>
                <a:lnTo>
                  <a:pt x="0" y="365759"/>
                </a:lnTo>
              </a:path>
              <a:path w="0" h="932179">
                <a:moveTo>
                  <a:pt x="0" y="365759"/>
                </a:moveTo>
                <a:lnTo>
                  <a:pt x="0" y="367664"/>
                </a:lnTo>
              </a:path>
              <a:path w="0" h="932179">
                <a:moveTo>
                  <a:pt x="0" y="367664"/>
                </a:moveTo>
                <a:lnTo>
                  <a:pt x="0" y="368934"/>
                </a:lnTo>
              </a:path>
              <a:path w="0" h="932179">
                <a:moveTo>
                  <a:pt x="0" y="369569"/>
                </a:moveTo>
                <a:lnTo>
                  <a:pt x="0" y="370839"/>
                </a:lnTo>
              </a:path>
              <a:path w="0" h="932179">
                <a:moveTo>
                  <a:pt x="0" y="371475"/>
                </a:moveTo>
                <a:lnTo>
                  <a:pt x="0" y="372744"/>
                </a:lnTo>
              </a:path>
              <a:path w="0" h="932179">
                <a:moveTo>
                  <a:pt x="0" y="373379"/>
                </a:moveTo>
                <a:lnTo>
                  <a:pt x="0" y="374650"/>
                </a:lnTo>
              </a:path>
              <a:path w="0" h="932179">
                <a:moveTo>
                  <a:pt x="0" y="374650"/>
                </a:moveTo>
                <a:lnTo>
                  <a:pt x="0" y="376554"/>
                </a:lnTo>
              </a:path>
              <a:path w="0" h="932179">
                <a:moveTo>
                  <a:pt x="0" y="376554"/>
                </a:moveTo>
                <a:lnTo>
                  <a:pt x="0" y="377825"/>
                </a:lnTo>
              </a:path>
              <a:path w="0" h="932179">
                <a:moveTo>
                  <a:pt x="0" y="378459"/>
                </a:moveTo>
                <a:lnTo>
                  <a:pt x="0" y="379729"/>
                </a:lnTo>
              </a:path>
              <a:path w="0" h="932179">
                <a:moveTo>
                  <a:pt x="0" y="380364"/>
                </a:moveTo>
                <a:lnTo>
                  <a:pt x="0" y="381634"/>
                </a:lnTo>
              </a:path>
              <a:path w="0" h="932179">
                <a:moveTo>
                  <a:pt x="0" y="382269"/>
                </a:moveTo>
                <a:lnTo>
                  <a:pt x="0" y="383539"/>
                </a:lnTo>
              </a:path>
              <a:path w="0" h="932179">
                <a:moveTo>
                  <a:pt x="0" y="383539"/>
                </a:moveTo>
                <a:lnTo>
                  <a:pt x="0" y="385444"/>
                </a:lnTo>
              </a:path>
              <a:path w="0" h="932179">
                <a:moveTo>
                  <a:pt x="0" y="385444"/>
                </a:moveTo>
                <a:lnTo>
                  <a:pt x="0" y="386714"/>
                </a:lnTo>
              </a:path>
              <a:path w="0" h="932179">
                <a:moveTo>
                  <a:pt x="0" y="387350"/>
                </a:moveTo>
                <a:lnTo>
                  <a:pt x="0" y="388619"/>
                </a:lnTo>
              </a:path>
              <a:path w="0" h="932179">
                <a:moveTo>
                  <a:pt x="0" y="389254"/>
                </a:moveTo>
                <a:lnTo>
                  <a:pt x="0" y="390525"/>
                </a:lnTo>
              </a:path>
              <a:path w="0" h="932179">
                <a:moveTo>
                  <a:pt x="0" y="391159"/>
                </a:moveTo>
                <a:lnTo>
                  <a:pt x="0" y="392429"/>
                </a:lnTo>
              </a:path>
              <a:path w="0" h="932179">
                <a:moveTo>
                  <a:pt x="0" y="392429"/>
                </a:moveTo>
                <a:lnTo>
                  <a:pt x="0" y="394334"/>
                </a:lnTo>
              </a:path>
              <a:path w="0" h="932179">
                <a:moveTo>
                  <a:pt x="0" y="394334"/>
                </a:moveTo>
                <a:lnTo>
                  <a:pt x="0" y="395604"/>
                </a:lnTo>
              </a:path>
              <a:path w="0" h="932179">
                <a:moveTo>
                  <a:pt x="0" y="396239"/>
                </a:moveTo>
                <a:lnTo>
                  <a:pt x="0" y="397509"/>
                </a:lnTo>
              </a:path>
              <a:path w="0" h="932179">
                <a:moveTo>
                  <a:pt x="0" y="398144"/>
                </a:moveTo>
                <a:lnTo>
                  <a:pt x="0" y="399414"/>
                </a:lnTo>
              </a:path>
              <a:path w="0" h="932179">
                <a:moveTo>
                  <a:pt x="0" y="400050"/>
                </a:moveTo>
                <a:lnTo>
                  <a:pt x="0" y="401319"/>
                </a:lnTo>
              </a:path>
              <a:path w="0" h="932179">
                <a:moveTo>
                  <a:pt x="0" y="401319"/>
                </a:moveTo>
                <a:lnTo>
                  <a:pt x="0" y="403225"/>
                </a:lnTo>
              </a:path>
              <a:path w="0" h="932179">
                <a:moveTo>
                  <a:pt x="0" y="403225"/>
                </a:moveTo>
                <a:lnTo>
                  <a:pt x="0" y="404494"/>
                </a:lnTo>
              </a:path>
              <a:path w="0" h="932179">
                <a:moveTo>
                  <a:pt x="0" y="405129"/>
                </a:moveTo>
                <a:lnTo>
                  <a:pt x="0" y="406400"/>
                </a:lnTo>
              </a:path>
              <a:path w="0" h="932179">
                <a:moveTo>
                  <a:pt x="0" y="407034"/>
                </a:moveTo>
                <a:lnTo>
                  <a:pt x="0" y="408304"/>
                </a:lnTo>
              </a:path>
              <a:path w="0" h="932179">
                <a:moveTo>
                  <a:pt x="0" y="408939"/>
                </a:moveTo>
                <a:lnTo>
                  <a:pt x="0" y="410209"/>
                </a:lnTo>
              </a:path>
              <a:path w="0" h="932179">
                <a:moveTo>
                  <a:pt x="0" y="410209"/>
                </a:moveTo>
                <a:lnTo>
                  <a:pt x="0" y="412114"/>
                </a:lnTo>
              </a:path>
              <a:path w="0" h="932179">
                <a:moveTo>
                  <a:pt x="0" y="412114"/>
                </a:moveTo>
                <a:lnTo>
                  <a:pt x="0" y="413384"/>
                </a:lnTo>
              </a:path>
              <a:path w="0" h="932179">
                <a:moveTo>
                  <a:pt x="0" y="414019"/>
                </a:moveTo>
                <a:lnTo>
                  <a:pt x="0" y="415289"/>
                </a:lnTo>
              </a:path>
              <a:path w="0" h="932179">
                <a:moveTo>
                  <a:pt x="0" y="415925"/>
                </a:moveTo>
                <a:lnTo>
                  <a:pt x="0" y="417194"/>
                </a:lnTo>
              </a:path>
              <a:path w="0" h="932179">
                <a:moveTo>
                  <a:pt x="0" y="417829"/>
                </a:moveTo>
                <a:lnTo>
                  <a:pt x="0" y="419100"/>
                </a:lnTo>
              </a:path>
              <a:path w="0" h="932179">
                <a:moveTo>
                  <a:pt x="0" y="419100"/>
                </a:moveTo>
                <a:lnTo>
                  <a:pt x="0" y="421004"/>
                </a:lnTo>
              </a:path>
              <a:path w="0" h="932179">
                <a:moveTo>
                  <a:pt x="0" y="421004"/>
                </a:moveTo>
                <a:lnTo>
                  <a:pt x="0" y="422275"/>
                </a:lnTo>
              </a:path>
              <a:path w="0" h="932179">
                <a:moveTo>
                  <a:pt x="0" y="422909"/>
                </a:moveTo>
                <a:lnTo>
                  <a:pt x="0" y="424179"/>
                </a:lnTo>
              </a:path>
              <a:path w="0" h="932179">
                <a:moveTo>
                  <a:pt x="0" y="424814"/>
                </a:moveTo>
                <a:lnTo>
                  <a:pt x="0" y="426084"/>
                </a:lnTo>
              </a:path>
              <a:path w="0" h="932179">
                <a:moveTo>
                  <a:pt x="0" y="426719"/>
                </a:moveTo>
                <a:lnTo>
                  <a:pt x="0" y="427989"/>
                </a:lnTo>
              </a:path>
              <a:path w="0" h="932179">
                <a:moveTo>
                  <a:pt x="0" y="427989"/>
                </a:moveTo>
                <a:lnTo>
                  <a:pt x="0" y="429894"/>
                </a:lnTo>
              </a:path>
              <a:path w="0" h="932179">
                <a:moveTo>
                  <a:pt x="0" y="429894"/>
                </a:moveTo>
                <a:lnTo>
                  <a:pt x="0" y="431164"/>
                </a:lnTo>
              </a:path>
              <a:path w="0" h="932179">
                <a:moveTo>
                  <a:pt x="0" y="431800"/>
                </a:moveTo>
                <a:lnTo>
                  <a:pt x="0" y="433069"/>
                </a:lnTo>
              </a:path>
              <a:path w="0" h="932179">
                <a:moveTo>
                  <a:pt x="0" y="433704"/>
                </a:moveTo>
                <a:lnTo>
                  <a:pt x="0" y="434975"/>
                </a:lnTo>
              </a:path>
              <a:path w="0" h="932179">
                <a:moveTo>
                  <a:pt x="0" y="435609"/>
                </a:moveTo>
                <a:lnTo>
                  <a:pt x="0" y="436879"/>
                </a:lnTo>
              </a:path>
              <a:path w="0" h="932179">
                <a:moveTo>
                  <a:pt x="0" y="436879"/>
                </a:moveTo>
                <a:lnTo>
                  <a:pt x="0" y="438784"/>
                </a:lnTo>
              </a:path>
              <a:path w="0" h="932179">
                <a:moveTo>
                  <a:pt x="0" y="438784"/>
                </a:moveTo>
                <a:lnTo>
                  <a:pt x="0" y="440054"/>
                </a:lnTo>
              </a:path>
              <a:path w="0" h="932179">
                <a:moveTo>
                  <a:pt x="0" y="440689"/>
                </a:moveTo>
                <a:lnTo>
                  <a:pt x="0" y="441959"/>
                </a:lnTo>
              </a:path>
              <a:path w="0" h="932179">
                <a:moveTo>
                  <a:pt x="0" y="442594"/>
                </a:moveTo>
                <a:lnTo>
                  <a:pt x="0" y="443864"/>
                </a:lnTo>
              </a:path>
              <a:path w="0" h="932179">
                <a:moveTo>
                  <a:pt x="0" y="444500"/>
                </a:moveTo>
                <a:lnTo>
                  <a:pt x="0" y="445769"/>
                </a:lnTo>
              </a:path>
              <a:path w="0" h="932179">
                <a:moveTo>
                  <a:pt x="0" y="445769"/>
                </a:moveTo>
                <a:lnTo>
                  <a:pt x="0" y="447675"/>
                </a:lnTo>
              </a:path>
              <a:path w="0" h="932179">
                <a:moveTo>
                  <a:pt x="0" y="447675"/>
                </a:moveTo>
                <a:lnTo>
                  <a:pt x="0" y="448944"/>
                </a:lnTo>
              </a:path>
              <a:path w="0" h="932179">
                <a:moveTo>
                  <a:pt x="0" y="449579"/>
                </a:moveTo>
                <a:lnTo>
                  <a:pt x="0" y="450850"/>
                </a:lnTo>
              </a:path>
              <a:path w="0" h="932179">
                <a:moveTo>
                  <a:pt x="0" y="451484"/>
                </a:moveTo>
                <a:lnTo>
                  <a:pt x="0" y="452754"/>
                </a:lnTo>
              </a:path>
              <a:path w="0" h="932179">
                <a:moveTo>
                  <a:pt x="0" y="453389"/>
                </a:moveTo>
                <a:lnTo>
                  <a:pt x="0" y="454659"/>
                </a:lnTo>
              </a:path>
              <a:path w="0" h="932179">
                <a:moveTo>
                  <a:pt x="0" y="454659"/>
                </a:moveTo>
                <a:lnTo>
                  <a:pt x="0" y="456564"/>
                </a:lnTo>
              </a:path>
              <a:path w="0" h="932179">
                <a:moveTo>
                  <a:pt x="0" y="456564"/>
                </a:moveTo>
                <a:lnTo>
                  <a:pt x="0" y="457834"/>
                </a:lnTo>
              </a:path>
              <a:path w="0" h="932179">
                <a:moveTo>
                  <a:pt x="0" y="458469"/>
                </a:moveTo>
                <a:lnTo>
                  <a:pt x="0" y="459739"/>
                </a:lnTo>
              </a:path>
              <a:path w="0" h="932179">
                <a:moveTo>
                  <a:pt x="0" y="460375"/>
                </a:moveTo>
                <a:lnTo>
                  <a:pt x="0" y="461644"/>
                </a:lnTo>
              </a:path>
              <a:path w="0" h="932179">
                <a:moveTo>
                  <a:pt x="0" y="462279"/>
                </a:moveTo>
                <a:lnTo>
                  <a:pt x="0" y="463550"/>
                </a:lnTo>
              </a:path>
              <a:path w="0" h="932179">
                <a:moveTo>
                  <a:pt x="0" y="463550"/>
                </a:moveTo>
                <a:lnTo>
                  <a:pt x="0" y="465454"/>
                </a:lnTo>
              </a:path>
              <a:path w="0" h="932179">
                <a:moveTo>
                  <a:pt x="0" y="465454"/>
                </a:moveTo>
                <a:lnTo>
                  <a:pt x="0" y="466725"/>
                </a:lnTo>
              </a:path>
              <a:path w="0" h="932179">
                <a:moveTo>
                  <a:pt x="0" y="467359"/>
                </a:moveTo>
                <a:lnTo>
                  <a:pt x="0" y="468629"/>
                </a:lnTo>
              </a:path>
              <a:path w="0" h="932179">
                <a:moveTo>
                  <a:pt x="0" y="469264"/>
                </a:moveTo>
                <a:lnTo>
                  <a:pt x="0" y="470534"/>
                </a:lnTo>
              </a:path>
              <a:path w="0" h="932179">
                <a:moveTo>
                  <a:pt x="0" y="471169"/>
                </a:moveTo>
                <a:lnTo>
                  <a:pt x="0" y="472439"/>
                </a:lnTo>
              </a:path>
              <a:path w="0" h="932179">
                <a:moveTo>
                  <a:pt x="0" y="472439"/>
                </a:moveTo>
                <a:lnTo>
                  <a:pt x="0" y="474344"/>
                </a:lnTo>
              </a:path>
              <a:path w="0" h="932179">
                <a:moveTo>
                  <a:pt x="0" y="474344"/>
                </a:moveTo>
                <a:lnTo>
                  <a:pt x="0" y="475614"/>
                </a:lnTo>
              </a:path>
              <a:path w="0" h="932179">
                <a:moveTo>
                  <a:pt x="0" y="476250"/>
                </a:moveTo>
                <a:lnTo>
                  <a:pt x="0" y="477519"/>
                </a:lnTo>
              </a:path>
              <a:path w="0" h="932179">
                <a:moveTo>
                  <a:pt x="0" y="478154"/>
                </a:moveTo>
                <a:lnTo>
                  <a:pt x="0" y="479425"/>
                </a:lnTo>
              </a:path>
              <a:path w="0" h="932179">
                <a:moveTo>
                  <a:pt x="0" y="480059"/>
                </a:moveTo>
                <a:lnTo>
                  <a:pt x="0" y="481329"/>
                </a:lnTo>
              </a:path>
              <a:path w="0" h="932179">
                <a:moveTo>
                  <a:pt x="0" y="481329"/>
                </a:moveTo>
                <a:lnTo>
                  <a:pt x="0" y="483234"/>
                </a:lnTo>
              </a:path>
              <a:path w="0" h="932179">
                <a:moveTo>
                  <a:pt x="0" y="483234"/>
                </a:moveTo>
                <a:lnTo>
                  <a:pt x="0" y="484504"/>
                </a:lnTo>
              </a:path>
              <a:path w="0" h="932179">
                <a:moveTo>
                  <a:pt x="0" y="485139"/>
                </a:moveTo>
                <a:lnTo>
                  <a:pt x="0" y="486409"/>
                </a:lnTo>
              </a:path>
              <a:path w="0" h="932179">
                <a:moveTo>
                  <a:pt x="0" y="487044"/>
                </a:moveTo>
                <a:lnTo>
                  <a:pt x="0" y="488314"/>
                </a:lnTo>
              </a:path>
              <a:path w="0" h="932179">
                <a:moveTo>
                  <a:pt x="0" y="488950"/>
                </a:moveTo>
                <a:lnTo>
                  <a:pt x="0" y="490219"/>
                </a:lnTo>
              </a:path>
              <a:path w="0" h="932179">
                <a:moveTo>
                  <a:pt x="0" y="490219"/>
                </a:moveTo>
                <a:lnTo>
                  <a:pt x="0" y="492125"/>
                </a:lnTo>
              </a:path>
              <a:path w="0" h="932179">
                <a:moveTo>
                  <a:pt x="0" y="492125"/>
                </a:moveTo>
                <a:lnTo>
                  <a:pt x="0" y="493394"/>
                </a:lnTo>
              </a:path>
              <a:path w="0" h="932179">
                <a:moveTo>
                  <a:pt x="0" y="494029"/>
                </a:moveTo>
                <a:lnTo>
                  <a:pt x="0" y="495300"/>
                </a:lnTo>
              </a:path>
              <a:path w="0" h="932179">
                <a:moveTo>
                  <a:pt x="0" y="495934"/>
                </a:moveTo>
                <a:lnTo>
                  <a:pt x="0" y="497204"/>
                </a:lnTo>
              </a:path>
              <a:path w="0" h="932179">
                <a:moveTo>
                  <a:pt x="0" y="497839"/>
                </a:moveTo>
                <a:lnTo>
                  <a:pt x="0" y="499109"/>
                </a:lnTo>
              </a:path>
              <a:path w="0" h="932179">
                <a:moveTo>
                  <a:pt x="0" y="499109"/>
                </a:moveTo>
                <a:lnTo>
                  <a:pt x="0" y="501014"/>
                </a:lnTo>
              </a:path>
              <a:path w="0" h="932179">
                <a:moveTo>
                  <a:pt x="0" y="501014"/>
                </a:moveTo>
                <a:lnTo>
                  <a:pt x="0" y="502284"/>
                </a:lnTo>
              </a:path>
              <a:path w="0" h="932179">
                <a:moveTo>
                  <a:pt x="0" y="502919"/>
                </a:moveTo>
                <a:lnTo>
                  <a:pt x="0" y="504189"/>
                </a:lnTo>
              </a:path>
              <a:path w="0" h="932179">
                <a:moveTo>
                  <a:pt x="0" y="504825"/>
                </a:moveTo>
                <a:lnTo>
                  <a:pt x="0" y="506094"/>
                </a:lnTo>
              </a:path>
              <a:path w="0" h="932179">
                <a:moveTo>
                  <a:pt x="0" y="506729"/>
                </a:moveTo>
                <a:lnTo>
                  <a:pt x="0" y="508000"/>
                </a:lnTo>
              </a:path>
              <a:path w="0" h="932179">
                <a:moveTo>
                  <a:pt x="0" y="508000"/>
                </a:moveTo>
                <a:lnTo>
                  <a:pt x="0" y="509904"/>
                </a:lnTo>
              </a:path>
              <a:path w="0" h="932179">
                <a:moveTo>
                  <a:pt x="0" y="509904"/>
                </a:moveTo>
                <a:lnTo>
                  <a:pt x="0" y="511175"/>
                </a:lnTo>
              </a:path>
              <a:path w="0" h="932179">
                <a:moveTo>
                  <a:pt x="0" y="511809"/>
                </a:moveTo>
                <a:lnTo>
                  <a:pt x="0" y="513079"/>
                </a:lnTo>
              </a:path>
              <a:path w="0" h="932179">
                <a:moveTo>
                  <a:pt x="0" y="513714"/>
                </a:moveTo>
                <a:lnTo>
                  <a:pt x="0" y="514984"/>
                </a:lnTo>
              </a:path>
              <a:path w="0" h="932179">
                <a:moveTo>
                  <a:pt x="0" y="515619"/>
                </a:moveTo>
                <a:lnTo>
                  <a:pt x="0" y="516889"/>
                </a:lnTo>
              </a:path>
              <a:path w="0" h="932179">
                <a:moveTo>
                  <a:pt x="0" y="516889"/>
                </a:moveTo>
                <a:lnTo>
                  <a:pt x="0" y="518794"/>
                </a:lnTo>
              </a:path>
              <a:path w="0" h="932179">
                <a:moveTo>
                  <a:pt x="0" y="518794"/>
                </a:moveTo>
                <a:lnTo>
                  <a:pt x="0" y="520064"/>
                </a:lnTo>
              </a:path>
              <a:path w="0" h="932179">
                <a:moveTo>
                  <a:pt x="0" y="520700"/>
                </a:moveTo>
                <a:lnTo>
                  <a:pt x="0" y="521969"/>
                </a:lnTo>
              </a:path>
              <a:path w="0" h="932179">
                <a:moveTo>
                  <a:pt x="0" y="522604"/>
                </a:moveTo>
                <a:lnTo>
                  <a:pt x="0" y="523875"/>
                </a:lnTo>
              </a:path>
              <a:path w="0" h="932179">
                <a:moveTo>
                  <a:pt x="0" y="524509"/>
                </a:moveTo>
                <a:lnTo>
                  <a:pt x="0" y="525779"/>
                </a:lnTo>
              </a:path>
              <a:path w="0" h="932179">
                <a:moveTo>
                  <a:pt x="0" y="525779"/>
                </a:moveTo>
                <a:lnTo>
                  <a:pt x="0" y="527684"/>
                </a:lnTo>
              </a:path>
              <a:path w="0" h="932179">
                <a:moveTo>
                  <a:pt x="0" y="527684"/>
                </a:moveTo>
                <a:lnTo>
                  <a:pt x="0" y="528954"/>
                </a:lnTo>
              </a:path>
              <a:path w="0" h="932179">
                <a:moveTo>
                  <a:pt x="0" y="529589"/>
                </a:moveTo>
                <a:lnTo>
                  <a:pt x="0" y="530859"/>
                </a:lnTo>
              </a:path>
              <a:path w="0" h="932179">
                <a:moveTo>
                  <a:pt x="0" y="531494"/>
                </a:moveTo>
                <a:lnTo>
                  <a:pt x="0" y="532764"/>
                </a:lnTo>
              </a:path>
              <a:path w="0" h="932179">
                <a:moveTo>
                  <a:pt x="0" y="533400"/>
                </a:moveTo>
                <a:lnTo>
                  <a:pt x="0" y="534669"/>
                </a:lnTo>
              </a:path>
              <a:path w="0" h="932179">
                <a:moveTo>
                  <a:pt x="0" y="534669"/>
                </a:moveTo>
                <a:lnTo>
                  <a:pt x="0" y="536575"/>
                </a:lnTo>
              </a:path>
              <a:path w="0" h="932179">
                <a:moveTo>
                  <a:pt x="0" y="536575"/>
                </a:moveTo>
                <a:lnTo>
                  <a:pt x="0" y="537844"/>
                </a:lnTo>
              </a:path>
              <a:path w="0" h="932179">
                <a:moveTo>
                  <a:pt x="0" y="538479"/>
                </a:moveTo>
                <a:lnTo>
                  <a:pt x="0" y="539750"/>
                </a:lnTo>
              </a:path>
              <a:path w="0" h="932179">
                <a:moveTo>
                  <a:pt x="0" y="540384"/>
                </a:moveTo>
                <a:lnTo>
                  <a:pt x="0" y="541654"/>
                </a:lnTo>
              </a:path>
              <a:path w="0" h="932179">
                <a:moveTo>
                  <a:pt x="0" y="542289"/>
                </a:moveTo>
                <a:lnTo>
                  <a:pt x="0" y="543559"/>
                </a:lnTo>
              </a:path>
              <a:path w="0" h="932179">
                <a:moveTo>
                  <a:pt x="0" y="543559"/>
                </a:moveTo>
                <a:lnTo>
                  <a:pt x="0" y="545464"/>
                </a:lnTo>
              </a:path>
              <a:path w="0" h="932179">
                <a:moveTo>
                  <a:pt x="0" y="545464"/>
                </a:moveTo>
                <a:lnTo>
                  <a:pt x="0" y="546734"/>
                </a:lnTo>
              </a:path>
              <a:path w="0" h="932179">
                <a:moveTo>
                  <a:pt x="0" y="547369"/>
                </a:moveTo>
                <a:lnTo>
                  <a:pt x="0" y="548639"/>
                </a:lnTo>
              </a:path>
              <a:path w="0" h="932179">
                <a:moveTo>
                  <a:pt x="0" y="549275"/>
                </a:moveTo>
                <a:lnTo>
                  <a:pt x="0" y="550544"/>
                </a:lnTo>
              </a:path>
              <a:path w="0" h="932179">
                <a:moveTo>
                  <a:pt x="0" y="551179"/>
                </a:moveTo>
                <a:lnTo>
                  <a:pt x="0" y="552450"/>
                </a:lnTo>
              </a:path>
              <a:path w="0" h="932179">
                <a:moveTo>
                  <a:pt x="0" y="552450"/>
                </a:moveTo>
                <a:lnTo>
                  <a:pt x="0" y="554354"/>
                </a:lnTo>
              </a:path>
              <a:path w="0" h="932179">
                <a:moveTo>
                  <a:pt x="0" y="554354"/>
                </a:moveTo>
                <a:lnTo>
                  <a:pt x="0" y="555625"/>
                </a:lnTo>
              </a:path>
              <a:path w="0" h="932179">
                <a:moveTo>
                  <a:pt x="0" y="556259"/>
                </a:moveTo>
                <a:lnTo>
                  <a:pt x="0" y="557529"/>
                </a:lnTo>
              </a:path>
              <a:path w="0" h="932179">
                <a:moveTo>
                  <a:pt x="0" y="558164"/>
                </a:moveTo>
                <a:lnTo>
                  <a:pt x="0" y="559434"/>
                </a:lnTo>
              </a:path>
              <a:path w="0" h="932179">
                <a:moveTo>
                  <a:pt x="0" y="560069"/>
                </a:moveTo>
                <a:lnTo>
                  <a:pt x="0" y="561339"/>
                </a:lnTo>
              </a:path>
              <a:path w="0" h="932179">
                <a:moveTo>
                  <a:pt x="0" y="561339"/>
                </a:moveTo>
                <a:lnTo>
                  <a:pt x="0" y="563244"/>
                </a:lnTo>
              </a:path>
              <a:path w="0" h="932179">
                <a:moveTo>
                  <a:pt x="0" y="563244"/>
                </a:moveTo>
                <a:lnTo>
                  <a:pt x="0" y="564514"/>
                </a:lnTo>
              </a:path>
              <a:path w="0" h="932179">
                <a:moveTo>
                  <a:pt x="0" y="565150"/>
                </a:moveTo>
                <a:lnTo>
                  <a:pt x="0" y="566419"/>
                </a:lnTo>
              </a:path>
              <a:path w="0" h="932179">
                <a:moveTo>
                  <a:pt x="0" y="567054"/>
                </a:moveTo>
                <a:lnTo>
                  <a:pt x="0" y="568325"/>
                </a:lnTo>
              </a:path>
              <a:path w="0" h="932179">
                <a:moveTo>
                  <a:pt x="0" y="568959"/>
                </a:moveTo>
                <a:lnTo>
                  <a:pt x="0" y="570229"/>
                </a:lnTo>
              </a:path>
              <a:path w="0" h="932179">
                <a:moveTo>
                  <a:pt x="0" y="570229"/>
                </a:moveTo>
                <a:lnTo>
                  <a:pt x="0" y="572134"/>
                </a:lnTo>
              </a:path>
              <a:path w="0" h="932179">
                <a:moveTo>
                  <a:pt x="0" y="572134"/>
                </a:moveTo>
                <a:lnTo>
                  <a:pt x="0" y="573404"/>
                </a:lnTo>
              </a:path>
              <a:path w="0" h="932179">
                <a:moveTo>
                  <a:pt x="0" y="574039"/>
                </a:moveTo>
                <a:lnTo>
                  <a:pt x="0" y="575309"/>
                </a:lnTo>
              </a:path>
              <a:path w="0" h="932179">
                <a:moveTo>
                  <a:pt x="0" y="575944"/>
                </a:moveTo>
                <a:lnTo>
                  <a:pt x="0" y="577214"/>
                </a:lnTo>
              </a:path>
              <a:path w="0" h="932179">
                <a:moveTo>
                  <a:pt x="0" y="577850"/>
                </a:moveTo>
                <a:lnTo>
                  <a:pt x="0" y="579119"/>
                </a:lnTo>
              </a:path>
              <a:path w="0" h="932179">
                <a:moveTo>
                  <a:pt x="0" y="579119"/>
                </a:moveTo>
                <a:lnTo>
                  <a:pt x="0" y="581025"/>
                </a:lnTo>
              </a:path>
              <a:path w="0" h="932179">
                <a:moveTo>
                  <a:pt x="0" y="581025"/>
                </a:moveTo>
                <a:lnTo>
                  <a:pt x="0" y="582294"/>
                </a:lnTo>
              </a:path>
              <a:path w="0" h="932179">
                <a:moveTo>
                  <a:pt x="0" y="582929"/>
                </a:moveTo>
                <a:lnTo>
                  <a:pt x="0" y="584200"/>
                </a:lnTo>
              </a:path>
              <a:path w="0" h="932179">
                <a:moveTo>
                  <a:pt x="0" y="584834"/>
                </a:moveTo>
                <a:lnTo>
                  <a:pt x="0" y="586104"/>
                </a:lnTo>
              </a:path>
              <a:path w="0" h="932179">
                <a:moveTo>
                  <a:pt x="0" y="586739"/>
                </a:moveTo>
                <a:lnTo>
                  <a:pt x="0" y="588009"/>
                </a:lnTo>
              </a:path>
              <a:path w="0" h="932179">
                <a:moveTo>
                  <a:pt x="0" y="588009"/>
                </a:moveTo>
                <a:lnTo>
                  <a:pt x="0" y="589914"/>
                </a:lnTo>
              </a:path>
              <a:path w="0" h="932179">
                <a:moveTo>
                  <a:pt x="0" y="589914"/>
                </a:moveTo>
                <a:lnTo>
                  <a:pt x="0" y="591184"/>
                </a:lnTo>
              </a:path>
              <a:path w="0" h="932179">
                <a:moveTo>
                  <a:pt x="0" y="591819"/>
                </a:moveTo>
                <a:lnTo>
                  <a:pt x="0" y="593089"/>
                </a:lnTo>
              </a:path>
              <a:path w="0" h="932179">
                <a:moveTo>
                  <a:pt x="0" y="593725"/>
                </a:moveTo>
                <a:lnTo>
                  <a:pt x="0" y="594994"/>
                </a:lnTo>
              </a:path>
              <a:path w="0" h="932179">
                <a:moveTo>
                  <a:pt x="0" y="595629"/>
                </a:moveTo>
                <a:lnTo>
                  <a:pt x="0" y="596900"/>
                </a:lnTo>
              </a:path>
              <a:path w="0" h="932179">
                <a:moveTo>
                  <a:pt x="0" y="596900"/>
                </a:moveTo>
                <a:lnTo>
                  <a:pt x="0" y="598804"/>
                </a:lnTo>
              </a:path>
              <a:path w="0" h="932179">
                <a:moveTo>
                  <a:pt x="0" y="598804"/>
                </a:moveTo>
                <a:lnTo>
                  <a:pt x="0" y="600075"/>
                </a:lnTo>
              </a:path>
              <a:path w="0" h="932179">
                <a:moveTo>
                  <a:pt x="0" y="600709"/>
                </a:moveTo>
                <a:lnTo>
                  <a:pt x="0" y="601979"/>
                </a:lnTo>
              </a:path>
              <a:path w="0" h="932179">
                <a:moveTo>
                  <a:pt x="0" y="602614"/>
                </a:moveTo>
                <a:lnTo>
                  <a:pt x="0" y="603884"/>
                </a:lnTo>
              </a:path>
              <a:path w="0" h="932179">
                <a:moveTo>
                  <a:pt x="0" y="604519"/>
                </a:moveTo>
                <a:lnTo>
                  <a:pt x="0" y="605789"/>
                </a:lnTo>
              </a:path>
              <a:path w="0" h="932179">
                <a:moveTo>
                  <a:pt x="0" y="605789"/>
                </a:moveTo>
                <a:lnTo>
                  <a:pt x="0" y="607694"/>
                </a:lnTo>
              </a:path>
              <a:path w="0" h="932179">
                <a:moveTo>
                  <a:pt x="0" y="607694"/>
                </a:moveTo>
                <a:lnTo>
                  <a:pt x="0" y="608964"/>
                </a:lnTo>
              </a:path>
              <a:path w="0" h="932179">
                <a:moveTo>
                  <a:pt x="0" y="609600"/>
                </a:moveTo>
                <a:lnTo>
                  <a:pt x="0" y="610869"/>
                </a:lnTo>
              </a:path>
              <a:path w="0" h="932179">
                <a:moveTo>
                  <a:pt x="0" y="611504"/>
                </a:moveTo>
                <a:lnTo>
                  <a:pt x="0" y="612775"/>
                </a:lnTo>
              </a:path>
              <a:path w="0" h="932179">
                <a:moveTo>
                  <a:pt x="0" y="613409"/>
                </a:moveTo>
                <a:lnTo>
                  <a:pt x="0" y="614679"/>
                </a:lnTo>
              </a:path>
              <a:path w="0" h="932179">
                <a:moveTo>
                  <a:pt x="0" y="614679"/>
                </a:moveTo>
                <a:lnTo>
                  <a:pt x="0" y="616584"/>
                </a:lnTo>
              </a:path>
              <a:path w="0" h="932179">
                <a:moveTo>
                  <a:pt x="0" y="616584"/>
                </a:moveTo>
                <a:lnTo>
                  <a:pt x="0" y="617854"/>
                </a:lnTo>
              </a:path>
              <a:path w="0" h="932179">
                <a:moveTo>
                  <a:pt x="0" y="618489"/>
                </a:moveTo>
                <a:lnTo>
                  <a:pt x="0" y="619759"/>
                </a:lnTo>
              </a:path>
              <a:path w="0" h="932179">
                <a:moveTo>
                  <a:pt x="0" y="620394"/>
                </a:moveTo>
                <a:lnTo>
                  <a:pt x="0" y="621664"/>
                </a:lnTo>
              </a:path>
              <a:path w="0" h="932179">
                <a:moveTo>
                  <a:pt x="0" y="622300"/>
                </a:moveTo>
                <a:lnTo>
                  <a:pt x="0" y="623569"/>
                </a:lnTo>
              </a:path>
              <a:path w="0" h="932179">
                <a:moveTo>
                  <a:pt x="0" y="623569"/>
                </a:moveTo>
                <a:lnTo>
                  <a:pt x="0" y="625475"/>
                </a:lnTo>
              </a:path>
              <a:path w="0" h="932179">
                <a:moveTo>
                  <a:pt x="0" y="625475"/>
                </a:moveTo>
                <a:lnTo>
                  <a:pt x="0" y="626744"/>
                </a:lnTo>
              </a:path>
              <a:path w="0" h="932179">
                <a:moveTo>
                  <a:pt x="0" y="627379"/>
                </a:moveTo>
                <a:lnTo>
                  <a:pt x="0" y="628650"/>
                </a:lnTo>
              </a:path>
              <a:path w="0" h="932179">
                <a:moveTo>
                  <a:pt x="0" y="629284"/>
                </a:moveTo>
                <a:lnTo>
                  <a:pt x="0" y="630554"/>
                </a:lnTo>
              </a:path>
              <a:path w="0" h="932179">
                <a:moveTo>
                  <a:pt x="0" y="631189"/>
                </a:moveTo>
                <a:lnTo>
                  <a:pt x="0" y="632459"/>
                </a:lnTo>
              </a:path>
              <a:path w="0" h="932179">
                <a:moveTo>
                  <a:pt x="0" y="632459"/>
                </a:moveTo>
                <a:lnTo>
                  <a:pt x="0" y="634364"/>
                </a:lnTo>
              </a:path>
              <a:path w="0" h="932179">
                <a:moveTo>
                  <a:pt x="0" y="634364"/>
                </a:moveTo>
                <a:lnTo>
                  <a:pt x="0" y="635634"/>
                </a:lnTo>
              </a:path>
              <a:path w="0" h="932179">
                <a:moveTo>
                  <a:pt x="0" y="636269"/>
                </a:moveTo>
                <a:lnTo>
                  <a:pt x="0" y="637539"/>
                </a:lnTo>
              </a:path>
              <a:path w="0" h="932179">
                <a:moveTo>
                  <a:pt x="0" y="638175"/>
                </a:moveTo>
                <a:lnTo>
                  <a:pt x="0" y="639444"/>
                </a:lnTo>
              </a:path>
              <a:path w="0" h="932179">
                <a:moveTo>
                  <a:pt x="0" y="640079"/>
                </a:moveTo>
                <a:lnTo>
                  <a:pt x="0" y="641350"/>
                </a:lnTo>
              </a:path>
              <a:path w="0" h="932179">
                <a:moveTo>
                  <a:pt x="0" y="641350"/>
                </a:moveTo>
                <a:lnTo>
                  <a:pt x="0" y="643254"/>
                </a:lnTo>
              </a:path>
              <a:path w="0" h="932179">
                <a:moveTo>
                  <a:pt x="0" y="643254"/>
                </a:moveTo>
                <a:lnTo>
                  <a:pt x="0" y="644525"/>
                </a:lnTo>
              </a:path>
              <a:path w="0" h="932179">
                <a:moveTo>
                  <a:pt x="0" y="645159"/>
                </a:moveTo>
                <a:lnTo>
                  <a:pt x="0" y="646429"/>
                </a:lnTo>
              </a:path>
              <a:path w="0" h="932179">
                <a:moveTo>
                  <a:pt x="0" y="647064"/>
                </a:moveTo>
                <a:lnTo>
                  <a:pt x="0" y="648334"/>
                </a:lnTo>
              </a:path>
              <a:path w="0" h="932179">
                <a:moveTo>
                  <a:pt x="0" y="648969"/>
                </a:moveTo>
                <a:lnTo>
                  <a:pt x="0" y="650239"/>
                </a:lnTo>
              </a:path>
              <a:path w="0" h="932179">
                <a:moveTo>
                  <a:pt x="0" y="650239"/>
                </a:moveTo>
                <a:lnTo>
                  <a:pt x="0" y="652144"/>
                </a:lnTo>
              </a:path>
              <a:path w="0" h="932179">
                <a:moveTo>
                  <a:pt x="0" y="652144"/>
                </a:moveTo>
                <a:lnTo>
                  <a:pt x="0" y="653414"/>
                </a:lnTo>
              </a:path>
              <a:path w="0" h="932179">
                <a:moveTo>
                  <a:pt x="0" y="654050"/>
                </a:moveTo>
                <a:lnTo>
                  <a:pt x="0" y="655319"/>
                </a:lnTo>
              </a:path>
              <a:path w="0" h="932179">
                <a:moveTo>
                  <a:pt x="0" y="655954"/>
                </a:moveTo>
                <a:lnTo>
                  <a:pt x="0" y="657225"/>
                </a:lnTo>
              </a:path>
              <a:path w="0" h="932179">
                <a:moveTo>
                  <a:pt x="0" y="657859"/>
                </a:moveTo>
                <a:lnTo>
                  <a:pt x="0" y="659129"/>
                </a:lnTo>
              </a:path>
              <a:path w="0" h="932179">
                <a:moveTo>
                  <a:pt x="0" y="659129"/>
                </a:moveTo>
                <a:lnTo>
                  <a:pt x="0" y="661034"/>
                </a:lnTo>
              </a:path>
              <a:path w="0" h="932179">
                <a:moveTo>
                  <a:pt x="0" y="661034"/>
                </a:moveTo>
                <a:lnTo>
                  <a:pt x="0" y="662304"/>
                </a:lnTo>
              </a:path>
              <a:path w="0" h="932179">
                <a:moveTo>
                  <a:pt x="0" y="662939"/>
                </a:moveTo>
                <a:lnTo>
                  <a:pt x="0" y="664209"/>
                </a:lnTo>
              </a:path>
              <a:path w="0" h="932179">
                <a:moveTo>
                  <a:pt x="0" y="664844"/>
                </a:moveTo>
                <a:lnTo>
                  <a:pt x="0" y="666114"/>
                </a:lnTo>
              </a:path>
              <a:path w="0" h="932179">
                <a:moveTo>
                  <a:pt x="0" y="666750"/>
                </a:moveTo>
                <a:lnTo>
                  <a:pt x="0" y="668019"/>
                </a:lnTo>
              </a:path>
              <a:path w="0" h="932179">
                <a:moveTo>
                  <a:pt x="0" y="668019"/>
                </a:moveTo>
                <a:lnTo>
                  <a:pt x="0" y="669925"/>
                </a:lnTo>
              </a:path>
              <a:path w="0" h="932179">
                <a:moveTo>
                  <a:pt x="0" y="669925"/>
                </a:moveTo>
                <a:lnTo>
                  <a:pt x="0" y="671194"/>
                </a:lnTo>
              </a:path>
              <a:path w="0" h="932179">
                <a:moveTo>
                  <a:pt x="0" y="671829"/>
                </a:moveTo>
                <a:lnTo>
                  <a:pt x="0" y="673100"/>
                </a:lnTo>
              </a:path>
              <a:path w="0" h="932179">
                <a:moveTo>
                  <a:pt x="0" y="673734"/>
                </a:moveTo>
                <a:lnTo>
                  <a:pt x="0" y="675004"/>
                </a:lnTo>
              </a:path>
              <a:path w="0" h="932179">
                <a:moveTo>
                  <a:pt x="0" y="675639"/>
                </a:moveTo>
                <a:lnTo>
                  <a:pt x="0" y="676909"/>
                </a:lnTo>
              </a:path>
              <a:path w="0" h="932179">
                <a:moveTo>
                  <a:pt x="0" y="676909"/>
                </a:moveTo>
                <a:lnTo>
                  <a:pt x="0" y="678814"/>
                </a:lnTo>
              </a:path>
              <a:path w="0" h="932179">
                <a:moveTo>
                  <a:pt x="0" y="678814"/>
                </a:moveTo>
                <a:lnTo>
                  <a:pt x="0" y="680084"/>
                </a:lnTo>
              </a:path>
              <a:path w="0" h="932179">
                <a:moveTo>
                  <a:pt x="0" y="680719"/>
                </a:moveTo>
                <a:lnTo>
                  <a:pt x="0" y="681989"/>
                </a:lnTo>
              </a:path>
              <a:path w="0" h="932179">
                <a:moveTo>
                  <a:pt x="0" y="682625"/>
                </a:moveTo>
                <a:lnTo>
                  <a:pt x="0" y="683894"/>
                </a:lnTo>
              </a:path>
              <a:path w="0" h="932179">
                <a:moveTo>
                  <a:pt x="0" y="684529"/>
                </a:moveTo>
                <a:lnTo>
                  <a:pt x="0" y="685800"/>
                </a:lnTo>
              </a:path>
              <a:path w="0" h="932179">
                <a:moveTo>
                  <a:pt x="0" y="685800"/>
                </a:moveTo>
                <a:lnTo>
                  <a:pt x="0" y="687704"/>
                </a:lnTo>
              </a:path>
              <a:path w="0" h="932179">
                <a:moveTo>
                  <a:pt x="0" y="687704"/>
                </a:moveTo>
                <a:lnTo>
                  <a:pt x="0" y="688975"/>
                </a:lnTo>
              </a:path>
              <a:path w="0" h="932179">
                <a:moveTo>
                  <a:pt x="0" y="689609"/>
                </a:moveTo>
                <a:lnTo>
                  <a:pt x="0" y="690879"/>
                </a:lnTo>
              </a:path>
              <a:path w="0" h="932179">
                <a:moveTo>
                  <a:pt x="0" y="691514"/>
                </a:moveTo>
                <a:lnTo>
                  <a:pt x="0" y="692784"/>
                </a:lnTo>
              </a:path>
              <a:path w="0" h="932179">
                <a:moveTo>
                  <a:pt x="0" y="693419"/>
                </a:moveTo>
                <a:lnTo>
                  <a:pt x="0" y="694689"/>
                </a:lnTo>
              </a:path>
              <a:path w="0" h="932179">
                <a:moveTo>
                  <a:pt x="0" y="694689"/>
                </a:moveTo>
                <a:lnTo>
                  <a:pt x="0" y="696594"/>
                </a:lnTo>
              </a:path>
              <a:path w="0" h="932179">
                <a:moveTo>
                  <a:pt x="0" y="696594"/>
                </a:moveTo>
                <a:lnTo>
                  <a:pt x="0" y="697864"/>
                </a:lnTo>
              </a:path>
              <a:path w="0" h="932179">
                <a:moveTo>
                  <a:pt x="0" y="698500"/>
                </a:moveTo>
                <a:lnTo>
                  <a:pt x="0" y="699769"/>
                </a:lnTo>
              </a:path>
              <a:path w="0" h="932179">
                <a:moveTo>
                  <a:pt x="0" y="700404"/>
                </a:moveTo>
                <a:lnTo>
                  <a:pt x="0" y="701675"/>
                </a:lnTo>
              </a:path>
              <a:path w="0" h="932179">
                <a:moveTo>
                  <a:pt x="0" y="702309"/>
                </a:moveTo>
                <a:lnTo>
                  <a:pt x="0" y="703579"/>
                </a:lnTo>
              </a:path>
              <a:path w="0" h="932179">
                <a:moveTo>
                  <a:pt x="0" y="703579"/>
                </a:moveTo>
                <a:lnTo>
                  <a:pt x="0" y="705484"/>
                </a:lnTo>
              </a:path>
              <a:path w="0" h="932179">
                <a:moveTo>
                  <a:pt x="0" y="705484"/>
                </a:moveTo>
                <a:lnTo>
                  <a:pt x="0" y="706754"/>
                </a:lnTo>
              </a:path>
              <a:path w="0" h="932179">
                <a:moveTo>
                  <a:pt x="0" y="707389"/>
                </a:moveTo>
                <a:lnTo>
                  <a:pt x="0" y="708659"/>
                </a:lnTo>
              </a:path>
              <a:path w="0" h="932179">
                <a:moveTo>
                  <a:pt x="0" y="709294"/>
                </a:moveTo>
                <a:lnTo>
                  <a:pt x="0" y="710564"/>
                </a:lnTo>
              </a:path>
              <a:path w="0" h="932179">
                <a:moveTo>
                  <a:pt x="0" y="711200"/>
                </a:moveTo>
                <a:lnTo>
                  <a:pt x="0" y="712469"/>
                </a:lnTo>
              </a:path>
              <a:path w="0" h="932179">
                <a:moveTo>
                  <a:pt x="0" y="712469"/>
                </a:moveTo>
                <a:lnTo>
                  <a:pt x="0" y="714375"/>
                </a:lnTo>
              </a:path>
              <a:path w="0" h="932179">
                <a:moveTo>
                  <a:pt x="0" y="714375"/>
                </a:moveTo>
                <a:lnTo>
                  <a:pt x="0" y="715644"/>
                </a:lnTo>
              </a:path>
              <a:path w="0" h="932179">
                <a:moveTo>
                  <a:pt x="0" y="716279"/>
                </a:moveTo>
                <a:lnTo>
                  <a:pt x="0" y="717550"/>
                </a:lnTo>
              </a:path>
              <a:path w="0" h="932179">
                <a:moveTo>
                  <a:pt x="0" y="718184"/>
                </a:moveTo>
                <a:lnTo>
                  <a:pt x="0" y="719454"/>
                </a:lnTo>
              </a:path>
              <a:path w="0" h="932179">
                <a:moveTo>
                  <a:pt x="0" y="720089"/>
                </a:moveTo>
                <a:lnTo>
                  <a:pt x="0" y="721359"/>
                </a:lnTo>
              </a:path>
              <a:path w="0" h="932179">
                <a:moveTo>
                  <a:pt x="0" y="721359"/>
                </a:moveTo>
                <a:lnTo>
                  <a:pt x="0" y="723264"/>
                </a:lnTo>
              </a:path>
              <a:path w="0" h="932179">
                <a:moveTo>
                  <a:pt x="0" y="723264"/>
                </a:moveTo>
                <a:lnTo>
                  <a:pt x="0" y="724534"/>
                </a:lnTo>
              </a:path>
              <a:path w="0" h="932179">
                <a:moveTo>
                  <a:pt x="0" y="725169"/>
                </a:moveTo>
                <a:lnTo>
                  <a:pt x="0" y="726439"/>
                </a:lnTo>
              </a:path>
              <a:path w="0" h="932179">
                <a:moveTo>
                  <a:pt x="0" y="727075"/>
                </a:moveTo>
                <a:lnTo>
                  <a:pt x="0" y="728344"/>
                </a:lnTo>
              </a:path>
              <a:path w="0" h="932179">
                <a:moveTo>
                  <a:pt x="0" y="728979"/>
                </a:moveTo>
                <a:lnTo>
                  <a:pt x="0" y="730250"/>
                </a:lnTo>
              </a:path>
              <a:path w="0" h="932179">
                <a:moveTo>
                  <a:pt x="0" y="730250"/>
                </a:moveTo>
                <a:lnTo>
                  <a:pt x="0" y="732154"/>
                </a:lnTo>
              </a:path>
              <a:path w="0" h="932179">
                <a:moveTo>
                  <a:pt x="0" y="732154"/>
                </a:moveTo>
                <a:lnTo>
                  <a:pt x="0" y="733425"/>
                </a:lnTo>
              </a:path>
              <a:path w="0" h="932179">
                <a:moveTo>
                  <a:pt x="0" y="734059"/>
                </a:moveTo>
                <a:lnTo>
                  <a:pt x="0" y="735329"/>
                </a:lnTo>
              </a:path>
              <a:path w="0" h="932179">
                <a:moveTo>
                  <a:pt x="0" y="735964"/>
                </a:moveTo>
                <a:lnTo>
                  <a:pt x="0" y="737234"/>
                </a:lnTo>
              </a:path>
              <a:path w="0" h="932179">
                <a:moveTo>
                  <a:pt x="0" y="737869"/>
                </a:moveTo>
                <a:lnTo>
                  <a:pt x="0" y="739139"/>
                </a:lnTo>
              </a:path>
              <a:path w="0" h="932179">
                <a:moveTo>
                  <a:pt x="0" y="739139"/>
                </a:moveTo>
                <a:lnTo>
                  <a:pt x="0" y="741044"/>
                </a:lnTo>
              </a:path>
              <a:path w="0" h="932179">
                <a:moveTo>
                  <a:pt x="0" y="741044"/>
                </a:moveTo>
                <a:lnTo>
                  <a:pt x="0" y="742314"/>
                </a:lnTo>
              </a:path>
              <a:path w="0" h="932179">
                <a:moveTo>
                  <a:pt x="0" y="742950"/>
                </a:moveTo>
                <a:lnTo>
                  <a:pt x="0" y="744219"/>
                </a:lnTo>
              </a:path>
              <a:path w="0" h="932179">
                <a:moveTo>
                  <a:pt x="0" y="744854"/>
                </a:moveTo>
                <a:lnTo>
                  <a:pt x="0" y="746125"/>
                </a:lnTo>
              </a:path>
              <a:path w="0" h="932179">
                <a:moveTo>
                  <a:pt x="0" y="746759"/>
                </a:moveTo>
                <a:lnTo>
                  <a:pt x="0" y="748029"/>
                </a:lnTo>
              </a:path>
              <a:path w="0" h="932179">
                <a:moveTo>
                  <a:pt x="0" y="748029"/>
                </a:moveTo>
                <a:lnTo>
                  <a:pt x="0" y="749934"/>
                </a:lnTo>
              </a:path>
              <a:path w="0" h="932179">
                <a:moveTo>
                  <a:pt x="0" y="749934"/>
                </a:moveTo>
                <a:lnTo>
                  <a:pt x="0" y="751204"/>
                </a:lnTo>
              </a:path>
              <a:path w="0" h="932179">
                <a:moveTo>
                  <a:pt x="0" y="751839"/>
                </a:moveTo>
                <a:lnTo>
                  <a:pt x="0" y="753109"/>
                </a:lnTo>
              </a:path>
              <a:path w="0" h="932179">
                <a:moveTo>
                  <a:pt x="0" y="753744"/>
                </a:moveTo>
                <a:lnTo>
                  <a:pt x="0" y="755014"/>
                </a:lnTo>
              </a:path>
              <a:path w="0" h="932179">
                <a:moveTo>
                  <a:pt x="0" y="755650"/>
                </a:moveTo>
                <a:lnTo>
                  <a:pt x="0" y="756919"/>
                </a:lnTo>
              </a:path>
              <a:path w="0" h="932179">
                <a:moveTo>
                  <a:pt x="0" y="756919"/>
                </a:moveTo>
                <a:lnTo>
                  <a:pt x="0" y="758825"/>
                </a:lnTo>
              </a:path>
              <a:path w="0" h="932179">
                <a:moveTo>
                  <a:pt x="0" y="758825"/>
                </a:moveTo>
                <a:lnTo>
                  <a:pt x="0" y="760094"/>
                </a:lnTo>
              </a:path>
              <a:path w="0" h="932179">
                <a:moveTo>
                  <a:pt x="0" y="760729"/>
                </a:moveTo>
                <a:lnTo>
                  <a:pt x="0" y="762000"/>
                </a:lnTo>
              </a:path>
              <a:path w="0" h="932179">
                <a:moveTo>
                  <a:pt x="0" y="762634"/>
                </a:moveTo>
                <a:lnTo>
                  <a:pt x="0" y="763904"/>
                </a:lnTo>
              </a:path>
              <a:path w="0" h="932179">
                <a:moveTo>
                  <a:pt x="0" y="764539"/>
                </a:moveTo>
                <a:lnTo>
                  <a:pt x="0" y="765809"/>
                </a:lnTo>
              </a:path>
              <a:path w="0" h="932179">
                <a:moveTo>
                  <a:pt x="0" y="765809"/>
                </a:moveTo>
                <a:lnTo>
                  <a:pt x="0" y="767714"/>
                </a:lnTo>
              </a:path>
              <a:path w="0" h="932179">
                <a:moveTo>
                  <a:pt x="0" y="767714"/>
                </a:moveTo>
                <a:lnTo>
                  <a:pt x="0" y="768984"/>
                </a:lnTo>
              </a:path>
              <a:path w="0" h="932179">
                <a:moveTo>
                  <a:pt x="0" y="769619"/>
                </a:moveTo>
                <a:lnTo>
                  <a:pt x="0" y="770889"/>
                </a:lnTo>
              </a:path>
              <a:path w="0" h="932179">
                <a:moveTo>
                  <a:pt x="0" y="771525"/>
                </a:moveTo>
                <a:lnTo>
                  <a:pt x="0" y="772794"/>
                </a:lnTo>
              </a:path>
              <a:path w="0" h="932179">
                <a:moveTo>
                  <a:pt x="0" y="773429"/>
                </a:moveTo>
                <a:lnTo>
                  <a:pt x="0" y="774700"/>
                </a:lnTo>
              </a:path>
              <a:path w="0" h="932179">
                <a:moveTo>
                  <a:pt x="0" y="774700"/>
                </a:moveTo>
                <a:lnTo>
                  <a:pt x="0" y="776604"/>
                </a:lnTo>
              </a:path>
              <a:path w="0" h="932179">
                <a:moveTo>
                  <a:pt x="0" y="776604"/>
                </a:moveTo>
                <a:lnTo>
                  <a:pt x="0" y="777875"/>
                </a:lnTo>
              </a:path>
              <a:path w="0" h="932179">
                <a:moveTo>
                  <a:pt x="0" y="778509"/>
                </a:moveTo>
                <a:lnTo>
                  <a:pt x="0" y="779779"/>
                </a:lnTo>
              </a:path>
              <a:path w="0" h="932179">
                <a:moveTo>
                  <a:pt x="0" y="780414"/>
                </a:moveTo>
                <a:lnTo>
                  <a:pt x="0" y="781684"/>
                </a:lnTo>
              </a:path>
              <a:path w="0" h="932179">
                <a:moveTo>
                  <a:pt x="0" y="782319"/>
                </a:moveTo>
                <a:lnTo>
                  <a:pt x="0" y="783589"/>
                </a:lnTo>
              </a:path>
              <a:path w="0" h="932179">
                <a:moveTo>
                  <a:pt x="0" y="783589"/>
                </a:moveTo>
                <a:lnTo>
                  <a:pt x="0" y="785494"/>
                </a:lnTo>
              </a:path>
              <a:path w="0" h="932179">
                <a:moveTo>
                  <a:pt x="0" y="785494"/>
                </a:moveTo>
                <a:lnTo>
                  <a:pt x="0" y="786764"/>
                </a:lnTo>
              </a:path>
              <a:path w="0" h="932179">
                <a:moveTo>
                  <a:pt x="0" y="787400"/>
                </a:moveTo>
                <a:lnTo>
                  <a:pt x="0" y="788669"/>
                </a:lnTo>
              </a:path>
              <a:path w="0" h="932179">
                <a:moveTo>
                  <a:pt x="0" y="789304"/>
                </a:moveTo>
                <a:lnTo>
                  <a:pt x="0" y="790575"/>
                </a:lnTo>
              </a:path>
              <a:path w="0" h="932179">
                <a:moveTo>
                  <a:pt x="0" y="791209"/>
                </a:moveTo>
                <a:lnTo>
                  <a:pt x="0" y="792479"/>
                </a:lnTo>
              </a:path>
              <a:path w="0" h="932179">
                <a:moveTo>
                  <a:pt x="0" y="792479"/>
                </a:moveTo>
                <a:lnTo>
                  <a:pt x="0" y="794384"/>
                </a:lnTo>
              </a:path>
              <a:path w="0" h="932179">
                <a:moveTo>
                  <a:pt x="0" y="794384"/>
                </a:moveTo>
                <a:lnTo>
                  <a:pt x="0" y="795654"/>
                </a:lnTo>
              </a:path>
              <a:path w="0" h="932179">
                <a:moveTo>
                  <a:pt x="0" y="796289"/>
                </a:moveTo>
                <a:lnTo>
                  <a:pt x="0" y="797559"/>
                </a:lnTo>
              </a:path>
              <a:path w="0" h="932179">
                <a:moveTo>
                  <a:pt x="0" y="798194"/>
                </a:moveTo>
                <a:lnTo>
                  <a:pt x="0" y="799464"/>
                </a:lnTo>
              </a:path>
              <a:path w="0" h="932179">
                <a:moveTo>
                  <a:pt x="0" y="800100"/>
                </a:moveTo>
                <a:lnTo>
                  <a:pt x="0" y="801369"/>
                </a:lnTo>
              </a:path>
              <a:path w="0" h="932179">
                <a:moveTo>
                  <a:pt x="0" y="801369"/>
                </a:moveTo>
                <a:lnTo>
                  <a:pt x="0" y="803275"/>
                </a:lnTo>
              </a:path>
              <a:path w="0" h="932179">
                <a:moveTo>
                  <a:pt x="0" y="803275"/>
                </a:moveTo>
                <a:lnTo>
                  <a:pt x="0" y="804544"/>
                </a:lnTo>
              </a:path>
              <a:path w="0" h="932179">
                <a:moveTo>
                  <a:pt x="0" y="805179"/>
                </a:moveTo>
                <a:lnTo>
                  <a:pt x="0" y="806450"/>
                </a:lnTo>
              </a:path>
              <a:path w="0" h="932179">
                <a:moveTo>
                  <a:pt x="0" y="807084"/>
                </a:moveTo>
                <a:lnTo>
                  <a:pt x="0" y="808354"/>
                </a:lnTo>
              </a:path>
              <a:path w="0" h="932179">
                <a:moveTo>
                  <a:pt x="0" y="808989"/>
                </a:moveTo>
                <a:lnTo>
                  <a:pt x="0" y="810259"/>
                </a:lnTo>
              </a:path>
              <a:path w="0" h="932179">
                <a:moveTo>
                  <a:pt x="0" y="810259"/>
                </a:moveTo>
                <a:lnTo>
                  <a:pt x="0" y="812164"/>
                </a:lnTo>
              </a:path>
              <a:path w="0" h="932179">
                <a:moveTo>
                  <a:pt x="0" y="812164"/>
                </a:moveTo>
                <a:lnTo>
                  <a:pt x="0" y="813434"/>
                </a:lnTo>
              </a:path>
              <a:path w="0" h="932179">
                <a:moveTo>
                  <a:pt x="0" y="814069"/>
                </a:moveTo>
                <a:lnTo>
                  <a:pt x="0" y="815339"/>
                </a:lnTo>
              </a:path>
              <a:path w="0" h="932179">
                <a:moveTo>
                  <a:pt x="0" y="815975"/>
                </a:moveTo>
                <a:lnTo>
                  <a:pt x="0" y="817244"/>
                </a:lnTo>
              </a:path>
              <a:path w="0" h="932179">
                <a:moveTo>
                  <a:pt x="0" y="817879"/>
                </a:moveTo>
                <a:lnTo>
                  <a:pt x="0" y="819150"/>
                </a:lnTo>
              </a:path>
              <a:path w="0" h="932179">
                <a:moveTo>
                  <a:pt x="0" y="819150"/>
                </a:moveTo>
                <a:lnTo>
                  <a:pt x="0" y="821054"/>
                </a:lnTo>
              </a:path>
              <a:path w="0" h="932179">
                <a:moveTo>
                  <a:pt x="0" y="821054"/>
                </a:moveTo>
                <a:lnTo>
                  <a:pt x="0" y="822325"/>
                </a:lnTo>
              </a:path>
              <a:path w="0" h="932179">
                <a:moveTo>
                  <a:pt x="0" y="822959"/>
                </a:moveTo>
                <a:lnTo>
                  <a:pt x="0" y="824229"/>
                </a:lnTo>
              </a:path>
              <a:path w="0" h="932179">
                <a:moveTo>
                  <a:pt x="0" y="824864"/>
                </a:moveTo>
                <a:lnTo>
                  <a:pt x="0" y="826134"/>
                </a:lnTo>
              </a:path>
              <a:path w="0" h="932179">
                <a:moveTo>
                  <a:pt x="0" y="826769"/>
                </a:moveTo>
                <a:lnTo>
                  <a:pt x="0" y="828039"/>
                </a:lnTo>
              </a:path>
              <a:path w="0" h="932179">
                <a:moveTo>
                  <a:pt x="0" y="828039"/>
                </a:moveTo>
                <a:lnTo>
                  <a:pt x="0" y="829944"/>
                </a:lnTo>
              </a:path>
              <a:path w="0" h="932179">
                <a:moveTo>
                  <a:pt x="0" y="829944"/>
                </a:moveTo>
                <a:lnTo>
                  <a:pt x="0" y="831214"/>
                </a:lnTo>
              </a:path>
              <a:path w="0" h="932179">
                <a:moveTo>
                  <a:pt x="0" y="831850"/>
                </a:moveTo>
                <a:lnTo>
                  <a:pt x="0" y="833119"/>
                </a:lnTo>
              </a:path>
              <a:path w="0" h="932179">
                <a:moveTo>
                  <a:pt x="0" y="833754"/>
                </a:moveTo>
                <a:lnTo>
                  <a:pt x="0" y="835025"/>
                </a:lnTo>
              </a:path>
              <a:path w="0" h="932179">
                <a:moveTo>
                  <a:pt x="0" y="835659"/>
                </a:moveTo>
                <a:lnTo>
                  <a:pt x="0" y="836929"/>
                </a:lnTo>
              </a:path>
              <a:path w="0" h="932179">
                <a:moveTo>
                  <a:pt x="0" y="836929"/>
                </a:moveTo>
                <a:lnTo>
                  <a:pt x="0" y="838834"/>
                </a:lnTo>
              </a:path>
              <a:path w="0" h="932179">
                <a:moveTo>
                  <a:pt x="0" y="838834"/>
                </a:moveTo>
                <a:lnTo>
                  <a:pt x="0" y="840104"/>
                </a:lnTo>
              </a:path>
              <a:path w="0" h="932179">
                <a:moveTo>
                  <a:pt x="0" y="840739"/>
                </a:moveTo>
                <a:lnTo>
                  <a:pt x="0" y="842009"/>
                </a:lnTo>
              </a:path>
              <a:path w="0" h="932179">
                <a:moveTo>
                  <a:pt x="0" y="842644"/>
                </a:moveTo>
                <a:lnTo>
                  <a:pt x="0" y="843914"/>
                </a:lnTo>
              </a:path>
              <a:path w="0" h="932179">
                <a:moveTo>
                  <a:pt x="0" y="844550"/>
                </a:moveTo>
                <a:lnTo>
                  <a:pt x="0" y="845819"/>
                </a:lnTo>
              </a:path>
              <a:path w="0" h="932179">
                <a:moveTo>
                  <a:pt x="0" y="845819"/>
                </a:moveTo>
                <a:lnTo>
                  <a:pt x="0" y="847725"/>
                </a:lnTo>
              </a:path>
              <a:path w="0" h="932179">
                <a:moveTo>
                  <a:pt x="0" y="847725"/>
                </a:moveTo>
                <a:lnTo>
                  <a:pt x="0" y="848994"/>
                </a:lnTo>
              </a:path>
              <a:path w="0" h="932179">
                <a:moveTo>
                  <a:pt x="0" y="849629"/>
                </a:moveTo>
                <a:lnTo>
                  <a:pt x="0" y="850900"/>
                </a:lnTo>
              </a:path>
              <a:path w="0" h="932179">
                <a:moveTo>
                  <a:pt x="0" y="851534"/>
                </a:moveTo>
                <a:lnTo>
                  <a:pt x="0" y="852804"/>
                </a:lnTo>
              </a:path>
              <a:path w="0" h="932179">
                <a:moveTo>
                  <a:pt x="0" y="853439"/>
                </a:moveTo>
                <a:lnTo>
                  <a:pt x="0" y="854709"/>
                </a:lnTo>
              </a:path>
              <a:path w="0" h="932179">
                <a:moveTo>
                  <a:pt x="0" y="854709"/>
                </a:moveTo>
                <a:lnTo>
                  <a:pt x="0" y="856614"/>
                </a:lnTo>
              </a:path>
              <a:path w="0" h="932179">
                <a:moveTo>
                  <a:pt x="0" y="856614"/>
                </a:moveTo>
                <a:lnTo>
                  <a:pt x="0" y="857884"/>
                </a:lnTo>
              </a:path>
              <a:path w="0" h="932179">
                <a:moveTo>
                  <a:pt x="0" y="858519"/>
                </a:moveTo>
                <a:lnTo>
                  <a:pt x="0" y="859789"/>
                </a:lnTo>
              </a:path>
              <a:path w="0" h="932179">
                <a:moveTo>
                  <a:pt x="0" y="860425"/>
                </a:moveTo>
                <a:lnTo>
                  <a:pt x="0" y="861694"/>
                </a:lnTo>
              </a:path>
              <a:path w="0" h="932179">
                <a:moveTo>
                  <a:pt x="0" y="862329"/>
                </a:moveTo>
                <a:lnTo>
                  <a:pt x="0" y="863600"/>
                </a:lnTo>
              </a:path>
              <a:path w="0" h="932179">
                <a:moveTo>
                  <a:pt x="0" y="863600"/>
                </a:moveTo>
                <a:lnTo>
                  <a:pt x="0" y="865504"/>
                </a:lnTo>
              </a:path>
              <a:path w="0" h="932179">
                <a:moveTo>
                  <a:pt x="0" y="865504"/>
                </a:moveTo>
                <a:lnTo>
                  <a:pt x="0" y="866775"/>
                </a:lnTo>
              </a:path>
              <a:path w="0" h="932179">
                <a:moveTo>
                  <a:pt x="0" y="867409"/>
                </a:moveTo>
                <a:lnTo>
                  <a:pt x="0" y="868679"/>
                </a:lnTo>
              </a:path>
              <a:path w="0" h="932179">
                <a:moveTo>
                  <a:pt x="0" y="869314"/>
                </a:moveTo>
                <a:lnTo>
                  <a:pt x="0" y="870584"/>
                </a:lnTo>
              </a:path>
              <a:path w="0" h="932179">
                <a:moveTo>
                  <a:pt x="0" y="871219"/>
                </a:moveTo>
                <a:lnTo>
                  <a:pt x="0" y="872489"/>
                </a:lnTo>
              </a:path>
              <a:path w="0" h="932179">
                <a:moveTo>
                  <a:pt x="0" y="872489"/>
                </a:moveTo>
                <a:lnTo>
                  <a:pt x="0" y="874394"/>
                </a:lnTo>
              </a:path>
              <a:path w="0" h="932179">
                <a:moveTo>
                  <a:pt x="0" y="874394"/>
                </a:moveTo>
                <a:lnTo>
                  <a:pt x="0" y="875664"/>
                </a:lnTo>
              </a:path>
              <a:path w="0" h="932179">
                <a:moveTo>
                  <a:pt x="0" y="876300"/>
                </a:moveTo>
                <a:lnTo>
                  <a:pt x="0" y="877569"/>
                </a:lnTo>
              </a:path>
              <a:path w="0" h="932179">
                <a:moveTo>
                  <a:pt x="0" y="878204"/>
                </a:moveTo>
                <a:lnTo>
                  <a:pt x="0" y="879475"/>
                </a:lnTo>
              </a:path>
              <a:path w="0" h="932179">
                <a:moveTo>
                  <a:pt x="0" y="880109"/>
                </a:moveTo>
                <a:lnTo>
                  <a:pt x="0" y="881379"/>
                </a:lnTo>
              </a:path>
              <a:path w="0" h="932179">
                <a:moveTo>
                  <a:pt x="0" y="881379"/>
                </a:moveTo>
                <a:lnTo>
                  <a:pt x="0" y="883284"/>
                </a:lnTo>
              </a:path>
              <a:path w="0" h="932179">
                <a:moveTo>
                  <a:pt x="0" y="883284"/>
                </a:moveTo>
                <a:lnTo>
                  <a:pt x="0" y="884554"/>
                </a:lnTo>
              </a:path>
              <a:path w="0" h="932179">
                <a:moveTo>
                  <a:pt x="0" y="885189"/>
                </a:moveTo>
                <a:lnTo>
                  <a:pt x="0" y="886459"/>
                </a:lnTo>
              </a:path>
              <a:path w="0" h="932179">
                <a:moveTo>
                  <a:pt x="0" y="887094"/>
                </a:moveTo>
                <a:lnTo>
                  <a:pt x="0" y="888364"/>
                </a:lnTo>
              </a:path>
              <a:path w="0" h="932179">
                <a:moveTo>
                  <a:pt x="0" y="889000"/>
                </a:moveTo>
                <a:lnTo>
                  <a:pt x="0" y="890269"/>
                </a:lnTo>
              </a:path>
              <a:path w="0" h="932179">
                <a:moveTo>
                  <a:pt x="0" y="890269"/>
                </a:moveTo>
                <a:lnTo>
                  <a:pt x="0" y="892175"/>
                </a:lnTo>
              </a:path>
              <a:path w="0" h="932179">
                <a:moveTo>
                  <a:pt x="0" y="892175"/>
                </a:moveTo>
                <a:lnTo>
                  <a:pt x="0" y="893444"/>
                </a:lnTo>
              </a:path>
              <a:path w="0" h="932179">
                <a:moveTo>
                  <a:pt x="0" y="894079"/>
                </a:moveTo>
                <a:lnTo>
                  <a:pt x="0" y="895350"/>
                </a:lnTo>
              </a:path>
              <a:path w="0" h="932179">
                <a:moveTo>
                  <a:pt x="0" y="895984"/>
                </a:moveTo>
                <a:lnTo>
                  <a:pt x="0" y="897254"/>
                </a:lnTo>
              </a:path>
              <a:path w="0" h="932179">
                <a:moveTo>
                  <a:pt x="0" y="897889"/>
                </a:moveTo>
                <a:lnTo>
                  <a:pt x="0" y="899159"/>
                </a:lnTo>
              </a:path>
              <a:path w="0" h="932179">
                <a:moveTo>
                  <a:pt x="0" y="899159"/>
                </a:moveTo>
                <a:lnTo>
                  <a:pt x="0" y="901064"/>
                </a:lnTo>
              </a:path>
              <a:path w="0" h="932179">
                <a:moveTo>
                  <a:pt x="0" y="901064"/>
                </a:moveTo>
                <a:lnTo>
                  <a:pt x="0" y="902334"/>
                </a:lnTo>
              </a:path>
              <a:path w="0" h="932179">
                <a:moveTo>
                  <a:pt x="0" y="902969"/>
                </a:moveTo>
                <a:lnTo>
                  <a:pt x="0" y="904239"/>
                </a:lnTo>
              </a:path>
              <a:path w="0" h="932179">
                <a:moveTo>
                  <a:pt x="0" y="904875"/>
                </a:moveTo>
                <a:lnTo>
                  <a:pt x="0" y="906144"/>
                </a:lnTo>
              </a:path>
              <a:path w="0" h="932179">
                <a:moveTo>
                  <a:pt x="0" y="906779"/>
                </a:moveTo>
                <a:lnTo>
                  <a:pt x="0" y="908050"/>
                </a:lnTo>
              </a:path>
              <a:path w="0" h="932179">
                <a:moveTo>
                  <a:pt x="0" y="908050"/>
                </a:moveTo>
                <a:lnTo>
                  <a:pt x="0" y="909954"/>
                </a:lnTo>
              </a:path>
              <a:path w="0" h="932179">
                <a:moveTo>
                  <a:pt x="0" y="909954"/>
                </a:moveTo>
                <a:lnTo>
                  <a:pt x="0" y="911225"/>
                </a:lnTo>
              </a:path>
              <a:path w="0" h="932179">
                <a:moveTo>
                  <a:pt x="0" y="911859"/>
                </a:moveTo>
                <a:lnTo>
                  <a:pt x="0" y="913129"/>
                </a:lnTo>
              </a:path>
              <a:path w="0" h="932179">
                <a:moveTo>
                  <a:pt x="0" y="913764"/>
                </a:moveTo>
                <a:lnTo>
                  <a:pt x="0" y="915034"/>
                </a:lnTo>
              </a:path>
              <a:path w="0" h="932179">
                <a:moveTo>
                  <a:pt x="0" y="915669"/>
                </a:moveTo>
                <a:lnTo>
                  <a:pt x="0" y="916939"/>
                </a:lnTo>
              </a:path>
              <a:path w="0" h="932179">
                <a:moveTo>
                  <a:pt x="0" y="916939"/>
                </a:moveTo>
                <a:lnTo>
                  <a:pt x="0" y="918844"/>
                </a:lnTo>
              </a:path>
              <a:path w="0" h="932179">
                <a:moveTo>
                  <a:pt x="0" y="918844"/>
                </a:moveTo>
                <a:lnTo>
                  <a:pt x="0" y="920114"/>
                </a:lnTo>
              </a:path>
              <a:path w="0" h="932179">
                <a:moveTo>
                  <a:pt x="0" y="920750"/>
                </a:moveTo>
                <a:lnTo>
                  <a:pt x="0" y="922019"/>
                </a:lnTo>
              </a:path>
              <a:path w="0" h="932179">
                <a:moveTo>
                  <a:pt x="0" y="922654"/>
                </a:moveTo>
                <a:lnTo>
                  <a:pt x="0" y="923925"/>
                </a:lnTo>
              </a:path>
              <a:path w="0" h="932179">
                <a:moveTo>
                  <a:pt x="0" y="924559"/>
                </a:moveTo>
                <a:lnTo>
                  <a:pt x="0" y="925829"/>
                </a:lnTo>
              </a:path>
              <a:path w="0" h="932179">
                <a:moveTo>
                  <a:pt x="0" y="925829"/>
                </a:moveTo>
                <a:lnTo>
                  <a:pt x="0" y="927734"/>
                </a:lnTo>
              </a:path>
              <a:path w="0" h="932179">
                <a:moveTo>
                  <a:pt x="0" y="927734"/>
                </a:moveTo>
                <a:lnTo>
                  <a:pt x="0" y="929004"/>
                </a:lnTo>
              </a:path>
              <a:path w="0" h="932179">
                <a:moveTo>
                  <a:pt x="0" y="929639"/>
                </a:moveTo>
                <a:lnTo>
                  <a:pt x="0" y="930909"/>
                </a:lnTo>
              </a:path>
              <a:path w="0" h="932179">
                <a:moveTo>
                  <a:pt x="0" y="931544"/>
                </a:moveTo>
                <a:lnTo>
                  <a:pt x="0" y="932179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0" name="object 100" descr=""/>
          <p:cNvSpPr/>
          <p:nvPr/>
        </p:nvSpPr>
        <p:spPr>
          <a:xfrm>
            <a:off x="1597660" y="5234317"/>
            <a:ext cx="248920" cy="0"/>
          </a:xfrm>
          <a:custGeom>
            <a:avLst/>
            <a:gdLst/>
            <a:ahLst/>
            <a:cxnLst/>
            <a:rect l="l" t="t" r="r" b="b"/>
            <a:pathLst>
              <a:path w="248919" h="0">
                <a:moveTo>
                  <a:pt x="0" y="0"/>
                </a:moveTo>
                <a:lnTo>
                  <a:pt x="24892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01" name="object 101" descr=""/>
          <p:cNvGrpSpPr/>
          <p:nvPr/>
        </p:nvGrpSpPr>
        <p:grpSpPr>
          <a:xfrm>
            <a:off x="2554604" y="5473712"/>
            <a:ext cx="44450" cy="17780"/>
            <a:chOff x="2554604" y="5473712"/>
            <a:chExt cx="44450" cy="17780"/>
          </a:xfrm>
        </p:grpSpPr>
        <p:sp>
          <p:nvSpPr>
            <p:cNvPr id="102" name="object 102" descr=""/>
            <p:cNvSpPr/>
            <p:nvPr/>
          </p:nvSpPr>
          <p:spPr>
            <a:xfrm>
              <a:off x="2555239" y="5475617"/>
              <a:ext cx="43815" cy="15875"/>
            </a:xfrm>
            <a:custGeom>
              <a:avLst/>
              <a:gdLst/>
              <a:ahLst/>
              <a:cxnLst/>
              <a:rect l="l" t="t" r="r" b="b"/>
              <a:pathLst>
                <a:path w="43814" h="15875">
                  <a:moveTo>
                    <a:pt x="43815" y="0"/>
                  </a:moveTo>
                  <a:lnTo>
                    <a:pt x="0" y="7619"/>
                  </a:lnTo>
                  <a:lnTo>
                    <a:pt x="43815" y="15875"/>
                  </a:lnTo>
                  <a:lnTo>
                    <a:pt x="4381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 descr=""/>
            <p:cNvSpPr/>
            <p:nvPr/>
          </p:nvSpPr>
          <p:spPr>
            <a:xfrm>
              <a:off x="2555239" y="5474347"/>
              <a:ext cx="43180" cy="15875"/>
            </a:xfrm>
            <a:custGeom>
              <a:avLst/>
              <a:gdLst/>
              <a:ahLst/>
              <a:cxnLst/>
              <a:rect l="l" t="t" r="r" b="b"/>
              <a:pathLst>
                <a:path w="43180" h="15875">
                  <a:moveTo>
                    <a:pt x="43180" y="0"/>
                  </a:moveTo>
                  <a:lnTo>
                    <a:pt x="43180" y="15875"/>
                  </a:lnTo>
                  <a:lnTo>
                    <a:pt x="0" y="7620"/>
                  </a:lnTo>
                  <a:lnTo>
                    <a:pt x="4318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4" name="object 104" descr=""/>
          <p:cNvSpPr/>
          <p:nvPr/>
        </p:nvSpPr>
        <p:spPr>
          <a:xfrm>
            <a:off x="3056889" y="5452123"/>
            <a:ext cx="41275" cy="60325"/>
          </a:xfrm>
          <a:custGeom>
            <a:avLst/>
            <a:gdLst/>
            <a:ahLst/>
            <a:cxnLst/>
            <a:rect l="l" t="t" r="r" b="b"/>
            <a:pathLst>
              <a:path w="41275" h="60325">
                <a:moveTo>
                  <a:pt x="6985" y="0"/>
                </a:moveTo>
                <a:lnTo>
                  <a:pt x="6985" y="60325"/>
                </a:lnTo>
              </a:path>
              <a:path w="41275" h="60325">
                <a:moveTo>
                  <a:pt x="10160" y="0"/>
                </a:moveTo>
                <a:lnTo>
                  <a:pt x="10160" y="60325"/>
                </a:lnTo>
              </a:path>
              <a:path w="41275" h="60325">
                <a:moveTo>
                  <a:pt x="0" y="0"/>
                </a:moveTo>
                <a:lnTo>
                  <a:pt x="19050" y="0"/>
                </a:lnTo>
              </a:path>
              <a:path w="41275" h="60325">
                <a:moveTo>
                  <a:pt x="0" y="60325"/>
                </a:moveTo>
                <a:lnTo>
                  <a:pt x="41275" y="60325"/>
                </a:lnTo>
                <a:lnTo>
                  <a:pt x="41275" y="43814"/>
                </a:lnTo>
                <a:lnTo>
                  <a:pt x="38100" y="60325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05" name="object 105" descr=""/>
          <p:cNvGrpSpPr/>
          <p:nvPr/>
        </p:nvGrpSpPr>
        <p:grpSpPr>
          <a:xfrm>
            <a:off x="3105785" y="5452123"/>
            <a:ext cx="531495" cy="61594"/>
            <a:chOff x="3105785" y="5452123"/>
            <a:chExt cx="531495" cy="61594"/>
          </a:xfrm>
        </p:grpSpPr>
        <p:sp>
          <p:nvSpPr>
            <p:cNvPr id="106" name="object 106" descr=""/>
            <p:cNvSpPr/>
            <p:nvPr/>
          </p:nvSpPr>
          <p:spPr>
            <a:xfrm>
              <a:off x="3154045" y="5481968"/>
              <a:ext cx="440055" cy="0"/>
            </a:xfrm>
            <a:custGeom>
              <a:avLst/>
              <a:gdLst/>
              <a:ahLst/>
              <a:cxnLst/>
              <a:rect l="l" t="t" r="r" b="b"/>
              <a:pathLst>
                <a:path w="440054" h="0">
                  <a:moveTo>
                    <a:pt x="440055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7" name="object 107" descr=""/>
            <p:cNvSpPr/>
            <p:nvPr/>
          </p:nvSpPr>
          <p:spPr>
            <a:xfrm>
              <a:off x="3594100" y="5475618"/>
              <a:ext cx="43180" cy="15875"/>
            </a:xfrm>
            <a:custGeom>
              <a:avLst/>
              <a:gdLst/>
              <a:ahLst/>
              <a:cxnLst/>
              <a:rect l="l" t="t" r="r" b="b"/>
              <a:pathLst>
                <a:path w="43179" h="15875">
                  <a:moveTo>
                    <a:pt x="0" y="0"/>
                  </a:moveTo>
                  <a:lnTo>
                    <a:pt x="0" y="15875"/>
                  </a:lnTo>
                  <a:lnTo>
                    <a:pt x="43179" y="76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 descr=""/>
            <p:cNvSpPr/>
            <p:nvPr/>
          </p:nvSpPr>
          <p:spPr>
            <a:xfrm>
              <a:off x="3105785" y="5452758"/>
              <a:ext cx="530860" cy="60325"/>
            </a:xfrm>
            <a:custGeom>
              <a:avLst/>
              <a:gdLst/>
              <a:ahLst/>
              <a:cxnLst/>
              <a:rect l="l" t="t" r="r" b="b"/>
              <a:pathLst>
                <a:path w="530860" h="60325">
                  <a:moveTo>
                    <a:pt x="487044" y="22225"/>
                  </a:moveTo>
                  <a:lnTo>
                    <a:pt x="487044" y="38100"/>
                  </a:lnTo>
                  <a:lnTo>
                    <a:pt x="530860" y="29844"/>
                  </a:lnTo>
                  <a:lnTo>
                    <a:pt x="487044" y="22225"/>
                  </a:lnTo>
                  <a:close/>
                </a:path>
                <a:path w="530860" h="60325">
                  <a:moveTo>
                    <a:pt x="6984" y="0"/>
                  </a:moveTo>
                  <a:lnTo>
                    <a:pt x="6984" y="48260"/>
                  </a:lnTo>
                  <a:lnTo>
                    <a:pt x="10159" y="57785"/>
                  </a:lnTo>
                  <a:lnTo>
                    <a:pt x="15875" y="60325"/>
                  </a:lnTo>
                  <a:lnTo>
                    <a:pt x="21589" y="60325"/>
                  </a:lnTo>
                  <a:lnTo>
                    <a:pt x="27939" y="57785"/>
                  </a:lnTo>
                  <a:lnTo>
                    <a:pt x="30479" y="51435"/>
                  </a:lnTo>
                </a:path>
                <a:path w="530860" h="60325">
                  <a:moveTo>
                    <a:pt x="10159" y="0"/>
                  </a:moveTo>
                  <a:lnTo>
                    <a:pt x="10159" y="48260"/>
                  </a:lnTo>
                  <a:lnTo>
                    <a:pt x="13334" y="57785"/>
                  </a:lnTo>
                  <a:lnTo>
                    <a:pt x="15875" y="60325"/>
                  </a:lnTo>
                </a:path>
                <a:path w="530860" h="60325">
                  <a:moveTo>
                    <a:pt x="0" y="19685"/>
                  </a:moveTo>
                  <a:lnTo>
                    <a:pt x="21589" y="1968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9" name="object 109" descr=""/>
            <p:cNvSpPr/>
            <p:nvPr/>
          </p:nvSpPr>
          <p:spPr>
            <a:xfrm>
              <a:off x="3636010" y="5481968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70">
                  <a:moveTo>
                    <a:pt x="0" y="635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5"/>
                  </a:lnTo>
                  <a:lnTo>
                    <a:pt x="1084" y="1084"/>
                  </a:lnTo>
                  <a:lnTo>
                    <a:pt x="635" y="1270"/>
                  </a:lnTo>
                  <a:lnTo>
                    <a:pt x="185" y="1084"/>
                  </a:lnTo>
                  <a:lnTo>
                    <a:pt x="0" y="63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0" name="object 110" descr=""/>
          <p:cNvSpPr/>
          <p:nvPr/>
        </p:nvSpPr>
        <p:spPr>
          <a:xfrm>
            <a:off x="2531745" y="7052323"/>
            <a:ext cx="57785" cy="76200"/>
          </a:xfrm>
          <a:custGeom>
            <a:avLst/>
            <a:gdLst/>
            <a:ahLst/>
            <a:cxnLst/>
            <a:rect l="l" t="t" r="r" b="b"/>
            <a:pathLst>
              <a:path w="57785" h="76200">
                <a:moveTo>
                  <a:pt x="10160" y="0"/>
                </a:moveTo>
                <a:lnTo>
                  <a:pt x="10160" y="76199"/>
                </a:lnTo>
              </a:path>
              <a:path w="57785" h="76200">
                <a:moveTo>
                  <a:pt x="12700" y="0"/>
                </a:moveTo>
                <a:lnTo>
                  <a:pt x="12700" y="76199"/>
                </a:lnTo>
              </a:path>
              <a:path w="57785" h="76200">
                <a:moveTo>
                  <a:pt x="0" y="0"/>
                </a:moveTo>
                <a:lnTo>
                  <a:pt x="40005" y="0"/>
                </a:lnTo>
                <a:lnTo>
                  <a:pt x="50800" y="3174"/>
                </a:lnTo>
                <a:lnTo>
                  <a:pt x="54610" y="6349"/>
                </a:lnTo>
                <a:lnTo>
                  <a:pt x="57785" y="13969"/>
                </a:lnTo>
                <a:lnTo>
                  <a:pt x="57785" y="21589"/>
                </a:lnTo>
                <a:lnTo>
                  <a:pt x="54610" y="29209"/>
                </a:lnTo>
                <a:lnTo>
                  <a:pt x="50800" y="31749"/>
                </a:lnTo>
                <a:lnTo>
                  <a:pt x="40005" y="34924"/>
                </a:lnTo>
              </a:path>
              <a:path w="57785" h="76200">
                <a:moveTo>
                  <a:pt x="40005" y="0"/>
                </a:moveTo>
                <a:lnTo>
                  <a:pt x="47625" y="3174"/>
                </a:lnTo>
                <a:lnTo>
                  <a:pt x="50800" y="6349"/>
                </a:lnTo>
                <a:lnTo>
                  <a:pt x="54610" y="13969"/>
                </a:lnTo>
                <a:lnTo>
                  <a:pt x="54610" y="21589"/>
                </a:lnTo>
                <a:lnTo>
                  <a:pt x="50800" y="29209"/>
                </a:lnTo>
                <a:lnTo>
                  <a:pt x="47625" y="31749"/>
                </a:lnTo>
                <a:lnTo>
                  <a:pt x="40005" y="34924"/>
                </a:lnTo>
                <a:lnTo>
                  <a:pt x="12700" y="34924"/>
                </a:lnTo>
              </a:path>
              <a:path w="57785" h="76200">
                <a:moveTo>
                  <a:pt x="40005" y="34924"/>
                </a:moveTo>
                <a:lnTo>
                  <a:pt x="50800" y="40004"/>
                </a:lnTo>
                <a:lnTo>
                  <a:pt x="54610" y="42544"/>
                </a:lnTo>
                <a:lnTo>
                  <a:pt x="57785" y="50164"/>
                </a:lnTo>
                <a:lnTo>
                  <a:pt x="57785" y="60959"/>
                </a:lnTo>
                <a:lnTo>
                  <a:pt x="54610" y="68579"/>
                </a:lnTo>
                <a:lnTo>
                  <a:pt x="50800" y="71754"/>
                </a:lnTo>
                <a:lnTo>
                  <a:pt x="40005" y="76199"/>
                </a:lnTo>
                <a:lnTo>
                  <a:pt x="0" y="76199"/>
                </a:lnTo>
              </a:path>
              <a:path w="57785" h="76200">
                <a:moveTo>
                  <a:pt x="40005" y="34924"/>
                </a:moveTo>
                <a:lnTo>
                  <a:pt x="47625" y="40004"/>
                </a:lnTo>
                <a:lnTo>
                  <a:pt x="50800" y="42544"/>
                </a:lnTo>
                <a:lnTo>
                  <a:pt x="54610" y="50164"/>
                </a:lnTo>
                <a:lnTo>
                  <a:pt x="54610" y="60959"/>
                </a:lnTo>
                <a:lnTo>
                  <a:pt x="50800" y="68579"/>
                </a:lnTo>
                <a:lnTo>
                  <a:pt x="47625" y="71754"/>
                </a:lnTo>
                <a:lnTo>
                  <a:pt x="40005" y="76199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1" name="object 111" descr=""/>
          <p:cNvSpPr/>
          <p:nvPr/>
        </p:nvSpPr>
        <p:spPr>
          <a:xfrm>
            <a:off x="1572894" y="5170817"/>
            <a:ext cx="0" cy="932180"/>
          </a:xfrm>
          <a:custGeom>
            <a:avLst/>
            <a:gdLst/>
            <a:ahLst/>
            <a:cxnLst/>
            <a:rect l="l" t="t" r="r" b="b"/>
            <a:pathLst>
              <a:path w="0" h="932179">
                <a:moveTo>
                  <a:pt x="0" y="0"/>
                </a:moveTo>
                <a:lnTo>
                  <a:pt x="0" y="1269"/>
                </a:lnTo>
              </a:path>
              <a:path w="0" h="932179">
                <a:moveTo>
                  <a:pt x="0" y="1269"/>
                </a:moveTo>
                <a:lnTo>
                  <a:pt x="0" y="3175"/>
                </a:lnTo>
              </a:path>
              <a:path w="0" h="932179">
                <a:moveTo>
                  <a:pt x="0" y="3175"/>
                </a:moveTo>
                <a:lnTo>
                  <a:pt x="0" y="4444"/>
                </a:lnTo>
              </a:path>
              <a:path w="0" h="932179">
                <a:moveTo>
                  <a:pt x="0" y="5079"/>
                </a:moveTo>
                <a:lnTo>
                  <a:pt x="0" y="6350"/>
                </a:lnTo>
              </a:path>
              <a:path w="0" h="932179">
                <a:moveTo>
                  <a:pt x="0" y="6984"/>
                </a:moveTo>
                <a:lnTo>
                  <a:pt x="0" y="8254"/>
                </a:lnTo>
              </a:path>
              <a:path w="0" h="932179">
                <a:moveTo>
                  <a:pt x="0" y="8889"/>
                </a:moveTo>
                <a:lnTo>
                  <a:pt x="0" y="10159"/>
                </a:lnTo>
              </a:path>
              <a:path w="0" h="932179">
                <a:moveTo>
                  <a:pt x="0" y="10159"/>
                </a:moveTo>
                <a:lnTo>
                  <a:pt x="0" y="12064"/>
                </a:lnTo>
              </a:path>
              <a:path w="0" h="932179">
                <a:moveTo>
                  <a:pt x="0" y="12064"/>
                </a:moveTo>
                <a:lnTo>
                  <a:pt x="0" y="13334"/>
                </a:lnTo>
              </a:path>
              <a:path w="0" h="932179">
                <a:moveTo>
                  <a:pt x="0" y="13969"/>
                </a:moveTo>
                <a:lnTo>
                  <a:pt x="0" y="15239"/>
                </a:lnTo>
              </a:path>
              <a:path w="0" h="932179">
                <a:moveTo>
                  <a:pt x="0" y="15875"/>
                </a:moveTo>
                <a:lnTo>
                  <a:pt x="0" y="17144"/>
                </a:lnTo>
              </a:path>
              <a:path w="0" h="932179">
                <a:moveTo>
                  <a:pt x="0" y="17779"/>
                </a:moveTo>
                <a:lnTo>
                  <a:pt x="0" y="19050"/>
                </a:lnTo>
              </a:path>
              <a:path w="0" h="932179">
                <a:moveTo>
                  <a:pt x="0" y="19050"/>
                </a:moveTo>
                <a:lnTo>
                  <a:pt x="0" y="20954"/>
                </a:lnTo>
              </a:path>
              <a:path w="0" h="932179">
                <a:moveTo>
                  <a:pt x="0" y="20954"/>
                </a:moveTo>
                <a:lnTo>
                  <a:pt x="0" y="22225"/>
                </a:lnTo>
              </a:path>
              <a:path w="0" h="932179">
                <a:moveTo>
                  <a:pt x="0" y="22859"/>
                </a:moveTo>
                <a:lnTo>
                  <a:pt x="0" y="24129"/>
                </a:lnTo>
              </a:path>
              <a:path w="0" h="932179">
                <a:moveTo>
                  <a:pt x="0" y="24764"/>
                </a:moveTo>
                <a:lnTo>
                  <a:pt x="0" y="26034"/>
                </a:lnTo>
              </a:path>
              <a:path w="0" h="932179">
                <a:moveTo>
                  <a:pt x="0" y="26669"/>
                </a:moveTo>
                <a:lnTo>
                  <a:pt x="0" y="27939"/>
                </a:lnTo>
              </a:path>
              <a:path w="0" h="932179">
                <a:moveTo>
                  <a:pt x="0" y="27939"/>
                </a:moveTo>
                <a:lnTo>
                  <a:pt x="0" y="29844"/>
                </a:lnTo>
              </a:path>
              <a:path w="0" h="932179">
                <a:moveTo>
                  <a:pt x="0" y="29844"/>
                </a:moveTo>
                <a:lnTo>
                  <a:pt x="0" y="31114"/>
                </a:lnTo>
              </a:path>
              <a:path w="0" h="932179">
                <a:moveTo>
                  <a:pt x="0" y="31750"/>
                </a:moveTo>
                <a:lnTo>
                  <a:pt x="0" y="33019"/>
                </a:lnTo>
              </a:path>
              <a:path w="0" h="932179">
                <a:moveTo>
                  <a:pt x="0" y="33654"/>
                </a:moveTo>
                <a:lnTo>
                  <a:pt x="0" y="34925"/>
                </a:lnTo>
              </a:path>
              <a:path w="0" h="932179">
                <a:moveTo>
                  <a:pt x="0" y="35559"/>
                </a:moveTo>
                <a:lnTo>
                  <a:pt x="0" y="36829"/>
                </a:lnTo>
              </a:path>
              <a:path w="0" h="932179">
                <a:moveTo>
                  <a:pt x="0" y="36829"/>
                </a:moveTo>
                <a:lnTo>
                  <a:pt x="0" y="38734"/>
                </a:lnTo>
              </a:path>
              <a:path w="0" h="932179">
                <a:moveTo>
                  <a:pt x="0" y="38734"/>
                </a:moveTo>
                <a:lnTo>
                  <a:pt x="0" y="40004"/>
                </a:lnTo>
              </a:path>
              <a:path w="0" h="932179">
                <a:moveTo>
                  <a:pt x="0" y="40639"/>
                </a:moveTo>
                <a:lnTo>
                  <a:pt x="0" y="41909"/>
                </a:lnTo>
              </a:path>
              <a:path w="0" h="932179">
                <a:moveTo>
                  <a:pt x="0" y="42544"/>
                </a:moveTo>
                <a:lnTo>
                  <a:pt x="0" y="43814"/>
                </a:lnTo>
              </a:path>
              <a:path w="0" h="932179">
                <a:moveTo>
                  <a:pt x="0" y="44450"/>
                </a:moveTo>
                <a:lnTo>
                  <a:pt x="0" y="45719"/>
                </a:lnTo>
              </a:path>
              <a:path w="0" h="932179">
                <a:moveTo>
                  <a:pt x="0" y="45719"/>
                </a:moveTo>
                <a:lnTo>
                  <a:pt x="0" y="47625"/>
                </a:lnTo>
              </a:path>
              <a:path w="0" h="932179">
                <a:moveTo>
                  <a:pt x="0" y="47625"/>
                </a:moveTo>
                <a:lnTo>
                  <a:pt x="0" y="48894"/>
                </a:lnTo>
              </a:path>
              <a:path w="0" h="932179">
                <a:moveTo>
                  <a:pt x="0" y="49529"/>
                </a:moveTo>
                <a:lnTo>
                  <a:pt x="0" y="50800"/>
                </a:lnTo>
              </a:path>
              <a:path w="0" h="932179">
                <a:moveTo>
                  <a:pt x="0" y="51434"/>
                </a:moveTo>
                <a:lnTo>
                  <a:pt x="0" y="52704"/>
                </a:lnTo>
              </a:path>
              <a:path w="0" h="932179">
                <a:moveTo>
                  <a:pt x="0" y="53339"/>
                </a:moveTo>
                <a:lnTo>
                  <a:pt x="0" y="54609"/>
                </a:lnTo>
              </a:path>
              <a:path w="0" h="932179">
                <a:moveTo>
                  <a:pt x="0" y="54609"/>
                </a:moveTo>
                <a:lnTo>
                  <a:pt x="0" y="56514"/>
                </a:lnTo>
              </a:path>
              <a:path w="0" h="932179">
                <a:moveTo>
                  <a:pt x="0" y="56514"/>
                </a:moveTo>
                <a:lnTo>
                  <a:pt x="0" y="57784"/>
                </a:lnTo>
              </a:path>
              <a:path w="0" h="932179">
                <a:moveTo>
                  <a:pt x="0" y="58419"/>
                </a:moveTo>
                <a:lnTo>
                  <a:pt x="0" y="59689"/>
                </a:lnTo>
              </a:path>
              <a:path w="0" h="932179">
                <a:moveTo>
                  <a:pt x="0" y="60325"/>
                </a:moveTo>
                <a:lnTo>
                  <a:pt x="0" y="61594"/>
                </a:lnTo>
              </a:path>
              <a:path w="0" h="932179">
                <a:moveTo>
                  <a:pt x="0" y="62229"/>
                </a:moveTo>
                <a:lnTo>
                  <a:pt x="0" y="63500"/>
                </a:lnTo>
              </a:path>
              <a:path w="0" h="932179">
                <a:moveTo>
                  <a:pt x="0" y="63500"/>
                </a:moveTo>
                <a:lnTo>
                  <a:pt x="0" y="65404"/>
                </a:lnTo>
              </a:path>
              <a:path w="0" h="932179">
                <a:moveTo>
                  <a:pt x="0" y="65404"/>
                </a:moveTo>
                <a:lnTo>
                  <a:pt x="0" y="66675"/>
                </a:lnTo>
              </a:path>
              <a:path w="0" h="932179">
                <a:moveTo>
                  <a:pt x="0" y="67309"/>
                </a:moveTo>
                <a:lnTo>
                  <a:pt x="0" y="68579"/>
                </a:lnTo>
              </a:path>
              <a:path w="0" h="932179">
                <a:moveTo>
                  <a:pt x="0" y="69214"/>
                </a:moveTo>
                <a:lnTo>
                  <a:pt x="0" y="70484"/>
                </a:lnTo>
              </a:path>
              <a:path w="0" h="932179">
                <a:moveTo>
                  <a:pt x="0" y="71119"/>
                </a:moveTo>
                <a:lnTo>
                  <a:pt x="0" y="72389"/>
                </a:lnTo>
              </a:path>
              <a:path w="0" h="932179">
                <a:moveTo>
                  <a:pt x="0" y="72389"/>
                </a:moveTo>
                <a:lnTo>
                  <a:pt x="0" y="74294"/>
                </a:lnTo>
              </a:path>
              <a:path w="0" h="932179">
                <a:moveTo>
                  <a:pt x="0" y="74294"/>
                </a:moveTo>
                <a:lnTo>
                  <a:pt x="0" y="75564"/>
                </a:lnTo>
              </a:path>
              <a:path w="0" h="932179">
                <a:moveTo>
                  <a:pt x="0" y="76200"/>
                </a:moveTo>
                <a:lnTo>
                  <a:pt x="0" y="77469"/>
                </a:lnTo>
              </a:path>
              <a:path w="0" h="932179">
                <a:moveTo>
                  <a:pt x="0" y="78104"/>
                </a:moveTo>
                <a:lnTo>
                  <a:pt x="0" y="79375"/>
                </a:lnTo>
              </a:path>
              <a:path w="0" h="932179">
                <a:moveTo>
                  <a:pt x="0" y="80009"/>
                </a:moveTo>
                <a:lnTo>
                  <a:pt x="0" y="81279"/>
                </a:lnTo>
              </a:path>
              <a:path w="0" h="932179">
                <a:moveTo>
                  <a:pt x="0" y="81279"/>
                </a:moveTo>
                <a:lnTo>
                  <a:pt x="0" y="83184"/>
                </a:lnTo>
              </a:path>
              <a:path w="0" h="932179">
                <a:moveTo>
                  <a:pt x="0" y="83184"/>
                </a:moveTo>
                <a:lnTo>
                  <a:pt x="0" y="84454"/>
                </a:lnTo>
              </a:path>
              <a:path w="0" h="932179">
                <a:moveTo>
                  <a:pt x="0" y="85089"/>
                </a:moveTo>
                <a:lnTo>
                  <a:pt x="0" y="86359"/>
                </a:lnTo>
              </a:path>
              <a:path w="0" h="932179">
                <a:moveTo>
                  <a:pt x="0" y="86994"/>
                </a:moveTo>
                <a:lnTo>
                  <a:pt x="0" y="88264"/>
                </a:lnTo>
              </a:path>
              <a:path w="0" h="932179">
                <a:moveTo>
                  <a:pt x="0" y="88900"/>
                </a:moveTo>
                <a:lnTo>
                  <a:pt x="0" y="90169"/>
                </a:lnTo>
              </a:path>
              <a:path w="0" h="932179">
                <a:moveTo>
                  <a:pt x="0" y="90169"/>
                </a:moveTo>
                <a:lnTo>
                  <a:pt x="0" y="92075"/>
                </a:lnTo>
              </a:path>
              <a:path w="0" h="932179">
                <a:moveTo>
                  <a:pt x="0" y="92075"/>
                </a:moveTo>
                <a:lnTo>
                  <a:pt x="0" y="93344"/>
                </a:lnTo>
              </a:path>
              <a:path w="0" h="932179">
                <a:moveTo>
                  <a:pt x="0" y="93979"/>
                </a:moveTo>
                <a:lnTo>
                  <a:pt x="0" y="95250"/>
                </a:lnTo>
              </a:path>
              <a:path w="0" h="932179">
                <a:moveTo>
                  <a:pt x="0" y="95884"/>
                </a:moveTo>
                <a:lnTo>
                  <a:pt x="0" y="97154"/>
                </a:lnTo>
              </a:path>
              <a:path w="0" h="932179">
                <a:moveTo>
                  <a:pt x="0" y="97789"/>
                </a:moveTo>
                <a:lnTo>
                  <a:pt x="0" y="99059"/>
                </a:lnTo>
              </a:path>
              <a:path w="0" h="932179">
                <a:moveTo>
                  <a:pt x="0" y="99059"/>
                </a:moveTo>
                <a:lnTo>
                  <a:pt x="0" y="100964"/>
                </a:lnTo>
              </a:path>
              <a:path w="0" h="932179">
                <a:moveTo>
                  <a:pt x="0" y="100964"/>
                </a:moveTo>
                <a:lnTo>
                  <a:pt x="0" y="102234"/>
                </a:lnTo>
              </a:path>
              <a:path w="0" h="932179">
                <a:moveTo>
                  <a:pt x="0" y="102869"/>
                </a:moveTo>
                <a:lnTo>
                  <a:pt x="0" y="104139"/>
                </a:lnTo>
              </a:path>
              <a:path w="0" h="932179">
                <a:moveTo>
                  <a:pt x="0" y="104775"/>
                </a:moveTo>
                <a:lnTo>
                  <a:pt x="0" y="106044"/>
                </a:lnTo>
              </a:path>
              <a:path w="0" h="932179">
                <a:moveTo>
                  <a:pt x="0" y="106679"/>
                </a:moveTo>
                <a:lnTo>
                  <a:pt x="0" y="107950"/>
                </a:lnTo>
              </a:path>
              <a:path w="0" h="932179">
                <a:moveTo>
                  <a:pt x="0" y="107950"/>
                </a:moveTo>
                <a:lnTo>
                  <a:pt x="0" y="109854"/>
                </a:lnTo>
              </a:path>
              <a:path w="0" h="932179">
                <a:moveTo>
                  <a:pt x="0" y="109854"/>
                </a:moveTo>
                <a:lnTo>
                  <a:pt x="0" y="111125"/>
                </a:lnTo>
              </a:path>
              <a:path w="0" h="932179">
                <a:moveTo>
                  <a:pt x="0" y="111759"/>
                </a:moveTo>
                <a:lnTo>
                  <a:pt x="0" y="113029"/>
                </a:lnTo>
              </a:path>
              <a:path w="0" h="932179">
                <a:moveTo>
                  <a:pt x="0" y="113664"/>
                </a:moveTo>
                <a:lnTo>
                  <a:pt x="0" y="114934"/>
                </a:lnTo>
              </a:path>
              <a:path w="0" h="932179">
                <a:moveTo>
                  <a:pt x="0" y="115569"/>
                </a:moveTo>
                <a:lnTo>
                  <a:pt x="0" y="116839"/>
                </a:lnTo>
              </a:path>
              <a:path w="0" h="932179">
                <a:moveTo>
                  <a:pt x="0" y="116839"/>
                </a:moveTo>
                <a:lnTo>
                  <a:pt x="0" y="118744"/>
                </a:lnTo>
              </a:path>
              <a:path w="0" h="932179">
                <a:moveTo>
                  <a:pt x="0" y="118744"/>
                </a:moveTo>
                <a:lnTo>
                  <a:pt x="0" y="120014"/>
                </a:lnTo>
              </a:path>
              <a:path w="0" h="932179">
                <a:moveTo>
                  <a:pt x="0" y="120650"/>
                </a:moveTo>
                <a:lnTo>
                  <a:pt x="0" y="121919"/>
                </a:lnTo>
              </a:path>
              <a:path w="0" h="932179">
                <a:moveTo>
                  <a:pt x="0" y="122554"/>
                </a:moveTo>
                <a:lnTo>
                  <a:pt x="0" y="123825"/>
                </a:lnTo>
              </a:path>
              <a:path w="0" h="932179">
                <a:moveTo>
                  <a:pt x="0" y="124459"/>
                </a:moveTo>
                <a:lnTo>
                  <a:pt x="0" y="125729"/>
                </a:lnTo>
              </a:path>
              <a:path w="0" h="932179">
                <a:moveTo>
                  <a:pt x="0" y="125729"/>
                </a:moveTo>
                <a:lnTo>
                  <a:pt x="0" y="127634"/>
                </a:lnTo>
              </a:path>
              <a:path w="0" h="932179">
                <a:moveTo>
                  <a:pt x="0" y="127634"/>
                </a:moveTo>
                <a:lnTo>
                  <a:pt x="0" y="128904"/>
                </a:lnTo>
              </a:path>
              <a:path w="0" h="932179">
                <a:moveTo>
                  <a:pt x="0" y="129539"/>
                </a:moveTo>
                <a:lnTo>
                  <a:pt x="0" y="130809"/>
                </a:lnTo>
              </a:path>
              <a:path w="0" h="932179">
                <a:moveTo>
                  <a:pt x="0" y="131444"/>
                </a:moveTo>
                <a:lnTo>
                  <a:pt x="0" y="132714"/>
                </a:lnTo>
              </a:path>
              <a:path w="0" h="932179">
                <a:moveTo>
                  <a:pt x="0" y="133350"/>
                </a:moveTo>
                <a:lnTo>
                  <a:pt x="0" y="134619"/>
                </a:lnTo>
              </a:path>
              <a:path w="0" h="932179">
                <a:moveTo>
                  <a:pt x="0" y="134619"/>
                </a:moveTo>
                <a:lnTo>
                  <a:pt x="0" y="136525"/>
                </a:lnTo>
              </a:path>
              <a:path w="0" h="932179">
                <a:moveTo>
                  <a:pt x="0" y="136525"/>
                </a:moveTo>
                <a:lnTo>
                  <a:pt x="0" y="137794"/>
                </a:lnTo>
              </a:path>
              <a:path w="0" h="932179">
                <a:moveTo>
                  <a:pt x="0" y="138429"/>
                </a:moveTo>
                <a:lnTo>
                  <a:pt x="0" y="139700"/>
                </a:lnTo>
              </a:path>
              <a:path w="0" h="932179">
                <a:moveTo>
                  <a:pt x="0" y="140334"/>
                </a:moveTo>
                <a:lnTo>
                  <a:pt x="0" y="141604"/>
                </a:lnTo>
              </a:path>
              <a:path w="0" h="932179">
                <a:moveTo>
                  <a:pt x="0" y="142239"/>
                </a:moveTo>
                <a:lnTo>
                  <a:pt x="0" y="143509"/>
                </a:lnTo>
              </a:path>
              <a:path w="0" h="932179">
                <a:moveTo>
                  <a:pt x="0" y="143509"/>
                </a:moveTo>
                <a:lnTo>
                  <a:pt x="0" y="145414"/>
                </a:lnTo>
              </a:path>
              <a:path w="0" h="932179">
                <a:moveTo>
                  <a:pt x="0" y="145414"/>
                </a:moveTo>
                <a:lnTo>
                  <a:pt x="0" y="146684"/>
                </a:lnTo>
              </a:path>
              <a:path w="0" h="932179">
                <a:moveTo>
                  <a:pt x="0" y="147319"/>
                </a:moveTo>
                <a:lnTo>
                  <a:pt x="0" y="148589"/>
                </a:lnTo>
              </a:path>
              <a:path w="0" h="932179">
                <a:moveTo>
                  <a:pt x="0" y="149225"/>
                </a:moveTo>
                <a:lnTo>
                  <a:pt x="0" y="150494"/>
                </a:lnTo>
              </a:path>
              <a:path w="0" h="932179">
                <a:moveTo>
                  <a:pt x="0" y="151129"/>
                </a:moveTo>
                <a:lnTo>
                  <a:pt x="0" y="152400"/>
                </a:lnTo>
              </a:path>
              <a:path w="0" h="932179">
                <a:moveTo>
                  <a:pt x="0" y="152400"/>
                </a:moveTo>
                <a:lnTo>
                  <a:pt x="0" y="154304"/>
                </a:lnTo>
              </a:path>
              <a:path w="0" h="932179">
                <a:moveTo>
                  <a:pt x="0" y="154304"/>
                </a:moveTo>
                <a:lnTo>
                  <a:pt x="0" y="155575"/>
                </a:lnTo>
              </a:path>
              <a:path w="0" h="932179">
                <a:moveTo>
                  <a:pt x="0" y="156209"/>
                </a:moveTo>
                <a:lnTo>
                  <a:pt x="0" y="157479"/>
                </a:lnTo>
              </a:path>
              <a:path w="0" h="932179">
                <a:moveTo>
                  <a:pt x="0" y="158114"/>
                </a:moveTo>
                <a:lnTo>
                  <a:pt x="0" y="159384"/>
                </a:lnTo>
              </a:path>
              <a:path w="0" h="932179">
                <a:moveTo>
                  <a:pt x="0" y="160019"/>
                </a:moveTo>
                <a:lnTo>
                  <a:pt x="0" y="161289"/>
                </a:lnTo>
              </a:path>
              <a:path w="0" h="932179">
                <a:moveTo>
                  <a:pt x="0" y="161289"/>
                </a:moveTo>
                <a:lnTo>
                  <a:pt x="0" y="163194"/>
                </a:lnTo>
              </a:path>
              <a:path w="0" h="932179">
                <a:moveTo>
                  <a:pt x="0" y="163194"/>
                </a:moveTo>
                <a:lnTo>
                  <a:pt x="0" y="164464"/>
                </a:lnTo>
              </a:path>
              <a:path w="0" h="932179">
                <a:moveTo>
                  <a:pt x="0" y="165100"/>
                </a:moveTo>
                <a:lnTo>
                  <a:pt x="0" y="166369"/>
                </a:lnTo>
              </a:path>
              <a:path w="0" h="932179">
                <a:moveTo>
                  <a:pt x="0" y="167004"/>
                </a:moveTo>
                <a:lnTo>
                  <a:pt x="0" y="168275"/>
                </a:lnTo>
              </a:path>
              <a:path w="0" h="932179">
                <a:moveTo>
                  <a:pt x="0" y="168909"/>
                </a:moveTo>
                <a:lnTo>
                  <a:pt x="0" y="170179"/>
                </a:lnTo>
              </a:path>
              <a:path w="0" h="932179">
                <a:moveTo>
                  <a:pt x="0" y="170179"/>
                </a:moveTo>
                <a:lnTo>
                  <a:pt x="0" y="172084"/>
                </a:lnTo>
              </a:path>
              <a:path w="0" h="932179">
                <a:moveTo>
                  <a:pt x="0" y="172084"/>
                </a:moveTo>
                <a:lnTo>
                  <a:pt x="0" y="173354"/>
                </a:lnTo>
              </a:path>
              <a:path w="0" h="932179">
                <a:moveTo>
                  <a:pt x="0" y="173989"/>
                </a:moveTo>
                <a:lnTo>
                  <a:pt x="0" y="175259"/>
                </a:lnTo>
              </a:path>
              <a:path w="0" h="932179">
                <a:moveTo>
                  <a:pt x="0" y="175894"/>
                </a:moveTo>
                <a:lnTo>
                  <a:pt x="0" y="177164"/>
                </a:lnTo>
              </a:path>
              <a:path w="0" h="932179">
                <a:moveTo>
                  <a:pt x="0" y="177800"/>
                </a:moveTo>
                <a:lnTo>
                  <a:pt x="0" y="179069"/>
                </a:lnTo>
              </a:path>
              <a:path w="0" h="932179">
                <a:moveTo>
                  <a:pt x="0" y="179069"/>
                </a:moveTo>
                <a:lnTo>
                  <a:pt x="0" y="180975"/>
                </a:lnTo>
              </a:path>
              <a:path w="0" h="932179">
                <a:moveTo>
                  <a:pt x="0" y="180975"/>
                </a:moveTo>
                <a:lnTo>
                  <a:pt x="0" y="182244"/>
                </a:lnTo>
              </a:path>
              <a:path w="0" h="932179">
                <a:moveTo>
                  <a:pt x="0" y="182879"/>
                </a:moveTo>
                <a:lnTo>
                  <a:pt x="0" y="184150"/>
                </a:lnTo>
              </a:path>
              <a:path w="0" h="932179">
                <a:moveTo>
                  <a:pt x="0" y="184784"/>
                </a:moveTo>
                <a:lnTo>
                  <a:pt x="0" y="186054"/>
                </a:lnTo>
              </a:path>
              <a:path w="0" h="932179">
                <a:moveTo>
                  <a:pt x="0" y="186689"/>
                </a:moveTo>
                <a:lnTo>
                  <a:pt x="0" y="187959"/>
                </a:lnTo>
              </a:path>
              <a:path w="0" h="932179">
                <a:moveTo>
                  <a:pt x="0" y="187959"/>
                </a:moveTo>
                <a:lnTo>
                  <a:pt x="0" y="189864"/>
                </a:lnTo>
              </a:path>
              <a:path w="0" h="932179">
                <a:moveTo>
                  <a:pt x="0" y="189864"/>
                </a:moveTo>
                <a:lnTo>
                  <a:pt x="0" y="191134"/>
                </a:lnTo>
              </a:path>
              <a:path w="0" h="932179">
                <a:moveTo>
                  <a:pt x="0" y="191769"/>
                </a:moveTo>
                <a:lnTo>
                  <a:pt x="0" y="193039"/>
                </a:lnTo>
              </a:path>
              <a:path w="0" h="932179">
                <a:moveTo>
                  <a:pt x="0" y="193675"/>
                </a:moveTo>
                <a:lnTo>
                  <a:pt x="0" y="194944"/>
                </a:lnTo>
              </a:path>
              <a:path w="0" h="932179">
                <a:moveTo>
                  <a:pt x="0" y="195579"/>
                </a:moveTo>
                <a:lnTo>
                  <a:pt x="0" y="196850"/>
                </a:lnTo>
              </a:path>
              <a:path w="0" h="932179">
                <a:moveTo>
                  <a:pt x="0" y="196850"/>
                </a:moveTo>
                <a:lnTo>
                  <a:pt x="0" y="198754"/>
                </a:lnTo>
              </a:path>
              <a:path w="0" h="932179">
                <a:moveTo>
                  <a:pt x="0" y="198754"/>
                </a:moveTo>
                <a:lnTo>
                  <a:pt x="0" y="200025"/>
                </a:lnTo>
              </a:path>
              <a:path w="0" h="932179">
                <a:moveTo>
                  <a:pt x="0" y="200659"/>
                </a:moveTo>
                <a:lnTo>
                  <a:pt x="0" y="201929"/>
                </a:lnTo>
              </a:path>
              <a:path w="0" h="932179">
                <a:moveTo>
                  <a:pt x="0" y="202564"/>
                </a:moveTo>
                <a:lnTo>
                  <a:pt x="0" y="203834"/>
                </a:lnTo>
              </a:path>
              <a:path w="0" h="932179">
                <a:moveTo>
                  <a:pt x="0" y="204469"/>
                </a:moveTo>
                <a:lnTo>
                  <a:pt x="0" y="205739"/>
                </a:lnTo>
              </a:path>
              <a:path w="0" h="932179">
                <a:moveTo>
                  <a:pt x="0" y="205739"/>
                </a:moveTo>
                <a:lnTo>
                  <a:pt x="0" y="207644"/>
                </a:lnTo>
              </a:path>
              <a:path w="0" h="932179">
                <a:moveTo>
                  <a:pt x="0" y="207644"/>
                </a:moveTo>
                <a:lnTo>
                  <a:pt x="0" y="208914"/>
                </a:lnTo>
              </a:path>
              <a:path w="0" h="932179">
                <a:moveTo>
                  <a:pt x="0" y="209550"/>
                </a:moveTo>
                <a:lnTo>
                  <a:pt x="0" y="210819"/>
                </a:lnTo>
              </a:path>
              <a:path w="0" h="932179">
                <a:moveTo>
                  <a:pt x="0" y="211454"/>
                </a:moveTo>
                <a:lnTo>
                  <a:pt x="0" y="212725"/>
                </a:lnTo>
              </a:path>
              <a:path w="0" h="932179">
                <a:moveTo>
                  <a:pt x="0" y="213359"/>
                </a:moveTo>
                <a:lnTo>
                  <a:pt x="0" y="214629"/>
                </a:lnTo>
              </a:path>
              <a:path w="0" h="932179">
                <a:moveTo>
                  <a:pt x="0" y="214629"/>
                </a:moveTo>
                <a:lnTo>
                  <a:pt x="0" y="216534"/>
                </a:lnTo>
              </a:path>
              <a:path w="0" h="932179">
                <a:moveTo>
                  <a:pt x="0" y="216534"/>
                </a:moveTo>
                <a:lnTo>
                  <a:pt x="0" y="217804"/>
                </a:lnTo>
              </a:path>
              <a:path w="0" h="932179">
                <a:moveTo>
                  <a:pt x="0" y="218439"/>
                </a:moveTo>
                <a:lnTo>
                  <a:pt x="0" y="219709"/>
                </a:lnTo>
              </a:path>
              <a:path w="0" h="932179">
                <a:moveTo>
                  <a:pt x="0" y="220344"/>
                </a:moveTo>
                <a:lnTo>
                  <a:pt x="0" y="221614"/>
                </a:lnTo>
              </a:path>
              <a:path w="0" h="932179">
                <a:moveTo>
                  <a:pt x="0" y="222250"/>
                </a:moveTo>
                <a:lnTo>
                  <a:pt x="0" y="223519"/>
                </a:lnTo>
              </a:path>
              <a:path w="0" h="932179">
                <a:moveTo>
                  <a:pt x="0" y="223519"/>
                </a:moveTo>
                <a:lnTo>
                  <a:pt x="0" y="225425"/>
                </a:lnTo>
              </a:path>
              <a:path w="0" h="932179">
                <a:moveTo>
                  <a:pt x="0" y="225425"/>
                </a:moveTo>
                <a:lnTo>
                  <a:pt x="0" y="226694"/>
                </a:lnTo>
              </a:path>
              <a:path w="0" h="932179">
                <a:moveTo>
                  <a:pt x="0" y="227329"/>
                </a:moveTo>
                <a:lnTo>
                  <a:pt x="0" y="228600"/>
                </a:lnTo>
              </a:path>
              <a:path w="0" h="932179">
                <a:moveTo>
                  <a:pt x="0" y="229234"/>
                </a:moveTo>
                <a:lnTo>
                  <a:pt x="0" y="230504"/>
                </a:lnTo>
              </a:path>
              <a:path w="0" h="932179">
                <a:moveTo>
                  <a:pt x="0" y="231139"/>
                </a:moveTo>
                <a:lnTo>
                  <a:pt x="0" y="232409"/>
                </a:lnTo>
              </a:path>
              <a:path w="0" h="932179">
                <a:moveTo>
                  <a:pt x="0" y="232409"/>
                </a:moveTo>
                <a:lnTo>
                  <a:pt x="0" y="234314"/>
                </a:lnTo>
              </a:path>
              <a:path w="0" h="932179">
                <a:moveTo>
                  <a:pt x="0" y="234314"/>
                </a:moveTo>
                <a:lnTo>
                  <a:pt x="0" y="235584"/>
                </a:lnTo>
              </a:path>
              <a:path w="0" h="932179">
                <a:moveTo>
                  <a:pt x="0" y="236219"/>
                </a:moveTo>
                <a:lnTo>
                  <a:pt x="0" y="237489"/>
                </a:lnTo>
              </a:path>
              <a:path w="0" h="932179">
                <a:moveTo>
                  <a:pt x="0" y="238125"/>
                </a:moveTo>
                <a:lnTo>
                  <a:pt x="0" y="239394"/>
                </a:lnTo>
              </a:path>
              <a:path w="0" h="932179">
                <a:moveTo>
                  <a:pt x="0" y="240029"/>
                </a:moveTo>
                <a:lnTo>
                  <a:pt x="0" y="241300"/>
                </a:lnTo>
              </a:path>
              <a:path w="0" h="932179">
                <a:moveTo>
                  <a:pt x="0" y="241300"/>
                </a:moveTo>
                <a:lnTo>
                  <a:pt x="0" y="243204"/>
                </a:lnTo>
              </a:path>
              <a:path w="0" h="932179">
                <a:moveTo>
                  <a:pt x="0" y="243204"/>
                </a:moveTo>
                <a:lnTo>
                  <a:pt x="0" y="244475"/>
                </a:lnTo>
              </a:path>
              <a:path w="0" h="932179">
                <a:moveTo>
                  <a:pt x="0" y="245109"/>
                </a:moveTo>
                <a:lnTo>
                  <a:pt x="0" y="246379"/>
                </a:lnTo>
              </a:path>
              <a:path w="0" h="932179">
                <a:moveTo>
                  <a:pt x="0" y="247014"/>
                </a:moveTo>
                <a:lnTo>
                  <a:pt x="0" y="248284"/>
                </a:lnTo>
              </a:path>
              <a:path w="0" h="932179">
                <a:moveTo>
                  <a:pt x="0" y="248919"/>
                </a:moveTo>
                <a:lnTo>
                  <a:pt x="0" y="250189"/>
                </a:lnTo>
              </a:path>
              <a:path w="0" h="932179">
                <a:moveTo>
                  <a:pt x="0" y="250189"/>
                </a:moveTo>
                <a:lnTo>
                  <a:pt x="0" y="252094"/>
                </a:lnTo>
              </a:path>
              <a:path w="0" h="932179">
                <a:moveTo>
                  <a:pt x="0" y="252094"/>
                </a:moveTo>
                <a:lnTo>
                  <a:pt x="0" y="253364"/>
                </a:lnTo>
              </a:path>
              <a:path w="0" h="932179">
                <a:moveTo>
                  <a:pt x="0" y="254000"/>
                </a:moveTo>
                <a:lnTo>
                  <a:pt x="0" y="255269"/>
                </a:lnTo>
              </a:path>
              <a:path w="0" h="932179">
                <a:moveTo>
                  <a:pt x="0" y="255904"/>
                </a:moveTo>
                <a:lnTo>
                  <a:pt x="0" y="257175"/>
                </a:lnTo>
              </a:path>
              <a:path w="0" h="932179">
                <a:moveTo>
                  <a:pt x="0" y="257809"/>
                </a:moveTo>
                <a:lnTo>
                  <a:pt x="0" y="259079"/>
                </a:lnTo>
              </a:path>
              <a:path w="0" h="932179">
                <a:moveTo>
                  <a:pt x="0" y="259079"/>
                </a:moveTo>
                <a:lnTo>
                  <a:pt x="0" y="260984"/>
                </a:lnTo>
              </a:path>
              <a:path w="0" h="932179">
                <a:moveTo>
                  <a:pt x="0" y="260984"/>
                </a:moveTo>
                <a:lnTo>
                  <a:pt x="0" y="262254"/>
                </a:lnTo>
              </a:path>
              <a:path w="0" h="932179">
                <a:moveTo>
                  <a:pt x="0" y="262889"/>
                </a:moveTo>
                <a:lnTo>
                  <a:pt x="0" y="264159"/>
                </a:lnTo>
              </a:path>
              <a:path w="0" h="932179">
                <a:moveTo>
                  <a:pt x="0" y="264794"/>
                </a:moveTo>
                <a:lnTo>
                  <a:pt x="0" y="266064"/>
                </a:lnTo>
              </a:path>
              <a:path w="0" h="932179">
                <a:moveTo>
                  <a:pt x="0" y="266700"/>
                </a:moveTo>
                <a:lnTo>
                  <a:pt x="0" y="267969"/>
                </a:lnTo>
              </a:path>
              <a:path w="0" h="932179">
                <a:moveTo>
                  <a:pt x="0" y="267969"/>
                </a:moveTo>
                <a:lnTo>
                  <a:pt x="0" y="269875"/>
                </a:lnTo>
              </a:path>
              <a:path w="0" h="932179">
                <a:moveTo>
                  <a:pt x="0" y="269875"/>
                </a:moveTo>
                <a:lnTo>
                  <a:pt x="0" y="271144"/>
                </a:lnTo>
              </a:path>
              <a:path w="0" h="932179">
                <a:moveTo>
                  <a:pt x="0" y="271779"/>
                </a:moveTo>
                <a:lnTo>
                  <a:pt x="0" y="273050"/>
                </a:lnTo>
              </a:path>
              <a:path w="0" h="932179">
                <a:moveTo>
                  <a:pt x="0" y="273684"/>
                </a:moveTo>
                <a:lnTo>
                  <a:pt x="0" y="274954"/>
                </a:lnTo>
              </a:path>
              <a:path w="0" h="932179">
                <a:moveTo>
                  <a:pt x="0" y="275589"/>
                </a:moveTo>
                <a:lnTo>
                  <a:pt x="0" y="276859"/>
                </a:lnTo>
              </a:path>
              <a:path w="0" h="932179">
                <a:moveTo>
                  <a:pt x="0" y="276859"/>
                </a:moveTo>
                <a:lnTo>
                  <a:pt x="0" y="278764"/>
                </a:lnTo>
              </a:path>
              <a:path w="0" h="932179">
                <a:moveTo>
                  <a:pt x="0" y="278764"/>
                </a:moveTo>
                <a:lnTo>
                  <a:pt x="0" y="280034"/>
                </a:lnTo>
              </a:path>
              <a:path w="0" h="932179">
                <a:moveTo>
                  <a:pt x="0" y="280669"/>
                </a:moveTo>
                <a:lnTo>
                  <a:pt x="0" y="281939"/>
                </a:lnTo>
              </a:path>
              <a:path w="0" h="932179">
                <a:moveTo>
                  <a:pt x="0" y="282575"/>
                </a:moveTo>
                <a:lnTo>
                  <a:pt x="0" y="283844"/>
                </a:lnTo>
              </a:path>
              <a:path w="0" h="932179">
                <a:moveTo>
                  <a:pt x="0" y="284479"/>
                </a:moveTo>
                <a:lnTo>
                  <a:pt x="0" y="285750"/>
                </a:lnTo>
              </a:path>
              <a:path w="0" h="932179">
                <a:moveTo>
                  <a:pt x="0" y="285750"/>
                </a:moveTo>
                <a:lnTo>
                  <a:pt x="0" y="287654"/>
                </a:lnTo>
              </a:path>
              <a:path w="0" h="932179">
                <a:moveTo>
                  <a:pt x="0" y="287654"/>
                </a:moveTo>
                <a:lnTo>
                  <a:pt x="0" y="288925"/>
                </a:lnTo>
              </a:path>
              <a:path w="0" h="932179">
                <a:moveTo>
                  <a:pt x="0" y="289559"/>
                </a:moveTo>
                <a:lnTo>
                  <a:pt x="0" y="290829"/>
                </a:lnTo>
              </a:path>
              <a:path w="0" h="932179">
                <a:moveTo>
                  <a:pt x="0" y="291464"/>
                </a:moveTo>
                <a:lnTo>
                  <a:pt x="0" y="292734"/>
                </a:lnTo>
              </a:path>
              <a:path w="0" h="932179">
                <a:moveTo>
                  <a:pt x="0" y="293369"/>
                </a:moveTo>
                <a:lnTo>
                  <a:pt x="0" y="294639"/>
                </a:lnTo>
              </a:path>
              <a:path w="0" h="932179">
                <a:moveTo>
                  <a:pt x="0" y="294639"/>
                </a:moveTo>
                <a:lnTo>
                  <a:pt x="0" y="296544"/>
                </a:lnTo>
              </a:path>
              <a:path w="0" h="932179">
                <a:moveTo>
                  <a:pt x="0" y="296544"/>
                </a:moveTo>
                <a:lnTo>
                  <a:pt x="0" y="297814"/>
                </a:lnTo>
              </a:path>
              <a:path w="0" h="932179">
                <a:moveTo>
                  <a:pt x="0" y="298450"/>
                </a:moveTo>
                <a:lnTo>
                  <a:pt x="0" y="299719"/>
                </a:lnTo>
              </a:path>
              <a:path w="0" h="932179">
                <a:moveTo>
                  <a:pt x="0" y="300354"/>
                </a:moveTo>
                <a:lnTo>
                  <a:pt x="0" y="301625"/>
                </a:lnTo>
              </a:path>
              <a:path w="0" h="932179">
                <a:moveTo>
                  <a:pt x="0" y="302259"/>
                </a:moveTo>
                <a:lnTo>
                  <a:pt x="0" y="303529"/>
                </a:lnTo>
              </a:path>
              <a:path w="0" h="932179">
                <a:moveTo>
                  <a:pt x="0" y="303529"/>
                </a:moveTo>
                <a:lnTo>
                  <a:pt x="0" y="305434"/>
                </a:lnTo>
              </a:path>
              <a:path w="0" h="932179">
                <a:moveTo>
                  <a:pt x="0" y="305434"/>
                </a:moveTo>
                <a:lnTo>
                  <a:pt x="0" y="306704"/>
                </a:lnTo>
              </a:path>
              <a:path w="0" h="932179">
                <a:moveTo>
                  <a:pt x="0" y="307339"/>
                </a:moveTo>
                <a:lnTo>
                  <a:pt x="0" y="308609"/>
                </a:lnTo>
              </a:path>
              <a:path w="0" h="932179">
                <a:moveTo>
                  <a:pt x="0" y="309244"/>
                </a:moveTo>
                <a:lnTo>
                  <a:pt x="0" y="310514"/>
                </a:lnTo>
              </a:path>
              <a:path w="0" h="932179">
                <a:moveTo>
                  <a:pt x="0" y="311150"/>
                </a:moveTo>
                <a:lnTo>
                  <a:pt x="0" y="312419"/>
                </a:lnTo>
              </a:path>
              <a:path w="0" h="932179">
                <a:moveTo>
                  <a:pt x="0" y="312419"/>
                </a:moveTo>
                <a:lnTo>
                  <a:pt x="0" y="314325"/>
                </a:lnTo>
              </a:path>
              <a:path w="0" h="932179">
                <a:moveTo>
                  <a:pt x="0" y="314325"/>
                </a:moveTo>
                <a:lnTo>
                  <a:pt x="0" y="315594"/>
                </a:lnTo>
              </a:path>
              <a:path w="0" h="932179">
                <a:moveTo>
                  <a:pt x="0" y="316229"/>
                </a:moveTo>
                <a:lnTo>
                  <a:pt x="0" y="317500"/>
                </a:lnTo>
              </a:path>
              <a:path w="0" h="932179">
                <a:moveTo>
                  <a:pt x="0" y="318134"/>
                </a:moveTo>
                <a:lnTo>
                  <a:pt x="0" y="319404"/>
                </a:lnTo>
              </a:path>
              <a:path w="0" h="932179">
                <a:moveTo>
                  <a:pt x="0" y="320039"/>
                </a:moveTo>
                <a:lnTo>
                  <a:pt x="0" y="321309"/>
                </a:lnTo>
              </a:path>
              <a:path w="0" h="932179">
                <a:moveTo>
                  <a:pt x="0" y="321309"/>
                </a:moveTo>
                <a:lnTo>
                  <a:pt x="0" y="323214"/>
                </a:lnTo>
              </a:path>
              <a:path w="0" h="932179">
                <a:moveTo>
                  <a:pt x="0" y="323214"/>
                </a:moveTo>
                <a:lnTo>
                  <a:pt x="0" y="324484"/>
                </a:lnTo>
              </a:path>
              <a:path w="0" h="932179">
                <a:moveTo>
                  <a:pt x="0" y="325119"/>
                </a:moveTo>
                <a:lnTo>
                  <a:pt x="0" y="326389"/>
                </a:lnTo>
              </a:path>
              <a:path w="0" h="932179">
                <a:moveTo>
                  <a:pt x="0" y="327025"/>
                </a:moveTo>
                <a:lnTo>
                  <a:pt x="0" y="328294"/>
                </a:lnTo>
              </a:path>
              <a:path w="0" h="932179">
                <a:moveTo>
                  <a:pt x="0" y="328929"/>
                </a:moveTo>
                <a:lnTo>
                  <a:pt x="0" y="330200"/>
                </a:lnTo>
              </a:path>
              <a:path w="0" h="932179">
                <a:moveTo>
                  <a:pt x="0" y="330200"/>
                </a:moveTo>
                <a:lnTo>
                  <a:pt x="0" y="332104"/>
                </a:lnTo>
              </a:path>
              <a:path w="0" h="932179">
                <a:moveTo>
                  <a:pt x="0" y="332104"/>
                </a:moveTo>
                <a:lnTo>
                  <a:pt x="0" y="333375"/>
                </a:lnTo>
              </a:path>
              <a:path w="0" h="932179">
                <a:moveTo>
                  <a:pt x="0" y="334009"/>
                </a:moveTo>
                <a:lnTo>
                  <a:pt x="0" y="335279"/>
                </a:lnTo>
              </a:path>
              <a:path w="0" h="932179">
                <a:moveTo>
                  <a:pt x="0" y="335914"/>
                </a:moveTo>
                <a:lnTo>
                  <a:pt x="0" y="337184"/>
                </a:lnTo>
              </a:path>
              <a:path w="0" h="932179">
                <a:moveTo>
                  <a:pt x="0" y="337819"/>
                </a:moveTo>
                <a:lnTo>
                  <a:pt x="0" y="339089"/>
                </a:lnTo>
              </a:path>
              <a:path w="0" h="932179">
                <a:moveTo>
                  <a:pt x="0" y="339089"/>
                </a:moveTo>
                <a:lnTo>
                  <a:pt x="0" y="340994"/>
                </a:lnTo>
              </a:path>
              <a:path w="0" h="932179">
                <a:moveTo>
                  <a:pt x="0" y="340994"/>
                </a:moveTo>
                <a:lnTo>
                  <a:pt x="0" y="342264"/>
                </a:lnTo>
              </a:path>
              <a:path w="0" h="932179">
                <a:moveTo>
                  <a:pt x="0" y="342900"/>
                </a:moveTo>
                <a:lnTo>
                  <a:pt x="0" y="344169"/>
                </a:lnTo>
              </a:path>
              <a:path w="0" h="932179">
                <a:moveTo>
                  <a:pt x="0" y="344804"/>
                </a:moveTo>
                <a:lnTo>
                  <a:pt x="0" y="346075"/>
                </a:lnTo>
              </a:path>
              <a:path w="0" h="932179">
                <a:moveTo>
                  <a:pt x="0" y="346709"/>
                </a:moveTo>
                <a:lnTo>
                  <a:pt x="0" y="347979"/>
                </a:lnTo>
              </a:path>
              <a:path w="0" h="932179">
                <a:moveTo>
                  <a:pt x="0" y="347979"/>
                </a:moveTo>
                <a:lnTo>
                  <a:pt x="0" y="349884"/>
                </a:lnTo>
              </a:path>
              <a:path w="0" h="932179">
                <a:moveTo>
                  <a:pt x="0" y="349884"/>
                </a:moveTo>
                <a:lnTo>
                  <a:pt x="0" y="351154"/>
                </a:lnTo>
              </a:path>
              <a:path w="0" h="932179">
                <a:moveTo>
                  <a:pt x="0" y="351789"/>
                </a:moveTo>
                <a:lnTo>
                  <a:pt x="0" y="353059"/>
                </a:lnTo>
              </a:path>
              <a:path w="0" h="932179">
                <a:moveTo>
                  <a:pt x="0" y="353694"/>
                </a:moveTo>
                <a:lnTo>
                  <a:pt x="0" y="354964"/>
                </a:lnTo>
              </a:path>
              <a:path w="0" h="932179">
                <a:moveTo>
                  <a:pt x="0" y="355600"/>
                </a:moveTo>
                <a:lnTo>
                  <a:pt x="0" y="356869"/>
                </a:lnTo>
              </a:path>
              <a:path w="0" h="932179">
                <a:moveTo>
                  <a:pt x="0" y="356869"/>
                </a:moveTo>
                <a:lnTo>
                  <a:pt x="0" y="358775"/>
                </a:lnTo>
              </a:path>
              <a:path w="0" h="932179">
                <a:moveTo>
                  <a:pt x="0" y="358775"/>
                </a:moveTo>
                <a:lnTo>
                  <a:pt x="0" y="360044"/>
                </a:lnTo>
              </a:path>
              <a:path w="0" h="932179">
                <a:moveTo>
                  <a:pt x="0" y="360679"/>
                </a:moveTo>
                <a:lnTo>
                  <a:pt x="0" y="361950"/>
                </a:lnTo>
              </a:path>
              <a:path w="0" h="932179">
                <a:moveTo>
                  <a:pt x="0" y="362584"/>
                </a:moveTo>
                <a:lnTo>
                  <a:pt x="0" y="363854"/>
                </a:lnTo>
              </a:path>
              <a:path w="0" h="932179">
                <a:moveTo>
                  <a:pt x="0" y="364489"/>
                </a:moveTo>
                <a:lnTo>
                  <a:pt x="0" y="365759"/>
                </a:lnTo>
              </a:path>
              <a:path w="0" h="932179">
                <a:moveTo>
                  <a:pt x="0" y="365759"/>
                </a:moveTo>
                <a:lnTo>
                  <a:pt x="0" y="367664"/>
                </a:lnTo>
              </a:path>
              <a:path w="0" h="932179">
                <a:moveTo>
                  <a:pt x="0" y="367664"/>
                </a:moveTo>
                <a:lnTo>
                  <a:pt x="0" y="368934"/>
                </a:lnTo>
              </a:path>
              <a:path w="0" h="932179">
                <a:moveTo>
                  <a:pt x="0" y="369569"/>
                </a:moveTo>
                <a:lnTo>
                  <a:pt x="0" y="370839"/>
                </a:lnTo>
              </a:path>
              <a:path w="0" h="932179">
                <a:moveTo>
                  <a:pt x="0" y="371475"/>
                </a:moveTo>
                <a:lnTo>
                  <a:pt x="0" y="372744"/>
                </a:lnTo>
              </a:path>
              <a:path w="0" h="932179">
                <a:moveTo>
                  <a:pt x="0" y="373379"/>
                </a:moveTo>
                <a:lnTo>
                  <a:pt x="0" y="374650"/>
                </a:lnTo>
              </a:path>
              <a:path w="0" h="932179">
                <a:moveTo>
                  <a:pt x="0" y="374650"/>
                </a:moveTo>
                <a:lnTo>
                  <a:pt x="0" y="376554"/>
                </a:lnTo>
              </a:path>
              <a:path w="0" h="932179">
                <a:moveTo>
                  <a:pt x="0" y="376554"/>
                </a:moveTo>
                <a:lnTo>
                  <a:pt x="0" y="377825"/>
                </a:lnTo>
              </a:path>
              <a:path w="0" h="932179">
                <a:moveTo>
                  <a:pt x="0" y="378459"/>
                </a:moveTo>
                <a:lnTo>
                  <a:pt x="0" y="379729"/>
                </a:lnTo>
              </a:path>
              <a:path w="0" h="932179">
                <a:moveTo>
                  <a:pt x="0" y="380364"/>
                </a:moveTo>
                <a:lnTo>
                  <a:pt x="0" y="381634"/>
                </a:lnTo>
              </a:path>
              <a:path w="0" h="932179">
                <a:moveTo>
                  <a:pt x="0" y="382269"/>
                </a:moveTo>
                <a:lnTo>
                  <a:pt x="0" y="383539"/>
                </a:lnTo>
              </a:path>
              <a:path w="0" h="932179">
                <a:moveTo>
                  <a:pt x="0" y="383539"/>
                </a:moveTo>
                <a:lnTo>
                  <a:pt x="0" y="385444"/>
                </a:lnTo>
              </a:path>
              <a:path w="0" h="932179">
                <a:moveTo>
                  <a:pt x="0" y="385444"/>
                </a:moveTo>
                <a:lnTo>
                  <a:pt x="0" y="386714"/>
                </a:lnTo>
              </a:path>
              <a:path w="0" h="932179">
                <a:moveTo>
                  <a:pt x="0" y="387350"/>
                </a:moveTo>
                <a:lnTo>
                  <a:pt x="0" y="388619"/>
                </a:lnTo>
              </a:path>
              <a:path w="0" h="932179">
                <a:moveTo>
                  <a:pt x="0" y="389254"/>
                </a:moveTo>
                <a:lnTo>
                  <a:pt x="0" y="390525"/>
                </a:lnTo>
              </a:path>
              <a:path w="0" h="932179">
                <a:moveTo>
                  <a:pt x="0" y="391159"/>
                </a:moveTo>
                <a:lnTo>
                  <a:pt x="0" y="392429"/>
                </a:lnTo>
              </a:path>
              <a:path w="0" h="932179">
                <a:moveTo>
                  <a:pt x="0" y="392429"/>
                </a:moveTo>
                <a:lnTo>
                  <a:pt x="0" y="394334"/>
                </a:lnTo>
              </a:path>
              <a:path w="0" h="932179">
                <a:moveTo>
                  <a:pt x="0" y="394334"/>
                </a:moveTo>
                <a:lnTo>
                  <a:pt x="0" y="395604"/>
                </a:lnTo>
              </a:path>
              <a:path w="0" h="932179">
                <a:moveTo>
                  <a:pt x="0" y="396239"/>
                </a:moveTo>
                <a:lnTo>
                  <a:pt x="0" y="397509"/>
                </a:lnTo>
              </a:path>
              <a:path w="0" h="932179">
                <a:moveTo>
                  <a:pt x="0" y="398144"/>
                </a:moveTo>
                <a:lnTo>
                  <a:pt x="0" y="399414"/>
                </a:lnTo>
              </a:path>
              <a:path w="0" h="932179">
                <a:moveTo>
                  <a:pt x="0" y="400050"/>
                </a:moveTo>
                <a:lnTo>
                  <a:pt x="0" y="401319"/>
                </a:lnTo>
              </a:path>
              <a:path w="0" h="932179">
                <a:moveTo>
                  <a:pt x="0" y="401319"/>
                </a:moveTo>
                <a:lnTo>
                  <a:pt x="0" y="403225"/>
                </a:lnTo>
              </a:path>
              <a:path w="0" h="932179">
                <a:moveTo>
                  <a:pt x="0" y="403225"/>
                </a:moveTo>
                <a:lnTo>
                  <a:pt x="0" y="404494"/>
                </a:lnTo>
              </a:path>
              <a:path w="0" h="932179">
                <a:moveTo>
                  <a:pt x="0" y="405129"/>
                </a:moveTo>
                <a:lnTo>
                  <a:pt x="0" y="406400"/>
                </a:lnTo>
              </a:path>
              <a:path w="0" h="932179">
                <a:moveTo>
                  <a:pt x="0" y="407034"/>
                </a:moveTo>
                <a:lnTo>
                  <a:pt x="0" y="408304"/>
                </a:lnTo>
              </a:path>
              <a:path w="0" h="932179">
                <a:moveTo>
                  <a:pt x="0" y="408939"/>
                </a:moveTo>
                <a:lnTo>
                  <a:pt x="0" y="410209"/>
                </a:lnTo>
              </a:path>
              <a:path w="0" h="932179">
                <a:moveTo>
                  <a:pt x="0" y="410209"/>
                </a:moveTo>
                <a:lnTo>
                  <a:pt x="0" y="412114"/>
                </a:lnTo>
              </a:path>
              <a:path w="0" h="932179">
                <a:moveTo>
                  <a:pt x="0" y="412114"/>
                </a:moveTo>
                <a:lnTo>
                  <a:pt x="0" y="413384"/>
                </a:lnTo>
              </a:path>
              <a:path w="0" h="932179">
                <a:moveTo>
                  <a:pt x="0" y="414019"/>
                </a:moveTo>
                <a:lnTo>
                  <a:pt x="0" y="415289"/>
                </a:lnTo>
              </a:path>
              <a:path w="0" h="932179">
                <a:moveTo>
                  <a:pt x="0" y="415925"/>
                </a:moveTo>
                <a:lnTo>
                  <a:pt x="0" y="417194"/>
                </a:lnTo>
              </a:path>
              <a:path w="0" h="932179">
                <a:moveTo>
                  <a:pt x="0" y="417829"/>
                </a:moveTo>
                <a:lnTo>
                  <a:pt x="0" y="419100"/>
                </a:lnTo>
              </a:path>
              <a:path w="0" h="932179">
                <a:moveTo>
                  <a:pt x="0" y="419100"/>
                </a:moveTo>
                <a:lnTo>
                  <a:pt x="0" y="421004"/>
                </a:lnTo>
              </a:path>
              <a:path w="0" h="932179">
                <a:moveTo>
                  <a:pt x="0" y="421004"/>
                </a:moveTo>
                <a:lnTo>
                  <a:pt x="0" y="422275"/>
                </a:lnTo>
              </a:path>
              <a:path w="0" h="932179">
                <a:moveTo>
                  <a:pt x="0" y="422909"/>
                </a:moveTo>
                <a:lnTo>
                  <a:pt x="0" y="424179"/>
                </a:lnTo>
              </a:path>
              <a:path w="0" h="932179">
                <a:moveTo>
                  <a:pt x="0" y="424814"/>
                </a:moveTo>
                <a:lnTo>
                  <a:pt x="0" y="426084"/>
                </a:lnTo>
              </a:path>
              <a:path w="0" h="932179">
                <a:moveTo>
                  <a:pt x="0" y="426719"/>
                </a:moveTo>
                <a:lnTo>
                  <a:pt x="0" y="427989"/>
                </a:lnTo>
              </a:path>
              <a:path w="0" h="932179">
                <a:moveTo>
                  <a:pt x="0" y="427989"/>
                </a:moveTo>
                <a:lnTo>
                  <a:pt x="0" y="429894"/>
                </a:lnTo>
              </a:path>
              <a:path w="0" h="932179">
                <a:moveTo>
                  <a:pt x="0" y="429894"/>
                </a:moveTo>
                <a:lnTo>
                  <a:pt x="0" y="431164"/>
                </a:lnTo>
              </a:path>
              <a:path w="0" h="932179">
                <a:moveTo>
                  <a:pt x="0" y="431800"/>
                </a:moveTo>
                <a:lnTo>
                  <a:pt x="0" y="433069"/>
                </a:lnTo>
              </a:path>
              <a:path w="0" h="932179">
                <a:moveTo>
                  <a:pt x="0" y="433704"/>
                </a:moveTo>
                <a:lnTo>
                  <a:pt x="0" y="434975"/>
                </a:lnTo>
              </a:path>
              <a:path w="0" h="932179">
                <a:moveTo>
                  <a:pt x="0" y="435609"/>
                </a:moveTo>
                <a:lnTo>
                  <a:pt x="0" y="436879"/>
                </a:lnTo>
              </a:path>
              <a:path w="0" h="932179">
                <a:moveTo>
                  <a:pt x="0" y="436879"/>
                </a:moveTo>
                <a:lnTo>
                  <a:pt x="0" y="438784"/>
                </a:lnTo>
              </a:path>
              <a:path w="0" h="932179">
                <a:moveTo>
                  <a:pt x="0" y="438784"/>
                </a:moveTo>
                <a:lnTo>
                  <a:pt x="0" y="440054"/>
                </a:lnTo>
              </a:path>
              <a:path w="0" h="932179">
                <a:moveTo>
                  <a:pt x="0" y="440689"/>
                </a:moveTo>
                <a:lnTo>
                  <a:pt x="0" y="441959"/>
                </a:lnTo>
              </a:path>
              <a:path w="0" h="932179">
                <a:moveTo>
                  <a:pt x="0" y="442594"/>
                </a:moveTo>
                <a:lnTo>
                  <a:pt x="0" y="443864"/>
                </a:lnTo>
              </a:path>
              <a:path w="0" h="932179">
                <a:moveTo>
                  <a:pt x="0" y="444500"/>
                </a:moveTo>
                <a:lnTo>
                  <a:pt x="0" y="445769"/>
                </a:lnTo>
              </a:path>
              <a:path w="0" h="932179">
                <a:moveTo>
                  <a:pt x="0" y="445769"/>
                </a:moveTo>
                <a:lnTo>
                  <a:pt x="0" y="447675"/>
                </a:lnTo>
              </a:path>
              <a:path w="0" h="932179">
                <a:moveTo>
                  <a:pt x="0" y="447675"/>
                </a:moveTo>
                <a:lnTo>
                  <a:pt x="0" y="448944"/>
                </a:lnTo>
              </a:path>
              <a:path w="0" h="932179">
                <a:moveTo>
                  <a:pt x="0" y="449579"/>
                </a:moveTo>
                <a:lnTo>
                  <a:pt x="0" y="450850"/>
                </a:lnTo>
              </a:path>
              <a:path w="0" h="932179">
                <a:moveTo>
                  <a:pt x="0" y="451484"/>
                </a:moveTo>
                <a:lnTo>
                  <a:pt x="0" y="452754"/>
                </a:lnTo>
              </a:path>
              <a:path w="0" h="932179">
                <a:moveTo>
                  <a:pt x="0" y="453389"/>
                </a:moveTo>
                <a:lnTo>
                  <a:pt x="0" y="454659"/>
                </a:lnTo>
              </a:path>
              <a:path w="0" h="932179">
                <a:moveTo>
                  <a:pt x="0" y="454659"/>
                </a:moveTo>
                <a:lnTo>
                  <a:pt x="0" y="456564"/>
                </a:lnTo>
              </a:path>
              <a:path w="0" h="932179">
                <a:moveTo>
                  <a:pt x="0" y="456564"/>
                </a:moveTo>
                <a:lnTo>
                  <a:pt x="0" y="457834"/>
                </a:lnTo>
              </a:path>
              <a:path w="0" h="932179">
                <a:moveTo>
                  <a:pt x="0" y="458469"/>
                </a:moveTo>
                <a:lnTo>
                  <a:pt x="0" y="459739"/>
                </a:lnTo>
              </a:path>
              <a:path w="0" h="932179">
                <a:moveTo>
                  <a:pt x="0" y="460375"/>
                </a:moveTo>
                <a:lnTo>
                  <a:pt x="0" y="461644"/>
                </a:lnTo>
              </a:path>
              <a:path w="0" h="932179">
                <a:moveTo>
                  <a:pt x="0" y="462279"/>
                </a:moveTo>
                <a:lnTo>
                  <a:pt x="0" y="463550"/>
                </a:lnTo>
              </a:path>
              <a:path w="0" h="932179">
                <a:moveTo>
                  <a:pt x="0" y="463550"/>
                </a:moveTo>
                <a:lnTo>
                  <a:pt x="0" y="465454"/>
                </a:lnTo>
              </a:path>
              <a:path w="0" h="932179">
                <a:moveTo>
                  <a:pt x="0" y="465454"/>
                </a:moveTo>
                <a:lnTo>
                  <a:pt x="0" y="466725"/>
                </a:lnTo>
              </a:path>
              <a:path w="0" h="932179">
                <a:moveTo>
                  <a:pt x="0" y="467359"/>
                </a:moveTo>
                <a:lnTo>
                  <a:pt x="0" y="468629"/>
                </a:lnTo>
              </a:path>
              <a:path w="0" h="932179">
                <a:moveTo>
                  <a:pt x="0" y="469264"/>
                </a:moveTo>
                <a:lnTo>
                  <a:pt x="0" y="470534"/>
                </a:lnTo>
              </a:path>
              <a:path w="0" h="932179">
                <a:moveTo>
                  <a:pt x="0" y="471169"/>
                </a:moveTo>
                <a:lnTo>
                  <a:pt x="0" y="472439"/>
                </a:lnTo>
              </a:path>
              <a:path w="0" h="932179">
                <a:moveTo>
                  <a:pt x="0" y="472439"/>
                </a:moveTo>
                <a:lnTo>
                  <a:pt x="0" y="474344"/>
                </a:lnTo>
              </a:path>
              <a:path w="0" h="932179">
                <a:moveTo>
                  <a:pt x="0" y="474344"/>
                </a:moveTo>
                <a:lnTo>
                  <a:pt x="0" y="475614"/>
                </a:lnTo>
              </a:path>
              <a:path w="0" h="932179">
                <a:moveTo>
                  <a:pt x="0" y="476250"/>
                </a:moveTo>
                <a:lnTo>
                  <a:pt x="0" y="477519"/>
                </a:lnTo>
              </a:path>
              <a:path w="0" h="932179">
                <a:moveTo>
                  <a:pt x="0" y="478154"/>
                </a:moveTo>
                <a:lnTo>
                  <a:pt x="0" y="479425"/>
                </a:lnTo>
              </a:path>
              <a:path w="0" h="932179">
                <a:moveTo>
                  <a:pt x="0" y="480059"/>
                </a:moveTo>
                <a:lnTo>
                  <a:pt x="0" y="481329"/>
                </a:lnTo>
              </a:path>
              <a:path w="0" h="932179">
                <a:moveTo>
                  <a:pt x="0" y="481329"/>
                </a:moveTo>
                <a:lnTo>
                  <a:pt x="0" y="483234"/>
                </a:lnTo>
              </a:path>
              <a:path w="0" h="932179">
                <a:moveTo>
                  <a:pt x="0" y="483234"/>
                </a:moveTo>
                <a:lnTo>
                  <a:pt x="0" y="484504"/>
                </a:lnTo>
              </a:path>
              <a:path w="0" h="932179">
                <a:moveTo>
                  <a:pt x="0" y="485139"/>
                </a:moveTo>
                <a:lnTo>
                  <a:pt x="0" y="486409"/>
                </a:lnTo>
              </a:path>
              <a:path w="0" h="932179">
                <a:moveTo>
                  <a:pt x="0" y="487044"/>
                </a:moveTo>
                <a:lnTo>
                  <a:pt x="0" y="488314"/>
                </a:lnTo>
              </a:path>
              <a:path w="0" h="932179">
                <a:moveTo>
                  <a:pt x="0" y="488950"/>
                </a:moveTo>
                <a:lnTo>
                  <a:pt x="0" y="490219"/>
                </a:lnTo>
              </a:path>
              <a:path w="0" h="932179">
                <a:moveTo>
                  <a:pt x="0" y="490219"/>
                </a:moveTo>
                <a:lnTo>
                  <a:pt x="0" y="492125"/>
                </a:lnTo>
              </a:path>
              <a:path w="0" h="932179">
                <a:moveTo>
                  <a:pt x="0" y="492125"/>
                </a:moveTo>
                <a:lnTo>
                  <a:pt x="0" y="493394"/>
                </a:lnTo>
              </a:path>
              <a:path w="0" h="932179">
                <a:moveTo>
                  <a:pt x="0" y="494029"/>
                </a:moveTo>
                <a:lnTo>
                  <a:pt x="0" y="495300"/>
                </a:lnTo>
              </a:path>
              <a:path w="0" h="932179">
                <a:moveTo>
                  <a:pt x="0" y="495934"/>
                </a:moveTo>
                <a:lnTo>
                  <a:pt x="0" y="497204"/>
                </a:lnTo>
              </a:path>
              <a:path w="0" h="932179">
                <a:moveTo>
                  <a:pt x="0" y="497839"/>
                </a:moveTo>
                <a:lnTo>
                  <a:pt x="0" y="499109"/>
                </a:lnTo>
              </a:path>
              <a:path w="0" h="932179">
                <a:moveTo>
                  <a:pt x="0" y="499109"/>
                </a:moveTo>
                <a:lnTo>
                  <a:pt x="0" y="501014"/>
                </a:lnTo>
              </a:path>
              <a:path w="0" h="932179">
                <a:moveTo>
                  <a:pt x="0" y="501014"/>
                </a:moveTo>
                <a:lnTo>
                  <a:pt x="0" y="502284"/>
                </a:lnTo>
              </a:path>
              <a:path w="0" h="932179">
                <a:moveTo>
                  <a:pt x="0" y="502919"/>
                </a:moveTo>
                <a:lnTo>
                  <a:pt x="0" y="504189"/>
                </a:lnTo>
              </a:path>
              <a:path w="0" h="932179">
                <a:moveTo>
                  <a:pt x="0" y="504825"/>
                </a:moveTo>
                <a:lnTo>
                  <a:pt x="0" y="506094"/>
                </a:lnTo>
              </a:path>
              <a:path w="0" h="932179">
                <a:moveTo>
                  <a:pt x="0" y="506729"/>
                </a:moveTo>
                <a:lnTo>
                  <a:pt x="0" y="508000"/>
                </a:lnTo>
              </a:path>
              <a:path w="0" h="932179">
                <a:moveTo>
                  <a:pt x="0" y="508000"/>
                </a:moveTo>
                <a:lnTo>
                  <a:pt x="0" y="509904"/>
                </a:lnTo>
              </a:path>
              <a:path w="0" h="932179">
                <a:moveTo>
                  <a:pt x="0" y="509904"/>
                </a:moveTo>
                <a:lnTo>
                  <a:pt x="0" y="511175"/>
                </a:lnTo>
              </a:path>
              <a:path w="0" h="932179">
                <a:moveTo>
                  <a:pt x="0" y="511809"/>
                </a:moveTo>
                <a:lnTo>
                  <a:pt x="0" y="513079"/>
                </a:lnTo>
              </a:path>
              <a:path w="0" h="932179">
                <a:moveTo>
                  <a:pt x="0" y="513714"/>
                </a:moveTo>
                <a:lnTo>
                  <a:pt x="0" y="514984"/>
                </a:lnTo>
              </a:path>
              <a:path w="0" h="932179">
                <a:moveTo>
                  <a:pt x="0" y="515619"/>
                </a:moveTo>
                <a:lnTo>
                  <a:pt x="0" y="516889"/>
                </a:lnTo>
              </a:path>
              <a:path w="0" h="932179">
                <a:moveTo>
                  <a:pt x="0" y="516889"/>
                </a:moveTo>
                <a:lnTo>
                  <a:pt x="0" y="518794"/>
                </a:lnTo>
              </a:path>
              <a:path w="0" h="932179">
                <a:moveTo>
                  <a:pt x="0" y="518794"/>
                </a:moveTo>
                <a:lnTo>
                  <a:pt x="0" y="520064"/>
                </a:lnTo>
              </a:path>
              <a:path w="0" h="932179">
                <a:moveTo>
                  <a:pt x="0" y="520700"/>
                </a:moveTo>
                <a:lnTo>
                  <a:pt x="0" y="521969"/>
                </a:lnTo>
              </a:path>
              <a:path w="0" h="932179">
                <a:moveTo>
                  <a:pt x="0" y="522604"/>
                </a:moveTo>
                <a:lnTo>
                  <a:pt x="0" y="523875"/>
                </a:lnTo>
              </a:path>
              <a:path w="0" h="932179">
                <a:moveTo>
                  <a:pt x="0" y="524509"/>
                </a:moveTo>
                <a:lnTo>
                  <a:pt x="0" y="525779"/>
                </a:lnTo>
              </a:path>
              <a:path w="0" h="932179">
                <a:moveTo>
                  <a:pt x="0" y="525779"/>
                </a:moveTo>
                <a:lnTo>
                  <a:pt x="0" y="527684"/>
                </a:lnTo>
              </a:path>
              <a:path w="0" h="932179">
                <a:moveTo>
                  <a:pt x="0" y="527684"/>
                </a:moveTo>
                <a:lnTo>
                  <a:pt x="0" y="528954"/>
                </a:lnTo>
              </a:path>
              <a:path w="0" h="932179">
                <a:moveTo>
                  <a:pt x="0" y="529589"/>
                </a:moveTo>
                <a:lnTo>
                  <a:pt x="0" y="530859"/>
                </a:lnTo>
              </a:path>
              <a:path w="0" h="932179">
                <a:moveTo>
                  <a:pt x="0" y="531494"/>
                </a:moveTo>
                <a:lnTo>
                  <a:pt x="0" y="532764"/>
                </a:lnTo>
              </a:path>
              <a:path w="0" h="932179">
                <a:moveTo>
                  <a:pt x="0" y="533400"/>
                </a:moveTo>
                <a:lnTo>
                  <a:pt x="0" y="534669"/>
                </a:lnTo>
              </a:path>
              <a:path w="0" h="932179">
                <a:moveTo>
                  <a:pt x="0" y="534669"/>
                </a:moveTo>
                <a:lnTo>
                  <a:pt x="0" y="536575"/>
                </a:lnTo>
              </a:path>
              <a:path w="0" h="932179">
                <a:moveTo>
                  <a:pt x="0" y="536575"/>
                </a:moveTo>
                <a:lnTo>
                  <a:pt x="0" y="537844"/>
                </a:lnTo>
              </a:path>
              <a:path w="0" h="932179">
                <a:moveTo>
                  <a:pt x="0" y="538479"/>
                </a:moveTo>
                <a:lnTo>
                  <a:pt x="0" y="539750"/>
                </a:lnTo>
              </a:path>
              <a:path w="0" h="932179">
                <a:moveTo>
                  <a:pt x="0" y="540384"/>
                </a:moveTo>
                <a:lnTo>
                  <a:pt x="0" y="541654"/>
                </a:lnTo>
              </a:path>
              <a:path w="0" h="932179">
                <a:moveTo>
                  <a:pt x="0" y="542289"/>
                </a:moveTo>
                <a:lnTo>
                  <a:pt x="0" y="543559"/>
                </a:lnTo>
              </a:path>
              <a:path w="0" h="932179">
                <a:moveTo>
                  <a:pt x="0" y="543559"/>
                </a:moveTo>
                <a:lnTo>
                  <a:pt x="0" y="545464"/>
                </a:lnTo>
              </a:path>
              <a:path w="0" h="932179">
                <a:moveTo>
                  <a:pt x="0" y="545464"/>
                </a:moveTo>
                <a:lnTo>
                  <a:pt x="0" y="546734"/>
                </a:lnTo>
              </a:path>
              <a:path w="0" h="932179">
                <a:moveTo>
                  <a:pt x="0" y="547369"/>
                </a:moveTo>
                <a:lnTo>
                  <a:pt x="0" y="548639"/>
                </a:lnTo>
              </a:path>
              <a:path w="0" h="932179">
                <a:moveTo>
                  <a:pt x="0" y="549275"/>
                </a:moveTo>
                <a:lnTo>
                  <a:pt x="0" y="550544"/>
                </a:lnTo>
              </a:path>
              <a:path w="0" h="932179">
                <a:moveTo>
                  <a:pt x="0" y="551179"/>
                </a:moveTo>
                <a:lnTo>
                  <a:pt x="0" y="552450"/>
                </a:lnTo>
              </a:path>
              <a:path w="0" h="932179">
                <a:moveTo>
                  <a:pt x="0" y="552450"/>
                </a:moveTo>
                <a:lnTo>
                  <a:pt x="0" y="554354"/>
                </a:lnTo>
              </a:path>
              <a:path w="0" h="932179">
                <a:moveTo>
                  <a:pt x="0" y="554354"/>
                </a:moveTo>
                <a:lnTo>
                  <a:pt x="0" y="555625"/>
                </a:lnTo>
              </a:path>
              <a:path w="0" h="932179">
                <a:moveTo>
                  <a:pt x="0" y="556259"/>
                </a:moveTo>
                <a:lnTo>
                  <a:pt x="0" y="557529"/>
                </a:lnTo>
              </a:path>
              <a:path w="0" h="932179">
                <a:moveTo>
                  <a:pt x="0" y="558164"/>
                </a:moveTo>
                <a:lnTo>
                  <a:pt x="0" y="559434"/>
                </a:lnTo>
              </a:path>
              <a:path w="0" h="932179">
                <a:moveTo>
                  <a:pt x="0" y="560069"/>
                </a:moveTo>
                <a:lnTo>
                  <a:pt x="0" y="561339"/>
                </a:lnTo>
              </a:path>
              <a:path w="0" h="932179">
                <a:moveTo>
                  <a:pt x="0" y="561339"/>
                </a:moveTo>
                <a:lnTo>
                  <a:pt x="0" y="563244"/>
                </a:lnTo>
              </a:path>
              <a:path w="0" h="932179">
                <a:moveTo>
                  <a:pt x="0" y="563244"/>
                </a:moveTo>
                <a:lnTo>
                  <a:pt x="0" y="564514"/>
                </a:lnTo>
              </a:path>
              <a:path w="0" h="932179">
                <a:moveTo>
                  <a:pt x="0" y="565150"/>
                </a:moveTo>
                <a:lnTo>
                  <a:pt x="0" y="566419"/>
                </a:lnTo>
              </a:path>
              <a:path w="0" h="932179">
                <a:moveTo>
                  <a:pt x="0" y="567054"/>
                </a:moveTo>
                <a:lnTo>
                  <a:pt x="0" y="568325"/>
                </a:lnTo>
              </a:path>
              <a:path w="0" h="932179">
                <a:moveTo>
                  <a:pt x="0" y="568959"/>
                </a:moveTo>
                <a:lnTo>
                  <a:pt x="0" y="570229"/>
                </a:lnTo>
              </a:path>
              <a:path w="0" h="932179">
                <a:moveTo>
                  <a:pt x="0" y="570229"/>
                </a:moveTo>
                <a:lnTo>
                  <a:pt x="0" y="572134"/>
                </a:lnTo>
              </a:path>
              <a:path w="0" h="932179">
                <a:moveTo>
                  <a:pt x="0" y="572134"/>
                </a:moveTo>
                <a:lnTo>
                  <a:pt x="0" y="573404"/>
                </a:lnTo>
              </a:path>
              <a:path w="0" h="932179">
                <a:moveTo>
                  <a:pt x="0" y="574039"/>
                </a:moveTo>
                <a:lnTo>
                  <a:pt x="0" y="575309"/>
                </a:lnTo>
              </a:path>
              <a:path w="0" h="932179">
                <a:moveTo>
                  <a:pt x="0" y="575944"/>
                </a:moveTo>
                <a:lnTo>
                  <a:pt x="0" y="577214"/>
                </a:lnTo>
              </a:path>
              <a:path w="0" h="932179">
                <a:moveTo>
                  <a:pt x="0" y="577850"/>
                </a:moveTo>
                <a:lnTo>
                  <a:pt x="0" y="579119"/>
                </a:lnTo>
              </a:path>
              <a:path w="0" h="932179">
                <a:moveTo>
                  <a:pt x="0" y="579119"/>
                </a:moveTo>
                <a:lnTo>
                  <a:pt x="0" y="581025"/>
                </a:lnTo>
              </a:path>
              <a:path w="0" h="932179">
                <a:moveTo>
                  <a:pt x="0" y="581025"/>
                </a:moveTo>
                <a:lnTo>
                  <a:pt x="0" y="582294"/>
                </a:lnTo>
              </a:path>
              <a:path w="0" h="932179">
                <a:moveTo>
                  <a:pt x="0" y="582929"/>
                </a:moveTo>
                <a:lnTo>
                  <a:pt x="0" y="584200"/>
                </a:lnTo>
              </a:path>
              <a:path w="0" h="932179">
                <a:moveTo>
                  <a:pt x="0" y="584834"/>
                </a:moveTo>
                <a:lnTo>
                  <a:pt x="0" y="586104"/>
                </a:lnTo>
              </a:path>
              <a:path w="0" h="932179">
                <a:moveTo>
                  <a:pt x="0" y="586739"/>
                </a:moveTo>
                <a:lnTo>
                  <a:pt x="0" y="588009"/>
                </a:lnTo>
              </a:path>
              <a:path w="0" h="932179">
                <a:moveTo>
                  <a:pt x="0" y="588009"/>
                </a:moveTo>
                <a:lnTo>
                  <a:pt x="0" y="589914"/>
                </a:lnTo>
              </a:path>
              <a:path w="0" h="932179">
                <a:moveTo>
                  <a:pt x="0" y="589914"/>
                </a:moveTo>
                <a:lnTo>
                  <a:pt x="0" y="591184"/>
                </a:lnTo>
              </a:path>
              <a:path w="0" h="932179">
                <a:moveTo>
                  <a:pt x="0" y="591819"/>
                </a:moveTo>
                <a:lnTo>
                  <a:pt x="0" y="593089"/>
                </a:lnTo>
              </a:path>
              <a:path w="0" h="932179">
                <a:moveTo>
                  <a:pt x="0" y="593725"/>
                </a:moveTo>
                <a:lnTo>
                  <a:pt x="0" y="594994"/>
                </a:lnTo>
              </a:path>
              <a:path w="0" h="932179">
                <a:moveTo>
                  <a:pt x="0" y="595629"/>
                </a:moveTo>
                <a:lnTo>
                  <a:pt x="0" y="596900"/>
                </a:lnTo>
              </a:path>
              <a:path w="0" h="932179">
                <a:moveTo>
                  <a:pt x="0" y="596900"/>
                </a:moveTo>
                <a:lnTo>
                  <a:pt x="0" y="598804"/>
                </a:lnTo>
              </a:path>
              <a:path w="0" h="932179">
                <a:moveTo>
                  <a:pt x="0" y="598804"/>
                </a:moveTo>
                <a:lnTo>
                  <a:pt x="0" y="600075"/>
                </a:lnTo>
              </a:path>
              <a:path w="0" h="932179">
                <a:moveTo>
                  <a:pt x="0" y="600709"/>
                </a:moveTo>
                <a:lnTo>
                  <a:pt x="0" y="601979"/>
                </a:lnTo>
              </a:path>
              <a:path w="0" h="932179">
                <a:moveTo>
                  <a:pt x="0" y="602614"/>
                </a:moveTo>
                <a:lnTo>
                  <a:pt x="0" y="603884"/>
                </a:lnTo>
              </a:path>
              <a:path w="0" h="932179">
                <a:moveTo>
                  <a:pt x="0" y="604519"/>
                </a:moveTo>
                <a:lnTo>
                  <a:pt x="0" y="605789"/>
                </a:lnTo>
              </a:path>
              <a:path w="0" h="932179">
                <a:moveTo>
                  <a:pt x="0" y="605789"/>
                </a:moveTo>
                <a:lnTo>
                  <a:pt x="0" y="607694"/>
                </a:lnTo>
              </a:path>
              <a:path w="0" h="932179">
                <a:moveTo>
                  <a:pt x="0" y="607694"/>
                </a:moveTo>
                <a:lnTo>
                  <a:pt x="0" y="608964"/>
                </a:lnTo>
              </a:path>
              <a:path w="0" h="932179">
                <a:moveTo>
                  <a:pt x="0" y="609600"/>
                </a:moveTo>
                <a:lnTo>
                  <a:pt x="0" y="610869"/>
                </a:lnTo>
              </a:path>
              <a:path w="0" h="932179">
                <a:moveTo>
                  <a:pt x="0" y="611504"/>
                </a:moveTo>
                <a:lnTo>
                  <a:pt x="0" y="612775"/>
                </a:lnTo>
              </a:path>
              <a:path w="0" h="932179">
                <a:moveTo>
                  <a:pt x="0" y="613409"/>
                </a:moveTo>
                <a:lnTo>
                  <a:pt x="0" y="614679"/>
                </a:lnTo>
              </a:path>
              <a:path w="0" h="932179">
                <a:moveTo>
                  <a:pt x="0" y="614679"/>
                </a:moveTo>
                <a:lnTo>
                  <a:pt x="0" y="616584"/>
                </a:lnTo>
              </a:path>
              <a:path w="0" h="932179">
                <a:moveTo>
                  <a:pt x="0" y="616584"/>
                </a:moveTo>
                <a:lnTo>
                  <a:pt x="0" y="617854"/>
                </a:lnTo>
              </a:path>
              <a:path w="0" h="932179">
                <a:moveTo>
                  <a:pt x="0" y="618489"/>
                </a:moveTo>
                <a:lnTo>
                  <a:pt x="0" y="619759"/>
                </a:lnTo>
              </a:path>
              <a:path w="0" h="932179">
                <a:moveTo>
                  <a:pt x="0" y="620394"/>
                </a:moveTo>
                <a:lnTo>
                  <a:pt x="0" y="621664"/>
                </a:lnTo>
              </a:path>
              <a:path w="0" h="932179">
                <a:moveTo>
                  <a:pt x="0" y="622300"/>
                </a:moveTo>
                <a:lnTo>
                  <a:pt x="0" y="623569"/>
                </a:lnTo>
              </a:path>
              <a:path w="0" h="932179">
                <a:moveTo>
                  <a:pt x="0" y="623569"/>
                </a:moveTo>
                <a:lnTo>
                  <a:pt x="0" y="625475"/>
                </a:lnTo>
              </a:path>
              <a:path w="0" h="932179">
                <a:moveTo>
                  <a:pt x="0" y="625475"/>
                </a:moveTo>
                <a:lnTo>
                  <a:pt x="0" y="626744"/>
                </a:lnTo>
              </a:path>
              <a:path w="0" h="932179">
                <a:moveTo>
                  <a:pt x="0" y="627379"/>
                </a:moveTo>
                <a:lnTo>
                  <a:pt x="0" y="628650"/>
                </a:lnTo>
              </a:path>
              <a:path w="0" h="932179">
                <a:moveTo>
                  <a:pt x="0" y="629284"/>
                </a:moveTo>
                <a:lnTo>
                  <a:pt x="0" y="630554"/>
                </a:lnTo>
              </a:path>
              <a:path w="0" h="932179">
                <a:moveTo>
                  <a:pt x="0" y="631189"/>
                </a:moveTo>
                <a:lnTo>
                  <a:pt x="0" y="632459"/>
                </a:lnTo>
              </a:path>
              <a:path w="0" h="932179">
                <a:moveTo>
                  <a:pt x="0" y="632459"/>
                </a:moveTo>
                <a:lnTo>
                  <a:pt x="0" y="634364"/>
                </a:lnTo>
              </a:path>
              <a:path w="0" h="932179">
                <a:moveTo>
                  <a:pt x="0" y="634364"/>
                </a:moveTo>
                <a:lnTo>
                  <a:pt x="0" y="635634"/>
                </a:lnTo>
              </a:path>
              <a:path w="0" h="932179">
                <a:moveTo>
                  <a:pt x="0" y="636269"/>
                </a:moveTo>
                <a:lnTo>
                  <a:pt x="0" y="637539"/>
                </a:lnTo>
              </a:path>
              <a:path w="0" h="932179">
                <a:moveTo>
                  <a:pt x="0" y="638175"/>
                </a:moveTo>
                <a:lnTo>
                  <a:pt x="0" y="639444"/>
                </a:lnTo>
              </a:path>
              <a:path w="0" h="932179">
                <a:moveTo>
                  <a:pt x="0" y="640079"/>
                </a:moveTo>
                <a:lnTo>
                  <a:pt x="0" y="641350"/>
                </a:lnTo>
              </a:path>
              <a:path w="0" h="932179">
                <a:moveTo>
                  <a:pt x="0" y="641350"/>
                </a:moveTo>
                <a:lnTo>
                  <a:pt x="0" y="643254"/>
                </a:lnTo>
              </a:path>
              <a:path w="0" h="932179">
                <a:moveTo>
                  <a:pt x="0" y="643254"/>
                </a:moveTo>
                <a:lnTo>
                  <a:pt x="0" y="644525"/>
                </a:lnTo>
              </a:path>
              <a:path w="0" h="932179">
                <a:moveTo>
                  <a:pt x="0" y="645159"/>
                </a:moveTo>
                <a:lnTo>
                  <a:pt x="0" y="646429"/>
                </a:lnTo>
              </a:path>
              <a:path w="0" h="932179">
                <a:moveTo>
                  <a:pt x="0" y="647064"/>
                </a:moveTo>
                <a:lnTo>
                  <a:pt x="0" y="648334"/>
                </a:lnTo>
              </a:path>
              <a:path w="0" h="932179">
                <a:moveTo>
                  <a:pt x="0" y="648969"/>
                </a:moveTo>
                <a:lnTo>
                  <a:pt x="0" y="650239"/>
                </a:lnTo>
              </a:path>
              <a:path w="0" h="932179">
                <a:moveTo>
                  <a:pt x="0" y="650239"/>
                </a:moveTo>
                <a:lnTo>
                  <a:pt x="0" y="652144"/>
                </a:lnTo>
              </a:path>
              <a:path w="0" h="932179">
                <a:moveTo>
                  <a:pt x="0" y="652144"/>
                </a:moveTo>
                <a:lnTo>
                  <a:pt x="0" y="653414"/>
                </a:lnTo>
              </a:path>
              <a:path w="0" h="932179">
                <a:moveTo>
                  <a:pt x="0" y="654050"/>
                </a:moveTo>
                <a:lnTo>
                  <a:pt x="0" y="655319"/>
                </a:lnTo>
              </a:path>
              <a:path w="0" h="932179">
                <a:moveTo>
                  <a:pt x="0" y="655954"/>
                </a:moveTo>
                <a:lnTo>
                  <a:pt x="0" y="657225"/>
                </a:lnTo>
              </a:path>
              <a:path w="0" h="932179">
                <a:moveTo>
                  <a:pt x="0" y="657859"/>
                </a:moveTo>
                <a:lnTo>
                  <a:pt x="0" y="659129"/>
                </a:lnTo>
              </a:path>
              <a:path w="0" h="932179">
                <a:moveTo>
                  <a:pt x="0" y="659129"/>
                </a:moveTo>
                <a:lnTo>
                  <a:pt x="0" y="661034"/>
                </a:lnTo>
              </a:path>
              <a:path w="0" h="932179">
                <a:moveTo>
                  <a:pt x="0" y="661034"/>
                </a:moveTo>
                <a:lnTo>
                  <a:pt x="0" y="662304"/>
                </a:lnTo>
              </a:path>
              <a:path w="0" h="932179">
                <a:moveTo>
                  <a:pt x="0" y="662939"/>
                </a:moveTo>
                <a:lnTo>
                  <a:pt x="0" y="664209"/>
                </a:lnTo>
              </a:path>
              <a:path w="0" h="932179">
                <a:moveTo>
                  <a:pt x="0" y="664844"/>
                </a:moveTo>
                <a:lnTo>
                  <a:pt x="0" y="666114"/>
                </a:lnTo>
              </a:path>
              <a:path w="0" h="932179">
                <a:moveTo>
                  <a:pt x="0" y="666750"/>
                </a:moveTo>
                <a:lnTo>
                  <a:pt x="0" y="668019"/>
                </a:lnTo>
              </a:path>
              <a:path w="0" h="932179">
                <a:moveTo>
                  <a:pt x="0" y="668019"/>
                </a:moveTo>
                <a:lnTo>
                  <a:pt x="0" y="669925"/>
                </a:lnTo>
              </a:path>
              <a:path w="0" h="932179">
                <a:moveTo>
                  <a:pt x="0" y="669925"/>
                </a:moveTo>
                <a:lnTo>
                  <a:pt x="0" y="671194"/>
                </a:lnTo>
              </a:path>
              <a:path w="0" h="932179">
                <a:moveTo>
                  <a:pt x="0" y="671829"/>
                </a:moveTo>
                <a:lnTo>
                  <a:pt x="0" y="673100"/>
                </a:lnTo>
              </a:path>
              <a:path w="0" h="932179">
                <a:moveTo>
                  <a:pt x="0" y="673734"/>
                </a:moveTo>
                <a:lnTo>
                  <a:pt x="0" y="675004"/>
                </a:lnTo>
              </a:path>
              <a:path w="0" h="932179">
                <a:moveTo>
                  <a:pt x="0" y="675639"/>
                </a:moveTo>
                <a:lnTo>
                  <a:pt x="0" y="676909"/>
                </a:lnTo>
              </a:path>
              <a:path w="0" h="932179">
                <a:moveTo>
                  <a:pt x="0" y="676909"/>
                </a:moveTo>
                <a:lnTo>
                  <a:pt x="0" y="678814"/>
                </a:lnTo>
              </a:path>
              <a:path w="0" h="932179">
                <a:moveTo>
                  <a:pt x="0" y="678814"/>
                </a:moveTo>
                <a:lnTo>
                  <a:pt x="0" y="680084"/>
                </a:lnTo>
              </a:path>
              <a:path w="0" h="932179">
                <a:moveTo>
                  <a:pt x="0" y="680719"/>
                </a:moveTo>
                <a:lnTo>
                  <a:pt x="0" y="681989"/>
                </a:lnTo>
              </a:path>
              <a:path w="0" h="932179">
                <a:moveTo>
                  <a:pt x="0" y="682625"/>
                </a:moveTo>
                <a:lnTo>
                  <a:pt x="0" y="683894"/>
                </a:lnTo>
              </a:path>
              <a:path w="0" h="932179">
                <a:moveTo>
                  <a:pt x="0" y="684529"/>
                </a:moveTo>
                <a:lnTo>
                  <a:pt x="0" y="685800"/>
                </a:lnTo>
              </a:path>
              <a:path w="0" h="932179">
                <a:moveTo>
                  <a:pt x="0" y="685800"/>
                </a:moveTo>
                <a:lnTo>
                  <a:pt x="0" y="687704"/>
                </a:lnTo>
              </a:path>
              <a:path w="0" h="932179">
                <a:moveTo>
                  <a:pt x="0" y="687704"/>
                </a:moveTo>
                <a:lnTo>
                  <a:pt x="0" y="688975"/>
                </a:lnTo>
              </a:path>
              <a:path w="0" h="932179">
                <a:moveTo>
                  <a:pt x="0" y="689609"/>
                </a:moveTo>
                <a:lnTo>
                  <a:pt x="0" y="690879"/>
                </a:lnTo>
              </a:path>
              <a:path w="0" h="932179">
                <a:moveTo>
                  <a:pt x="0" y="691514"/>
                </a:moveTo>
                <a:lnTo>
                  <a:pt x="0" y="692784"/>
                </a:lnTo>
              </a:path>
              <a:path w="0" h="932179">
                <a:moveTo>
                  <a:pt x="0" y="693419"/>
                </a:moveTo>
                <a:lnTo>
                  <a:pt x="0" y="694689"/>
                </a:lnTo>
              </a:path>
              <a:path w="0" h="932179">
                <a:moveTo>
                  <a:pt x="0" y="694689"/>
                </a:moveTo>
                <a:lnTo>
                  <a:pt x="0" y="696594"/>
                </a:lnTo>
              </a:path>
              <a:path w="0" h="932179">
                <a:moveTo>
                  <a:pt x="0" y="696594"/>
                </a:moveTo>
                <a:lnTo>
                  <a:pt x="0" y="697864"/>
                </a:lnTo>
              </a:path>
              <a:path w="0" h="932179">
                <a:moveTo>
                  <a:pt x="0" y="698500"/>
                </a:moveTo>
                <a:lnTo>
                  <a:pt x="0" y="699769"/>
                </a:lnTo>
              </a:path>
              <a:path w="0" h="932179">
                <a:moveTo>
                  <a:pt x="0" y="700404"/>
                </a:moveTo>
                <a:lnTo>
                  <a:pt x="0" y="701675"/>
                </a:lnTo>
              </a:path>
              <a:path w="0" h="932179">
                <a:moveTo>
                  <a:pt x="0" y="702309"/>
                </a:moveTo>
                <a:lnTo>
                  <a:pt x="0" y="703579"/>
                </a:lnTo>
              </a:path>
              <a:path w="0" h="932179">
                <a:moveTo>
                  <a:pt x="0" y="703579"/>
                </a:moveTo>
                <a:lnTo>
                  <a:pt x="0" y="705484"/>
                </a:lnTo>
              </a:path>
              <a:path w="0" h="932179">
                <a:moveTo>
                  <a:pt x="0" y="705484"/>
                </a:moveTo>
                <a:lnTo>
                  <a:pt x="0" y="706754"/>
                </a:lnTo>
              </a:path>
              <a:path w="0" h="932179">
                <a:moveTo>
                  <a:pt x="0" y="707389"/>
                </a:moveTo>
                <a:lnTo>
                  <a:pt x="0" y="708659"/>
                </a:lnTo>
              </a:path>
              <a:path w="0" h="932179">
                <a:moveTo>
                  <a:pt x="0" y="709294"/>
                </a:moveTo>
                <a:lnTo>
                  <a:pt x="0" y="710564"/>
                </a:lnTo>
              </a:path>
              <a:path w="0" h="932179">
                <a:moveTo>
                  <a:pt x="0" y="711200"/>
                </a:moveTo>
                <a:lnTo>
                  <a:pt x="0" y="712469"/>
                </a:lnTo>
              </a:path>
              <a:path w="0" h="932179">
                <a:moveTo>
                  <a:pt x="0" y="712469"/>
                </a:moveTo>
                <a:lnTo>
                  <a:pt x="0" y="714375"/>
                </a:lnTo>
              </a:path>
              <a:path w="0" h="932179">
                <a:moveTo>
                  <a:pt x="0" y="714375"/>
                </a:moveTo>
                <a:lnTo>
                  <a:pt x="0" y="715644"/>
                </a:lnTo>
              </a:path>
              <a:path w="0" h="932179">
                <a:moveTo>
                  <a:pt x="0" y="716279"/>
                </a:moveTo>
                <a:lnTo>
                  <a:pt x="0" y="717550"/>
                </a:lnTo>
              </a:path>
              <a:path w="0" h="932179">
                <a:moveTo>
                  <a:pt x="0" y="718184"/>
                </a:moveTo>
                <a:lnTo>
                  <a:pt x="0" y="719454"/>
                </a:lnTo>
              </a:path>
              <a:path w="0" h="932179">
                <a:moveTo>
                  <a:pt x="0" y="720089"/>
                </a:moveTo>
                <a:lnTo>
                  <a:pt x="0" y="721359"/>
                </a:lnTo>
              </a:path>
              <a:path w="0" h="932179">
                <a:moveTo>
                  <a:pt x="0" y="721359"/>
                </a:moveTo>
                <a:lnTo>
                  <a:pt x="0" y="723264"/>
                </a:lnTo>
              </a:path>
              <a:path w="0" h="932179">
                <a:moveTo>
                  <a:pt x="0" y="723264"/>
                </a:moveTo>
                <a:lnTo>
                  <a:pt x="0" y="724534"/>
                </a:lnTo>
              </a:path>
              <a:path w="0" h="932179">
                <a:moveTo>
                  <a:pt x="0" y="725169"/>
                </a:moveTo>
                <a:lnTo>
                  <a:pt x="0" y="726439"/>
                </a:lnTo>
              </a:path>
              <a:path w="0" h="932179">
                <a:moveTo>
                  <a:pt x="0" y="727075"/>
                </a:moveTo>
                <a:lnTo>
                  <a:pt x="0" y="728344"/>
                </a:lnTo>
              </a:path>
              <a:path w="0" h="932179">
                <a:moveTo>
                  <a:pt x="0" y="728979"/>
                </a:moveTo>
                <a:lnTo>
                  <a:pt x="0" y="730250"/>
                </a:lnTo>
              </a:path>
              <a:path w="0" h="932179">
                <a:moveTo>
                  <a:pt x="0" y="730250"/>
                </a:moveTo>
                <a:lnTo>
                  <a:pt x="0" y="732154"/>
                </a:lnTo>
              </a:path>
              <a:path w="0" h="932179">
                <a:moveTo>
                  <a:pt x="0" y="732154"/>
                </a:moveTo>
                <a:lnTo>
                  <a:pt x="0" y="733425"/>
                </a:lnTo>
              </a:path>
              <a:path w="0" h="932179">
                <a:moveTo>
                  <a:pt x="0" y="734059"/>
                </a:moveTo>
                <a:lnTo>
                  <a:pt x="0" y="735329"/>
                </a:lnTo>
              </a:path>
              <a:path w="0" h="932179">
                <a:moveTo>
                  <a:pt x="0" y="735964"/>
                </a:moveTo>
                <a:lnTo>
                  <a:pt x="0" y="737234"/>
                </a:lnTo>
              </a:path>
              <a:path w="0" h="932179">
                <a:moveTo>
                  <a:pt x="0" y="737869"/>
                </a:moveTo>
                <a:lnTo>
                  <a:pt x="0" y="739139"/>
                </a:lnTo>
              </a:path>
              <a:path w="0" h="932179">
                <a:moveTo>
                  <a:pt x="0" y="739139"/>
                </a:moveTo>
                <a:lnTo>
                  <a:pt x="0" y="741044"/>
                </a:lnTo>
              </a:path>
              <a:path w="0" h="932179">
                <a:moveTo>
                  <a:pt x="0" y="741044"/>
                </a:moveTo>
                <a:lnTo>
                  <a:pt x="0" y="742314"/>
                </a:lnTo>
              </a:path>
              <a:path w="0" h="932179">
                <a:moveTo>
                  <a:pt x="0" y="742950"/>
                </a:moveTo>
                <a:lnTo>
                  <a:pt x="0" y="744219"/>
                </a:lnTo>
              </a:path>
              <a:path w="0" h="932179">
                <a:moveTo>
                  <a:pt x="0" y="744854"/>
                </a:moveTo>
                <a:lnTo>
                  <a:pt x="0" y="746125"/>
                </a:lnTo>
              </a:path>
              <a:path w="0" h="932179">
                <a:moveTo>
                  <a:pt x="0" y="746759"/>
                </a:moveTo>
                <a:lnTo>
                  <a:pt x="0" y="748029"/>
                </a:lnTo>
              </a:path>
              <a:path w="0" h="932179">
                <a:moveTo>
                  <a:pt x="0" y="748029"/>
                </a:moveTo>
                <a:lnTo>
                  <a:pt x="0" y="749934"/>
                </a:lnTo>
              </a:path>
              <a:path w="0" h="932179">
                <a:moveTo>
                  <a:pt x="0" y="749934"/>
                </a:moveTo>
                <a:lnTo>
                  <a:pt x="0" y="751204"/>
                </a:lnTo>
              </a:path>
              <a:path w="0" h="932179">
                <a:moveTo>
                  <a:pt x="0" y="751839"/>
                </a:moveTo>
                <a:lnTo>
                  <a:pt x="0" y="753109"/>
                </a:lnTo>
              </a:path>
              <a:path w="0" h="932179">
                <a:moveTo>
                  <a:pt x="0" y="753744"/>
                </a:moveTo>
                <a:lnTo>
                  <a:pt x="0" y="755014"/>
                </a:lnTo>
              </a:path>
              <a:path w="0" h="932179">
                <a:moveTo>
                  <a:pt x="0" y="755650"/>
                </a:moveTo>
                <a:lnTo>
                  <a:pt x="0" y="756919"/>
                </a:lnTo>
              </a:path>
              <a:path w="0" h="932179">
                <a:moveTo>
                  <a:pt x="0" y="756919"/>
                </a:moveTo>
                <a:lnTo>
                  <a:pt x="0" y="758825"/>
                </a:lnTo>
              </a:path>
              <a:path w="0" h="932179">
                <a:moveTo>
                  <a:pt x="0" y="758825"/>
                </a:moveTo>
                <a:lnTo>
                  <a:pt x="0" y="760094"/>
                </a:lnTo>
              </a:path>
              <a:path w="0" h="932179">
                <a:moveTo>
                  <a:pt x="0" y="760729"/>
                </a:moveTo>
                <a:lnTo>
                  <a:pt x="0" y="762000"/>
                </a:lnTo>
              </a:path>
              <a:path w="0" h="932179">
                <a:moveTo>
                  <a:pt x="0" y="762634"/>
                </a:moveTo>
                <a:lnTo>
                  <a:pt x="0" y="763904"/>
                </a:lnTo>
              </a:path>
              <a:path w="0" h="932179">
                <a:moveTo>
                  <a:pt x="0" y="764539"/>
                </a:moveTo>
                <a:lnTo>
                  <a:pt x="0" y="765809"/>
                </a:lnTo>
              </a:path>
              <a:path w="0" h="932179">
                <a:moveTo>
                  <a:pt x="0" y="765809"/>
                </a:moveTo>
                <a:lnTo>
                  <a:pt x="0" y="767714"/>
                </a:lnTo>
              </a:path>
              <a:path w="0" h="932179">
                <a:moveTo>
                  <a:pt x="0" y="767714"/>
                </a:moveTo>
                <a:lnTo>
                  <a:pt x="0" y="768984"/>
                </a:lnTo>
              </a:path>
              <a:path w="0" h="932179">
                <a:moveTo>
                  <a:pt x="0" y="769619"/>
                </a:moveTo>
                <a:lnTo>
                  <a:pt x="0" y="770889"/>
                </a:lnTo>
              </a:path>
              <a:path w="0" h="932179">
                <a:moveTo>
                  <a:pt x="0" y="771525"/>
                </a:moveTo>
                <a:lnTo>
                  <a:pt x="0" y="772794"/>
                </a:lnTo>
              </a:path>
              <a:path w="0" h="932179">
                <a:moveTo>
                  <a:pt x="0" y="773429"/>
                </a:moveTo>
                <a:lnTo>
                  <a:pt x="0" y="774700"/>
                </a:lnTo>
              </a:path>
              <a:path w="0" h="932179">
                <a:moveTo>
                  <a:pt x="0" y="774700"/>
                </a:moveTo>
                <a:lnTo>
                  <a:pt x="0" y="776604"/>
                </a:lnTo>
              </a:path>
              <a:path w="0" h="932179">
                <a:moveTo>
                  <a:pt x="0" y="776604"/>
                </a:moveTo>
                <a:lnTo>
                  <a:pt x="0" y="777875"/>
                </a:lnTo>
              </a:path>
              <a:path w="0" h="932179">
                <a:moveTo>
                  <a:pt x="0" y="778509"/>
                </a:moveTo>
                <a:lnTo>
                  <a:pt x="0" y="779779"/>
                </a:lnTo>
              </a:path>
              <a:path w="0" h="932179">
                <a:moveTo>
                  <a:pt x="0" y="780414"/>
                </a:moveTo>
                <a:lnTo>
                  <a:pt x="0" y="781684"/>
                </a:lnTo>
              </a:path>
              <a:path w="0" h="932179">
                <a:moveTo>
                  <a:pt x="0" y="782319"/>
                </a:moveTo>
                <a:lnTo>
                  <a:pt x="0" y="783589"/>
                </a:lnTo>
              </a:path>
              <a:path w="0" h="932179">
                <a:moveTo>
                  <a:pt x="0" y="783589"/>
                </a:moveTo>
                <a:lnTo>
                  <a:pt x="0" y="785494"/>
                </a:lnTo>
              </a:path>
              <a:path w="0" h="932179">
                <a:moveTo>
                  <a:pt x="0" y="785494"/>
                </a:moveTo>
                <a:lnTo>
                  <a:pt x="0" y="786764"/>
                </a:lnTo>
              </a:path>
              <a:path w="0" h="932179">
                <a:moveTo>
                  <a:pt x="0" y="787400"/>
                </a:moveTo>
                <a:lnTo>
                  <a:pt x="0" y="788669"/>
                </a:lnTo>
              </a:path>
              <a:path w="0" h="932179">
                <a:moveTo>
                  <a:pt x="0" y="789304"/>
                </a:moveTo>
                <a:lnTo>
                  <a:pt x="0" y="790575"/>
                </a:lnTo>
              </a:path>
              <a:path w="0" h="932179">
                <a:moveTo>
                  <a:pt x="0" y="791209"/>
                </a:moveTo>
                <a:lnTo>
                  <a:pt x="0" y="792479"/>
                </a:lnTo>
              </a:path>
              <a:path w="0" h="932179">
                <a:moveTo>
                  <a:pt x="0" y="792479"/>
                </a:moveTo>
                <a:lnTo>
                  <a:pt x="0" y="794384"/>
                </a:lnTo>
              </a:path>
              <a:path w="0" h="932179">
                <a:moveTo>
                  <a:pt x="0" y="794384"/>
                </a:moveTo>
                <a:lnTo>
                  <a:pt x="0" y="795654"/>
                </a:lnTo>
              </a:path>
              <a:path w="0" h="932179">
                <a:moveTo>
                  <a:pt x="0" y="796289"/>
                </a:moveTo>
                <a:lnTo>
                  <a:pt x="0" y="797559"/>
                </a:lnTo>
              </a:path>
              <a:path w="0" h="932179">
                <a:moveTo>
                  <a:pt x="0" y="798194"/>
                </a:moveTo>
                <a:lnTo>
                  <a:pt x="0" y="799464"/>
                </a:lnTo>
              </a:path>
              <a:path w="0" h="932179">
                <a:moveTo>
                  <a:pt x="0" y="800100"/>
                </a:moveTo>
                <a:lnTo>
                  <a:pt x="0" y="801369"/>
                </a:lnTo>
              </a:path>
              <a:path w="0" h="932179">
                <a:moveTo>
                  <a:pt x="0" y="801369"/>
                </a:moveTo>
                <a:lnTo>
                  <a:pt x="0" y="803275"/>
                </a:lnTo>
              </a:path>
              <a:path w="0" h="932179">
                <a:moveTo>
                  <a:pt x="0" y="803275"/>
                </a:moveTo>
                <a:lnTo>
                  <a:pt x="0" y="804544"/>
                </a:lnTo>
              </a:path>
              <a:path w="0" h="932179">
                <a:moveTo>
                  <a:pt x="0" y="805179"/>
                </a:moveTo>
                <a:lnTo>
                  <a:pt x="0" y="806450"/>
                </a:lnTo>
              </a:path>
              <a:path w="0" h="932179">
                <a:moveTo>
                  <a:pt x="0" y="807084"/>
                </a:moveTo>
                <a:lnTo>
                  <a:pt x="0" y="808354"/>
                </a:lnTo>
              </a:path>
              <a:path w="0" h="932179">
                <a:moveTo>
                  <a:pt x="0" y="808989"/>
                </a:moveTo>
                <a:lnTo>
                  <a:pt x="0" y="810259"/>
                </a:lnTo>
              </a:path>
              <a:path w="0" h="932179">
                <a:moveTo>
                  <a:pt x="0" y="810259"/>
                </a:moveTo>
                <a:lnTo>
                  <a:pt x="0" y="812164"/>
                </a:lnTo>
              </a:path>
              <a:path w="0" h="932179">
                <a:moveTo>
                  <a:pt x="0" y="812164"/>
                </a:moveTo>
                <a:lnTo>
                  <a:pt x="0" y="813434"/>
                </a:lnTo>
              </a:path>
              <a:path w="0" h="932179">
                <a:moveTo>
                  <a:pt x="0" y="814069"/>
                </a:moveTo>
                <a:lnTo>
                  <a:pt x="0" y="815339"/>
                </a:lnTo>
              </a:path>
              <a:path w="0" h="932179">
                <a:moveTo>
                  <a:pt x="0" y="815975"/>
                </a:moveTo>
                <a:lnTo>
                  <a:pt x="0" y="817244"/>
                </a:lnTo>
              </a:path>
              <a:path w="0" h="932179">
                <a:moveTo>
                  <a:pt x="0" y="817879"/>
                </a:moveTo>
                <a:lnTo>
                  <a:pt x="0" y="819150"/>
                </a:lnTo>
              </a:path>
              <a:path w="0" h="932179">
                <a:moveTo>
                  <a:pt x="0" y="819150"/>
                </a:moveTo>
                <a:lnTo>
                  <a:pt x="0" y="821054"/>
                </a:lnTo>
              </a:path>
              <a:path w="0" h="932179">
                <a:moveTo>
                  <a:pt x="0" y="821054"/>
                </a:moveTo>
                <a:lnTo>
                  <a:pt x="0" y="822325"/>
                </a:lnTo>
              </a:path>
              <a:path w="0" h="932179">
                <a:moveTo>
                  <a:pt x="0" y="822959"/>
                </a:moveTo>
                <a:lnTo>
                  <a:pt x="0" y="824229"/>
                </a:lnTo>
              </a:path>
              <a:path w="0" h="932179">
                <a:moveTo>
                  <a:pt x="0" y="824864"/>
                </a:moveTo>
                <a:lnTo>
                  <a:pt x="0" y="826134"/>
                </a:lnTo>
              </a:path>
              <a:path w="0" h="932179">
                <a:moveTo>
                  <a:pt x="0" y="826769"/>
                </a:moveTo>
                <a:lnTo>
                  <a:pt x="0" y="828039"/>
                </a:lnTo>
              </a:path>
              <a:path w="0" h="932179">
                <a:moveTo>
                  <a:pt x="0" y="828039"/>
                </a:moveTo>
                <a:lnTo>
                  <a:pt x="0" y="829944"/>
                </a:lnTo>
              </a:path>
              <a:path w="0" h="932179">
                <a:moveTo>
                  <a:pt x="0" y="829944"/>
                </a:moveTo>
                <a:lnTo>
                  <a:pt x="0" y="831214"/>
                </a:lnTo>
              </a:path>
              <a:path w="0" h="932179">
                <a:moveTo>
                  <a:pt x="0" y="831850"/>
                </a:moveTo>
                <a:lnTo>
                  <a:pt x="0" y="833119"/>
                </a:lnTo>
              </a:path>
              <a:path w="0" h="932179">
                <a:moveTo>
                  <a:pt x="0" y="833754"/>
                </a:moveTo>
                <a:lnTo>
                  <a:pt x="0" y="835025"/>
                </a:lnTo>
              </a:path>
              <a:path w="0" h="932179">
                <a:moveTo>
                  <a:pt x="0" y="835659"/>
                </a:moveTo>
                <a:lnTo>
                  <a:pt x="0" y="836929"/>
                </a:lnTo>
              </a:path>
              <a:path w="0" h="932179">
                <a:moveTo>
                  <a:pt x="0" y="836929"/>
                </a:moveTo>
                <a:lnTo>
                  <a:pt x="0" y="838834"/>
                </a:lnTo>
              </a:path>
              <a:path w="0" h="932179">
                <a:moveTo>
                  <a:pt x="0" y="838834"/>
                </a:moveTo>
                <a:lnTo>
                  <a:pt x="0" y="840104"/>
                </a:lnTo>
              </a:path>
              <a:path w="0" h="932179">
                <a:moveTo>
                  <a:pt x="0" y="840739"/>
                </a:moveTo>
                <a:lnTo>
                  <a:pt x="0" y="842009"/>
                </a:lnTo>
              </a:path>
              <a:path w="0" h="932179">
                <a:moveTo>
                  <a:pt x="0" y="842644"/>
                </a:moveTo>
                <a:lnTo>
                  <a:pt x="0" y="843914"/>
                </a:lnTo>
              </a:path>
              <a:path w="0" h="932179">
                <a:moveTo>
                  <a:pt x="0" y="844550"/>
                </a:moveTo>
                <a:lnTo>
                  <a:pt x="0" y="845819"/>
                </a:lnTo>
              </a:path>
              <a:path w="0" h="932179">
                <a:moveTo>
                  <a:pt x="0" y="845819"/>
                </a:moveTo>
                <a:lnTo>
                  <a:pt x="0" y="847725"/>
                </a:lnTo>
              </a:path>
              <a:path w="0" h="932179">
                <a:moveTo>
                  <a:pt x="0" y="847725"/>
                </a:moveTo>
                <a:lnTo>
                  <a:pt x="0" y="848994"/>
                </a:lnTo>
              </a:path>
              <a:path w="0" h="932179">
                <a:moveTo>
                  <a:pt x="0" y="849629"/>
                </a:moveTo>
                <a:lnTo>
                  <a:pt x="0" y="850900"/>
                </a:lnTo>
              </a:path>
              <a:path w="0" h="932179">
                <a:moveTo>
                  <a:pt x="0" y="851534"/>
                </a:moveTo>
                <a:lnTo>
                  <a:pt x="0" y="852804"/>
                </a:lnTo>
              </a:path>
              <a:path w="0" h="932179">
                <a:moveTo>
                  <a:pt x="0" y="853439"/>
                </a:moveTo>
                <a:lnTo>
                  <a:pt x="0" y="854709"/>
                </a:lnTo>
              </a:path>
              <a:path w="0" h="932179">
                <a:moveTo>
                  <a:pt x="0" y="854709"/>
                </a:moveTo>
                <a:lnTo>
                  <a:pt x="0" y="856614"/>
                </a:lnTo>
              </a:path>
              <a:path w="0" h="932179">
                <a:moveTo>
                  <a:pt x="0" y="856614"/>
                </a:moveTo>
                <a:lnTo>
                  <a:pt x="0" y="857884"/>
                </a:lnTo>
              </a:path>
              <a:path w="0" h="932179">
                <a:moveTo>
                  <a:pt x="0" y="858519"/>
                </a:moveTo>
                <a:lnTo>
                  <a:pt x="0" y="859789"/>
                </a:lnTo>
              </a:path>
              <a:path w="0" h="932179">
                <a:moveTo>
                  <a:pt x="0" y="860425"/>
                </a:moveTo>
                <a:lnTo>
                  <a:pt x="0" y="861694"/>
                </a:lnTo>
              </a:path>
              <a:path w="0" h="932179">
                <a:moveTo>
                  <a:pt x="0" y="862329"/>
                </a:moveTo>
                <a:lnTo>
                  <a:pt x="0" y="863600"/>
                </a:lnTo>
              </a:path>
              <a:path w="0" h="932179">
                <a:moveTo>
                  <a:pt x="0" y="863600"/>
                </a:moveTo>
                <a:lnTo>
                  <a:pt x="0" y="865504"/>
                </a:lnTo>
              </a:path>
              <a:path w="0" h="932179">
                <a:moveTo>
                  <a:pt x="0" y="865504"/>
                </a:moveTo>
                <a:lnTo>
                  <a:pt x="0" y="866775"/>
                </a:lnTo>
              </a:path>
              <a:path w="0" h="932179">
                <a:moveTo>
                  <a:pt x="0" y="867409"/>
                </a:moveTo>
                <a:lnTo>
                  <a:pt x="0" y="868679"/>
                </a:lnTo>
              </a:path>
              <a:path w="0" h="932179">
                <a:moveTo>
                  <a:pt x="0" y="869314"/>
                </a:moveTo>
                <a:lnTo>
                  <a:pt x="0" y="870584"/>
                </a:lnTo>
              </a:path>
              <a:path w="0" h="932179">
                <a:moveTo>
                  <a:pt x="0" y="871219"/>
                </a:moveTo>
                <a:lnTo>
                  <a:pt x="0" y="872489"/>
                </a:lnTo>
              </a:path>
              <a:path w="0" h="932179">
                <a:moveTo>
                  <a:pt x="0" y="872489"/>
                </a:moveTo>
                <a:lnTo>
                  <a:pt x="0" y="874394"/>
                </a:lnTo>
              </a:path>
              <a:path w="0" h="932179">
                <a:moveTo>
                  <a:pt x="0" y="874394"/>
                </a:moveTo>
                <a:lnTo>
                  <a:pt x="0" y="875664"/>
                </a:lnTo>
              </a:path>
              <a:path w="0" h="932179">
                <a:moveTo>
                  <a:pt x="0" y="876300"/>
                </a:moveTo>
                <a:lnTo>
                  <a:pt x="0" y="877569"/>
                </a:lnTo>
              </a:path>
              <a:path w="0" h="932179">
                <a:moveTo>
                  <a:pt x="0" y="878204"/>
                </a:moveTo>
                <a:lnTo>
                  <a:pt x="0" y="879475"/>
                </a:lnTo>
              </a:path>
              <a:path w="0" h="932179">
                <a:moveTo>
                  <a:pt x="0" y="880109"/>
                </a:moveTo>
                <a:lnTo>
                  <a:pt x="0" y="881379"/>
                </a:lnTo>
              </a:path>
              <a:path w="0" h="932179">
                <a:moveTo>
                  <a:pt x="0" y="881379"/>
                </a:moveTo>
                <a:lnTo>
                  <a:pt x="0" y="883284"/>
                </a:lnTo>
              </a:path>
              <a:path w="0" h="932179">
                <a:moveTo>
                  <a:pt x="0" y="883284"/>
                </a:moveTo>
                <a:lnTo>
                  <a:pt x="0" y="884554"/>
                </a:lnTo>
              </a:path>
              <a:path w="0" h="932179">
                <a:moveTo>
                  <a:pt x="0" y="885189"/>
                </a:moveTo>
                <a:lnTo>
                  <a:pt x="0" y="886459"/>
                </a:lnTo>
              </a:path>
              <a:path w="0" h="932179">
                <a:moveTo>
                  <a:pt x="0" y="887094"/>
                </a:moveTo>
                <a:lnTo>
                  <a:pt x="0" y="888364"/>
                </a:lnTo>
              </a:path>
              <a:path w="0" h="932179">
                <a:moveTo>
                  <a:pt x="0" y="889000"/>
                </a:moveTo>
                <a:lnTo>
                  <a:pt x="0" y="890269"/>
                </a:lnTo>
              </a:path>
              <a:path w="0" h="932179">
                <a:moveTo>
                  <a:pt x="0" y="890269"/>
                </a:moveTo>
                <a:lnTo>
                  <a:pt x="0" y="892175"/>
                </a:lnTo>
              </a:path>
              <a:path w="0" h="932179">
                <a:moveTo>
                  <a:pt x="0" y="892175"/>
                </a:moveTo>
                <a:lnTo>
                  <a:pt x="0" y="893444"/>
                </a:lnTo>
              </a:path>
              <a:path w="0" h="932179">
                <a:moveTo>
                  <a:pt x="0" y="894079"/>
                </a:moveTo>
                <a:lnTo>
                  <a:pt x="0" y="895350"/>
                </a:lnTo>
              </a:path>
              <a:path w="0" h="932179">
                <a:moveTo>
                  <a:pt x="0" y="895984"/>
                </a:moveTo>
                <a:lnTo>
                  <a:pt x="0" y="897254"/>
                </a:lnTo>
              </a:path>
              <a:path w="0" h="932179">
                <a:moveTo>
                  <a:pt x="0" y="897889"/>
                </a:moveTo>
                <a:lnTo>
                  <a:pt x="0" y="899159"/>
                </a:lnTo>
              </a:path>
              <a:path w="0" h="932179">
                <a:moveTo>
                  <a:pt x="0" y="899159"/>
                </a:moveTo>
                <a:lnTo>
                  <a:pt x="0" y="901064"/>
                </a:lnTo>
              </a:path>
              <a:path w="0" h="932179">
                <a:moveTo>
                  <a:pt x="0" y="901064"/>
                </a:moveTo>
                <a:lnTo>
                  <a:pt x="0" y="902334"/>
                </a:lnTo>
              </a:path>
              <a:path w="0" h="932179">
                <a:moveTo>
                  <a:pt x="0" y="902969"/>
                </a:moveTo>
                <a:lnTo>
                  <a:pt x="0" y="904239"/>
                </a:lnTo>
              </a:path>
              <a:path w="0" h="932179">
                <a:moveTo>
                  <a:pt x="0" y="904875"/>
                </a:moveTo>
                <a:lnTo>
                  <a:pt x="0" y="906144"/>
                </a:lnTo>
              </a:path>
              <a:path w="0" h="932179">
                <a:moveTo>
                  <a:pt x="0" y="906779"/>
                </a:moveTo>
                <a:lnTo>
                  <a:pt x="0" y="908050"/>
                </a:lnTo>
              </a:path>
              <a:path w="0" h="932179">
                <a:moveTo>
                  <a:pt x="0" y="908050"/>
                </a:moveTo>
                <a:lnTo>
                  <a:pt x="0" y="909954"/>
                </a:lnTo>
              </a:path>
              <a:path w="0" h="932179">
                <a:moveTo>
                  <a:pt x="0" y="909954"/>
                </a:moveTo>
                <a:lnTo>
                  <a:pt x="0" y="911225"/>
                </a:lnTo>
              </a:path>
              <a:path w="0" h="932179">
                <a:moveTo>
                  <a:pt x="0" y="911859"/>
                </a:moveTo>
                <a:lnTo>
                  <a:pt x="0" y="913129"/>
                </a:lnTo>
              </a:path>
              <a:path w="0" h="932179">
                <a:moveTo>
                  <a:pt x="0" y="913764"/>
                </a:moveTo>
                <a:lnTo>
                  <a:pt x="0" y="915034"/>
                </a:lnTo>
              </a:path>
              <a:path w="0" h="932179">
                <a:moveTo>
                  <a:pt x="0" y="915669"/>
                </a:moveTo>
                <a:lnTo>
                  <a:pt x="0" y="916939"/>
                </a:lnTo>
              </a:path>
              <a:path w="0" h="932179">
                <a:moveTo>
                  <a:pt x="0" y="916939"/>
                </a:moveTo>
                <a:lnTo>
                  <a:pt x="0" y="918844"/>
                </a:lnTo>
              </a:path>
              <a:path w="0" h="932179">
                <a:moveTo>
                  <a:pt x="0" y="918844"/>
                </a:moveTo>
                <a:lnTo>
                  <a:pt x="0" y="920114"/>
                </a:lnTo>
              </a:path>
              <a:path w="0" h="932179">
                <a:moveTo>
                  <a:pt x="0" y="920750"/>
                </a:moveTo>
                <a:lnTo>
                  <a:pt x="0" y="922019"/>
                </a:lnTo>
              </a:path>
              <a:path w="0" h="932179">
                <a:moveTo>
                  <a:pt x="0" y="922654"/>
                </a:moveTo>
                <a:lnTo>
                  <a:pt x="0" y="923925"/>
                </a:lnTo>
              </a:path>
              <a:path w="0" h="932179">
                <a:moveTo>
                  <a:pt x="0" y="924559"/>
                </a:moveTo>
                <a:lnTo>
                  <a:pt x="0" y="925829"/>
                </a:lnTo>
              </a:path>
              <a:path w="0" h="932179">
                <a:moveTo>
                  <a:pt x="0" y="925829"/>
                </a:moveTo>
                <a:lnTo>
                  <a:pt x="0" y="927734"/>
                </a:lnTo>
              </a:path>
              <a:path w="0" h="932179">
                <a:moveTo>
                  <a:pt x="0" y="927734"/>
                </a:moveTo>
                <a:lnTo>
                  <a:pt x="0" y="929004"/>
                </a:lnTo>
              </a:path>
              <a:path w="0" h="932179">
                <a:moveTo>
                  <a:pt x="0" y="929639"/>
                </a:moveTo>
                <a:lnTo>
                  <a:pt x="0" y="930909"/>
                </a:lnTo>
              </a:path>
              <a:path w="0" h="932179">
                <a:moveTo>
                  <a:pt x="0" y="931544"/>
                </a:moveTo>
                <a:lnTo>
                  <a:pt x="0" y="932179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2" name="object 112" descr=""/>
          <p:cNvSpPr/>
          <p:nvPr/>
        </p:nvSpPr>
        <p:spPr>
          <a:xfrm>
            <a:off x="2844164" y="7052957"/>
            <a:ext cx="50800" cy="76200"/>
          </a:xfrm>
          <a:custGeom>
            <a:avLst/>
            <a:gdLst/>
            <a:ahLst/>
            <a:cxnLst/>
            <a:rect l="l" t="t" r="r" b="b"/>
            <a:pathLst>
              <a:path w="50800" h="76200">
                <a:moveTo>
                  <a:pt x="47625" y="10794"/>
                </a:moveTo>
                <a:lnTo>
                  <a:pt x="50800" y="21589"/>
                </a:lnTo>
                <a:lnTo>
                  <a:pt x="50800" y="0"/>
                </a:lnTo>
                <a:lnTo>
                  <a:pt x="47625" y="10794"/>
                </a:lnTo>
                <a:lnTo>
                  <a:pt x="40005" y="3175"/>
                </a:lnTo>
                <a:lnTo>
                  <a:pt x="29845" y="0"/>
                </a:lnTo>
                <a:lnTo>
                  <a:pt x="22860" y="0"/>
                </a:lnTo>
                <a:lnTo>
                  <a:pt x="12700" y="3175"/>
                </a:lnTo>
                <a:lnTo>
                  <a:pt x="6985" y="10794"/>
                </a:lnTo>
                <a:lnTo>
                  <a:pt x="2540" y="18414"/>
                </a:lnTo>
                <a:lnTo>
                  <a:pt x="0" y="29210"/>
                </a:lnTo>
                <a:lnTo>
                  <a:pt x="0" y="46989"/>
                </a:lnTo>
                <a:lnTo>
                  <a:pt x="2540" y="57785"/>
                </a:lnTo>
                <a:lnTo>
                  <a:pt x="6985" y="64135"/>
                </a:lnTo>
                <a:lnTo>
                  <a:pt x="12700" y="71754"/>
                </a:lnTo>
                <a:lnTo>
                  <a:pt x="22860" y="76200"/>
                </a:lnTo>
                <a:lnTo>
                  <a:pt x="29845" y="76200"/>
                </a:lnTo>
                <a:lnTo>
                  <a:pt x="40005" y="71754"/>
                </a:lnTo>
                <a:lnTo>
                  <a:pt x="47625" y="64135"/>
                </a:lnTo>
                <a:lnTo>
                  <a:pt x="50800" y="57785"/>
                </a:lnTo>
              </a:path>
              <a:path w="50800" h="76200">
                <a:moveTo>
                  <a:pt x="22860" y="0"/>
                </a:moveTo>
                <a:lnTo>
                  <a:pt x="17145" y="3175"/>
                </a:lnTo>
                <a:lnTo>
                  <a:pt x="10160" y="10794"/>
                </a:lnTo>
                <a:lnTo>
                  <a:pt x="6985" y="18414"/>
                </a:lnTo>
                <a:lnTo>
                  <a:pt x="2540" y="29210"/>
                </a:lnTo>
                <a:lnTo>
                  <a:pt x="2540" y="46989"/>
                </a:lnTo>
                <a:lnTo>
                  <a:pt x="6985" y="57785"/>
                </a:lnTo>
                <a:lnTo>
                  <a:pt x="10160" y="64135"/>
                </a:lnTo>
                <a:lnTo>
                  <a:pt x="17145" y="71754"/>
                </a:lnTo>
                <a:lnTo>
                  <a:pt x="22860" y="7620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3" name="object 113" descr=""/>
          <p:cNvSpPr/>
          <p:nvPr/>
        </p:nvSpPr>
        <p:spPr>
          <a:xfrm>
            <a:off x="1747520" y="5288927"/>
            <a:ext cx="0" cy="813435"/>
          </a:xfrm>
          <a:custGeom>
            <a:avLst/>
            <a:gdLst/>
            <a:ahLst/>
            <a:cxnLst/>
            <a:rect l="l" t="t" r="r" b="b"/>
            <a:pathLst>
              <a:path w="0" h="813435">
                <a:moveTo>
                  <a:pt x="0" y="0"/>
                </a:moveTo>
                <a:lnTo>
                  <a:pt x="0" y="1270"/>
                </a:lnTo>
              </a:path>
              <a:path w="0" h="813435">
                <a:moveTo>
                  <a:pt x="0" y="1905"/>
                </a:moveTo>
                <a:lnTo>
                  <a:pt x="0" y="3175"/>
                </a:lnTo>
              </a:path>
              <a:path w="0" h="813435">
                <a:moveTo>
                  <a:pt x="0" y="3175"/>
                </a:moveTo>
                <a:lnTo>
                  <a:pt x="0" y="4445"/>
                </a:lnTo>
              </a:path>
              <a:path w="0" h="813435">
                <a:moveTo>
                  <a:pt x="0" y="5080"/>
                </a:moveTo>
                <a:lnTo>
                  <a:pt x="0" y="6350"/>
                </a:lnTo>
              </a:path>
              <a:path w="0" h="813435">
                <a:moveTo>
                  <a:pt x="0" y="6985"/>
                </a:moveTo>
                <a:lnTo>
                  <a:pt x="0" y="8255"/>
                </a:lnTo>
              </a:path>
              <a:path w="0" h="813435">
                <a:moveTo>
                  <a:pt x="0" y="8890"/>
                </a:moveTo>
                <a:lnTo>
                  <a:pt x="0" y="10160"/>
                </a:lnTo>
              </a:path>
              <a:path w="0" h="813435">
                <a:moveTo>
                  <a:pt x="0" y="10795"/>
                </a:moveTo>
                <a:lnTo>
                  <a:pt x="0" y="12065"/>
                </a:lnTo>
              </a:path>
              <a:path w="0" h="813435">
                <a:moveTo>
                  <a:pt x="0" y="12065"/>
                </a:moveTo>
                <a:lnTo>
                  <a:pt x="0" y="13335"/>
                </a:lnTo>
              </a:path>
              <a:path w="0" h="813435">
                <a:moveTo>
                  <a:pt x="0" y="13970"/>
                </a:moveTo>
                <a:lnTo>
                  <a:pt x="0" y="15240"/>
                </a:lnTo>
              </a:path>
              <a:path w="0" h="813435">
                <a:moveTo>
                  <a:pt x="0" y="15875"/>
                </a:moveTo>
                <a:lnTo>
                  <a:pt x="0" y="17145"/>
                </a:lnTo>
              </a:path>
              <a:path w="0" h="813435">
                <a:moveTo>
                  <a:pt x="0" y="17780"/>
                </a:moveTo>
                <a:lnTo>
                  <a:pt x="0" y="19050"/>
                </a:lnTo>
              </a:path>
              <a:path w="0" h="813435">
                <a:moveTo>
                  <a:pt x="0" y="19685"/>
                </a:moveTo>
                <a:lnTo>
                  <a:pt x="0" y="20955"/>
                </a:lnTo>
              </a:path>
              <a:path w="0" h="813435">
                <a:moveTo>
                  <a:pt x="0" y="20955"/>
                </a:moveTo>
                <a:lnTo>
                  <a:pt x="0" y="22225"/>
                </a:lnTo>
              </a:path>
              <a:path w="0" h="813435">
                <a:moveTo>
                  <a:pt x="0" y="22860"/>
                </a:moveTo>
                <a:lnTo>
                  <a:pt x="0" y="24130"/>
                </a:lnTo>
              </a:path>
              <a:path w="0" h="813435">
                <a:moveTo>
                  <a:pt x="0" y="24765"/>
                </a:moveTo>
                <a:lnTo>
                  <a:pt x="0" y="26035"/>
                </a:lnTo>
              </a:path>
              <a:path w="0" h="813435">
                <a:moveTo>
                  <a:pt x="0" y="26670"/>
                </a:moveTo>
                <a:lnTo>
                  <a:pt x="0" y="27940"/>
                </a:lnTo>
              </a:path>
              <a:path w="0" h="813435">
                <a:moveTo>
                  <a:pt x="0" y="28575"/>
                </a:moveTo>
                <a:lnTo>
                  <a:pt x="0" y="29845"/>
                </a:lnTo>
              </a:path>
              <a:path w="0" h="813435">
                <a:moveTo>
                  <a:pt x="0" y="29845"/>
                </a:moveTo>
                <a:lnTo>
                  <a:pt x="0" y="31115"/>
                </a:lnTo>
              </a:path>
              <a:path w="0" h="813435">
                <a:moveTo>
                  <a:pt x="0" y="31750"/>
                </a:moveTo>
                <a:lnTo>
                  <a:pt x="0" y="33020"/>
                </a:lnTo>
              </a:path>
              <a:path w="0" h="813435">
                <a:moveTo>
                  <a:pt x="0" y="33655"/>
                </a:moveTo>
                <a:lnTo>
                  <a:pt x="0" y="34925"/>
                </a:lnTo>
              </a:path>
              <a:path w="0" h="813435">
                <a:moveTo>
                  <a:pt x="0" y="35560"/>
                </a:moveTo>
                <a:lnTo>
                  <a:pt x="0" y="36830"/>
                </a:lnTo>
              </a:path>
              <a:path w="0" h="813435">
                <a:moveTo>
                  <a:pt x="0" y="37465"/>
                </a:moveTo>
                <a:lnTo>
                  <a:pt x="0" y="38735"/>
                </a:lnTo>
              </a:path>
              <a:path w="0" h="813435">
                <a:moveTo>
                  <a:pt x="0" y="38735"/>
                </a:moveTo>
                <a:lnTo>
                  <a:pt x="0" y="40005"/>
                </a:lnTo>
              </a:path>
              <a:path w="0" h="813435">
                <a:moveTo>
                  <a:pt x="0" y="40640"/>
                </a:moveTo>
                <a:lnTo>
                  <a:pt x="0" y="41910"/>
                </a:lnTo>
              </a:path>
              <a:path w="0" h="813435">
                <a:moveTo>
                  <a:pt x="0" y="42545"/>
                </a:moveTo>
                <a:lnTo>
                  <a:pt x="0" y="43815"/>
                </a:lnTo>
              </a:path>
              <a:path w="0" h="813435">
                <a:moveTo>
                  <a:pt x="0" y="44450"/>
                </a:moveTo>
                <a:lnTo>
                  <a:pt x="0" y="45720"/>
                </a:lnTo>
              </a:path>
              <a:path w="0" h="813435">
                <a:moveTo>
                  <a:pt x="0" y="46355"/>
                </a:moveTo>
                <a:lnTo>
                  <a:pt x="0" y="47625"/>
                </a:lnTo>
              </a:path>
              <a:path w="0" h="813435">
                <a:moveTo>
                  <a:pt x="0" y="47625"/>
                </a:moveTo>
                <a:lnTo>
                  <a:pt x="0" y="48895"/>
                </a:lnTo>
              </a:path>
              <a:path w="0" h="813435">
                <a:moveTo>
                  <a:pt x="0" y="49530"/>
                </a:moveTo>
                <a:lnTo>
                  <a:pt x="0" y="50800"/>
                </a:lnTo>
              </a:path>
              <a:path w="0" h="813435">
                <a:moveTo>
                  <a:pt x="0" y="51435"/>
                </a:moveTo>
                <a:lnTo>
                  <a:pt x="0" y="52705"/>
                </a:lnTo>
              </a:path>
              <a:path w="0" h="813435">
                <a:moveTo>
                  <a:pt x="0" y="53340"/>
                </a:moveTo>
                <a:lnTo>
                  <a:pt x="0" y="54610"/>
                </a:lnTo>
              </a:path>
              <a:path w="0" h="813435">
                <a:moveTo>
                  <a:pt x="0" y="55245"/>
                </a:moveTo>
                <a:lnTo>
                  <a:pt x="0" y="56515"/>
                </a:lnTo>
              </a:path>
              <a:path w="0" h="813435">
                <a:moveTo>
                  <a:pt x="0" y="56515"/>
                </a:moveTo>
                <a:lnTo>
                  <a:pt x="0" y="57785"/>
                </a:lnTo>
              </a:path>
              <a:path w="0" h="813435">
                <a:moveTo>
                  <a:pt x="0" y="58420"/>
                </a:moveTo>
                <a:lnTo>
                  <a:pt x="0" y="59690"/>
                </a:lnTo>
              </a:path>
              <a:path w="0" h="813435">
                <a:moveTo>
                  <a:pt x="0" y="60325"/>
                </a:moveTo>
                <a:lnTo>
                  <a:pt x="0" y="61595"/>
                </a:lnTo>
              </a:path>
              <a:path w="0" h="813435">
                <a:moveTo>
                  <a:pt x="0" y="62230"/>
                </a:moveTo>
                <a:lnTo>
                  <a:pt x="0" y="63500"/>
                </a:lnTo>
              </a:path>
              <a:path w="0" h="813435">
                <a:moveTo>
                  <a:pt x="0" y="64135"/>
                </a:moveTo>
                <a:lnTo>
                  <a:pt x="0" y="65405"/>
                </a:lnTo>
              </a:path>
              <a:path w="0" h="813435">
                <a:moveTo>
                  <a:pt x="0" y="65405"/>
                </a:moveTo>
                <a:lnTo>
                  <a:pt x="0" y="66675"/>
                </a:lnTo>
              </a:path>
              <a:path w="0" h="813435">
                <a:moveTo>
                  <a:pt x="0" y="67310"/>
                </a:moveTo>
                <a:lnTo>
                  <a:pt x="0" y="68580"/>
                </a:lnTo>
              </a:path>
              <a:path w="0" h="813435">
                <a:moveTo>
                  <a:pt x="0" y="69215"/>
                </a:moveTo>
                <a:lnTo>
                  <a:pt x="0" y="70485"/>
                </a:lnTo>
              </a:path>
              <a:path w="0" h="813435">
                <a:moveTo>
                  <a:pt x="0" y="71120"/>
                </a:moveTo>
                <a:lnTo>
                  <a:pt x="0" y="72390"/>
                </a:lnTo>
              </a:path>
              <a:path w="0" h="813435">
                <a:moveTo>
                  <a:pt x="0" y="73025"/>
                </a:moveTo>
                <a:lnTo>
                  <a:pt x="0" y="74295"/>
                </a:lnTo>
              </a:path>
              <a:path w="0" h="813435">
                <a:moveTo>
                  <a:pt x="0" y="74295"/>
                </a:moveTo>
                <a:lnTo>
                  <a:pt x="0" y="75565"/>
                </a:lnTo>
              </a:path>
              <a:path w="0" h="813435">
                <a:moveTo>
                  <a:pt x="0" y="76200"/>
                </a:moveTo>
                <a:lnTo>
                  <a:pt x="0" y="77470"/>
                </a:lnTo>
              </a:path>
              <a:path w="0" h="813435">
                <a:moveTo>
                  <a:pt x="0" y="78105"/>
                </a:moveTo>
                <a:lnTo>
                  <a:pt x="0" y="79375"/>
                </a:lnTo>
              </a:path>
              <a:path w="0" h="813435">
                <a:moveTo>
                  <a:pt x="0" y="80010"/>
                </a:moveTo>
                <a:lnTo>
                  <a:pt x="0" y="81280"/>
                </a:lnTo>
              </a:path>
              <a:path w="0" h="813435">
                <a:moveTo>
                  <a:pt x="0" y="81915"/>
                </a:moveTo>
                <a:lnTo>
                  <a:pt x="0" y="83185"/>
                </a:lnTo>
              </a:path>
              <a:path w="0" h="813435">
                <a:moveTo>
                  <a:pt x="0" y="83185"/>
                </a:moveTo>
                <a:lnTo>
                  <a:pt x="0" y="84455"/>
                </a:lnTo>
              </a:path>
              <a:path w="0" h="813435">
                <a:moveTo>
                  <a:pt x="0" y="85090"/>
                </a:moveTo>
                <a:lnTo>
                  <a:pt x="0" y="86360"/>
                </a:lnTo>
              </a:path>
              <a:path w="0" h="813435">
                <a:moveTo>
                  <a:pt x="0" y="86995"/>
                </a:moveTo>
                <a:lnTo>
                  <a:pt x="0" y="88265"/>
                </a:lnTo>
              </a:path>
              <a:path w="0" h="813435">
                <a:moveTo>
                  <a:pt x="0" y="88900"/>
                </a:moveTo>
                <a:lnTo>
                  <a:pt x="0" y="90170"/>
                </a:lnTo>
              </a:path>
              <a:path w="0" h="813435">
                <a:moveTo>
                  <a:pt x="0" y="90805"/>
                </a:moveTo>
                <a:lnTo>
                  <a:pt x="0" y="92075"/>
                </a:lnTo>
              </a:path>
              <a:path w="0" h="813435">
                <a:moveTo>
                  <a:pt x="0" y="92075"/>
                </a:moveTo>
                <a:lnTo>
                  <a:pt x="0" y="93345"/>
                </a:lnTo>
              </a:path>
              <a:path w="0" h="813435">
                <a:moveTo>
                  <a:pt x="0" y="93980"/>
                </a:moveTo>
                <a:lnTo>
                  <a:pt x="0" y="95250"/>
                </a:lnTo>
              </a:path>
              <a:path w="0" h="813435">
                <a:moveTo>
                  <a:pt x="0" y="95885"/>
                </a:moveTo>
                <a:lnTo>
                  <a:pt x="0" y="97155"/>
                </a:lnTo>
              </a:path>
              <a:path w="0" h="813435">
                <a:moveTo>
                  <a:pt x="0" y="97790"/>
                </a:moveTo>
                <a:lnTo>
                  <a:pt x="0" y="99060"/>
                </a:lnTo>
              </a:path>
              <a:path w="0" h="813435">
                <a:moveTo>
                  <a:pt x="0" y="99695"/>
                </a:moveTo>
                <a:lnTo>
                  <a:pt x="0" y="100965"/>
                </a:lnTo>
              </a:path>
              <a:path w="0" h="813435">
                <a:moveTo>
                  <a:pt x="0" y="100965"/>
                </a:moveTo>
                <a:lnTo>
                  <a:pt x="0" y="102235"/>
                </a:lnTo>
              </a:path>
              <a:path w="0" h="813435">
                <a:moveTo>
                  <a:pt x="0" y="102870"/>
                </a:moveTo>
                <a:lnTo>
                  <a:pt x="0" y="104140"/>
                </a:lnTo>
              </a:path>
              <a:path w="0" h="813435">
                <a:moveTo>
                  <a:pt x="0" y="104775"/>
                </a:moveTo>
                <a:lnTo>
                  <a:pt x="0" y="106045"/>
                </a:lnTo>
              </a:path>
              <a:path w="0" h="813435">
                <a:moveTo>
                  <a:pt x="0" y="106680"/>
                </a:moveTo>
                <a:lnTo>
                  <a:pt x="0" y="107950"/>
                </a:lnTo>
              </a:path>
              <a:path w="0" h="813435">
                <a:moveTo>
                  <a:pt x="0" y="108585"/>
                </a:moveTo>
                <a:lnTo>
                  <a:pt x="0" y="109855"/>
                </a:lnTo>
              </a:path>
              <a:path w="0" h="813435">
                <a:moveTo>
                  <a:pt x="0" y="109855"/>
                </a:moveTo>
                <a:lnTo>
                  <a:pt x="0" y="111125"/>
                </a:lnTo>
              </a:path>
              <a:path w="0" h="813435">
                <a:moveTo>
                  <a:pt x="0" y="111760"/>
                </a:moveTo>
                <a:lnTo>
                  <a:pt x="0" y="113030"/>
                </a:lnTo>
              </a:path>
              <a:path w="0" h="813435">
                <a:moveTo>
                  <a:pt x="0" y="113665"/>
                </a:moveTo>
                <a:lnTo>
                  <a:pt x="0" y="114935"/>
                </a:lnTo>
              </a:path>
              <a:path w="0" h="813435">
                <a:moveTo>
                  <a:pt x="0" y="115570"/>
                </a:moveTo>
                <a:lnTo>
                  <a:pt x="0" y="116840"/>
                </a:lnTo>
              </a:path>
              <a:path w="0" h="813435">
                <a:moveTo>
                  <a:pt x="0" y="117475"/>
                </a:moveTo>
                <a:lnTo>
                  <a:pt x="0" y="118745"/>
                </a:lnTo>
              </a:path>
              <a:path w="0" h="813435">
                <a:moveTo>
                  <a:pt x="0" y="118745"/>
                </a:moveTo>
                <a:lnTo>
                  <a:pt x="0" y="120015"/>
                </a:lnTo>
              </a:path>
              <a:path w="0" h="813435">
                <a:moveTo>
                  <a:pt x="0" y="120650"/>
                </a:moveTo>
                <a:lnTo>
                  <a:pt x="0" y="121920"/>
                </a:lnTo>
              </a:path>
              <a:path w="0" h="813435">
                <a:moveTo>
                  <a:pt x="0" y="122555"/>
                </a:moveTo>
                <a:lnTo>
                  <a:pt x="0" y="123825"/>
                </a:lnTo>
              </a:path>
              <a:path w="0" h="813435">
                <a:moveTo>
                  <a:pt x="0" y="124460"/>
                </a:moveTo>
                <a:lnTo>
                  <a:pt x="0" y="125730"/>
                </a:lnTo>
              </a:path>
              <a:path w="0" h="813435">
                <a:moveTo>
                  <a:pt x="0" y="126365"/>
                </a:moveTo>
                <a:lnTo>
                  <a:pt x="0" y="127635"/>
                </a:lnTo>
              </a:path>
              <a:path w="0" h="813435">
                <a:moveTo>
                  <a:pt x="0" y="127635"/>
                </a:moveTo>
                <a:lnTo>
                  <a:pt x="0" y="128905"/>
                </a:lnTo>
              </a:path>
              <a:path w="0" h="813435">
                <a:moveTo>
                  <a:pt x="0" y="129540"/>
                </a:moveTo>
                <a:lnTo>
                  <a:pt x="0" y="130810"/>
                </a:lnTo>
              </a:path>
              <a:path w="0" h="813435">
                <a:moveTo>
                  <a:pt x="0" y="131445"/>
                </a:moveTo>
                <a:lnTo>
                  <a:pt x="0" y="132715"/>
                </a:lnTo>
              </a:path>
              <a:path w="0" h="813435">
                <a:moveTo>
                  <a:pt x="0" y="133350"/>
                </a:moveTo>
                <a:lnTo>
                  <a:pt x="0" y="134620"/>
                </a:lnTo>
              </a:path>
              <a:path w="0" h="813435">
                <a:moveTo>
                  <a:pt x="0" y="135255"/>
                </a:moveTo>
                <a:lnTo>
                  <a:pt x="0" y="136525"/>
                </a:lnTo>
              </a:path>
              <a:path w="0" h="813435">
                <a:moveTo>
                  <a:pt x="0" y="136525"/>
                </a:moveTo>
                <a:lnTo>
                  <a:pt x="0" y="137795"/>
                </a:lnTo>
              </a:path>
              <a:path w="0" h="813435">
                <a:moveTo>
                  <a:pt x="0" y="138430"/>
                </a:moveTo>
                <a:lnTo>
                  <a:pt x="0" y="139700"/>
                </a:lnTo>
              </a:path>
              <a:path w="0" h="813435">
                <a:moveTo>
                  <a:pt x="0" y="140335"/>
                </a:moveTo>
                <a:lnTo>
                  <a:pt x="0" y="141605"/>
                </a:lnTo>
              </a:path>
              <a:path w="0" h="813435">
                <a:moveTo>
                  <a:pt x="0" y="142240"/>
                </a:moveTo>
                <a:lnTo>
                  <a:pt x="0" y="143510"/>
                </a:lnTo>
              </a:path>
              <a:path w="0" h="813435">
                <a:moveTo>
                  <a:pt x="0" y="144145"/>
                </a:moveTo>
                <a:lnTo>
                  <a:pt x="0" y="145415"/>
                </a:lnTo>
              </a:path>
              <a:path w="0" h="813435">
                <a:moveTo>
                  <a:pt x="0" y="145415"/>
                </a:moveTo>
                <a:lnTo>
                  <a:pt x="0" y="146685"/>
                </a:lnTo>
              </a:path>
              <a:path w="0" h="813435">
                <a:moveTo>
                  <a:pt x="0" y="147320"/>
                </a:moveTo>
                <a:lnTo>
                  <a:pt x="0" y="148590"/>
                </a:lnTo>
              </a:path>
              <a:path w="0" h="813435">
                <a:moveTo>
                  <a:pt x="0" y="149225"/>
                </a:moveTo>
                <a:lnTo>
                  <a:pt x="0" y="150495"/>
                </a:lnTo>
              </a:path>
              <a:path w="0" h="813435">
                <a:moveTo>
                  <a:pt x="0" y="151130"/>
                </a:moveTo>
                <a:lnTo>
                  <a:pt x="0" y="152400"/>
                </a:lnTo>
              </a:path>
              <a:path w="0" h="813435">
                <a:moveTo>
                  <a:pt x="0" y="153035"/>
                </a:moveTo>
                <a:lnTo>
                  <a:pt x="0" y="154305"/>
                </a:lnTo>
              </a:path>
              <a:path w="0" h="813435">
                <a:moveTo>
                  <a:pt x="0" y="154305"/>
                </a:moveTo>
                <a:lnTo>
                  <a:pt x="0" y="155575"/>
                </a:lnTo>
              </a:path>
              <a:path w="0" h="813435">
                <a:moveTo>
                  <a:pt x="0" y="156210"/>
                </a:moveTo>
                <a:lnTo>
                  <a:pt x="0" y="157480"/>
                </a:lnTo>
              </a:path>
              <a:path w="0" h="813435">
                <a:moveTo>
                  <a:pt x="0" y="158115"/>
                </a:moveTo>
                <a:lnTo>
                  <a:pt x="0" y="159385"/>
                </a:lnTo>
              </a:path>
              <a:path w="0" h="813435">
                <a:moveTo>
                  <a:pt x="0" y="160020"/>
                </a:moveTo>
                <a:lnTo>
                  <a:pt x="0" y="161290"/>
                </a:lnTo>
              </a:path>
              <a:path w="0" h="813435">
                <a:moveTo>
                  <a:pt x="0" y="161925"/>
                </a:moveTo>
                <a:lnTo>
                  <a:pt x="0" y="163195"/>
                </a:lnTo>
              </a:path>
              <a:path w="0" h="813435">
                <a:moveTo>
                  <a:pt x="0" y="163195"/>
                </a:moveTo>
                <a:lnTo>
                  <a:pt x="0" y="164465"/>
                </a:lnTo>
              </a:path>
              <a:path w="0" h="813435">
                <a:moveTo>
                  <a:pt x="0" y="165100"/>
                </a:moveTo>
                <a:lnTo>
                  <a:pt x="0" y="166370"/>
                </a:lnTo>
              </a:path>
              <a:path w="0" h="813435">
                <a:moveTo>
                  <a:pt x="0" y="167005"/>
                </a:moveTo>
                <a:lnTo>
                  <a:pt x="0" y="168275"/>
                </a:lnTo>
              </a:path>
              <a:path w="0" h="813435">
                <a:moveTo>
                  <a:pt x="0" y="168910"/>
                </a:moveTo>
                <a:lnTo>
                  <a:pt x="0" y="170180"/>
                </a:lnTo>
              </a:path>
              <a:path w="0" h="813435">
                <a:moveTo>
                  <a:pt x="0" y="170815"/>
                </a:moveTo>
                <a:lnTo>
                  <a:pt x="0" y="172085"/>
                </a:lnTo>
              </a:path>
              <a:path w="0" h="813435">
                <a:moveTo>
                  <a:pt x="0" y="172085"/>
                </a:moveTo>
                <a:lnTo>
                  <a:pt x="0" y="173355"/>
                </a:lnTo>
              </a:path>
              <a:path w="0" h="813435">
                <a:moveTo>
                  <a:pt x="0" y="173990"/>
                </a:moveTo>
                <a:lnTo>
                  <a:pt x="0" y="175260"/>
                </a:lnTo>
              </a:path>
              <a:path w="0" h="813435">
                <a:moveTo>
                  <a:pt x="0" y="175895"/>
                </a:moveTo>
                <a:lnTo>
                  <a:pt x="0" y="177165"/>
                </a:lnTo>
              </a:path>
              <a:path w="0" h="813435">
                <a:moveTo>
                  <a:pt x="0" y="177800"/>
                </a:moveTo>
                <a:lnTo>
                  <a:pt x="0" y="179070"/>
                </a:lnTo>
              </a:path>
              <a:path w="0" h="813435">
                <a:moveTo>
                  <a:pt x="0" y="179705"/>
                </a:moveTo>
                <a:lnTo>
                  <a:pt x="0" y="180975"/>
                </a:lnTo>
              </a:path>
              <a:path w="0" h="813435">
                <a:moveTo>
                  <a:pt x="0" y="180975"/>
                </a:moveTo>
                <a:lnTo>
                  <a:pt x="0" y="182245"/>
                </a:lnTo>
              </a:path>
              <a:path w="0" h="813435">
                <a:moveTo>
                  <a:pt x="0" y="182880"/>
                </a:moveTo>
                <a:lnTo>
                  <a:pt x="0" y="184150"/>
                </a:lnTo>
              </a:path>
              <a:path w="0" h="813435">
                <a:moveTo>
                  <a:pt x="0" y="184785"/>
                </a:moveTo>
                <a:lnTo>
                  <a:pt x="0" y="186055"/>
                </a:lnTo>
              </a:path>
              <a:path w="0" h="813435">
                <a:moveTo>
                  <a:pt x="0" y="186690"/>
                </a:moveTo>
                <a:lnTo>
                  <a:pt x="0" y="187960"/>
                </a:lnTo>
              </a:path>
              <a:path w="0" h="813435">
                <a:moveTo>
                  <a:pt x="0" y="188595"/>
                </a:moveTo>
                <a:lnTo>
                  <a:pt x="0" y="189865"/>
                </a:lnTo>
              </a:path>
              <a:path w="0" h="813435">
                <a:moveTo>
                  <a:pt x="0" y="189865"/>
                </a:moveTo>
                <a:lnTo>
                  <a:pt x="0" y="191135"/>
                </a:lnTo>
              </a:path>
              <a:path w="0" h="813435">
                <a:moveTo>
                  <a:pt x="0" y="191770"/>
                </a:moveTo>
                <a:lnTo>
                  <a:pt x="0" y="193040"/>
                </a:lnTo>
              </a:path>
              <a:path w="0" h="813435">
                <a:moveTo>
                  <a:pt x="0" y="193675"/>
                </a:moveTo>
                <a:lnTo>
                  <a:pt x="0" y="194945"/>
                </a:lnTo>
              </a:path>
              <a:path w="0" h="813435">
                <a:moveTo>
                  <a:pt x="0" y="195580"/>
                </a:moveTo>
                <a:lnTo>
                  <a:pt x="0" y="196850"/>
                </a:lnTo>
              </a:path>
              <a:path w="0" h="813435">
                <a:moveTo>
                  <a:pt x="0" y="197485"/>
                </a:moveTo>
                <a:lnTo>
                  <a:pt x="0" y="198755"/>
                </a:lnTo>
              </a:path>
              <a:path w="0" h="813435">
                <a:moveTo>
                  <a:pt x="0" y="198755"/>
                </a:moveTo>
                <a:lnTo>
                  <a:pt x="0" y="200025"/>
                </a:lnTo>
              </a:path>
              <a:path w="0" h="813435">
                <a:moveTo>
                  <a:pt x="0" y="200660"/>
                </a:moveTo>
                <a:lnTo>
                  <a:pt x="0" y="201930"/>
                </a:lnTo>
              </a:path>
              <a:path w="0" h="813435">
                <a:moveTo>
                  <a:pt x="0" y="202565"/>
                </a:moveTo>
                <a:lnTo>
                  <a:pt x="0" y="203835"/>
                </a:lnTo>
              </a:path>
              <a:path w="0" h="813435">
                <a:moveTo>
                  <a:pt x="0" y="204470"/>
                </a:moveTo>
                <a:lnTo>
                  <a:pt x="0" y="205740"/>
                </a:lnTo>
              </a:path>
              <a:path w="0" h="813435">
                <a:moveTo>
                  <a:pt x="0" y="206375"/>
                </a:moveTo>
                <a:lnTo>
                  <a:pt x="0" y="207645"/>
                </a:lnTo>
              </a:path>
              <a:path w="0" h="813435">
                <a:moveTo>
                  <a:pt x="0" y="207645"/>
                </a:moveTo>
                <a:lnTo>
                  <a:pt x="0" y="208915"/>
                </a:lnTo>
              </a:path>
              <a:path w="0" h="813435">
                <a:moveTo>
                  <a:pt x="0" y="209550"/>
                </a:moveTo>
                <a:lnTo>
                  <a:pt x="0" y="210820"/>
                </a:lnTo>
              </a:path>
              <a:path w="0" h="813435">
                <a:moveTo>
                  <a:pt x="0" y="211455"/>
                </a:moveTo>
                <a:lnTo>
                  <a:pt x="0" y="212725"/>
                </a:lnTo>
              </a:path>
              <a:path w="0" h="813435">
                <a:moveTo>
                  <a:pt x="0" y="213360"/>
                </a:moveTo>
                <a:lnTo>
                  <a:pt x="0" y="214630"/>
                </a:lnTo>
              </a:path>
              <a:path w="0" h="813435">
                <a:moveTo>
                  <a:pt x="0" y="215265"/>
                </a:moveTo>
                <a:lnTo>
                  <a:pt x="0" y="216535"/>
                </a:lnTo>
              </a:path>
              <a:path w="0" h="813435">
                <a:moveTo>
                  <a:pt x="0" y="216535"/>
                </a:moveTo>
                <a:lnTo>
                  <a:pt x="0" y="217805"/>
                </a:lnTo>
              </a:path>
              <a:path w="0" h="813435">
                <a:moveTo>
                  <a:pt x="0" y="218440"/>
                </a:moveTo>
                <a:lnTo>
                  <a:pt x="0" y="219710"/>
                </a:lnTo>
              </a:path>
              <a:path w="0" h="813435">
                <a:moveTo>
                  <a:pt x="0" y="220345"/>
                </a:moveTo>
                <a:lnTo>
                  <a:pt x="0" y="221615"/>
                </a:lnTo>
              </a:path>
              <a:path w="0" h="813435">
                <a:moveTo>
                  <a:pt x="0" y="222250"/>
                </a:moveTo>
                <a:lnTo>
                  <a:pt x="0" y="223520"/>
                </a:lnTo>
              </a:path>
              <a:path w="0" h="813435">
                <a:moveTo>
                  <a:pt x="0" y="224155"/>
                </a:moveTo>
                <a:lnTo>
                  <a:pt x="0" y="225425"/>
                </a:lnTo>
              </a:path>
              <a:path w="0" h="813435">
                <a:moveTo>
                  <a:pt x="0" y="225425"/>
                </a:moveTo>
                <a:lnTo>
                  <a:pt x="0" y="226695"/>
                </a:lnTo>
              </a:path>
              <a:path w="0" h="813435">
                <a:moveTo>
                  <a:pt x="0" y="227330"/>
                </a:moveTo>
                <a:lnTo>
                  <a:pt x="0" y="228600"/>
                </a:lnTo>
              </a:path>
              <a:path w="0" h="813435">
                <a:moveTo>
                  <a:pt x="0" y="229235"/>
                </a:moveTo>
                <a:lnTo>
                  <a:pt x="0" y="230505"/>
                </a:lnTo>
              </a:path>
              <a:path w="0" h="813435">
                <a:moveTo>
                  <a:pt x="0" y="231140"/>
                </a:moveTo>
                <a:lnTo>
                  <a:pt x="0" y="232410"/>
                </a:lnTo>
              </a:path>
              <a:path w="0" h="813435">
                <a:moveTo>
                  <a:pt x="0" y="233045"/>
                </a:moveTo>
                <a:lnTo>
                  <a:pt x="0" y="234315"/>
                </a:lnTo>
              </a:path>
              <a:path w="0" h="813435">
                <a:moveTo>
                  <a:pt x="0" y="234315"/>
                </a:moveTo>
                <a:lnTo>
                  <a:pt x="0" y="235585"/>
                </a:lnTo>
              </a:path>
              <a:path w="0" h="813435">
                <a:moveTo>
                  <a:pt x="0" y="236220"/>
                </a:moveTo>
                <a:lnTo>
                  <a:pt x="0" y="237490"/>
                </a:lnTo>
              </a:path>
              <a:path w="0" h="813435">
                <a:moveTo>
                  <a:pt x="0" y="238125"/>
                </a:moveTo>
                <a:lnTo>
                  <a:pt x="0" y="239395"/>
                </a:lnTo>
              </a:path>
              <a:path w="0" h="813435">
                <a:moveTo>
                  <a:pt x="0" y="240030"/>
                </a:moveTo>
                <a:lnTo>
                  <a:pt x="0" y="241300"/>
                </a:lnTo>
              </a:path>
              <a:path w="0" h="813435">
                <a:moveTo>
                  <a:pt x="0" y="241935"/>
                </a:moveTo>
                <a:lnTo>
                  <a:pt x="0" y="243205"/>
                </a:lnTo>
              </a:path>
              <a:path w="0" h="813435">
                <a:moveTo>
                  <a:pt x="0" y="243205"/>
                </a:moveTo>
                <a:lnTo>
                  <a:pt x="0" y="244475"/>
                </a:lnTo>
              </a:path>
              <a:path w="0" h="813435">
                <a:moveTo>
                  <a:pt x="0" y="245110"/>
                </a:moveTo>
                <a:lnTo>
                  <a:pt x="0" y="246380"/>
                </a:lnTo>
              </a:path>
              <a:path w="0" h="813435">
                <a:moveTo>
                  <a:pt x="0" y="247015"/>
                </a:moveTo>
                <a:lnTo>
                  <a:pt x="0" y="248285"/>
                </a:lnTo>
              </a:path>
              <a:path w="0" h="813435">
                <a:moveTo>
                  <a:pt x="0" y="248920"/>
                </a:moveTo>
                <a:lnTo>
                  <a:pt x="0" y="250190"/>
                </a:lnTo>
              </a:path>
              <a:path w="0" h="813435">
                <a:moveTo>
                  <a:pt x="0" y="250825"/>
                </a:moveTo>
                <a:lnTo>
                  <a:pt x="0" y="252095"/>
                </a:lnTo>
              </a:path>
              <a:path w="0" h="813435">
                <a:moveTo>
                  <a:pt x="0" y="252095"/>
                </a:moveTo>
                <a:lnTo>
                  <a:pt x="0" y="253365"/>
                </a:lnTo>
              </a:path>
              <a:path w="0" h="813435">
                <a:moveTo>
                  <a:pt x="0" y="254000"/>
                </a:moveTo>
                <a:lnTo>
                  <a:pt x="0" y="255270"/>
                </a:lnTo>
              </a:path>
              <a:path w="0" h="813435">
                <a:moveTo>
                  <a:pt x="0" y="255905"/>
                </a:moveTo>
                <a:lnTo>
                  <a:pt x="0" y="257175"/>
                </a:lnTo>
              </a:path>
              <a:path w="0" h="813435">
                <a:moveTo>
                  <a:pt x="0" y="257810"/>
                </a:moveTo>
                <a:lnTo>
                  <a:pt x="0" y="259080"/>
                </a:lnTo>
              </a:path>
              <a:path w="0" h="813435">
                <a:moveTo>
                  <a:pt x="0" y="259715"/>
                </a:moveTo>
                <a:lnTo>
                  <a:pt x="0" y="260985"/>
                </a:lnTo>
              </a:path>
              <a:path w="0" h="813435">
                <a:moveTo>
                  <a:pt x="0" y="260985"/>
                </a:moveTo>
                <a:lnTo>
                  <a:pt x="0" y="262255"/>
                </a:lnTo>
              </a:path>
              <a:path w="0" h="813435">
                <a:moveTo>
                  <a:pt x="0" y="262890"/>
                </a:moveTo>
                <a:lnTo>
                  <a:pt x="0" y="264160"/>
                </a:lnTo>
              </a:path>
              <a:path w="0" h="813435">
                <a:moveTo>
                  <a:pt x="0" y="264795"/>
                </a:moveTo>
                <a:lnTo>
                  <a:pt x="0" y="266065"/>
                </a:lnTo>
              </a:path>
              <a:path w="0" h="813435">
                <a:moveTo>
                  <a:pt x="0" y="266700"/>
                </a:moveTo>
                <a:lnTo>
                  <a:pt x="0" y="267970"/>
                </a:lnTo>
              </a:path>
              <a:path w="0" h="813435">
                <a:moveTo>
                  <a:pt x="0" y="268605"/>
                </a:moveTo>
                <a:lnTo>
                  <a:pt x="0" y="269875"/>
                </a:lnTo>
              </a:path>
              <a:path w="0" h="813435">
                <a:moveTo>
                  <a:pt x="0" y="269875"/>
                </a:moveTo>
                <a:lnTo>
                  <a:pt x="0" y="271145"/>
                </a:lnTo>
              </a:path>
              <a:path w="0" h="813435">
                <a:moveTo>
                  <a:pt x="0" y="271780"/>
                </a:moveTo>
                <a:lnTo>
                  <a:pt x="0" y="273050"/>
                </a:lnTo>
              </a:path>
              <a:path w="0" h="813435">
                <a:moveTo>
                  <a:pt x="0" y="273685"/>
                </a:moveTo>
                <a:lnTo>
                  <a:pt x="0" y="274955"/>
                </a:lnTo>
              </a:path>
              <a:path w="0" h="813435">
                <a:moveTo>
                  <a:pt x="0" y="275590"/>
                </a:moveTo>
                <a:lnTo>
                  <a:pt x="0" y="276860"/>
                </a:lnTo>
              </a:path>
              <a:path w="0" h="813435">
                <a:moveTo>
                  <a:pt x="0" y="277495"/>
                </a:moveTo>
                <a:lnTo>
                  <a:pt x="0" y="278765"/>
                </a:lnTo>
              </a:path>
              <a:path w="0" h="813435">
                <a:moveTo>
                  <a:pt x="0" y="278765"/>
                </a:moveTo>
                <a:lnTo>
                  <a:pt x="0" y="280035"/>
                </a:lnTo>
              </a:path>
              <a:path w="0" h="813435">
                <a:moveTo>
                  <a:pt x="0" y="280670"/>
                </a:moveTo>
                <a:lnTo>
                  <a:pt x="0" y="281940"/>
                </a:lnTo>
              </a:path>
              <a:path w="0" h="813435">
                <a:moveTo>
                  <a:pt x="0" y="282575"/>
                </a:moveTo>
                <a:lnTo>
                  <a:pt x="0" y="283845"/>
                </a:lnTo>
              </a:path>
              <a:path w="0" h="813435">
                <a:moveTo>
                  <a:pt x="0" y="284480"/>
                </a:moveTo>
                <a:lnTo>
                  <a:pt x="0" y="285750"/>
                </a:lnTo>
              </a:path>
              <a:path w="0" h="813435">
                <a:moveTo>
                  <a:pt x="0" y="286385"/>
                </a:moveTo>
                <a:lnTo>
                  <a:pt x="0" y="287655"/>
                </a:lnTo>
              </a:path>
              <a:path w="0" h="813435">
                <a:moveTo>
                  <a:pt x="0" y="287655"/>
                </a:moveTo>
                <a:lnTo>
                  <a:pt x="0" y="288925"/>
                </a:lnTo>
              </a:path>
              <a:path w="0" h="813435">
                <a:moveTo>
                  <a:pt x="0" y="289560"/>
                </a:moveTo>
                <a:lnTo>
                  <a:pt x="0" y="290830"/>
                </a:lnTo>
              </a:path>
              <a:path w="0" h="813435">
                <a:moveTo>
                  <a:pt x="0" y="291465"/>
                </a:moveTo>
                <a:lnTo>
                  <a:pt x="0" y="292735"/>
                </a:lnTo>
              </a:path>
              <a:path w="0" h="813435">
                <a:moveTo>
                  <a:pt x="0" y="293370"/>
                </a:moveTo>
                <a:lnTo>
                  <a:pt x="0" y="294640"/>
                </a:lnTo>
              </a:path>
              <a:path w="0" h="813435">
                <a:moveTo>
                  <a:pt x="0" y="295275"/>
                </a:moveTo>
                <a:lnTo>
                  <a:pt x="0" y="296545"/>
                </a:lnTo>
              </a:path>
              <a:path w="0" h="813435">
                <a:moveTo>
                  <a:pt x="0" y="296545"/>
                </a:moveTo>
                <a:lnTo>
                  <a:pt x="0" y="297815"/>
                </a:lnTo>
              </a:path>
              <a:path w="0" h="813435">
                <a:moveTo>
                  <a:pt x="0" y="298450"/>
                </a:moveTo>
                <a:lnTo>
                  <a:pt x="0" y="299720"/>
                </a:lnTo>
              </a:path>
              <a:path w="0" h="813435">
                <a:moveTo>
                  <a:pt x="0" y="300355"/>
                </a:moveTo>
                <a:lnTo>
                  <a:pt x="0" y="301625"/>
                </a:lnTo>
              </a:path>
              <a:path w="0" h="813435">
                <a:moveTo>
                  <a:pt x="0" y="302260"/>
                </a:moveTo>
                <a:lnTo>
                  <a:pt x="0" y="303530"/>
                </a:lnTo>
              </a:path>
              <a:path w="0" h="813435">
                <a:moveTo>
                  <a:pt x="0" y="304165"/>
                </a:moveTo>
                <a:lnTo>
                  <a:pt x="0" y="305435"/>
                </a:lnTo>
              </a:path>
              <a:path w="0" h="813435">
                <a:moveTo>
                  <a:pt x="0" y="305435"/>
                </a:moveTo>
                <a:lnTo>
                  <a:pt x="0" y="306705"/>
                </a:lnTo>
              </a:path>
              <a:path w="0" h="813435">
                <a:moveTo>
                  <a:pt x="0" y="307340"/>
                </a:moveTo>
                <a:lnTo>
                  <a:pt x="0" y="308610"/>
                </a:lnTo>
              </a:path>
              <a:path w="0" h="813435">
                <a:moveTo>
                  <a:pt x="0" y="309245"/>
                </a:moveTo>
                <a:lnTo>
                  <a:pt x="0" y="310515"/>
                </a:lnTo>
              </a:path>
              <a:path w="0" h="813435">
                <a:moveTo>
                  <a:pt x="0" y="311150"/>
                </a:moveTo>
                <a:lnTo>
                  <a:pt x="0" y="312420"/>
                </a:lnTo>
              </a:path>
              <a:path w="0" h="813435">
                <a:moveTo>
                  <a:pt x="0" y="313055"/>
                </a:moveTo>
                <a:lnTo>
                  <a:pt x="0" y="314325"/>
                </a:lnTo>
              </a:path>
              <a:path w="0" h="813435">
                <a:moveTo>
                  <a:pt x="0" y="314325"/>
                </a:moveTo>
                <a:lnTo>
                  <a:pt x="0" y="315595"/>
                </a:lnTo>
              </a:path>
              <a:path w="0" h="813435">
                <a:moveTo>
                  <a:pt x="0" y="316230"/>
                </a:moveTo>
                <a:lnTo>
                  <a:pt x="0" y="317500"/>
                </a:lnTo>
              </a:path>
              <a:path w="0" h="813435">
                <a:moveTo>
                  <a:pt x="0" y="318135"/>
                </a:moveTo>
                <a:lnTo>
                  <a:pt x="0" y="319405"/>
                </a:lnTo>
              </a:path>
              <a:path w="0" h="813435">
                <a:moveTo>
                  <a:pt x="0" y="320040"/>
                </a:moveTo>
                <a:lnTo>
                  <a:pt x="0" y="321310"/>
                </a:lnTo>
              </a:path>
              <a:path w="0" h="813435">
                <a:moveTo>
                  <a:pt x="0" y="321945"/>
                </a:moveTo>
                <a:lnTo>
                  <a:pt x="0" y="323215"/>
                </a:lnTo>
              </a:path>
              <a:path w="0" h="813435">
                <a:moveTo>
                  <a:pt x="0" y="323215"/>
                </a:moveTo>
                <a:lnTo>
                  <a:pt x="0" y="324485"/>
                </a:lnTo>
              </a:path>
              <a:path w="0" h="813435">
                <a:moveTo>
                  <a:pt x="0" y="325120"/>
                </a:moveTo>
                <a:lnTo>
                  <a:pt x="0" y="326390"/>
                </a:lnTo>
              </a:path>
              <a:path w="0" h="813435">
                <a:moveTo>
                  <a:pt x="0" y="327025"/>
                </a:moveTo>
                <a:lnTo>
                  <a:pt x="0" y="328295"/>
                </a:lnTo>
              </a:path>
              <a:path w="0" h="813435">
                <a:moveTo>
                  <a:pt x="0" y="328930"/>
                </a:moveTo>
                <a:lnTo>
                  <a:pt x="0" y="330200"/>
                </a:lnTo>
              </a:path>
              <a:path w="0" h="813435">
                <a:moveTo>
                  <a:pt x="0" y="330835"/>
                </a:moveTo>
                <a:lnTo>
                  <a:pt x="0" y="332105"/>
                </a:lnTo>
              </a:path>
              <a:path w="0" h="813435">
                <a:moveTo>
                  <a:pt x="0" y="332105"/>
                </a:moveTo>
                <a:lnTo>
                  <a:pt x="0" y="333375"/>
                </a:lnTo>
              </a:path>
              <a:path w="0" h="813435">
                <a:moveTo>
                  <a:pt x="0" y="334010"/>
                </a:moveTo>
                <a:lnTo>
                  <a:pt x="0" y="335280"/>
                </a:lnTo>
              </a:path>
              <a:path w="0" h="813435">
                <a:moveTo>
                  <a:pt x="0" y="335915"/>
                </a:moveTo>
                <a:lnTo>
                  <a:pt x="0" y="337185"/>
                </a:lnTo>
              </a:path>
              <a:path w="0" h="813435">
                <a:moveTo>
                  <a:pt x="0" y="337820"/>
                </a:moveTo>
                <a:lnTo>
                  <a:pt x="0" y="339090"/>
                </a:lnTo>
              </a:path>
              <a:path w="0" h="813435">
                <a:moveTo>
                  <a:pt x="0" y="339725"/>
                </a:moveTo>
                <a:lnTo>
                  <a:pt x="0" y="340995"/>
                </a:lnTo>
              </a:path>
              <a:path w="0" h="813435">
                <a:moveTo>
                  <a:pt x="0" y="340995"/>
                </a:moveTo>
                <a:lnTo>
                  <a:pt x="0" y="342265"/>
                </a:lnTo>
              </a:path>
              <a:path w="0" h="813435">
                <a:moveTo>
                  <a:pt x="0" y="342900"/>
                </a:moveTo>
                <a:lnTo>
                  <a:pt x="0" y="344170"/>
                </a:lnTo>
              </a:path>
              <a:path w="0" h="813435">
                <a:moveTo>
                  <a:pt x="0" y="344805"/>
                </a:moveTo>
                <a:lnTo>
                  <a:pt x="0" y="346075"/>
                </a:lnTo>
              </a:path>
              <a:path w="0" h="813435">
                <a:moveTo>
                  <a:pt x="0" y="346710"/>
                </a:moveTo>
                <a:lnTo>
                  <a:pt x="0" y="347980"/>
                </a:lnTo>
              </a:path>
              <a:path w="0" h="813435">
                <a:moveTo>
                  <a:pt x="0" y="348615"/>
                </a:moveTo>
                <a:lnTo>
                  <a:pt x="0" y="349885"/>
                </a:lnTo>
              </a:path>
              <a:path w="0" h="813435">
                <a:moveTo>
                  <a:pt x="0" y="349885"/>
                </a:moveTo>
                <a:lnTo>
                  <a:pt x="0" y="351155"/>
                </a:lnTo>
              </a:path>
              <a:path w="0" h="813435">
                <a:moveTo>
                  <a:pt x="0" y="351790"/>
                </a:moveTo>
                <a:lnTo>
                  <a:pt x="0" y="353060"/>
                </a:lnTo>
              </a:path>
              <a:path w="0" h="813435">
                <a:moveTo>
                  <a:pt x="0" y="353695"/>
                </a:moveTo>
                <a:lnTo>
                  <a:pt x="0" y="354965"/>
                </a:lnTo>
              </a:path>
              <a:path w="0" h="813435">
                <a:moveTo>
                  <a:pt x="0" y="355600"/>
                </a:moveTo>
                <a:lnTo>
                  <a:pt x="0" y="356870"/>
                </a:lnTo>
              </a:path>
              <a:path w="0" h="813435">
                <a:moveTo>
                  <a:pt x="0" y="357505"/>
                </a:moveTo>
                <a:lnTo>
                  <a:pt x="0" y="358775"/>
                </a:lnTo>
              </a:path>
              <a:path w="0" h="813435">
                <a:moveTo>
                  <a:pt x="0" y="358775"/>
                </a:moveTo>
                <a:lnTo>
                  <a:pt x="0" y="360045"/>
                </a:lnTo>
              </a:path>
              <a:path w="0" h="813435">
                <a:moveTo>
                  <a:pt x="0" y="360680"/>
                </a:moveTo>
                <a:lnTo>
                  <a:pt x="0" y="361950"/>
                </a:lnTo>
              </a:path>
              <a:path w="0" h="813435">
                <a:moveTo>
                  <a:pt x="0" y="362585"/>
                </a:moveTo>
                <a:lnTo>
                  <a:pt x="0" y="363855"/>
                </a:lnTo>
              </a:path>
              <a:path w="0" h="813435">
                <a:moveTo>
                  <a:pt x="0" y="364490"/>
                </a:moveTo>
                <a:lnTo>
                  <a:pt x="0" y="365760"/>
                </a:lnTo>
              </a:path>
              <a:path w="0" h="813435">
                <a:moveTo>
                  <a:pt x="0" y="366395"/>
                </a:moveTo>
                <a:lnTo>
                  <a:pt x="0" y="367665"/>
                </a:lnTo>
              </a:path>
              <a:path w="0" h="813435">
                <a:moveTo>
                  <a:pt x="0" y="367665"/>
                </a:moveTo>
                <a:lnTo>
                  <a:pt x="0" y="368935"/>
                </a:lnTo>
              </a:path>
              <a:path w="0" h="813435">
                <a:moveTo>
                  <a:pt x="0" y="369570"/>
                </a:moveTo>
                <a:lnTo>
                  <a:pt x="0" y="370840"/>
                </a:lnTo>
              </a:path>
              <a:path w="0" h="813435">
                <a:moveTo>
                  <a:pt x="0" y="371475"/>
                </a:moveTo>
                <a:lnTo>
                  <a:pt x="0" y="372745"/>
                </a:lnTo>
              </a:path>
              <a:path w="0" h="813435">
                <a:moveTo>
                  <a:pt x="0" y="373380"/>
                </a:moveTo>
                <a:lnTo>
                  <a:pt x="0" y="374650"/>
                </a:lnTo>
              </a:path>
              <a:path w="0" h="813435">
                <a:moveTo>
                  <a:pt x="0" y="375285"/>
                </a:moveTo>
                <a:lnTo>
                  <a:pt x="0" y="376555"/>
                </a:lnTo>
              </a:path>
              <a:path w="0" h="813435">
                <a:moveTo>
                  <a:pt x="0" y="376555"/>
                </a:moveTo>
                <a:lnTo>
                  <a:pt x="0" y="377825"/>
                </a:lnTo>
              </a:path>
              <a:path w="0" h="813435">
                <a:moveTo>
                  <a:pt x="0" y="378460"/>
                </a:moveTo>
                <a:lnTo>
                  <a:pt x="0" y="379730"/>
                </a:lnTo>
              </a:path>
              <a:path w="0" h="813435">
                <a:moveTo>
                  <a:pt x="0" y="380365"/>
                </a:moveTo>
                <a:lnTo>
                  <a:pt x="0" y="381635"/>
                </a:lnTo>
              </a:path>
              <a:path w="0" h="813435">
                <a:moveTo>
                  <a:pt x="0" y="382270"/>
                </a:moveTo>
                <a:lnTo>
                  <a:pt x="0" y="383540"/>
                </a:lnTo>
              </a:path>
              <a:path w="0" h="813435">
                <a:moveTo>
                  <a:pt x="0" y="384175"/>
                </a:moveTo>
                <a:lnTo>
                  <a:pt x="0" y="385445"/>
                </a:lnTo>
              </a:path>
              <a:path w="0" h="813435">
                <a:moveTo>
                  <a:pt x="0" y="385445"/>
                </a:moveTo>
                <a:lnTo>
                  <a:pt x="0" y="386715"/>
                </a:lnTo>
              </a:path>
              <a:path w="0" h="813435">
                <a:moveTo>
                  <a:pt x="0" y="387350"/>
                </a:moveTo>
                <a:lnTo>
                  <a:pt x="0" y="388620"/>
                </a:lnTo>
              </a:path>
              <a:path w="0" h="813435">
                <a:moveTo>
                  <a:pt x="0" y="389255"/>
                </a:moveTo>
                <a:lnTo>
                  <a:pt x="0" y="390525"/>
                </a:lnTo>
              </a:path>
              <a:path w="0" h="813435">
                <a:moveTo>
                  <a:pt x="0" y="391160"/>
                </a:moveTo>
                <a:lnTo>
                  <a:pt x="0" y="392430"/>
                </a:lnTo>
              </a:path>
              <a:path w="0" h="813435">
                <a:moveTo>
                  <a:pt x="0" y="393065"/>
                </a:moveTo>
                <a:lnTo>
                  <a:pt x="0" y="394335"/>
                </a:lnTo>
              </a:path>
              <a:path w="0" h="813435">
                <a:moveTo>
                  <a:pt x="0" y="394335"/>
                </a:moveTo>
                <a:lnTo>
                  <a:pt x="0" y="395605"/>
                </a:lnTo>
              </a:path>
              <a:path w="0" h="813435">
                <a:moveTo>
                  <a:pt x="0" y="396240"/>
                </a:moveTo>
                <a:lnTo>
                  <a:pt x="0" y="397510"/>
                </a:lnTo>
              </a:path>
              <a:path w="0" h="813435">
                <a:moveTo>
                  <a:pt x="0" y="398145"/>
                </a:moveTo>
                <a:lnTo>
                  <a:pt x="0" y="399415"/>
                </a:lnTo>
              </a:path>
              <a:path w="0" h="813435">
                <a:moveTo>
                  <a:pt x="0" y="400050"/>
                </a:moveTo>
                <a:lnTo>
                  <a:pt x="0" y="401320"/>
                </a:lnTo>
              </a:path>
              <a:path w="0" h="813435">
                <a:moveTo>
                  <a:pt x="0" y="401955"/>
                </a:moveTo>
                <a:lnTo>
                  <a:pt x="0" y="403225"/>
                </a:lnTo>
              </a:path>
              <a:path w="0" h="813435">
                <a:moveTo>
                  <a:pt x="0" y="403225"/>
                </a:moveTo>
                <a:lnTo>
                  <a:pt x="0" y="404495"/>
                </a:lnTo>
              </a:path>
              <a:path w="0" h="813435">
                <a:moveTo>
                  <a:pt x="0" y="405130"/>
                </a:moveTo>
                <a:lnTo>
                  <a:pt x="0" y="406400"/>
                </a:lnTo>
              </a:path>
              <a:path w="0" h="813435">
                <a:moveTo>
                  <a:pt x="0" y="407035"/>
                </a:moveTo>
                <a:lnTo>
                  <a:pt x="0" y="408305"/>
                </a:lnTo>
              </a:path>
              <a:path w="0" h="813435">
                <a:moveTo>
                  <a:pt x="0" y="408940"/>
                </a:moveTo>
                <a:lnTo>
                  <a:pt x="0" y="410210"/>
                </a:lnTo>
              </a:path>
              <a:path w="0" h="813435">
                <a:moveTo>
                  <a:pt x="0" y="410845"/>
                </a:moveTo>
                <a:lnTo>
                  <a:pt x="0" y="412115"/>
                </a:lnTo>
              </a:path>
              <a:path w="0" h="813435">
                <a:moveTo>
                  <a:pt x="0" y="412115"/>
                </a:moveTo>
                <a:lnTo>
                  <a:pt x="0" y="413385"/>
                </a:lnTo>
              </a:path>
              <a:path w="0" h="813435">
                <a:moveTo>
                  <a:pt x="0" y="414020"/>
                </a:moveTo>
                <a:lnTo>
                  <a:pt x="0" y="415290"/>
                </a:lnTo>
              </a:path>
              <a:path w="0" h="813435">
                <a:moveTo>
                  <a:pt x="0" y="415925"/>
                </a:moveTo>
                <a:lnTo>
                  <a:pt x="0" y="417195"/>
                </a:lnTo>
              </a:path>
              <a:path w="0" h="813435">
                <a:moveTo>
                  <a:pt x="0" y="417830"/>
                </a:moveTo>
                <a:lnTo>
                  <a:pt x="0" y="419100"/>
                </a:lnTo>
              </a:path>
              <a:path w="0" h="813435">
                <a:moveTo>
                  <a:pt x="0" y="419735"/>
                </a:moveTo>
                <a:lnTo>
                  <a:pt x="0" y="421005"/>
                </a:lnTo>
              </a:path>
              <a:path w="0" h="813435">
                <a:moveTo>
                  <a:pt x="0" y="421005"/>
                </a:moveTo>
                <a:lnTo>
                  <a:pt x="0" y="422275"/>
                </a:lnTo>
              </a:path>
              <a:path w="0" h="813435">
                <a:moveTo>
                  <a:pt x="0" y="422910"/>
                </a:moveTo>
                <a:lnTo>
                  <a:pt x="0" y="424180"/>
                </a:lnTo>
              </a:path>
              <a:path w="0" h="813435">
                <a:moveTo>
                  <a:pt x="0" y="424815"/>
                </a:moveTo>
                <a:lnTo>
                  <a:pt x="0" y="426085"/>
                </a:lnTo>
              </a:path>
              <a:path w="0" h="813435">
                <a:moveTo>
                  <a:pt x="0" y="426720"/>
                </a:moveTo>
                <a:lnTo>
                  <a:pt x="0" y="427990"/>
                </a:lnTo>
              </a:path>
              <a:path w="0" h="813435">
                <a:moveTo>
                  <a:pt x="0" y="428625"/>
                </a:moveTo>
                <a:lnTo>
                  <a:pt x="0" y="429895"/>
                </a:lnTo>
              </a:path>
              <a:path w="0" h="813435">
                <a:moveTo>
                  <a:pt x="0" y="429895"/>
                </a:moveTo>
                <a:lnTo>
                  <a:pt x="0" y="431165"/>
                </a:lnTo>
              </a:path>
              <a:path w="0" h="813435">
                <a:moveTo>
                  <a:pt x="0" y="431800"/>
                </a:moveTo>
                <a:lnTo>
                  <a:pt x="0" y="433070"/>
                </a:lnTo>
              </a:path>
              <a:path w="0" h="813435">
                <a:moveTo>
                  <a:pt x="0" y="433705"/>
                </a:moveTo>
                <a:lnTo>
                  <a:pt x="0" y="434975"/>
                </a:lnTo>
              </a:path>
              <a:path w="0" h="813435">
                <a:moveTo>
                  <a:pt x="0" y="435610"/>
                </a:moveTo>
                <a:lnTo>
                  <a:pt x="0" y="436880"/>
                </a:lnTo>
              </a:path>
              <a:path w="0" h="813435">
                <a:moveTo>
                  <a:pt x="0" y="437515"/>
                </a:moveTo>
                <a:lnTo>
                  <a:pt x="0" y="438785"/>
                </a:lnTo>
              </a:path>
              <a:path w="0" h="813435">
                <a:moveTo>
                  <a:pt x="0" y="438785"/>
                </a:moveTo>
                <a:lnTo>
                  <a:pt x="0" y="440055"/>
                </a:lnTo>
              </a:path>
              <a:path w="0" h="813435">
                <a:moveTo>
                  <a:pt x="0" y="440690"/>
                </a:moveTo>
                <a:lnTo>
                  <a:pt x="0" y="441960"/>
                </a:lnTo>
              </a:path>
              <a:path w="0" h="813435">
                <a:moveTo>
                  <a:pt x="0" y="442595"/>
                </a:moveTo>
                <a:lnTo>
                  <a:pt x="0" y="443865"/>
                </a:lnTo>
              </a:path>
              <a:path w="0" h="813435">
                <a:moveTo>
                  <a:pt x="0" y="444500"/>
                </a:moveTo>
                <a:lnTo>
                  <a:pt x="0" y="445770"/>
                </a:lnTo>
              </a:path>
              <a:path w="0" h="813435">
                <a:moveTo>
                  <a:pt x="0" y="446405"/>
                </a:moveTo>
                <a:lnTo>
                  <a:pt x="0" y="447675"/>
                </a:lnTo>
              </a:path>
              <a:path w="0" h="813435">
                <a:moveTo>
                  <a:pt x="0" y="447675"/>
                </a:moveTo>
                <a:lnTo>
                  <a:pt x="0" y="448945"/>
                </a:lnTo>
              </a:path>
              <a:path w="0" h="813435">
                <a:moveTo>
                  <a:pt x="0" y="449580"/>
                </a:moveTo>
                <a:lnTo>
                  <a:pt x="0" y="450850"/>
                </a:lnTo>
              </a:path>
              <a:path w="0" h="813435">
                <a:moveTo>
                  <a:pt x="0" y="451485"/>
                </a:moveTo>
                <a:lnTo>
                  <a:pt x="0" y="452755"/>
                </a:lnTo>
              </a:path>
              <a:path w="0" h="813435">
                <a:moveTo>
                  <a:pt x="0" y="453390"/>
                </a:moveTo>
                <a:lnTo>
                  <a:pt x="0" y="454660"/>
                </a:lnTo>
              </a:path>
              <a:path w="0" h="813435">
                <a:moveTo>
                  <a:pt x="0" y="455295"/>
                </a:moveTo>
                <a:lnTo>
                  <a:pt x="0" y="456565"/>
                </a:lnTo>
              </a:path>
              <a:path w="0" h="813435">
                <a:moveTo>
                  <a:pt x="0" y="456565"/>
                </a:moveTo>
                <a:lnTo>
                  <a:pt x="0" y="457835"/>
                </a:lnTo>
              </a:path>
              <a:path w="0" h="813435">
                <a:moveTo>
                  <a:pt x="0" y="458470"/>
                </a:moveTo>
                <a:lnTo>
                  <a:pt x="0" y="459740"/>
                </a:lnTo>
              </a:path>
              <a:path w="0" h="813435">
                <a:moveTo>
                  <a:pt x="0" y="460375"/>
                </a:moveTo>
                <a:lnTo>
                  <a:pt x="0" y="461645"/>
                </a:lnTo>
              </a:path>
              <a:path w="0" h="813435">
                <a:moveTo>
                  <a:pt x="0" y="462280"/>
                </a:moveTo>
                <a:lnTo>
                  <a:pt x="0" y="463550"/>
                </a:lnTo>
              </a:path>
              <a:path w="0" h="813435">
                <a:moveTo>
                  <a:pt x="0" y="464185"/>
                </a:moveTo>
                <a:lnTo>
                  <a:pt x="0" y="465455"/>
                </a:lnTo>
              </a:path>
              <a:path w="0" h="813435">
                <a:moveTo>
                  <a:pt x="0" y="465455"/>
                </a:moveTo>
                <a:lnTo>
                  <a:pt x="0" y="466725"/>
                </a:lnTo>
              </a:path>
              <a:path w="0" h="813435">
                <a:moveTo>
                  <a:pt x="0" y="467360"/>
                </a:moveTo>
                <a:lnTo>
                  <a:pt x="0" y="468630"/>
                </a:lnTo>
              </a:path>
              <a:path w="0" h="813435">
                <a:moveTo>
                  <a:pt x="0" y="469265"/>
                </a:moveTo>
                <a:lnTo>
                  <a:pt x="0" y="470535"/>
                </a:lnTo>
              </a:path>
              <a:path w="0" h="813435">
                <a:moveTo>
                  <a:pt x="0" y="471170"/>
                </a:moveTo>
                <a:lnTo>
                  <a:pt x="0" y="472440"/>
                </a:lnTo>
              </a:path>
              <a:path w="0" h="813435">
                <a:moveTo>
                  <a:pt x="0" y="473075"/>
                </a:moveTo>
                <a:lnTo>
                  <a:pt x="0" y="474345"/>
                </a:lnTo>
              </a:path>
              <a:path w="0" h="813435">
                <a:moveTo>
                  <a:pt x="0" y="474345"/>
                </a:moveTo>
                <a:lnTo>
                  <a:pt x="0" y="475615"/>
                </a:lnTo>
              </a:path>
              <a:path w="0" h="813435">
                <a:moveTo>
                  <a:pt x="0" y="476250"/>
                </a:moveTo>
                <a:lnTo>
                  <a:pt x="0" y="477520"/>
                </a:lnTo>
              </a:path>
              <a:path w="0" h="813435">
                <a:moveTo>
                  <a:pt x="0" y="478155"/>
                </a:moveTo>
                <a:lnTo>
                  <a:pt x="0" y="479425"/>
                </a:lnTo>
              </a:path>
              <a:path w="0" h="813435">
                <a:moveTo>
                  <a:pt x="0" y="480060"/>
                </a:moveTo>
                <a:lnTo>
                  <a:pt x="0" y="481330"/>
                </a:lnTo>
              </a:path>
              <a:path w="0" h="813435">
                <a:moveTo>
                  <a:pt x="0" y="481965"/>
                </a:moveTo>
                <a:lnTo>
                  <a:pt x="0" y="483235"/>
                </a:lnTo>
              </a:path>
              <a:path w="0" h="813435">
                <a:moveTo>
                  <a:pt x="0" y="483235"/>
                </a:moveTo>
                <a:lnTo>
                  <a:pt x="0" y="484505"/>
                </a:lnTo>
              </a:path>
              <a:path w="0" h="813435">
                <a:moveTo>
                  <a:pt x="0" y="485140"/>
                </a:moveTo>
                <a:lnTo>
                  <a:pt x="0" y="486410"/>
                </a:lnTo>
              </a:path>
              <a:path w="0" h="813435">
                <a:moveTo>
                  <a:pt x="0" y="487045"/>
                </a:moveTo>
                <a:lnTo>
                  <a:pt x="0" y="488315"/>
                </a:lnTo>
              </a:path>
              <a:path w="0" h="813435">
                <a:moveTo>
                  <a:pt x="0" y="488950"/>
                </a:moveTo>
                <a:lnTo>
                  <a:pt x="0" y="490220"/>
                </a:lnTo>
              </a:path>
              <a:path w="0" h="813435">
                <a:moveTo>
                  <a:pt x="0" y="490855"/>
                </a:moveTo>
                <a:lnTo>
                  <a:pt x="0" y="492125"/>
                </a:lnTo>
              </a:path>
              <a:path w="0" h="813435">
                <a:moveTo>
                  <a:pt x="0" y="492125"/>
                </a:moveTo>
                <a:lnTo>
                  <a:pt x="0" y="493395"/>
                </a:lnTo>
              </a:path>
              <a:path w="0" h="813435">
                <a:moveTo>
                  <a:pt x="0" y="494030"/>
                </a:moveTo>
                <a:lnTo>
                  <a:pt x="0" y="495300"/>
                </a:lnTo>
              </a:path>
              <a:path w="0" h="813435">
                <a:moveTo>
                  <a:pt x="0" y="495935"/>
                </a:moveTo>
                <a:lnTo>
                  <a:pt x="0" y="497205"/>
                </a:lnTo>
              </a:path>
              <a:path w="0" h="813435">
                <a:moveTo>
                  <a:pt x="0" y="497840"/>
                </a:moveTo>
                <a:lnTo>
                  <a:pt x="0" y="499110"/>
                </a:lnTo>
              </a:path>
              <a:path w="0" h="813435">
                <a:moveTo>
                  <a:pt x="0" y="499745"/>
                </a:moveTo>
                <a:lnTo>
                  <a:pt x="0" y="501015"/>
                </a:lnTo>
              </a:path>
              <a:path w="0" h="813435">
                <a:moveTo>
                  <a:pt x="0" y="501015"/>
                </a:moveTo>
                <a:lnTo>
                  <a:pt x="0" y="502285"/>
                </a:lnTo>
              </a:path>
              <a:path w="0" h="813435">
                <a:moveTo>
                  <a:pt x="0" y="502920"/>
                </a:moveTo>
                <a:lnTo>
                  <a:pt x="0" y="504190"/>
                </a:lnTo>
              </a:path>
              <a:path w="0" h="813435">
                <a:moveTo>
                  <a:pt x="0" y="504825"/>
                </a:moveTo>
                <a:lnTo>
                  <a:pt x="0" y="506095"/>
                </a:lnTo>
              </a:path>
              <a:path w="0" h="813435">
                <a:moveTo>
                  <a:pt x="0" y="506730"/>
                </a:moveTo>
                <a:lnTo>
                  <a:pt x="0" y="508000"/>
                </a:lnTo>
              </a:path>
              <a:path w="0" h="813435">
                <a:moveTo>
                  <a:pt x="0" y="508635"/>
                </a:moveTo>
                <a:lnTo>
                  <a:pt x="0" y="509905"/>
                </a:lnTo>
              </a:path>
              <a:path w="0" h="813435">
                <a:moveTo>
                  <a:pt x="0" y="509905"/>
                </a:moveTo>
                <a:lnTo>
                  <a:pt x="0" y="511175"/>
                </a:lnTo>
              </a:path>
              <a:path w="0" h="813435">
                <a:moveTo>
                  <a:pt x="0" y="511810"/>
                </a:moveTo>
                <a:lnTo>
                  <a:pt x="0" y="513080"/>
                </a:lnTo>
              </a:path>
              <a:path w="0" h="813435">
                <a:moveTo>
                  <a:pt x="0" y="513715"/>
                </a:moveTo>
                <a:lnTo>
                  <a:pt x="0" y="514985"/>
                </a:lnTo>
              </a:path>
              <a:path w="0" h="813435">
                <a:moveTo>
                  <a:pt x="0" y="515620"/>
                </a:moveTo>
                <a:lnTo>
                  <a:pt x="0" y="516890"/>
                </a:lnTo>
              </a:path>
              <a:path w="0" h="813435">
                <a:moveTo>
                  <a:pt x="0" y="517525"/>
                </a:moveTo>
                <a:lnTo>
                  <a:pt x="0" y="518795"/>
                </a:lnTo>
              </a:path>
              <a:path w="0" h="813435">
                <a:moveTo>
                  <a:pt x="0" y="518795"/>
                </a:moveTo>
                <a:lnTo>
                  <a:pt x="0" y="520065"/>
                </a:lnTo>
              </a:path>
              <a:path w="0" h="813435">
                <a:moveTo>
                  <a:pt x="0" y="520700"/>
                </a:moveTo>
                <a:lnTo>
                  <a:pt x="0" y="521970"/>
                </a:lnTo>
              </a:path>
              <a:path w="0" h="813435">
                <a:moveTo>
                  <a:pt x="0" y="522605"/>
                </a:moveTo>
                <a:lnTo>
                  <a:pt x="0" y="523875"/>
                </a:lnTo>
              </a:path>
              <a:path w="0" h="813435">
                <a:moveTo>
                  <a:pt x="0" y="524510"/>
                </a:moveTo>
                <a:lnTo>
                  <a:pt x="0" y="525780"/>
                </a:lnTo>
              </a:path>
              <a:path w="0" h="813435">
                <a:moveTo>
                  <a:pt x="0" y="526415"/>
                </a:moveTo>
                <a:lnTo>
                  <a:pt x="0" y="527685"/>
                </a:lnTo>
              </a:path>
              <a:path w="0" h="813435">
                <a:moveTo>
                  <a:pt x="0" y="527685"/>
                </a:moveTo>
                <a:lnTo>
                  <a:pt x="0" y="528955"/>
                </a:lnTo>
              </a:path>
              <a:path w="0" h="813435">
                <a:moveTo>
                  <a:pt x="0" y="529590"/>
                </a:moveTo>
                <a:lnTo>
                  <a:pt x="0" y="530860"/>
                </a:lnTo>
              </a:path>
              <a:path w="0" h="813435">
                <a:moveTo>
                  <a:pt x="0" y="531495"/>
                </a:moveTo>
                <a:lnTo>
                  <a:pt x="0" y="532765"/>
                </a:lnTo>
              </a:path>
              <a:path w="0" h="813435">
                <a:moveTo>
                  <a:pt x="0" y="533400"/>
                </a:moveTo>
                <a:lnTo>
                  <a:pt x="0" y="534670"/>
                </a:lnTo>
              </a:path>
              <a:path w="0" h="813435">
                <a:moveTo>
                  <a:pt x="0" y="535305"/>
                </a:moveTo>
                <a:lnTo>
                  <a:pt x="0" y="536575"/>
                </a:lnTo>
              </a:path>
              <a:path w="0" h="813435">
                <a:moveTo>
                  <a:pt x="0" y="536575"/>
                </a:moveTo>
                <a:lnTo>
                  <a:pt x="0" y="537845"/>
                </a:lnTo>
              </a:path>
              <a:path w="0" h="813435">
                <a:moveTo>
                  <a:pt x="0" y="538480"/>
                </a:moveTo>
                <a:lnTo>
                  <a:pt x="0" y="539750"/>
                </a:lnTo>
              </a:path>
              <a:path w="0" h="813435">
                <a:moveTo>
                  <a:pt x="0" y="540385"/>
                </a:moveTo>
                <a:lnTo>
                  <a:pt x="0" y="541655"/>
                </a:lnTo>
              </a:path>
              <a:path w="0" h="813435">
                <a:moveTo>
                  <a:pt x="0" y="542290"/>
                </a:moveTo>
                <a:lnTo>
                  <a:pt x="0" y="543560"/>
                </a:lnTo>
              </a:path>
              <a:path w="0" h="813435">
                <a:moveTo>
                  <a:pt x="0" y="544195"/>
                </a:moveTo>
                <a:lnTo>
                  <a:pt x="0" y="545465"/>
                </a:lnTo>
              </a:path>
              <a:path w="0" h="813435">
                <a:moveTo>
                  <a:pt x="0" y="545465"/>
                </a:moveTo>
                <a:lnTo>
                  <a:pt x="0" y="546735"/>
                </a:lnTo>
              </a:path>
              <a:path w="0" h="813435">
                <a:moveTo>
                  <a:pt x="0" y="547370"/>
                </a:moveTo>
                <a:lnTo>
                  <a:pt x="0" y="548640"/>
                </a:lnTo>
              </a:path>
              <a:path w="0" h="813435">
                <a:moveTo>
                  <a:pt x="0" y="549275"/>
                </a:moveTo>
                <a:lnTo>
                  <a:pt x="0" y="550545"/>
                </a:lnTo>
              </a:path>
              <a:path w="0" h="813435">
                <a:moveTo>
                  <a:pt x="0" y="551180"/>
                </a:moveTo>
                <a:lnTo>
                  <a:pt x="0" y="552450"/>
                </a:lnTo>
              </a:path>
              <a:path w="0" h="813435">
                <a:moveTo>
                  <a:pt x="0" y="553085"/>
                </a:moveTo>
                <a:lnTo>
                  <a:pt x="0" y="554355"/>
                </a:lnTo>
              </a:path>
              <a:path w="0" h="813435">
                <a:moveTo>
                  <a:pt x="0" y="554355"/>
                </a:moveTo>
                <a:lnTo>
                  <a:pt x="0" y="555625"/>
                </a:lnTo>
              </a:path>
              <a:path w="0" h="813435">
                <a:moveTo>
                  <a:pt x="0" y="556260"/>
                </a:moveTo>
                <a:lnTo>
                  <a:pt x="0" y="557530"/>
                </a:lnTo>
              </a:path>
              <a:path w="0" h="813435">
                <a:moveTo>
                  <a:pt x="0" y="558165"/>
                </a:moveTo>
                <a:lnTo>
                  <a:pt x="0" y="559435"/>
                </a:lnTo>
              </a:path>
              <a:path w="0" h="813435">
                <a:moveTo>
                  <a:pt x="0" y="560070"/>
                </a:moveTo>
                <a:lnTo>
                  <a:pt x="0" y="561340"/>
                </a:lnTo>
              </a:path>
              <a:path w="0" h="813435">
                <a:moveTo>
                  <a:pt x="0" y="561975"/>
                </a:moveTo>
                <a:lnTo>
                  <a:pt x="0" y="563245"/>
                </a:lnTo>
              </a:path>
              <a:path w="0" h="813435">
                <a:moveTo>
                  <a:pt x="0" y="563245"/>
                </a:moveTo>
                <a:lnTo>
                  <a:pt x="0" y="564515"/>
                </a:lnTo>
              </a:path>
              <a:path w="0" h="813435">
                <a:moveTo>
                  <a:pt x="0" y="565150"/>
                </a:moveTo>
                <a:lnTo>
                  <a:pt x="0" y="566420"/>
                </a:lnTo>
              </a:path>
              <a:path w="0" h="813435">
                <a:moveTo>
                  <a:pt x="0" y="567055"/>
                </a:moveTo>
                <a:lnTo>
                  <a:pt x="0" y="568325"/>
                </a:lnTo>
              </a:path>
              <a:path w="0" h="813435">
                <a:moveTo>
                  <a:pt x="0" y="568960"/>
                </a:moveTo>
                <a:lnTo>
                  <a:pt x="0" y="570230"/>
                </a:lnTo>
              </a:path>
              <a:path w="0" h="813435">
                <a:moveTo>
                  <a:pt x="0" y="570865"/>
                </a:moveTo>
                <a:lnTo>
                  <a:pt x="0" y="572135"/>
                </a:lnTo>
              </a:path>
              <a:path w="0" h="813435">
                <a:moveTo>
                  <a:pt x="0" y="572135"/>
                </a:moveTo>
                <a:lnTo>
                  <a:pt x="0" y="573405"/>
                </a:lnTo>
              </a:path>
              <a:path w="0" h="813435">
                <a:moveTo>
                  <a:pt x="0" y="574040"/>
                </a:moveTo>
                <a:lnTo>
                  <a:pt x="0" y="575310"/>
                </a:lnTo>
              </a:path>
              <a:path w="0" h="813435">
                <a:moveTo>
                  <a:pt x="0" y="575945"/>
                </a:moveTo>
                <a:lnTo>
                  <a:pt x="0" y="577215"/>
                </a:lnTo>
              </a:path>
              <a:path w="0" h="813435">
                <a:moveTo>
                  <a:pt x="0" y="577850"/>
                </a:moveTo>
                <a:lnTo>
                  <a:pt x="0" y="579120"/>
                </a:lnTo>
              </a:path>
              <a:path w="0" h="813435">
                <a:moveTo>
                  <a:pt x="0" y="579755"/>
                </a:moveTo>
                <a:lnTo>
                  <a:pt x="0" y="581025"/>
                </a:lnTo>
              </a:path>
              <a:path w="0" h="813435">
                <a:moveTo>
                  <a:pt x="0" y="581025"/>
                </a:moveTo>
                <a:lnTo>
                  <a:pt x="0" y="582295"/>
                </a:lnTo>
              </a:path>
              <a:path w="0" h="813435">
                <a:moveTo>
                  <a:pt x="0" y="582930"/>
                </a:moveTo>
                <a:lnTo>
                  <a:pt x="0" y="584200"/>
                </a:lnTo>
              </a:path>
              <a:path w="0" h="813435">
                <a:moveTo>
                  <a:pt x="0" y="584835"/>
                </a:moveTo>
                <a:lnTo>
                  <a:pt x="0" y="586105"/>
                </a:lnTo>
              </a:path>
              <a:path w="0" h="813435">
                <a:moveTo>
                  <a:pt x="0" y="586740"/>
                </a:moveTo>
                <a:lnTo>
                  <a:pt x="0" y="588010"/>
                </a:lnTo>
              </a:path>
              <a:path w="0" h="813435">
                <a:moveTo>
                  <a:pt x="0" y="588645"/>
                </a:moveTo>
                <a:lnTo>
                  <a:pt x="0" y="589915"/>
                </a:lnTo>
              </a:path>
              <a:path w="0" h="813435">
                <a:moveTo>
                  <a:pt x="0" y="589915"/>
                </a:moveTo>
                <a:lnTo>
                  <a:pt x="0" y="591185"/>
                </a:lnTo>
              </a:path>
              <a:path w="0" h="813435">
                <a:moveTo>
                  <a:pt x="0" y="591820"/>
                </a:moveTo>
                <a:lnTo>
                  <a:pt x="0" y="593090"/>
                </a:lnTo>
              </a:path>
              <a:path w="0" h="813435">
                <a:moveTo>
                  <a:pt x="0" y="593725"/>
                </a:moveTo>
                <a:lnTo>
                  <a:pt x="0" y="594995"/>
                </a:lnTo>
              </a:path>
              <a:path w="0" h="813435">
                <a:moveTo>
                  <a:pt x="0" y="595630"/>
                </a:moveTo>
                <a:lnTo>
                  <a:pt x="0" y="596900"/>
                </a:lnTo>
              </a:path>
              <a:path w="0" h="813435">
                <a:moveTo>
                  <a:pt x="0" y="597535"/>
                </a:moveTo>
                <a:lnTo>
                  <a:pt x="0" y="598805"/>
                </a:lnTo>
              </a:path>
              <a:path w="0" h="813435">
                <a:moveTo>
                  <a:pt x="0" y="598805"/>
                </a:moveTo>
                <a:lnTo>
                  <a:pt x="0" y="600075"/>
                </a:lnTo>
              </a:path>
              <a:path w="0" h="813435">
                <a:moveTo>
                  <a:pt x="0" y="600710"/>
                </a:moveTo>
                <a:lnTo>
                  <a:pt x="0" y="601980"/>
                </a:lnTo>
              </a:path>
              <a:path w="0" h="813435">
                <a:moveTo>
                  <a:pt x="0" y="602615"/>
                </a:moveTo>
                <a:lnTo>
                  <a:pt x="0" y="603885"/>
                </a:lnTo>
              </a:path>
              <a:path w="0" h="813435">
                <a:moveTo>
                  <a:pt x="0" y="604520"/>
                </a:moveTo>
                <a:lnTo>
                  <a:pt x="0" y="605790"/>
                </a:lnTo>
              </a:path>
              <a:path w="0" h="813435">
                <a:moveTo>
                  <a:pt x="0" y="606425"/>
                </a:moveTo>
                <a:lnTo>
                  <a:pt x="0" y="607695"/>
                </a:lnTo>
              </a:path>
              <a:path w="0" h="813435">
                <a:moveTo>
                  <a:pt x="0" y="607695"/>
                </a:moveTo>
                <a:lnTo>
                  <a:pt x="0" y="608965"/>
                </a:lnTo>
              </a:path>
              <a:path w="0" h="813435">
                <a:moveTo>
                  <a:pt x="0" y="609600"/>
                </a:moveTo>
                <a:lnTo>
                  <a:pt x="0" y="610870"/>
                </a:lnTo>
              </a:path>
              <a:path w="0" h="813435">
                <a:moveTo>
                  <a:pt x="0" y="611505"/>
                </a:moveTo>
                <a:lnTo>
                  <a:pt x="0" y="612775"/>
                </a:lnTo>
              </a:path>
              <a:path w="0" h="813435">
                <a:moveTo>
                  <a:pt x="0" y="613410"/>
                </a:moveTo>
                <a:lnTo>
                  <a:pt x="0" y="614680"/>
                </a:lnTo>
              </a:path>
              <a:path w="0" h="813435">
                <a:moveTo>
                  <a:pt x="0" y="615315"/>
                </a:moveTo>
                <a:lnTo>
                  <a:pt x="0" y="616585"/>
                </a:lnTo>
              </a:path>
              <a:path w="0" h="813435">
                <a:moveTo>
                  <a:pt x="0" y="616585"/>
                </a:moveTo>
                <a:lnTo>
                  <a:pt x="0" y="617855"/>
                </a:lnTo>
              </a:path>
              <a:path w="0" h="813435">
                <a:moveTo>
                  <a:pt x="0" y="618490"/>
                </a:moveTo>
                <a:lnTo>
                  <a:pt x="0" y="619760"/>
                </a:lnTo>
              </a:path>
              <a:path w="0" h="813435">
                <a:moveTo>
                  <a:pt x="0" y="620395"/>
                </a:moveTo>
                <a:lnTo>
                  <a:pt x="0" y="621665"/>
                </a:lnTo>
              </a:path>
              <a:path w="0" h="813435">
                <a:moveTo>
                  <a:pt x="0" y="622300"/>
                </a:moveTo>
                <a:lnTo>
                  <a:pt x="0" y="623570"/>
                </a:lnTo>
              </a:path>
              <a:path w="0" h="813435">
                <a:moveTo>
                  <a:pt x="0" y="624205"/>
                </a:moveTo>
                <a:lnTo>
                  <a:pt x="0" y="625475"/>
                </a:lnTo>
              </a:path>
              <a:path w="0" h="813435">
                <a:moveTo>
                  <a:pt x="0" y="625475"/>
                </a:moveTo>
                <a:lnTo>
                  <a:pt x="0" y="626745"/>
                </a:lnTo>
              </a:path>
              <a:path w="0" h="813435">
                <a:moveTo>
                  <a:pt x="0" y="627380"/>
                </a:moveTo>
                <a:lnTo>
                  <a:pt x="0" y="628650"/>
                </a:lnTo>
              </a:path>
              <a:path w="0" h="813435">
                <a:moveTo>
                  <a:pt x="0" y="629285"/>
                </a:moveTo>
                <a:lnTo>
                  <a:pt x="0" y="630555"/>
                </a:lnTo>
              </a:path>
              <a:path w="0" h="813435">
                <a:moveTo>
                  <a:pt x="0" y="631190"/>
                </a:moveTo>
                <a:lnTo>
                  <a:pt x="0" y="632460"/>
                </a:lnTo>
              </a:path>
              <a:path w="0" h="813435">
                <a:moveTo>
                  <a:pt x="0" y="633095"/>
                </a:moveTo>
                <a:lnTo>
                  <a:pt x="0" y="634365"/>
                </a:lnTo>
              </a:path>
              <a:path w="0" h="813435">
                <a:moveTo>
                  <a:pt x="0" y="634365"/>
                </a:moveTo>
                <a:lnTo>
                  <a:pt x="0" y="635635"/>
                </a:lnTo>
              </a:path>
              <a:path w="0" h="813435">
                <a:moveTo>
                  <a:pt x="0" y="636270"/>
                </a:moveTo>
                <a:lnTo>
                  <a:pt x="0" y="637540"/>
                </a:lnTo>
              </a:path>
              <a:path w="0" h="813435">
                <a:moveTo>
                  <a:pt x="0" y="638175"/>
                </a:moveTo>
                <a:lnTo>
                  <a:pt x="0" y="639445"/>
                </a:lnTo>
              </a:path>
              <a:path w="0" h="813435">
                <a:moveTo>
                  <a:pt x="0" y="640080"/>
                </a:moveTo>
                <a:lnTo>
                  <a:pt x="0" y="641350"/>
                </a:lnTo>
              </a:path>
              <a:path w="0" h="813435">
                <a:moveTo>
                  <a:pt x="0" y="641985"/>
                </a:moveTo>
                <a:lnTo>
                  <a:pt x="0" y="643255"/>
                </a:lnTo>
              </a:path>
              <a:path w="0" h="813435">
                <a:moveTo>
                  <a:pt x="0" y="643255"/>
                </a:moveTo>
                <a:lnTo>
                  <a:pt x="0" y="644525"/>
                </a:lnTo>
              </a:path>
              <a:path w="0" h="813435">
                <a:moveTo>
                  <a:pt x="0" y="645160"/>
                </a:moveTo>
                <a:lnTo>
                  <a:pt x="0" y="646430"/>
                </a:lnTo>
              </a:path>
              <a:path w="0" h="813435">
                <a:moveTo>
                  <a:pt x="0" y="647065"/>
                </a:moveTo>
                <a:lnTo>
                  <a:pt x="0" y="648335"/>
                </a:lnTo>
              </a:path>
              <a:path w="0" h="813435">
                <a:moveTo>
                  <a:pt x="0" y="648970"/>
                </a:moveTo>
                <a:lnTo>
                  <a:pt x="0" y="650240"/>
                </a:lnTo>
              </a:path>
              <a:path w="0" h="813435">
                <a:moveTo>
                  <a:pt x="0" y="650875"/>
                </a:moveTo>
                <a:lnTo>
                  <a:pt x="0" y="652145"/>
                </a:lnTo>
              </a:path>
              <a:path w="0" h="813435">
                <a:moveTo>
                  <a:pt x="0" y="652145"/>
                </a:moveTo>
                <a:lnTo>
                  <a:pt x="0" y="653415"/>
                </a:lnTo>
              </a:path>
              <a:path w="0" h="813435">
                <a:moveTo>
                  <a:pt x="0" y="654050"/>
                </a:moveTo>
                <a:lnTo>
                  <a:pt x="0" y="655320"/>
                </a:lnTo>
              </a:path>
              <a:path w="0" h="813435">
                <a:moveTo>
                  <a:pt x="0" y="655955"/>
                </a:moveTo>
                <a:lnTo>
                  <a:pt x="0" y="657225"/>
                </a:lnTo>
              </a:path>
              <a:path w="0" h="813435">
                <a:moveTo>
                  <a:pt x="0" y="657860"/>
                </a:moveTo>
                <a:lnTo>
                  <a:pt x="0" y="659130"/>
                </a:lnTo>
              </a:path>
              <a:path w="0" h="813435">
                <a:moveTo>
                  <a:pt x="0" y="659765"/>
                </a:moveTo>
                <a:lnTo>
                  <a:pt x="0" y="661035"/>
                </a:lnTo>
              </a:path>
              <a:path w="0" h="813435">
                <a:moveTo>
                  <a:pt x="0" y="661035"/>
                </a:moveTo>
                <a:lnTo>
                  <a:pt x="0" y="662305"/>
                </a:lnTo>
              </a:path>
              <a:path w="0" h="813435">
                <a:moveTo>
                  <a:pt x="0" y="662940"/>
                </a:moveTo>
                <a:lnTo>
                  <a:pt x="0" y="664210"/>
                </a:lnTo>
              </a:path>
              <a:path w="0" h="813435">
                <a:moveTo>
                  <a:pt x="0" y="664845"/>
                </a:moveTo>
                <a:lnTo>
                  <a:pt x="0" y="666115"/>
                </a:lnTo>
              </a:path>
              <a:path w="0" h="813435">
                <a:moveTo>
                  <a:pt x="0" y="666750"/>
                </a:moveTo>
                <a:lnTo>
                  <a:pt x="0" y="668020"/>
                </a:lnTo>
              </a:path>
              <a:path w="0" h="813435">
                <a:moveTo>
                  <a:pt x="0" y="668655"/>
                </a:moveTo>
                <a:lnTo>
                  <a:pt x="0" y="669925"/>
                </a:lnTo>
              </a:path>
              <a:path w="0" h="813435">
                <a:moveTo>
                  <a:pt x="0" y="669925"/>
                </a:moveTo>
                <a:lnTo>
                  <a:pt x="0" y="671195"/>
                </a:lnTo>
              </a:path>
              <a:path w="0" h="813435">
                <a:moveTo>
                  <a:pt x="0" y="671830"/>
                </a:moveTo>
                <a:lnTo>
                  <a:pt x="0" y="673100"/>
                </a:lnTo>
              </a:path>
              <a:path w="0" h="813435">
                <a:moveTo>
                  <a:pt x="0" y="673735"/>
                </a:moveTo>
                <a:lnTo>
                  <a:pt x="0" y="675005"/>
                </a:lnTo>
              </a:path>
              <a:path w="0" h="813435">
                <a:moveTo>
                  <a:pt x="0" y="675640"/>
                </a:moveTo>
                <a:lnTo>
                  <a:pt x="0" y="676910"/>
                </a:lnTo>
              </a:path>
              <a:path w="0" h="813435">
                <a:moveTo>
                  <a:pt x="0" y="677545"/>
                </a:moveTo>
                <a:lnTo>
                  <a:pt x="0" y="678815"/>
                </a:lnTo>
              </a:path>
              <a:path w="0" h="813435">
                <a:moveTo>
                  <a:pt x="0" y="678815"/>
                </a:moveTo>
                <a:lnTo>
                  <a:pt x="0" y="680085"/>
                </a:lnTo>
              </a:path>
              <a:path w="0" h="813435">
                <a:moveTo>
                  <a:pt x="0" y="680720"/>
                </a:moveTo>
                <a:lnTo>
                  <a:pt x="0" y="681990"/>
                </a:lnTo>
              </a:path>
              <a:path w="0" h="813435">
                <a:moveTo>
                  <a:pt x="0" y="682625"/>
                </a:moveTo>
                <a:lnTo>
                  <a:pt x="0" y="683895"/>
                </a:lnTo>
              </a:path>
              <a:path w="0" h="813435">
                <a:moveTo>
                  <a:pt x="0" y="684530"/>
                </a:moveTo>
                <a:lnTo>
                  <a:pt x="0" y="685800"/>
                </a:lnTo>
              </a:path>
              <a:path w="0" h="813435">
                <a:moveTo>
                  <a:pt x="0" y="686435"/>
                </a:moveTo>
                <a:lnTo>
                  <a:pt x="0" y="687705"/>
                </a:lnTo>
              </a:path>
              <a:path w="0" h="813435">
                <a:moveTo>
                  <a:pt x="0" y="687705"/>
                </a:moveTo>
                <a:lnTo>
                  <a:pt x="0" y="688975"/>
                </a:lnTo>
              </a:path>
              <a:path w="0" h="813435">
                <a:moveTo>
                  <a:pt x="0" y="689610"/>
                </a:moveTo>
                <a:lnTo>
                  <a:pt x="0" y="690880"/>
                </a:lnTo>
              </a:path>
              <a:path w="0" h="813435">
                <a:moveTo>
                  <a:pt x="0" y="691515"/>
                </a:moveTo>
                <a:lnTo>
                  <a:pt x="0" y="692785"/>
                </a:lnTo>
              </a:path>
              <a:path w="0" h="813435">
                <a:moveTo>
                  <a:pt x="0" y="693420"/>
                </a:moveTo>
                <a:lnTo>
                  <a:pt x="0" y="694690"/>
                </a:lnTo>
              </a:path>
              <a:path w="0" h="813435">
                <a:moveTo>
                  <a:pt x="0" y="695325"/>
                </a:moveTo>
                <a:lnTo>
                  <a:pt x="0" y="696595"/>
                </a:lnTo>
              </a:path>
              <a:path w="0" h="813435">
                <a:moveTo>
                  <a:pt x="0" y="696595"/>
                </a:moveTo>
                <a:lnTo>
                  <a:pt x="0" y="697865"/>
                </a:lnTo>
              </a:path>
              <a:path w="0" h="813435">
                <a:moveTo>
                  <a:pt x="0" y="698500"/>
                </a:moveTo>
                <a:lnTo>
                  <a:pt x="0" y="699770"/>
                </a:lnTo>
              </a:path>
              <a:path w="0" h="813435">
                <a:moveTo>
                  <a:pt x="0" y="700405"/>
                </a:moveTo>
                <a:lnTo>
                  <a:pt x="0" y="701675"/>
                </a:lnTo>
              </a:path>
              <a:path w="0" h="813435">
                <a:moveTo>
                  <a:pt x="0" y="702310"/>
                </a:moveTo>
                <a:lnTo>
                  <a:pt x="0" y="703580"/>
                </a:lnTo>
              </a:path>
              <a:path w="0" h="813435">
                <a:moveTo>
                  <a:pt x="0" y="704215"/>
                </a:moveTo>
                <a:lnTo>
                  <a:pt x="0" y="705485"/>
                </a:lnTo>
              </a:path>
              <a:path w="0" h="813435">
                <a:moveTo>
                  <a:pt x="0" y="705485"/>
                </a:moveTo>
                <a:lnTo>
                  <a:pt x="0" y="706755"/>
                </a:lnTo>
              </a:path>
              <a:path w="0" h="813435">
                <a:moveTo>
                  <a:pt x="0" y="707390"/>
                </a:moveTo>
                <a:lnTo>
                  <a:pt x="0" y="708660"/>
                </a:lnTo>
              </a:path>
              <a:path w="0" h="813435">
                <a:moveTo>
                  <a:pt x="0" y="709295"/>
                </a:moveTo>
                <a:lnTo>
                  <a:pt x="0" y="710565"/>
                </a:lnTo>
              </a:path>
              <a:path w="0" h="813435">
                <a:moveTo>
                  <a:pt x="0" y="711200"/>
                </a:moveTo>
                <a:lnTo>
                  <a:pt x="0" y="712470"/>
                </a:lnTo>
              </a:path>
              <a:path w="0" h="813435">
                <a:moveTo>
                  <a:pt x="0" y="713105"/>
                </a:moveTo>
                <a:lnTo>
                  <a:pt x="0" y="714375"/>
                </a:lnTo>
              </a:path>
              <a:path w="0" h="813435">
                <a:moveTo>
                  <a:pt x="0" y="714375"/>
                </a:moveTo>
                <a:lnTo>
                  <a:pt x="0" y="715645"/>
                </a:lnTo>
              </a:path>
              <a:path w="0" h="813435">
                <a:moveTo>
                  <a:pt x="0" y="716280"/>
                </a:moveTo>
                <a:lnTo>
                  <a:pt x="0" y="717550"/>
                </a:lnTo>
              </a:path>
              <a:path w="0" h="813435">
                <a:moveTo>
                  <a:pt x="0" y="718185"/>
                </a:moveTo>
                <a:lnTo>
                  <a:pt x="0" y="719455"/>
                </a:lnTo>
              </a:path>
              <a:path w="0" h="813435">
                <a:moveTo>
                  <a:pt x="0" y="720090"/>
                </a:moveTo>
                <a:lnTo>
                  <a:pt x="0" y="721360"/>
                </a:lnTo>
              </a:path>
              <a:path w="0" h="813435">
                <a:moveTo>
                  <a:pt x="0" y="721995"/>
                </a:moveTo>
                <a:lnTo>
                  <a:pt x="0" y="723265"/>
                </a:lnTo>
              </a:path>
              <a:path w="0" h="813435">
                <a:moveTo>
                  <a:pt x="0" y="723265"/>
                </a:moveTo>
                <a:lnTo>
                  <a:pt x="0" y="724535"/>
                </a:lnTo>
              </a:path>
              <a:path w="0" h="813435">
                <a:moveTo>
                  <a:pt x="0" y="725170"/>
                </a:moveTo>
                <a:lnTo>
                  <a:pt x="0" y="726440"/>
                </a:lnTo>
              </a:path>
              <a:path w="0" h="813435">
                <a:moveTo>
                  <a:pt x="0" y="727075"/>
                </a:moveTo>
                <a:lnTo>
                  <a:pt x="0" y="728345"/>
                </a:lnTo>
              </a:path>
              <a:path w="0" h="813435">
                <a:moveTo>
                  <a:pt x="0" y="728980"/>
                </a:moveTo>
                <a:lnTo>
                  <a:pt x="0" y="730250"/>
                </a:lnTo>
              </a:path>
              <a:path w="0" h="813435">
                <a:moveTo>
                  <a:pt x="0" y="730885"/>
                </a:moveTo>
                <a:lnTo>
                  <a:pt x="0" y="732155"/>
                </a:lnTo>
              </a:path>
              <a:path w="0" h="813435">
                <a:moveTo>
                  <a:pt x="0" y="732155"/>
                </a:moveTo>
                <a:lnTo>
                  <a:pt x="0" y="733425"/>
                </a:lnTo>
              </a:path>
              <a:path w="0" h="813435">
                <a:moveTo>
                  <a:pt x="0" y="734060"/>
                </a:moveTo>
                <a:lnTo>
                  <a:pt x="0" y="735330"/>
                </a:lnTo>
              </a:path>
              <a:path w="0" h="813435">
                <a:moveTo>
                  <a:pt x="0" y="735965"/>
                </a:moveTo>
                <a:lnTo>
                  <a:pt x="0" y="737235"/>
                </a:lnTo>
              </a:path>
              <a:path w="0" h="813435">
                <a:moveTo>
                  <a:pt x="0" y="737870"/>
                </a:moveTo>
                <a:lnTo>
                  <a:pt x="0" y="739140"/>
                </a:lnTo>
              </a:path>
              <a:path w="0" h="813435">
                <a:moveTo>
                  <a:pt x="0" y="739775"/>
                </a:moveTo>
                <a:lnTo>
                  <a:pt x="0" y="741045"/>
                </a:lnTo>
              </a:path>
              <a:path w="0" h="813435">
                <a:moveTo>
                  <a:pt x="0" y="741045"/>
                </a:moveTo>
                <a:lnTo>
                  <a:pt x="0" y="742315"/>
                </a:lnTo>
              </a:path>
              <a:path w="0" h="813435">
                <a:moveTo>
                  <a:pt x="0" y="742950"/>
                </a:moveTo>
                <a:lnTo>
                  <a:pt x="0" y="744220"/>
                </a:lnTo>
              </a:path>
              <a:path w="0" h="813435">
                <a:moveTo>
                  <a:pt x="0" y="744855"/>
                </a:moveTo>
                <a:lnTo>
                  <a:pt x="0" y="746125"/>
                </a:lnTo>
              </a:path>
              <a:path w="0" h="813435">
                <a:moveTo>
                  <a:pt x="0" y="746760"/>
                </a:moveTo>
                <a:lnTo>
                  <a:pt x="0" y="748030"/>
                </a:lnTo>
              </a:path>
              <a:path w="0" h="813435">
                <a:moveTo>
                  <a:pt x="0" y="748665"/>
                </a:moveTo>
                <a:lnTo>
                  <a:pt x="0" y="749935"/>
                </a:lnTo>
              </a:path>
              <a:path w="0" h="813435">
                <a:moveTo>
                  <a:pt x="0" y="749935"/>
                </a:moveTo>
                <a:lnTo>
                  <a:pt x="0" y="751205"/>
                </a:lnTo>
              </a:path>
              <a:path w="0" h="813435">
                <a:moveTo>
                  <a:pt x="0" y="751840"/>
                </a:moveTo>
                <a:lnTo>
                  <a:pt x="0" y="753110"/>
                </a:lnTo>
              </a:path>
              <a:path w="0" h="813435">
                <a:moveTo>
                  <a:pt x="0" y="753745"/>
                </a:moveTo>
                <a:lnTo>
                  <a:pt x="0" y="755015"/>
                </a:lnTo>
              </a:path>
              <a:path w="0" h="813435">
                <a:moveTo>
                  <a:pt x="0" y="755650"/>
                </a:moveTo>
                <a:lnTo>
                  <a:pt x="0" y="756920"/>
                </a:lnTo>
              </a:path>
              <a:path w="0" h="813435">
                <a:moveTo>
                  <a:pt x="0" y="757555"/>
                </a:moveTo>
                <a:lnTo>
                  <a:pt x="0" y="758825"/>
                </a:lnTo>
              </a:path>
              <a:path w="0" h="813435">
                <a:moveTo>
                  <a:pt x="0" y="758825"/>
                </a:moveTo>
                <a:lnTo>
                  <a:pt x="0" y="760095"/>
                </a:lnTo>
              </a:path>
              <a:path w="0" h="813435">
                <a:moveTo>
                  <a:pt x="0" y="760730"/>
                </a:moveTo>
                <a:lnTo>
                  <a:pt x="0" y="762000"/>
                </a:lnTo>
              </a:path>
              <a:path w="0" h="813435">
                <a:moveTo>
                  <a:pt x="0" y="762635"/>
                </a:moveTo>
                <a:lnTo>
                  <a:pt x="0" y="763905"/>
                </a:lnTo>
              </a:path>
              <a:path w="0" h="813435">
                <a:moveTo>
                  <a:pt x="0" y="764540"/>
                </a:moveTo>
                <a:lnTo>
                  <a:pt x="0" y="765810"/>
                </a:lnTo>
              </a:path>
              <a:path w="0" h="813435">
                <a:moveTo>
                  <a:pt x="0" y="766445"/>
                </a:moveTo>
                <a:lnTo>
                  <a:pt x="0" y="767715"/>
                </a:lnTo>
              </a:path>
              <a:path w="0" h="813435">
                <a:moveTo>
                  <a:pt x="0" y="767715"/>
                </a:moveTo>
                <a:lnTo>
                  <a:pt x="0" y="768985"/>
                </a:lnTo>
              </a:path>
              <a:path w="0" h="813435">
                <a:moveTo>
                  <a:pt x="0" y="769620"/>
                </a:moveTo>
                <a:lnTo>
                  <a:pt x="0" y="770890"/>
                </a:lnTo>
              </a:path>
              <a:path w="0" h="813435">
                <a:moveTo>
                  <a:pt x="0" y="771525"/>
                </a:moveTo>
                <a:lnTo>
                  <a:pt x="0" y="772795"/>
                </a:lnTo>
              </a:path>
              <a:path w="0" h="813435">
                <a:moveTo>
                  <a:pt x="0" y="773430"/>
                </a:moveTo>
                <a:lnTo>
                  <a:pt x="0" y="774700"/>
                </a:lnTo>
              </a:path>
              <a:path w="0" h="813435">
                <a:moveTo>
                  <a:pt x="0" y="775335"/>
                </a:moveTo>
                <a:lnTo>
                  <a:pt x="0" y="776605"/>
                </a:lnTo>
              </a:path>
              <a:path w="0" h="813435">
                <a:moveTo>
                  <a:pt x="0" y="776605"/>
                </a:moveTo>
                <a:lnTo>
                  <a:pt x="0" y="777875"/>
                </a:lnTo>
              </a:path>
              <a:path w="0" h="813435">
                <a:moveTo>
                  <a:pt x="0" y="778510"/>
                </a:moveTo>
                <a:lnTo>
                  <a:pt x="0" y="779780"/>
                </a:lnTo>
              </a:path>
              <a:path w="0" h="813435">
                <a:moveTo>
                  <a:pt x="0" y="780415"/>
                </a:moveTo>
                <a:lnTo>
                  <a:pt x="0" y="781685"/>
                </a:lnTo>
              </a:path>
              <a:path w="0" h="813435">
                <a:moveTo>
                  <a:pt x="0" y="782320"/>
                </a:moveTo>
                <a:lnTo>
                  <a:pt x="0" y="783590"/>
                </a:lnTo>
              </a:path>
              <a:path w="0" h="813435">
                <a:moveTo>
                  <a:pt x="0" y="784225"/>
                </a:moveTo>
                <a:lnTo>
                  <a:pt x="0" y="785495"/>
                </a:lnTo>
              </a:path>
              <a:path w="0" h="813435">
                <a:moveTo>
                  <a:pt x="0" y="785495"/>
                </a:moveTo>
                <a:lnTo>
                  <a:pt x="0" y="786765"/>
                </a:lnTo>
              </a:path>
              <a:path w="0" h="813435">
                <a:moveTo>
                  <a:pt x="0" y="787400"/>
                </a:moveTo>
                <a:lnTo>
                  <a:pt x="0" y="788670"/>
                </a:lnTo>
              </a:path>
              <a:path w="0" h="813435">
                <a:moveTo>
                  <a:pt x="0" y="789305"/>
                </a:moveTo>
                <a:lnTo>
                  <a:pt x="0" y="790575"/>
                </a:lnTo>
              </a:path>
              <a:path w="0" h="813435">
                <a:moveTo>
                  <a:pt x="0" y="791210"/>
                </a:moveTo>
                <a:lnTo>
                  <a:pt x="0" y="792480"/>
                </a:lnTo>
              </a:path>
              <a:path w="0" h="813435">
                <a:moveTo>
                  <a:pt x="0" y="793115"/>
                </a:moveTo>
                <a:lnTo>
                  <a:pt x="0" y="794385"/>
                </a:lnTo>
              </a:path>
              <a:path w="0" h="813435">
                <a:moveTo>
                  <a:pt x="0" y="794385"/>
                </a:moveTo>
                <a:lnTo>
                  <a:pt x="0" y="795655"/>
                </a:lnTo>
              </a:path>
              <a:path w="0" h="813435">
                <a:moveTo>
                  <a:pt x="0" y="796290"/>
                </a:moveTo>
                <a:lnTo>
                  <a:pt x="0" y="797560"/>
                </a:lnTo>
              </a:path>
              <a:path w="0" h="813435">
                <a:moveTo>
                  <a:pt x="0" y="798195"/>
                </a:moveTo>
                <a:lnTo>
                  <a:pt x="0" y="799465"/>
                </a:lnTo>
              </a:path>
              <a:path w="0" h="813435">
                <a:moveTo>
                  <a:pt x="0" y="800100"/>
                </a:moveTo>
                <a:lnTo>
                  <a:pt x="0" y="801370"/>
                </a:lnTo>
              </a:path>
              <a:path w="0" h="813435">
                <a:moveTo>
                  <a:pt x="0" y="802005"/>
                </a:moveTo>
                <a:lnTo>
                  <a:pt x="0" y="803275"/>
                </a:lnTo>
              </a:path>
              <a:path w="0" h="813435">
                <a:moveTo>
                  <a:pt x="0" y="803275"/>
                </a:moveTo>
                <a:lnTo>
                  <a:pt x="0" y="804545"/>
                </a:lnTo>
              </a:path>
              <a:path w="0" h="813435">
                <a:moveTo>
                  <a:pt x="0" y="805180"/>
                </a:moveTo>
                <a:lnTo>
                  <a:pt x="0" y="806450"/>
                </a:lnTo>
              </a:path>
              <a:path w="0" h="813435">
                <a:moveTo>
                  <a:pt x="0" y="807085"/>
                </a:moveTo>
                <a:lnTo>
                  <a:pt x="0" y="808355"/>
                </a:lnTo>
              </a:path>
              <a:path w="0" h="813435">
                <a:moveTo>
                  <a:pt x="0" y="808990"/>
                </a:moveTo>
                <a:lnTo>
                  <a:pt x="0" y="810260"/>
                </a:lnTo>
              </a:path>
              <a:path w="0" h="813435">
                <a:moveTo>
                  <a:pt x="0" y="810895"/>
                </a:moveTo>
                <a:lnTo>
                  <a:pt x="0" y="812165"/>
                </a:lnTo>
              </a:path>
              <a:path w="0" h="813435">
                <a:moveTo>
                  <a:pt x="0" y="812165"/>
                </a:moveTo>
                <a:lnTo>
                  <a:pt x="0" y="813435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4" name="object 114" descr=""/>
          <p:cNvSpPr/>
          <p:nvPr/>
        </p:nvSpPr>
        <p:spPr>
          <a:xfrm>
            <a:off x="2186304" y="5170817"/>
            <a:ext cx="0" cy="932180"/>
          </a:xfrm>
          <a:custGeom>
            <a:avLst/>
            <a:gdLst/>
            <a:ahLst/>
            <a:cxnLst/>
            <a:rect l="l" t="t" r="r" b="b"/>
            <a:pathLst>
              <a:path w="0" h="932179">
                <a:moveTo>
                  <a:pt x="0" y="0"/>
                </a:moveTo>
                <a:lnTo>
                  <a:pt x="0" y="1269"/>
                </a:lnTo>
              </a:path>
              <a:path w="0" h="932179">
                <a:moveTo>
                  <a:pt x="0" y="1269"/>
                </a:moveTo>
                <a:lnTo>
                  <a:pt x="0" y="3175"/>
                </a:lnTo>
              </a:path>
              <a:path w="0" h="932179">
                <a:moveTo>
                  <a:pt x="0" y="3175"/>
                </a:moveTo>
                <a:lnTo>
                  <a:pt x="0" y="4444"/>
                </a:lnTo>
              </a:path>
              <a:path w="0" h="932179">
                <a:moveTo>
                  <a:pt x="0" y="5079"/>
                </a:moveTo>
                <a:lnTo>
                  <a:pt x="0" y="6350"/>
                </a:lnTo>
              </a:path>
              <a:path w="0" h="932179">
                <a:moveTo>
                  <a:pt x="0" y="6984"/>
                </a:moveTo>
                <a:lnTo>
                  <a:pt x="0" y="8254"/>
                </a:lnTo>
              </a:path>
              <a:path w="0" h="932179">
                <a:moveTo>
                  <a:pt x="0" y="8889"/>
                </a:moveTo>
                <a:lnTo>
                  <a:pt x="0" y="10159"/>
                </a:lnTo>
              </a:path>
              <a:path w="0" h="932179">
                <a:moveTo>
                  <a:pt x="0" y="10159"/>
                </a:moveTo>
                <a:lnTo>
                  <a:pt x="0" y="12064"/>
                </a:lnTo>
              </a:path>
              <a:path w="0" h="932179">
                <a:moveTo>
                  <a:pt x="0" y="12064"/>
                </a:moveTo>
                <a:lnTo>
                  <a:pt x="0" y="13334"/>
                </a:lnTo>
              </a:path>
              <a:path w="0" h="932179">
                <a:moveTo>
                  <a:pt x="0" y="13969"/>
                </a:moveTo>
                <a:lnTo>
                  <a:pt x="0" y="15239"/>
                </a:lnTo>
              </a:path>
              <a:path w="0" h="932179">
                <a:moveTo>
                  <a:pt x="0" y="15875"/>
                </a:moveTo>
                <a:lnTo>
                  <a:pt x="0" y="17144"/>
                </a:lnTo>
              </a:path>
              <a:path w="0" h="932179">
                <a:moveTo>
                  <a:pt x="0" y="17779"/>
                </a:moveTo>
                <a:lnTo>
                  <a:pt x="0" y="19050"/>
                </a:lnTo>
              </a:path>
              <a:path w="0" h="932179">
                <a:moveTo>
                  <a:pt x="0" y="19050"/>
                </a:moveTo>
                <a:lnTo>
                  <a:pt x="0" y="20954"/>
                </a:lnTo>
              </a:path>
              <a:path w="0" h="932179">
                <a:moveTo>
                  <a:pt x="0" y="20954"/>
                </a:moveTo>
                <a:lnTo>
                  <a:pt x="0" y="22225"/>
                </a:lnTo>
              </a:path>
              <a:path w="0" h="932179">
                <a:moveTo>
                  <a:pt x="0" y="22859"/>
                </a:moveTo>
                <a:lnTo>
                  <a:pt x="0" y="24129"/>
                </a:lnTo>
              </a:path>
              <a:path w="0" h="932179">
                <a:moveTo>
                  <a:pt x="0" y="24764"/>
                </a:moveTo>
                <a:lnTo>
                  <a:pt x="0" y="26034"/>
                </a:lnTo>
              </a:path>
              <a:path w="0" h="932179">
                <a:moveTo>
                  <a:pt x="0" y="26669"/>
                </a:moveTo>
                <a:lnTo>
                  <a:pt x="0" y="27939"/>
                </a:lnTo>
              </a:path>
              <a:path w="0" h="932179">
                <a:moveTo>
                  <a:pt x="0" y="27939"/>
                </a:moveTo>
                <a:lnTo>
                  <a:pt x="0" y="29844"/>
                </a:lnTo>
              </a:path>
              <a:path w="0" h="932179">
                <a:moveTo>
                  <a:pt x="0" y="29844"/>
                </a:moveTo>
                <a:lnTo>
                  <a:pt x="0" y="31114"/>
                </a:lnTo>
              </a:path>
              <a:path w="0" h="932179">
                <a:moveTo>
                  <a:pt x="0" y="31750"/>
                </a:moveTo>
                <a:lnTo>
                  <a:pt x="0" y="33019"/>
                </a:lnTo>
              </a:path>
              <a:path w="0" h="932179">
                <a:moveTo>
                  <a:pt x="0" y="33654"/>
                </a:moveTo>
                <a:lnTo>
                  <a:pt x="0" y="34925"/>
                </a:lnTo>
              </a:path>
              <a:path w="0" h="932179">
                <a:moveTo>
                  <a:pt x="0" y="35559"/>
                </a:moveTo>
                <a:lnTo>
                  <a:pt x="0" y="36829"/>
                </a:lnTo>
              </a:path>
              <a:path w="0" h="932179">
                <a:moveTo>
                  <a:pt x="0" y="36829"/>
                </a:moveTo>
                <a:lnTo>
                  <a:pt x="0" y="38734"/>
                </a:lnTo>
              </a:path>
              <a:path w="0" h="932179">
                <a:moveTo>
                  <a:pt x="0" y="38734"/>
                </a:moveTo>
                <a:lnTo>
                  <a:pt x="0" y="40004"/>
                </a:lnTo>
              </a:path>
              <a:path w="0" h="932179">
                <a:moveTo>
                  <a:pt x="0" y="40639"/>
                </a:moveTo>
                <a:lnTo>
                  <a:pt x="0" y="41909"/>
                </a:lnTo>
              </a:path>
              <a:path w="0" h="932179">
                <a:moveTo>
                  <a:pt x="0" y="42544"/>
                </a:moveTo>
                <a:lnTo>
                  <a:pt x="0" y="43814"/>
                </a:lnTo>
              </a:path>
              <a:path w="0" h="932179">
                <a:moveTo>
                  <a:pt x="0" y="44450"/>
                </a:moveTo>
                <a:lnTo>
                  <a:pt x="0" y="45719"/>
                </a:lnTo>
              </a:path>
              <a:path w="0" h="932179">
                <a:moveTo>
                  <a:pt x="0" y="45719"/>
                </a:moveTo>
                <a:lnTo>
                  <a:pt x="0" y="47625"/>
                </a:lnTo>
              </a:path>
              <a:path w="0" h="932179">
                <a:moveTo>
                  <a:pt x="0" y="47625"/>
                </a:moveTo>
                <a:lnTo>
                  <a:pt x="0" y="48894"/>
                </a:lnTo>
              </a:path>
              <a:path w="0" h="932179">
                <a:moveTo>
                  <a:pt x="0" y="49529"/>
                </a:moveTo>
                <a:lnTo>
                  <a:pt x="0" y="50800"/>
                </a:lnTo>
              </a:path>
              <a:path w="0" h="932179">
                <a:moveTo>
                  <a:pt x="0" y="51434"/>
                </a:moveTo>
                <a:lnTo>
                  <a:pt x="0" y="52704"/>
                </a:lnTo>
              </a:path>
              <a:path w="0" h="932179">
                <a:moveTo>
                  <a:pt x="0" y="53339"/>
                </a:moveTo>
                <a:lnTo>
                  <a:pt x="0" y="54609"/>
                </a:lnTo>
              </a:path>
              <a:path w="0" h="932179">
                <a:moveTo>
                  <a:pt x="0" y="54609"/>
                </a:moveTo>
                <a:lnTo>
                  <a:pt x="0" y="56514"/>
                </a:lnTo>
              </a:path>
              <a:path w="0" h="932179">
                <a:moveTo>
                  <a:pt x="0" y="56514"/>
                </a:moveTo>
                <a:lnTo>
                  <a:pt x="0" y="57784"/>
                </a:lnTo>
              </a:path>
              <a:path w="0" h="932179">
                <a:moveTo>
                  <a:pt x="0" y="58419"/>
                </a:moveTo>
                <a:lnTo>
                  <a:pt x="0" y="59689"/>
                </a:lnTo>
              </a:path>
              <a:path w="0" h="932179">
                <a:moveTo>
                  <a:pt x="0" y="60325"/>
                </a:moveTo>
                <a:lnTo>
                  <a:pt x="0" y="61594"/>
                </a:lnTo>
              </a:path>
              <a:path w="0" h="932179">
                <a:moveTo>
                  <a:pt x="0" y="62229"/>
                </a:moveTo>
                <a:lnTo>
                  <a:pt x="0" y="63500"/>
                </a:lnTo>
              </a:path>
              <a:path w="0" h="932179">
                <a:moveTo>
                  <a:pt x="0" y="63500"/>
                </a:moveTo>
                <a:lnTo>
                  <a:pt x="0" y="65404"/>
                </a:lnTo>
              </a:path>
              <a:path w="0" h="932179">
                <a:moveTo>
                  <a:pt x="0" y="65404"/>
                </a:moveTo>
                <a:lnTo>
                  <a:pt x="0" y="66675"/>
                </a:lnTo>
              </a:path>
              <a:path w="0" h="932179">
                <a:moveTo>
                  <a:pt x="0" y="67309"/>
                </a:moveTo>
                <a:lnTo>
                  <a:pt x="0" y="68579"/>
                </a:lnTo>
              </a:path>
              <a:path w="0" h="932179">
                <a:moveTo>
                  <a:pt x="0" y="69214"/>
                </a:moveTo>
                <a:lnTo>
                  <a:pt x="0" y="70484"/>
                </a:lnTo>
              </a:path>
              <a:path w="0" h="932179">
                <a:moveTo>
                  <a:pt x="0" y="71119"/>
                </a:moveTo>
                <a:lnTo>
                  <a:pt x="0" y="72389"/>
                </a:lnTo>
              </a:path>
              <a:path w="0" h="932179">
                <a:moveTo>
                  <a:pt x="0" y="72389"/>
                </a:moveTo>
                <a:lnTo>
                  <a:pt x="0" y="74294"/>
                </a:lnTo>
              </a:path>
              <a:path w="0" h="932179">
                <a:moveTo>
                  <a:pt x="0" y="74294"/>
                </a:moveTo>
                <a:lnTo>
                  <a:pt x="0" y="75564"/>
                </a:lnTo>
              </a:path>
              <a:path w="0" h="932179">
                <a:moveTo>
                  <a:pt x="0" y="76200"/>
                </a:moveTo>
                <a:lnTo>
                  <a:pt x="0" y="77469"/>
                </a:lnTo>
              </a:path>
              <a:path w="0" h="932179">
                <a:moveTo>
                  <a:pt x="0" y="78104"/>
                </a:moveTo>
                <a:lnTo>
                  <a:pt x="0" y="79375"/>
                </a:lnTo>
              </a:path>
              <a:path w="0" h="932179">
                <a:moveTo>
                  <a:pt x="0" y="80009"/>
                </a:moveTo>
                <a:lnTo>
                  <a:pt x="0" y="81279"/>
                </a:lnTo>
              </a:path>
              <a:path w="0" h="932179">
                <a:moveTo>
                  <a:pt x="0" y="81279"/>
                </a:moveTo>
                <a:lnTo>
                  <a:pt x="0" y="83184"/>
                </a:lnTo>
              </a:path>
              <a:path w="0" h="932179">
                <a:moveTo>
                  <a:pt x="0" y="83184"/>
                </a:moveTo>
                <a:lnTo>
                  <a:pt x="0" y="84454"/>
                </a:lnTo>
              </a:path>
              <a:path w="0" h="932179">
                <a:moveTo>
                  <a:pt x="0" y="85089"/>
                </a:moveTo>
                <a:lnTo>
                  <a:pt x="0" y="86359"/>
                </a:lnTo>
              </a:path>
              <a:path w="0" h="932179">
                <a:moveTo>
                  <a:pt x="0" y="86994"/>
                </a:moveTo>
                <a:lnTo>
                  <a:pt x="0" y="88264"/>
                </a:lnTo>
              </a:path>
              <a:path w="0" h="932179">
                <a:moveTo>
                  <a:pt x="0" y="88900"/>
                </a:moveTo>
                <a:lnTo>
                  <a:pt x="0" y="90169"/>
                </a:lnTo>
              </a:path>
              <a:path w="0" h="932179">
                <a:moveTo>
                  <a:pt x="0" y="90169"/>
                </a:moveTo>
                <a:lnTo>
                  <a:pt x="0" y="92075"/>
                </a:lnTo>
              </a:path>
              <a:path w="0" h="932179">
                <a:moveTo>
                  <a:pt x="0" y="92075"/>
                </a:moveTo>
                <a:lnTo>
                  <a:pt x="0" y="93344"/>
                </a:lnTo>
              </a:path>
              <a:path w="0" h="932179">
                <a:moveTo>
                  <a:pt x="0" y="93979"/>
                </a:moveTo>
                <a:lnTo>
                  <a:pt x="0" y="95250"/>
                </a:lnTo>
              </a:path>
              <a:path w="0" h="932179">
                <a:moveTo>
                  <a:pt x="0" y="95884"/>
                </a:moveTo>
                <a:lnTo>
                  <a:pt x="0" y="97154"/>
                </a:lnTo>
              </a:path>
              <a:path w="0" h="932179">
                <a:moveTo>
                  <a:pt x="0" y="97789"/>
                </a:moveTo>
                <a:lnTo>
                  <a:pt x="0" y="99059"/>
                </a:lnTo>
              </a:path>
              <a:path w="0" h="932179">
                <a:moveTo>
                  <a:pt x="0" y="99059"/>
                </a:moveTo>
                <a:lnTo>
                  <a:pt x="0" y="100964"/>
                </a:lnTo>
              </a:path>
              <a:path w="0" h="932179">
                <a:moveTo>
                  <a:pt x="0" y="100964"/>
                </a:moveTo>
                <a:lnTo>
                  <a:pt x="0" y="102234"/>
                </a:lnTo>
              </a:path>
              <a:path w="0" h="932179">
                <a:moveTo>
                  <a:pt x="0" y="102869"/>
                </a:moveTo>
                <a:lnTo>
                  <a:pt x="0" y="104139"/>
                </a:lnTo>
              </a:path>
              <a:path w="0" h="932179">
                <a:moveTo>
                  <a:pt x="0" y="104775"/>
                </a:moveTo>
                <a:lnTo>
                  <a:pt x="0" y="106044"/>
                </a:lnTo>
              </a:path>
              <a:path w="0" h="932179">
                <a:moveTo>
                  <a:pt x="0" y="106679"/>
                </a:moveTo>
                <a:lnTo>
                  <a:pt x="0" y="107950"/>
                </a:lnTo>
              </a:path>
              <a:path w="0" h="932179">
                <a:moveTo>
                  <a:pt x="0" y="107950"/>
                </a:moveTo>
                <a:lnTo>
                  <a:pt x="0" y="109854"/>
                </a:lnTo>
              </a:path>
              <a:path w="0" h="932179">
                <a:moveTo>
                  <a:pt x="0" y="109854"/>
                </a:moveTo>
                <a:lnTo>
                  <a:pt x="0" y="111125"/>
                </a:lnTo>
              </a:path>
              <a:path w="0" h="932179">
                <a:moveTo>
                  <a:pt x="0" y="111759"/>
                </a:moveTo>
                <a:lnTo>
                  <a:pt x="0" y="113029"/>
                </a:lnTo>
              </a:path>
              <a:path w="0" h="932179">
                <a:moveTo>
                  <a:pt x="0" y="113664"/>
                </a:moveTo>
                <a:lnTo>
                  <a:pt x="0" y="114934"/>
                </a:lnTo>
              </a:path>
              <a:path w="0" h="932179">
                <a:moveTo>
                  <a:pt x="0" y="115569"/>
                </a:moveTo>
                <a:lnTo>
                  <a:pt x="0" y="116839"/>
                </a:lnTo>
              </a:path>
              <a:path w="0" h="932179">
                <a:moveTo>
                  <a:pt x="0" y="116839"/>
                </a:moveTo>
                <a:lnTo>
                  <a:pt x="0" y="118744"/>
                </a:lnTo>
              </a:path>
              <a:path w="0" h="932179">
                <a:moveTo>
                  <a:pt x="0" y="118744"/>
                </a:moveTo>
                <a:lnTo>
                  <a:pt x="0" y="120014"/>
                </a:lnTo>
              </a:path>
              <a:path w="0" h="932179">
                <a:moveTo>
                  <a:pt x="0" y="120650"/>
                </a:moveTo>
                <a:lnTo>
                  <a:pt x="0" y="121919"/>
                </a:lnTo>
              </a:path>
              <a:path w="0" h="932179">
                <a:moveTo>
                  <a:pt x="0" y="122554"/>
                </a:moveTo>
                <a:lnTo>
                  <a:pt x="0" y="123825"/>
                </a:lnTo>
              </a:path>
              <a:path w="0" h="932179">
                <a:moveTo>
                  <a:pt x="0" y="124459"/>
                </a:moveTo>
                <a:lnTo>
                  <a:pt x="0" y="125729"/>
                </a:lnTo>
              </a:path>
              <a:path w="0" h="932179">
                <a:moveTo>
                  <a:pt x="0" y="125729"/>
                </a:moveTo>
                <a:lnTo>
                  <a:pt x="0" y="127634"/>
                </a:lnTo>
              </a:path>
              <a:path w="0" h="932179">
                <a:moveTo>
                  <a:pt x="0" y="127634"/>
                </a:moveTo>
                <a:lnTo>
                  <a:pt x="0" y="128904"/>
                </a:lnTo>
              </a:path>
              <a:path w="0" h="932179">
                <a:moveTo>
                  <a:pt x="0" y="129539"/>
                </a:moveTo>
                <a:lnTo>
                  <a:pt x="0" y="130809"/>
                </a:lnTo>
              </a:path>
              <a:path w="0" h="932179">
                <a:moveTo>
                  <a:pt x="0" y="131444"/>
                </a:moveTo>
                <a:lnTo>
                  <a:pt x="0" y="132714"/>
                </a:lnTo>
              </a:path>
              <a:path w="0" h="932179">
                <a:moveTo>
                  <a:pt x="0" y="133350"/>
                </a:moveTo>
                <a:lnTo>
                  <a:pt x="0" y="134619"/>
                </a:lnTo>
              </a:path>
              <a:path w="0" h="932179">
                <a:moveTo>
                  <a:pt x="0" y="134619"/>
                </a:moveTo>
                <a:lnTo>
                  <a:pt x="0" y="136525"/>
                </a:lnTo>
              </a:path>
              <a:path w="0" h="932179">
                <a:moveTo>
                  <a:pt x="0" y="136525"/>
                </a:moveTo>
                <a:lnTo>
                  <a:pt x="0" y="137794"/>
                </a:lnTo>
              </a:path>
              <a:path w="0" h="932179">
                <a:moveTo>
                  <a:pt x="0" y="138429"/>
                </a:moveTo>
                <a:lnTo>
                  <a:pt x="0" y="139700"/>
                </a:lnTo>
              </a:path>
              <a:path w="0" h="932179">
                <a:moveTo>
                  <a:pt x="0" y="140334"/>
                </a:moveTo>
                <a:lnTo>
                  <a:pt x="0" y="141604"/>
                </a:lnTo>
              </a:path>
              <a:path w="0" h="932179">
                <a:moveTo>
                  <a:pt x="0" y="142239"/>
                </a:moveTo>
                <a:lnTo>
                  <a:pt x="0" y="143509"/>
                </a:lnTo>
              </a:path>
              <a:path w="0" h="932179">
                <a:moveTo>
                  <a:pt x="0" y="143509"/>
                </a:moveTo>
                <a:lnTo>
                  <a:pt x="0" y="145414"/>
                </a:lnTo>
              </a:path>
              <a:path w="0" h="932179">
                <a:moveTo>
                  <a:pt x="0" y="145414"/>
                </a:moveTo>
                <a:lnTo>
                  <a:pt x="0" y="146684"/>
                </a:lnTo>
              </a:path>
              <a:path w="0" h="932179">
                <a:moveTo>
                  <a:pt x="0" y="147319"/>
                </a:moveTo>
                <a:lnTo>
                  <a:pt x="0" y="148589"/>
                </a:lnTo>
              </a:path>
              <a:path w="0" h="932179">
                <a:moveTo>
                  <a:pt x="0" y="149225"/>
                </a:moveTo>
                <a:lnTo>
                  <a:pt x="0" y="150494"/>
                </a:lnTo>
              </a:path>
              <a:path w="0" h="932179">
                <a:moveTo>
                  <a:pt x="0" y="151129"/>
                </a:moveTo>
                <a:lnTo>
                  <a:pt x="0" y="152400"/>
                </a:lnTo>
              </a:path>
              <a:path w="0" h="932179">
                <a:moveTo>
                  <a:pt x="0" y="152400"/>
                </a:moveTo>
                <a:lnTo>
                  <a:pt x="0" y="154304"/>
                </a:lnTo>
              </a:path>
              <a:path w="0" h="932179">
                <a:moveTo>
                  <a:pt x="0" y="154304"/>
                </a:moveTo>
                <a:lnTo>
                  <a:pt x="0" y="155575"/>
                </a:lnTo>
              </a:path>
              <a:path w="0" h="932179">
                <a:moveTo>
                  <a:pt x="0" y="156209"/>
                </a:moveTo>
                <a:lnTo>
                  <a:pt x="0" y="157479"/>
                </a:lnTo>
              </a:path>
              <a:path w="0" h="932179">
                <a:moveTo>
                  <a:pt x="0" y="158114"/>
                </a:moveTo>
                <a:lnTo>
                  <a:pt x="0" y="159384"/>
                </a:lnTo>
              </a:path>
              <a:path w="0" h="932179">
                <a:moveTo>
                  <a:pt x="0" y="160019"/>
                </a:moveTo>
                <a:lnTo>
                  <a:pt x="0" y="161289"/>
                </a:lnTo>
              </a:path>
              <a:path w="0" h="932179">
                <a:moveTo>
                  <a:pt x="0" y="161289"/>
                </a:moveTo>
                <a:lnTo>
                  <a:pt x="0" y="163194"/>
                </a:lnTo>
              </a:path>
              <a:path w="0" h="932179">
                <a:moveTo>
                  <a:pt x="0" y="163194"/>
                </a:moveTo>
                <a:lnTo>
                  <a:pt x="0" y="164464"/>
                </a:lnTo>
              </a:path>
              <a:path w="0" h="932179">
                <a:moveTo>
                  <a:pt x="0" y="165100"/>
                </a:moveTo>
                <a:lnTo>
                  <a:pt x="0" y="166369"/>
                </a:lnTo>
              </a:path>
              <a:path w="0" h="932179">
                <a:moveTo>
                  <a:pt x="0" y="167004"/>
                </a:moveTo>
                <a:lnTo>
                  <a:pt x="0" y="168275"/>
                </a:lnTo>
              </a:path>
              <a:path w="0" h="932179">
                <a:moveTo>
                  <a:pt x="0" y="168909"/>
                </a:moveTo>
                <a:lnTo>
                  <a:pt x="0" y="170179"/>
                </a:lnTo>
              </a:path>
              <a:path w="0" h="932179">
                <a:moveTo>
                  <a:pt x="0" y="170179"/>
                </a:moveTo>
                <a:lnTo>
                  <a:pt x="0" y="172084"/>
                </a:lnTo>
              </a:path>
              <a:path w="0" h="932179">
                <a:moveTo>
                  <a:pt x="0" y="172084"/>
                </a:moveTo>
                <a:lnTo>
                  <a:pt x="0" y="173354"/>
                </a:lnTo>
              </a:path>
              <a:path w="0" h="932179">
                <a:moveTo>
                  <a:pt x="0" y="173989"/>
                </a:moveTo>
                <a:lnTo>
                  <a:pt x="0" y="175259"/>
                </a:lnTo>
              </a:path>
              <a:path w="0" h="932179">
                <a:moveTo>
                  <a:pt x="0" y="175894"/>
                </a:moveTo>
                <a:lnTo>
                  <a:pt x="0" y="177164"/>
                </a:lnTo>
              </a:path>
              <a:path w="0" h="932179">
                <a:moveTo>
                  <a:pt x="0" y="177800"/>
                </a:moveTo>
                <a:lnTo>
                  <a:pt x="0" y="179069"/>
                </a:lnTo>
              </a:path>
              <a:path w="0" h="932179">
                <a:moveTo>
                  <a:pt x="0" y="179069"/>
                </a:moveTo>
                <a:lnTo>
                  <a:pt x="0" y="180975"/>
                </a:lnTo>
              </a:path>
              <a:path w="0" h="932179">
                <a:moveTo>
                  <a:pt x="0" y="180975"/>
                </a:moveTo>
                <a:lnTo>
                  <a:pt x="0" y="182244"/>
                </a:lnTo>
              </a:path>
              <a:path w="0" h="932179">
                <a:moveTo>
                  <a:pt x="0" y="182879"/>
                </a:moveTo>
                <a:lnTo>
                  <a:pt x="0" y="184150"/>
                </a:lnTo>
              </a:path>
              <a:path w="0" h="932179">
                <a:moveTo>
                  <a:pt x="0" y="184784"/>
                </a:moveTo>
                <a:lnTo>
                  <a:pt x="0" y="186054"/>
                </a:lnTo>
              </a:path>
              <a:path w="0" h="932179">
                <a:moveTo>
                  <a:pt x="0" y="186689"/>
                </a:moveTo>
                <a:lnTo>
                  <a:pt x="0" y="187959"/>
                </a:lnTo>
              </a:path>
              <a:path w="0" h="932179">
                <a:moveTo>
                  <a:pt x="0" y="187959"/>
                </a:moveTo>
                <a:lnTo>
                  <a:pt x="0" y="189864"/>
                </a:lnTo>
              </a:path>
              <a:path w="0" h="932179">
                <a:moveTo>
                  <a:pt x="0" y="189864"/>
                </a:moveTo>
                <a:lnTo>
                  <a:pt x="0" y="191134"/>
                </a:lnTo>
              </a:path>
              <a:path w="0" h="932179">
                <a:moveTo>
                  <a:pt x="0" y="191769"/>
                </a:moveTo>
                <a:lnTo>
                  <a:pt x="0" y="193039"/>
                </a:lnTo>
              </a:path>
              <a:path w="0" h="932179">
                <a:moveTo>
                  <a:pt x="0" y="193675"/>
                </a:moveTo>
                <a:lnTo>
                  <a:pt x="0" y="194944"/>
                </a:lnTo>
              </a:path>
              <a:path w="0" h="932179">
                <a:moveTo>
                  <a:pt x="0" y="195579"/>
                </a:moveTo>
                <a:lnTo>
                  <a:pt x="0" y="196850"/>
                </a:lnTo>
              </a:path>
              <a:path w="0" h="932179">
                <a:moveTo>
                  <a:pt x="0" y="196850"/>
                </a:moveTo>
                <a:lnTo>
                  <a:pt x="0" y="198754"/>
                </a:lnTo>
              </a:path>
              <a:path w="0" h="932179">
                <a:moveTo>
                  <a:pt x="0" y="198754"/>
                </a:moveTo>
                <a:lnTo>
                  <a:pt x="0" y="200025"/>
                </a:lnTo>
              </a:path>
              <a:path w="0" h="932179">
                <a:moveTo>
                  <a:pt x="0" y="200659"/>
                </a:moveTo>
                <a:lnTo>
                  <a:pt x="0" y="201929"/>
                </a:lnTo>
              </a:path>
              <a:path w="0" h="932179">
                <a:moveTo>
                  <a:pt x="0" y="202564"/>
                </a:moveTo>
                <a:lnTo>
                  <a:pt x="0" y="203834"/>
                </a:lnTo>
              </a:path>
              <a:path w="0" h="932179">
                <a:moveTo>
                  <a:pt x="0" y="204469"/>
                </a:moveTo>
                <a:lnTo>
                  <a:pt x="0" y="205739"/>
                </a:lnTo>
              </a:path>
              <a:path w="0" h="932179">
                <a:moveTo>
                  <a:pt x="0" y="205739"/>
                </a:moveTo>
                <a:lnTo>
                  <a:pt x="0" y="207644"/>
                </a:lnTo>
              </a:path>
              <a:path w="0" h="932179">
                <a:moveTo>
                  <a:pt x="0" y="207644"/>
                </a:moveTo>
                <a:lnTo>
                  <a:pt x="0" y="208914"/>
                </a:lnTo>
              </a:path>
              <a:path w="0" h="932179">
                <a:moveTo>
                  <a:pt x="0" y="209550"/>
                </a:moveTo>
                <a:lnTo>
                  <a:pt x="0" y="210819"/>
                </a:lnTo>
              </a:path>
              <a:path w="0" h="932179">
                <a:moveTo>
                  <a:pt x="0" y="211454"/>
                </a:moveTo>
                <a:lnTo>
                  <a:pt x="0" y="212725"/>
                </a:lnTo>
              </a:path>
              <a:path w="0" h="932179">
                <a:moveTo>
                  <a:pt x="0" y="213359"/>
                </a:moveTo>
                <a:lnTo>
                  <a:pt x="0" y="214629"/>
                </a:lnTo>
              </a:path>
              <a:path w="0" h="932179">
                <a:moveTo>
                  <a:pt x="0" y="214629"/>
                </a:moveTo>
                <a:lnTo>
                  <a:pt x="0" y="216534"/>
                </a:lnTo>
              </a:path>
              <a:path w="0" h="932179">
                <a:moveTo>
                  <a:pt x="0" y="216534"/>
                </a:moveTo>
                <a:lnTo>
                  <a:pt x="0" y="217804"/>
                </a:lnTo>
              </a:path>
              <a:path w="0" h="932179">
                <a:moveTo>
                  <a:pt x="0" y="218439"/>
                </a:moveTo>
                <a:lnTo>
                  <a:pt x="0" y="219709"/>
                </a:lnTo>
              </a:path>
              <a:path w="0" h="932179">
                <a:moveTo>
                  <a:pt x="0" y="220344"/>
                </a:moveTo>
                <a:lnTo>
                  <a:pt x="0" y="221614"/>
                </a:lnTo>
              </a:path>
              <a:path w="0" h="932179">
                <a:moveTo>
                  <a:pt x="0" y="222250"/>
                </a:moveTo>
                <a:lnTo>
                  <a:pt x="0" y="223519"/>
                </a:lnTo>
              </a:path>
              <a:path w="0" h="932179">
                <a:moveTo>
                  <a:pt x="0" y="223519"/>
                </a:moveTo>
                <a:lnTo>
                  <a:pt x="0" y="225425"/>
                </a:lnTo>
              </a:path>
              <a:path w="0" h="932179">
                <a:moveTo>
                  <a:pt x="0" y="225425"/>
                </a:moveTo>
                <a:lnTo>
                  <a:pt x="0" y="226694"/>
                </a:lnTo>
              </a:path>
              <a:path w="0" h="932179">
                <a:moveTo>
                  <a:pt x="0" y="227329"/>
                </a:moveTo>
                <a:lnTo>
                  <a:pt x="0" y="228600"/>
                </a:lnTo>
              </a:path>
              <a:path w="0" h="932179">
                <a:moveTo>
                  <a:pt x="0" y="229234"/>
                </a:moveTo>
                <a:lnTo>
                  <a:pt x="0" y="230504"/>
                </a:lnTo>
              </a:path>
              <a:path w="0" h="932179">
                <a:moveTo>
                  <a:pt x="0" y="231139"/>
                </a:moveTo>
                <a:lnTo>
                  <a:pt x="0" y="232409"/>
                </a:lnTo>
              </a:path>
              <a:path w="0" h="932179">
                <a:moveTo>
                  <a:pt x="0" y="232409"/>
                </a:moveTo>
                <a:lnTo>
                  <a:pt x="0" y="234314"/>
                </a:lnTo>
              </a:path>
              <a:path w="0" h="932179">
                <a:moveTo>
                  <a:pt x="0" y="234314"/>
                </a:moveTo>
                <a:lnTo>
                  <a:pt x="0" y="235584"/>
                </a:lnTo>
              </a:path>
              <a:path w="0" h="932179">
                <a:moveTo>
                  <a:pt x="0" y="236219"/>
                </a:moveTo>
                <a:lnTo>
                  <a:pt x="0" y="237489"/>
                </a:lnTo>
              </a:path>
              <a:path w="0" h="932179">
                <a:moveTo>
                  <a:pt x="0" y="238125"/>
                </a:moveTo>
                <a:lnTo>
                  <a:pt x="0" y="239394"/>
                </a:lnTo>
              </a:path>
              <a:path w="0" h="932179">
                <a:moveTo>
                  <a:pt x="0" y="240029"/>
                </a:moveTo>
                <a:lnTo>
                  <a:pt x="0" y="241300"/>
                </a:lnTo>
              </a:path>
              <a:path w="0" h="932179">
                <a:moveTo>
                  <a:pt x="0" y="241300"/>
                </a:moveTo>
                <a:lnTo>
                  <a:pt x="0" y="243204"/>
                </a:lnTo>
              </a:path>
              <a:path w="0" h="932179">
                <a:moveTo>
                  <a:pt x="0" y="243204"/>
                </a:moveTo>
                <a:lnTo>
                  <a:pt x="0" y="244475"/>
                </a:lnTo>
              </a:path>
              <a:path w="0" h="932179">
                <a:moveTo>
                  <a:pt x="0" y="245109"/>
                </a:moveTo>
                <a:lnTo>
                  <a:pt x="0" y="246379"/>
                </a:lnTo>
              </a:path>
              <a:path w="0" h="932179">
                <a:moveTo>
                  <a:pt x="0" y="247014"/>
                </a:moveTo>
                <a:lnTo>
                  <a:pt x="0" y="248284"/>
                </a:lnTo>
              </a:path>
              <a:path w="0" h="932179">
                <a:moveTo>
                  <a:pt x="0" y="248919"/>
                </a:moveTo>
                <a:lnTo>
                  <a:pt x="0" y="250189"/>
                </a:lnTo>
              </a:path>
              <a:path w="0" h="932179">
                <a:moveTo>
                  <a:pt x="0" y="250189"/>
                </a:moveTo>
                <a:lnTo>
                  <a:pt x="0" y="252094"/>
                </a:lnTo>
              </a:path>
              <a:path w="0" h="932179">
                <a:moveTo>
                  <a:pt x="0" y="252094"/>
                </a:moveTo>
                <a:lnTo>
                  <a:pt x="0" y="253364"/>
                </a:lnTo>
              </a:path>
              <a:path w="0" h="932179">
                <a:moveTo>
                  <a:pt x="0" y="254000"/>
                </a:moveTo>
                <a:lnTo>
                  <a:pt x="0" y="255269"/>
                </a:lnTo>
              </a:path>
              <a:path w="0" h="932179">
                <a:moveTo>
                  <a:pt x="0" y="255904"/>
                </a:moveTo>
                <a:lnTo>
                  <a:pt x="0" y="257175"/>
                </a:lnTo>
              </a:path>
              <a:path w="0" h="932179">
                <a:moveTo>
                  <a:pt x="0" y="257809"/>
                </a:moveTo>
                <a:lnTo>
                  <a:pt x="0" y="259079"/>
                </a:lnTo>
              </a:path>
              <a:path w="0" h="932179">
                <a:moveTo>
                  <a:pt x="0" y="259079"/>
                </a:moveTo>
                <a:lnTo>
                  <a:pt x="0" y="260984"/>
                </a:lnTo>
              </a:path>
              <a:path w="0" h="932179">
                <a:moveTo>
                  <a:pt x="0" y="260984"/>
                </a:moveTo>
                <a:lnTo>
                  <a:pt x="0" y="262254"/>
                </a:lnTo>
              </a:path>
              <a:path w="0" h="932179">
                <a:moveTo>
                  <a:pt x="0" y="262889"/>
                </a:moveTo>
                <a:lnTo>
                  <a:pt x="0" y="264159"/>
                </a:lnTo>
              </a:path>
              <a:path w="0" h="932179">
                <a:moveTo>
                  <a:pt x="0" y="264794"/>
                </a:moveTo>
                <a:lnTo>
                  <a:pt x="0" y="266064"/>
                </a:lnTo>
              </a:path>
              <a:path w="0" h="932179">
                <a:moveTo>
                  <a:pt x="0" y="266700"/>
                </a:moveTo>
                <a:lnTo>
                  <a:pt x="0" y="267969"/>
                </a:lnTo>
              </a:path>
              <a:path w="0" h="932179">
                <a:moveTo>
                  <a:pt x="0" y="267969"/>
                </a:moveTo>
                <a:lnTo>
                  <a:pt x="0" y="269875"/>
                </a:lnTo>
              </a:path>
              <a:path w="0" h="932179">
                <a:moveTo>
                  <a:pt x="0" y="269875"/>
                </a:moveTo>
                <a:lnTo>
                  <a:pt x="0" y="271144"/>
                </a:lnTo>
              </a:path>
              <a:path w="0" h="932179">
                <a:moveTo>
                  <a:pt x="0" y="271779"/>
                </a:moveTo>
                <a:lnTo>
                  <a:pt x="0" y="273050"/>
                </a:lnTo>
              </a:path>
              <a:path w="0" h="932179">
                <a:moveTo>
                  <a:pt x="0" y="273684"/>
                </a:moveTo>
                <a:lnTo>
                  <a:pt x="0" y="274954"/>
                </a:lnTo>
              </a:path>
              <a:path w="0" h="932179">
                <a:moveTo>
                  <a:pt x="0" y="275589"/>
                </a:moveTo>
                <a:lnTo>
                  <a:pt x="0" y="276859"/>
                </a:lnTo>
              </a:path>
              <a:path w="0" h="932179">
                <a:moveTo>
                  <a:pt x="0" y="276859"/>
                </a:moveTo>
                <a:lnTo>
                  <a:pt x="0" y="278764"/>
                </a:lnTo>
              </a:path>
              <a:path w="0" h="932179">
                <a:moveTo>
                  <a:pt x="0" y="278764"/>
                </a:moveTo>
                <a:lnTo>
                  <a:pt x="0" y="280034"/>
                </a:lnTo>
              </a:path>
              <a:path w="0" h="932179">
                <a:moveTo>
                  <a:pt x="0" y="280669"/>
                </a:moveTo>
                <a:lnTo>
                  <a:pt x="0" y="281939"/>
                </a:lnTo>
              </a:path>
              <a:path w="0" h="932179">
                <a:moveTo>
                  <a:pt x="0" y="282575"/>
                </a:moveTo>
                <a:lnTo>
                  <a:pt x="0" y="283844"/>
                </a:lnTo>
              </a:path>
              <a:path w="0" h="932179">
                <a:moveTo>
                  <a:pt x="0" y="284479"/>
                </a:moveTo>
                <a:lnTo>
                  <a:pt x="0" y="285750"/>
                </a:lnTo>
              </a:path>
              <a:path w="0" h="932179">
                <a:moveTo>
                  <a:pt x="0" y="285750"/>
                </a:moveTo>
                <a:lnTo>
                  <a:pt x="0" y="287654"/>
                </a:lnTo>
              </a:path>
              <a:path w="0" h="932179">
                <a:moveTo>
                  <a:pt x="0" y="287654"/>
                </a:moveTo>
                <a:lnTo>
                  <a:pt x="0" y="288925"/>
                </a:lnTo>
              </a:path>
              <a:path w="0" h="932179">
                <a:moveTo>
                  <a:pt x="0" y="289559"/>
                </a:moveTo>
                <a:lnTo>
                  <a:pt x="0" y="290829"/>
                </a:lnTo>
              </a:path>
              <a:path w="0" h="932179">
                <a:moveTo>
                  <a:pt x="0" y="291464"/>
                </a:moveTo>
                <a:lnTo>
                  <a:pt x="0" y="292734"/>
                </a:lnTo>
              </a:path>
              <a:path w="0" h="932179">
                <a:moveTo>
                  <a:pt x="0" y="293369"/>
                </a:moveTo>
                <a:lnTo>
                  <a:pt x="0" y="294639"/>
                </a:lnTo>
              </a:path>
              <a:path w="0" h="932179">
                <a:moveTo>
                  <a:pt x="0" y="294639"/>
                </a:moveTo>
                <a:lnTo>
                  <a:pt x="0" y="296544"/>
                </a:lnTo>
              </a:path>
              <a:path w="0" h="932179">
                <a:moveTo>
                  <a:pt x="0" y="296544"/>
                </a:moveTo>
                <a:lnTo>
                  <a:pt x="0" y="297814"/>
                </a:lnTo>
              </a:path>
              <a:path w="0" h="932179">
                <a:moveTo>
                  <a:pt x="0" y="298450"/>
                </a:moveTo>
                <a:lnTo>
                  <a:pt x="0" y="299719"/>
                </a:lnTo>
              </a:path>
              <a:path w="0" h="932179">
                <a:moveTo>
                  <a:pt x="0" y="300354"/>
                </a:moveTo>
                <a:lnTo>
                  <a:pt x="0" y="301625"/>
                </a:lnTo>
              </a:path>
              <a:path w="0" h="932179">
                <a:moveTo>
                  <a:pt x="0" y="302259"/>
                </a:moveTo>
                <a:lnTo>
                  <a:pt x="0" y="303529"/>
                </a:lnTo>
              </a:path>
              <a:path w="0" h="932179">
                <a:moveTo>
                  <a:pt x="0" y="303529"/>
                </a:moveTo>
                <a:lnTo>
                  <a:pt x="0" y="305434"/>
                </a:lnTo>
              </a:path>
              <a:path w="0" h="932179">
                <a:moveTo>
                  <a:pt x="0" y="305434"/>
                </a:moveTo>
                <a:lnTo>
                  <a:pt x="0" y="306704"/>
                </a:lnTo>
              </a:path>
              <a:path w="0" h="932179">
                <a:moveTo>
                  <a:pt x="0" y="307339"/>
                </a:moveTo>
                <a:lnTo>
                  <a:pt x="0" y="308609"/>
                </a:lnTo>
              </a:path>
              <a:path w="0" h="932179">
                <a:moveTo>
                  <a:pt x="0" y="309244"/>
                </a:moveTo>
                <a:lnTo>
                  <a:pt x="0" y="310514"/>
                </a:lnTo>
              </a:path>
              <a:path w="0" h="932179">
                <a:moveTo>
                  <a:pt x="0" y="311150"/>
                </a:moveTo>
                <a:lnTo>
                  <a:pt x="0" y="312419"/>
                </a:lnTo>
              </a:path>
              <a:path w="0" h="932179">
                <a:moveTo>
                  <a:pt x="0" y="312419"/>
                </a:moveTo>
                <a:lnTo>
                  <a:pt x="0" y="314325"/>
                </a:lnTo>
              </a:path>
              <a:path w="0" h="932179">
                <a:moveTo>
                  <a:pt x="0" y="314325"/>
                </a:moveTo>
                <a:lnTo>
                  <a:pt x="0" y="315594"/>
                </a:lnTo>
              </a:path>
              <a:path w="0" h="932179">
                <a:moveTo>
                  <a:pt x="0" y="316229"/>
                </a:moveTo>
                <a:lnTo>
                  <a:pt x="0" y="317500"/>
                </a:lnTo>
              </a:path>
              <a:path w="0" h="932179">
                <a:moveTo>
                  <a:pt x="0" y="318134"/>
                </a:moveTo>
                <a:lnTo>
                  <a:pt x="0" y="319404"/>
                </a:lnTo>
              </a:path>
              <a:path w="0" h="932179">
                <a:moveTo>
                  <a:pt x="0" y="320039"/>
                </a:moveTo>
                <a:lnTo>
                  <a:pt x="0" y="321309"/>
                </a:lnTo>
              </a:path>
              <a:path w="0" h="932179">
                <a:moveTo>
                  <a:pt x="0" y="321309"/>
                </a:moveTo>
                <a:lnTo>
                  <a:pt x="0" y="323214"/>
                </a:lnTo>
              </a:path>
              <a:path w="0" h="932179">
                <a:moveTo>
                  <a:pt x="0" y="323214"/>
                </a:moveTo>
                <a:lnTo>
                  <a:pt x="0" y="324484"/>
                </a:lnTo>
              </a:path>
              <a:path w="0" h="932179">
                <a:moveTo>
                  <a:pt x="0" y="325119"/>
                </a:moveTo>
                <a:lnTo>
                  <a:pt x="0" y="326389"/>
                </a:lnTo>
              </a:path>
              <a:path w="0" h="932179">
                <a:moveTo>
                  <a:pt x="0" y="327025"/>
                </a:moveTo>
                <a:lnTo>
                  <a:pt x="0" y="328294"/>
                </a:lnTo>
              </a:path>
              <a:path w="0" h="932179">
                <a:moveTo>
                  <a:pt x="0" y="328929"/>
                </a:moveTo>
                <a:lnTo>
                  <a:pt x="0" y="330200"/>
                </a:lnTo>
              </a:path>
              <a:path w="0" h="932179">
                <a:moveTo>
                  <a:pt x="0" y="330200"/>
                </a:moveTo>
                <a:lnTo>
                  <a:pt x="0" y="332104"/>
                </a:lnTo>
              </a:path>
              <a:path w="0" h="932179">
                <a:moveTo>
                  <a:pt x="0" y="332104"/>
                </a:moveTo>
                <a:lnTo>
                  <a:pt x="0" y="333375"/>
                </a:lnTo>
              </a:path>
              <a:path w="0" h="932179">
                <a:moveTo>
                  <a:pt x="0" y="334009"/>
                </a:moveTo>
                <a:lnTo>
                  <a:pt x="0" y="335279"/>
                </a:lnTo>
              </a:path>
              <a:path w="0" h="932179">
                <a:moveTo>
                  <a:pt x="0" y="335914"/>
                </a:moveTo>
                <a:lnTo>
                  <a:pt x="0" y="337184"/>
                </a:lnTo>
              </a:path>
              <a:path w="0" h="932179">
                <a:moveTo>
                  <a:pt x="0" y="337819"/>
                </a:moveTo>
                <a:lnTo>
                  <a:pt x="0" y="339089"/>
                </a:lnTo>
              </a:path>
              <a:path w="0" h="932179">
                <a:moveTo>
                  <a:pt x="0" y="339089"/>
                </a:moveTo>
                <a:lnTo>
                  <a:pt x="0" y="340994"/>
                </a:lnTo>
              </a:path>
              <a:path w="0" h="932179">
                <a:moveTo>
                  <a:pt x="0" y="340994"/>
                </a:moveTo>
                <a:lnTo>
                  <a:pt x="0" y="342264"/>
                </a:lnTo>
              </a:path>
              <a:path w="0" h="932179">
                <a:moveTo>
                  <a:pt x="0" y="342900"/>
                </a:moveTo>
                <a:lnTo>
                  <a:pt x="0" y="344169"/>
                </a:lnTo>
              </a:path>
              <a:path w="0" h="932179">
                <a:moveTo>
                  <a:pt x="0" y="344804"/>
                </a:moveTo>
                <a:lnTo>
                  <a:pt x="0" y="346075"/>
                </a:lnTo>
              </a:path>
              <a:path w="0" h="932179">
                <a:moveTo>
                  <a:pt x="0" y="346709"/>
                </a:moveTo>
                <a:lnTo>
                  <a:pt x="0" y="347979"/>
                </a:lnTo>
              </a:path>
              <a:path w="0" h="932179">
                <a:moveTo>
                  <a:pt x="0" y="347979"/>
                </a:moveTo>
                <a:lnTo>
                  <a:pt x="0" y="349884"/>
                </a:lnTo>
              </a:path>
              <a:path w="0" h="932179">
                <a:moveTo>
                  <a:pt x="0" y="349884"/>
                </a:moveTo>
                <a:lnTo>
                  <a:pt x="0" y="351154"/>
                </a:lnTo>
              </a:path>
              <a:path w="0" h="932179">
                <a:moveTo>
                  <a:pt x="0" y="351789"/>
                </a:moveTo>
                <a:lnTo>
                  <a:pt x="0" y="353059"/>
                </a:lnTo>
              </a:path>
              <a:path w="0" h="932179">
                <a:moveTo>
                  <a:pt x="0" y="353694"/>
                </a:moveTo>
                <a:lnTo>
                  <a:pt x="0" y="354964"/>
                </a:lnTo>
              </a:path>
              <a:path w="0" h="932179">
                <a:moveTo>
                  <a:pt x="0" y="355600"/>
                </a:moveTo>
                <a:lnTo>
                  <a:pt x="0" y="356869"/>
                </a:lnTo>
              </a:path>
              <a:path w="0" h="932179">
                <a:moveTo>
                  <a:pt x="0" y="356869"/>
                </a:moveTo>
                <a:lnTo>
                  <a:pt x="0" y="358775"/>
                </a:lnTo>
              </a:path>
              <a:path w="0" h="932179">
                <a:moveTo>
                  <a:pt x="0" y="358775"/>
                </a:moveTo>
                <a:lnTo>
                  <a:pt x="0" y="360044"/>
                </a:lnTo>
              </a:path>
              <a:path w="0" h="932179">
                <a:moveTo>
                  <a:pt x="0" y="360679"/>
                </a:moveTo>
                <a:lnTo>
                  <a:pt x="0" y="361950"/>
                </a:lnTo>
              </a:path>
              <a:path w="0" h="932179">
                <a:moveTo>
                  <a:pt x="0" y="362584"/>
                </a:moveTo>
                <a:lnTo>
                  <a:pt x="0" y="363854"/>
                </a:lnTo>
              </a:path>
              <a:path w="0" h="932179">
                <a:moveTo>
                  <a:pt x="0" y="364489"/>
                </a:moveTo>
                <a:lnTo>
                  <a:pt x="0" y="365759"/>
                </a:lnTo>
              </a:path>
              <a:path w="0" h="932179">
                <a:moveTo>
                  <a:pt x="0" y="365759"/>
                </a:moveTo>
                <a:lnTo>
                  <a:pt x="0" y="367664"/>
                </a:lnTo>
              </a:path>
              <a:path w="0" h="932179">
                <a:moveTo>
                  <a:pt x="0" y="367664"/>
                </a:moveTo>
                <a:lnTo>
                  <a:pt x="0" y="368934"/>
                </a:lnTo>
              </a:path>
              <a:path w="0" h="932179">
                <a:moveTo>
                  <a:pt x="0" y="369569"/>
                </a:moveTo>
                <a:lnTo>
                  <a:pt x="0" y="370839"/>
                </a:lnTo>
              </a:path>
              <a:path w="0" h="932179">
                <a:moveTo>
                  <a:pt x="0" y="371475"/>
                </a:moveTo>
                <a:lnTo>
                  <a:pt x="0" y="372744"/>
                </a:lnTo>
              </a:path>
              <a:path w="0" h="932179">
                <a:moveTo>
                  <a:pt x="0" y="373379"/>
                </a:moveTo>
                <a:lnTo>
                  <a:pt x="0" y="374650"/>
                </a:lnTo>
              </a:path>
              <a:path w="0" h="932179">
                <a:moveTo>
                  <a:pt x="0" y="374650"/>
                </a:moveTo>
                <a:lnTo>
                  <a:pt x="0" y="376554"/>
                </a:lnTo>
              </a:path>
              <a:path w="0" h="932179">
                <a:moveTo>
                  <a:pt x="0" y="376554"/>
                </a:moveTo>
                <a:lnTo>
                  <a:pt x="0" y="377825"/>
                </a:lnTo>
              </a:path>
              <a:path w="0" h="932179">
                <a:moveTo>
                  <a:pt x="0" y="378459"/>
                </a:moveTo>
                <a:lnTo>
                  <a:pt x="0" y="379729"/>
                </a:lnTo>
              </a:path>
              <a:path w="0" h="932179">
                <a:moveTo>
                  <a:pt x="0" y="380364"/>
                </a:moveTo>
                <a:lnTo>
                  <a:pt x="0" y="381634"/>
                </a:lnTo>
              </a:path>
              <a:path w="0" h="932179">
                <a:moveTo>
                  <a:pt x="0" y="382269"/>
                </a:moveTo>
                <a:lnTo>
                  <a:pt x="0" y="383539"/>
                </a:lnTo>
              </a:path>
              <a:path w="0" h="932179">
                <a:moveTo>
                  <a:pt x="0" y="383539"/>
                </a:moveTo>
                <a:lnTo>
                  <a:pt x="0" y="385444"/>
                </a:lnTo>
              </a:path>
              <a:path w="0" h="932179">
                <a:moveTo>
                  <a:pt x="0" y="385444"/>
                </a:moveTo>
                <a:lnTo>
                  <a:pt x="0" y="386714"/>
                </a:lnTo>
              </a:path>
              <a:path w="0" h="932179">
                <a:moveTo>
                  <a:pt x="0" y="387350"/>
                </a:moveTo>
                <a:lnTo>
                  <a:pt x="0" y="388619"/>
                </a:lnTo>
              </a:path>
              <a:path w="0" h="932179">
                <a:moveTo>
                  <a:pt x="0" y="389254"/>
                </a:moveTo>
                <a:lnTo>
                  <a:pt x="0" y="390525"/>
                </a:lnTo>
              </a:path>
              <a:path w="0" h="932179">
                <a:moveTo>
                  <a:pt x="0" y="391159"/>
                </a:moveTo>
                <a:lnTo>
                  <a:pt x="0" y="392429"/>
                </a:lnTo>
              </a:path>
              <a:path w="0" h="932179">
                <a:moveTo>
                  <a:pt x="0" y="392429"/>
                </a:moveTo>
                <a:lnTo>
                  <a:pt x="0" y="394334"/>
                </a:lnTo>
              </a:path>
              <a:path w="0" h="932179">
                <a:moveTo>
                  <a:pt x="0" y="394334"/>
                </a:moveTo>
                <a:lnTo>
                  <a:pt x="0" y="395604"/>
                </a:lnTo>
              </a:path>
              <a:path w="0" h="932179">
                <a:moveTo>
                  <a:pt x="0" y="396239"/>
                </a:moveTo>
                <a:lnTo>
                  <a:pt x="0" y="397509"/>
                </a:lnTo>
              </a:path>
              <a:path w="0" h="932179">
                <a:moveTo>
                  <a:pt x="0" y="398144"/>
                </a:moveTo>
                <a:lnTo>
                  <a:pt x="0" y="399414"/>
                </a:lnTo>
              </a:path>
              <a:path w="0" h="932179">
                <a:moveTo>
                  <a:pt x="0" y="400050"/>
                </a:moveTo>
                <a:lnTo>
                  <a:pt x="0" y="401319"/>
                </a:lnTo>
              </a:path>
              <a:path w="0" h="932179">
                <a:moveTo>
                  <a:pt x="0" y="401319"/>
                </a:moveTo>
                <a:lnTo>
                  <a:pt x="0" y="403225"/>
                </a:lnTo>
              </a:path>
              <a:path w="0" h="932179">
                <a:moveTo>
                  <a:pt x="0" y="403225"/>
                </a:moveTo>
                <a:lnTo>
                  <a:pt x="0" y="404494"/>
                </a:lnTo>
              </a:path>
              <a:path w="0" h="932179">
                <a:moveTo>
                  <a:pt x="0" y="405129"/>
                </a:moveTo>
                <a:lnTo>
                  <a:pt x="0" y="406400"/>
                </a:lnTo>
              </a:path>
              <a:path w="0" h="932179">
                <a:moveTo>
                  <a:pt x="0" y="407034"/>
                </a:moveTo>
                <a:lnTo>
                  <a:pt x="0" y="408304"/>
                </a:lnTo>
              </a:path>
              <a:path w="0" h="932179">
                <a:moveTo>
                  <a:pt x="0" y="408939"/>
                </a:moveTo>
                <a:lnTo>
                  <a:pt x="0" y="410209"/>
                </a:lnTo>
              </a:path>
              <a:path w="0" h="932179">
                <a:moveTo>
                  <a:pt x="0" y="410209"/>
                </a:moveTo>
                <a:lnTo>
                  <a:pt x="0" y="412114"/>
                </a:lnTo>
              </a:path>
              <a:path w="0" h="932179">
                <a:moveTo>
                  <a:pt x="0" y="412114"/>
                </a:moveTo>
                <a:lnTo>
                  <a:pt x="0" y="413384"/>
                </a:lnTo>
              </a:path>
              <a:path w="0" h="932179">
                <a:moveTo>
                  <a:pt x="0" y="414019"/>
                </a:moveTo>
                <a:lnTo>
                  <a:pt x="0" y="415289"/>
                </a:lnTo>
              </a:path>
              <a:path w="0" h="932179">
                <a:moveTo>
                  <a:pt x="0" y="415925"/>
                </a:moveTo>
                <a:lnTo>
                  <a:pt x="0" y="417194"/>
                </a:lnTo>
              </a:path>
              <a:path w="0" h="932179">
                <a:moveTo>
                  <a:pt x="0" y="417829"/>
                </a:moveTo>
                <a:lnTo>
                  <a:pt x="0" y="419100"/>
                </a:lnTo>
              </a:path>
              <a:path w="0" h="932179">
                <a:moveTo>
                  <a:pt x="0" y="419100"/>
                </a:moveTo>
                <a:lnTo>
                  <a:pt x="0" y="421004"/>
                </a:lnTo>
              </a:path>
              <a:path w="0" h="932179">
                <a:moveTo>
                  <a:pt x="0" y="421004"/>
                </a:moveTo>
                <a:lnTo>
                  <a:pt x="0" y="422275"/>
                </a:lnTo>
              </a:path>
              <a:path w="0" h="932179">
                <a:moveTo>
                  <a:pt x="0" y="422909"/>
                </a:moveTo>
                <a:lnTo>
                  <a:pt x="0" y="424179"/>
                </a:lnTo>
              </a:path>
              <a:path w="0" h="932179">
                <a:moveTo>
                  <a:pt x="0" y="424814"/>
                </a:moveTo>
                <a:lnTo>
                  <a:pt x="0" y="426084"/>
                </a:lnTo>
              </a:path>
              <a:path w="0" h="932179">
                <a:moveTo>
                  <a:pt x="0" y="426719"/>
                </a:moveTo>
                <a:lnTo>
                  <a:pt x="0" y="427989"/>
                </a:lnTo>
              </a:path>
              <a:path w="0" h="932179">
                <a:moveTo>
                  <a:pt x="0" y="427989"/>
                </a:moveTo>
                <a:lnTo>
                  <a:pt x="0" y="429894"/>
                </a:lnTo>
              </a:path>
              <a:path w="0" h="932179">
                <a:moveTo>
                  <a:pt x="0" y="429894"/>
                </a:moveTo>
                <a:lnTo>
                  <a:pt x="0" y="431164"/>
                </a:lnTo>
              </a:path>
              <a:path w="0" h="932179">
                <a:moveTo>
                  <a:pt x="0" y="431800"/>
                </a:moveTo>
                <a:lnTo>
                  <a:pt x="0" y="433069"/>
                </a:lnTo>
              </a:path>
              <a:path w="0" h="932179">
                <a:moveTo>
                  <a:pt x="0" y="433704"/>
                </a:moveTo>
                <a:lnTo>
                  <a:pt x="0" y="434975"/>
                </a:lnTo>
              </a:path>
              <a:path w="0" h="932179">
                <a:moveTo>
                  <a:pt x="0" y="435609"/>
                </a:moveTo>
                <a:lnTo>
                  <a:pt x="0" y="436879"/>
                </a:lnTo>
              </a:path>
              <a:path w="0" h="932179">
                <a:moveTo>
                  <a:pt x="0" y="436879"/>
                </a:moveTo>
                <a:lnTo>
                  <a:pt x="0" y="438784"/>
                </a:lnTo>
              </a:path>
              <a:path w="0" h="932179">
                <a:moveTo>
                  <a:pt x="0" y="438784"/>
                </a:moveTo>
                <a:lnTo>
                  <a:pt x="0" y="440054"/>
                </a:lnTo>
              </a:path>
              <a:path w="0" h="932179">
                <a:moveTo>
                  <a:pt x="0" y="440689"/>
                </a:moveTo>
                <a:lnTo>
                  <a:pt x="0" y="441959"/>
                </a:lnTo>
              </a:path>
              <a:path w="0" h="932179">
                <a:moveTo>
                  <a:pt x="0" y="442594"/>
                </a:moveTo>
                <a:lnTo>
                  <a:pt x="0" y="443864"/>
                </a:lnTo>
              </a:path>
              <a:path w="0" h="932179">
                <a:moveTo>
                  <a:pt x="0" y="444500"/>
                </a:moveTo>
                <a:lnTo>
                  <a:pt x="0" y="445769"/>
                </a:lnTo>
              </a:path>
              <a:path w="0" h="932179">
                <a:moveTo>
                  <a:pt x="0" y="445769"/>
                </a:moveTo>
                <a:lnTo>
                  <a:pt x="0" y="447675"/>
                </a:lnTo>
              </a:path>
              <a:path w="0" h="932179">
                <a:moveTo>
                  <a:pt x="0" y="447675"/>
                </a:moveTo>
                <a:lnTo>
                  <a:pt x="0" y="448944"/>
                </a:lnTo>
              </a:path>
              <a:path w="0" h="932179">
                <a:moveTo>
                  <a:pt x="0" y="449579"/>
                </a:moveTo>
                <a:lnTo>
                  <a:pt x="0" y="450850"/>
                </a:lnTo>
              </a:path>
              <a:path w="0" h="932179">
                <a:moveTo>
                  <a:pt x="0" y="451484"/>
                </a:moveTo>
                <a:lnTo>
                  <a:pt x="0" y="452754"/>
                </a:lnTo>
              </a:path>
              <a:path w="0" h="932179">
                <a:moveTo>
                  <a:pt x="0" y="453389"/>
                </a:moveTo>
                <a:lnTo>
                  <a:pt x="0" y="454659"/>
                </a:lnTo>
              </a:path>
              <a:path w="0" h="932179">
                <a:moveTo>
                  <a:pt x="0" y="454659"/>
                </a:moveTo>
                <a:lnTo>
                  <a:pt x="0" y="456564"/>
                </a:lnTo>
              </a:path>
              <a:path w="0" h="932179">
                <a:moveTo>
                  <a:pt x="0" y="456564"/>
                </a:moveTo>
                <a:lnTo>
                  <a:pt x="0" y="457834"/>
                </a:lnTo>
              </a:path>
              <a:path w="0" h="932179">
                <a:moveTo>
                  <a:pt x="0" y="458469"/>
                </a:moveTo>
                <a:lnTo>
                  <a:pt x="0" y="459739"/>
                </a:lnTo>
              </a:path>
              <a:path w="0" h="932179">
                <a:moveTo>
                  <a:pt x="0" y="460375"/>
                </a:moveTo>
                <a:lnTo>
                  <a:pt x="0" y="461644"/>
                </a:lnTo>
              </a:path>
              <a:path w="0" h="932179">
                <a:moveTo>
                  <a:pt x="0" y="462279"/>
                </a:moveTo>
                <a:lnTo>
                  <a:pt x="0" y="463550"/>
                </a:lnTo>
              </a:path>
              <a:path w="0" h="932179">
                <a:moveTo>
                  <a:pt x="0" y="463550"/>
                </a:moveTo>
                <a:lnTo>
                  <a:pt x="0" y="465454"/>
                </a:lnTo>
              </a:path>
              <a:path w="0" h="932179">
                <a:moveTo>
                  <a:pt x="0" y="465454"/>
                </a:moveTo>
                <a:lnTo>
                  <a:pt x="0" y="466725"/>
                </a:lnTo>
              </a:path>
              <a:path w="0" h="932179">
                <a:moveTo>
                  <a:pt x="0" y="467359"/>
                </a:moveTo>
                <a:lnTo>
                  <a:pt x="0" y="468629"/>
                </a:lnTo>
              </a:path>
              <a:path w="0" h="932179">
                <a:moveTo>
                  <a:pt x="0" y="469264"/>
                </a:moveTo>
                <a:lnTo>
                  <a:pt x="0" y="470534"/>
                </a:lnTo>
              </a:path>
              <a:path w="0" h="932179">
                <a:moveTo>
                  <a:pt x="0" y="471169"/>
                </a:moveTo>
                <a:lnTo>
                  <a:pt x="0" y="472439"/>
                </a:lnTo>
              </a:path>
              <a:path w="0" h="932179">
                <a:moveTo>
                  <a:pt x="0" y="472439"/>
                </a:moveTo>
                <a:lnTo>
                  <a:pt x="0" y="474344"/>
                </a:lnTo>
              </a:path>
              <a:path w="0" h="932179">
                <a:moveTo>
                  <a:pt x="0" y="474344"/>
                </a:moveTo>
                <a:lnTo>
                  <a:pt x="0" y="475614"/>
                </a:lnTo>
              </a:path>
              <a:path w="0" h="932179">
                <a:moveTo>
                  <a:pt x="0" y="476250"/>
                </a:moveTo>
                <a:lnTo>
                  <a:pt x="0" y="477519"/>
                </a:lnTo>
              </a:path>
              <a:path w="0" h="932179">
                <a:moveTo>
                  <a:pt x="0" y="478154"/>
                </a:moveTo>
                <a:lnTo>
                  <a:pt x="0" y="479425"/>
                </a:lnTo>
              </a:path>
              <a:path w="0" h="932179">
                <a:moveTo>
                  <a:pt x="0" y="480059"/>
                </a:moveTo>
                <a:lnTo>
                  <a:pt x="0" y="481329"/>
                </a:lnTo>
              </a:path>
              <a:path w="0" h="932179">
                <a:moveTo>
                  <a:pt x="0" y="481329"/>
                </a:moveTo>
                <a:lnTo>
                  <a:pt x="0" y="483234"/>
                </a:lnTo>
              </a:path>
              <a:path w="0" h="932179">
                <a:moveTo>
                  <a:pt x="0" y="483234"/>
                </a:moveTo>
                <a:lnTo>
                  <a:pt x="0" y="484504"/>
                </a:lnTo>
              </a:path>
              <a:path w="0" h="932179">
                <a:moveTo>
                  <a:pt x="0" y="485139"/>
                </a:moveTo>
                <a:lnTo>
                  <a:pt x="0" y="486409"/>
                </a:lnTo>
              </a:path>
              <a:path w="0" h="932179">
                <a:moveTo>
                  <a:pt x="0" y="487044"/>
                </a:moveTo>
                <a:lnTo>
                  <a:pt x="0" y="488314"/>
                </a:lnTo>
              </a:path>
              <a:path w="0" h="932179">
                <a:moveTo>
                  <a:pt x="0" y="488950"/>
                </a:moveTo>
                <a:lnTo>
                  <a:pt x="0" y="490219"/>
                </a:lnTo>
              </a:path>
              <a:path w="0" h="932179">
                <a:moveTo>
                  <a:pt x="0" y="490219"/>
                </a:moveTo>
                <a:lnTo>
                  <a:pt x="0" y="492125"/>
                </a:lnTo>
              </a:path>
              <a:path w="0" h="932179">
                <a:moveTo>
                  <a:pt x="0" y="492125"/>
                </a:moveTo>
                <a:lnTo>
                  <a:pt x="0" y="493394"/>
                </a:lnTo>
              </a:path>
              <a:path w="0" h="932179">
                <a:moveTo>
                  <a:pt x="0" y="494029"/>
                </a:moveTo>
                <a:lnTo>
                  <a:pt x="0" y="495300"/>
                </a:lnTo>
              </a:path>
              <a:path w="0" h="932179">
                <a:moveTo>
                  <a:pt x="0" y="495934"/>
                </a:moveTo>
                <a:lnTo>
                  <a:pt x="0" y="497204"/>
                </a:lnTo>
              </a:path>
              <a:path w="0" h="932179">
                <a:moveTo>
                  <a:pt x="0" y="497839"/>
                </a:moveTo>
                <a:lnTo>
                  <a:pt x="0" y="499109"/>
                </a:lnTo>
              </a:path>
              <a:path w="0" h="932179">
                <a:moveTo>
                  <a:pt x="0" y="499109"/>
                </a:moveTo>
                <a:lnTo>
                  <a:pt x="0" y="501014"/>
                </a:lnTo>
              </a:path>
              <a:path w="0" h="932179">
                <a:moveTo>
                  <a:pt x="0" y="501014"/>
                </a:moveTo>
                <a:lnTo>
                  <a:pt x="0" y="502284"/>
                </a:lnTo>
              </a:path>
              <a:path w="0" h="932179">
                <a:moveTo>
                  <a:pt x="0" y="502919"/>
                </a:moveTo>
                <a:lnTo>
                  <a:pt x="0" y="504189"/>
                </a:lnTo>
              </a:path>
              <a:path w="0" h="932179">
                <a:moveTo>
                  <a:pt x="0" y="504825"/>
                </a:moveTo>
                <a:lnTo>
                  <a:pt x="0" y="506094"/>
                </a:lnTo>
              </a:path>
              <a:path w="0" h="932179">
                <a:moveTo>
                  <a:pt x="0" y="506729"/>
                </a:moveTo>
                <a:lnTo>
                  <a:pt x="0" y="508000"/>
                </a:lnTo>
              </a:path>
              <a:path w="0" h="932179">
                <a:moveTo>
                  <a:pt x="0" y="508000"/>
                </a:moveTo>
                <a:lnTo>
                  <a:pt x="0" y="509904"/>
                </a:lnTo>
              </a:path>
              <a:path w="0" h="932179">
                <a:moveTo>
                  <a:pt x="0" y="509904"/>
                </a:moveTo>
                <a:lnTo>
                  <a:pt x="0" y="511175"/>
                </a:lnTo>
              </a:path>
              <a:path w="0" h="932179">
                <a:moveTo>
                  <a:pt x="0" y="511809"/>
                </a:moveTo>
                <a:lnTo>
                  <a:pt x="0" y="513079"/>
                </a:lnTo>
              </a:path>
              <a:path w="0" h="932179">
                <a:moveTo>
                  <a:pt x="0" y="513714"/>
                </a:moveTo>
                <a:lnTo>
                  <a:pt x="0" y="514984"/>
                </a:lnTo>
              </a:path>
              <a:path w="0" h="932179">
                <a:moveTo>
                  <a:pt x="0" y="515619"/>
                </a:moveTo>
                <a:lnTo>
                  <a:pt x="0" y="516889"/>
                </a:lnTo>
              </a:path>
              <a:path w="0" h="932179">
                <a:moveTo>
                  <a:pt x="0" y="516889"/>
                </a:moveTo>
                <a:lnTo>
                  <a:pt x="0" y="518794"/>
                </a:lnTo>
              </a:path>
              <a:path w="0" h="932179">
                <a:moveTo>
                  <a:pt x="0" y="518794"/>
                </a:moveTo>
                <a:lnTo>
                  <a:pt x="0" y="520064"/>
                </a:lnTo>
              </a:path>
              <a:path w="0" h="932179">
                <a:moveTo>
                  <a:pt x="0" y="520700"/>
                </a:moveTo>
                <a:lnTo>
                  <a:pt x="0" y="521969"/>
                </a:lnTo>
              </a:path>
              <a:path w="0" h="932179">
                <a:moveTo>
                  <a:pt x="0" y="522604"/>
                </a:moveTo>
                <a:lnTo>
                  <a:pt x="0" y="523875"/>
                </a:lnTo>
              </a:path>
              <a:path w="0" h="932179">
                <a:moveTo>
                  <a:pt x="0" y="524509"/>
                </a:moveTo>
                <a:lnTo>
                  <a:pt x="0" y="525779"/>
                </a:lnTo>
              </a:path>
              <a:path w="0" h="932179">
                <a:moveTo>
                  <a:pt x="0" y="525779"/>
                </a:moveTo>
                <a:lnTo>
                  <a:pt x="0" y="527684"/>
                </a:lnTo>
              </a:path>
              <a:path w="0" h="932179">
                <a:moveTo>
                  <a:pt x="0" y="527684"/>
                </a:moveTo>
                <a:lnTo>
                  <a:pt x="0" y="528954"/>
                </a:lnTo>
              </a:path>
              <a:path w="0" h="932179">
                <a:moveTo>
                  <a:pt x="0" y="529589"/>
                </a:moveTo>
                <a:lnTo>
                  <a:pt x="0" y="530859"/>
                </a:lnTo>
              </a:path>
              <a:path w="0" h="932179">
                <a:moveTo>
                  <a:pt x="0" y="531494"/>
                </a:moveTo>
                <a:lnTo>
                  <a:pt x="0" y="532764"/>
                </a:lnTo>
              </a:path>
              <a:path w="0" h="932179">
                <a:moveTo>
                  <a:pt x="0" y="533400"/>
                </a:moveTo>
                <a:lnTo>
                  <a:pt x="0" y="534669"/>
                </a:lnTo>
              </a:path>
              <a:path w="0" h="932179">
                <a:moveTo>
                  <a:pt x="0" y="534669"/>
                </a:moveTo>
                <a:lnTo>
                  <a:pt x="0" y="536575"/>
                </a:lnTo>
              </a:path>
              <a:path w="0" h="932179">
                <a:moveTo>
                  <a:pt x="0" y="536575"/>
                </a:moveTo>
                <a:lnTo>
                  <a:pt x="0" y="537844"/>
                </a:lnTo>
              </a:path>
              <a:path w="0" h="932179">
                <a:moveTo>
                  <a:pt x="0" y="538479"/>
                </a:moveTo>
                <a:lnTo>
                  <a:pt x="0" y="539750"/>
                </a:lnTo>
              </a:path>
              <a:path w="0" h="932179">
                <a:moveTo>
                  <a:pt x="0" y="540384"/>
                </a:moveTo>
                <a:lnTo>
                  <a:pt x="0" y="541654"/>
                </a:lnTo>
              </a:path>
              <a:path w="0" h="932179">
                <a:moveTo>
                  <a:pt x="0" y="542289"/>
                </a:moveTo>
                <a:lnTo>
                  <a:pt x="0" y="543559"/>
                </a:lnTo>
              </a:path>
              <a:path w="0" h="932179">
                <a:moveTo>
                  <a:pt x="0" y="543559"/>
                </a:moveTo>
                <a:lnTo>
                  <a:pt x="0" y="545464"/>
                </a:lnTo>
              </a:path>
              <a:path w="0" h="932179">
                <a:moveTo>
                  <a:pt x="0" y="545464"/>
                </a:moveTo>
                <a:lnTo>
                  <a:pt x="0" y="546734"/>
                </a:lnTo>
              </a:path>
              <a:path w="0" h="932179">
                <a:moveTo>
                  <a:pt x="0" y="547369"/>
                </a:moveTo>
                <a:lnTo>
                  <a:pt x="0" y="548639"/>
                </a:lnTo>
              </a:path>
              <a:path w="0" h="932179">
                <a:moveTo>
                  <a:pt x="0" y="549275"/>
                </a:moveTo>
                <a:lnTo>
                  <a:pt x="0" y="550544"/>
                </a:lnTo>
              </a:path>
              <a:path w="0" h="932179">
                <a:moveTo>
                  <a:pt x="0" y="551179"/>
                </a:moveTo>
                <a:lnTo>
                  <a:pt x="0" y="552450"/>
                </a:lnTo>
              </a:path>
              <a:path w="0" h="932179">
                <a:moveTo>
                  <a:pt x="0" y="552450"/>
                </a:moveTo>
                <a:lnTo>
                  <a:pt x="0" y="554354"/>
                </a:lnTo>
              </a:path>
              <a:path w="0" h="932179">
                <a:moveTo>
                  <a:pt x="0" y="554354"/>
                </a:moveTo>
                <a:lnTo>
                  <a:pt x="0" y="555625"/>
                </a:lnTo>
              </a:path>
              <a:path w="0" h="932179">
                <a:moveTo>
                  <a:pt x="0" y="556259"/>
                </a:moveTo>
                <a:lnTo>
                  <a:pt x="0" y="557529"/>
                </a:lnTo>
              </a:path>
              <a:path w="0" h="932179">
                <a:moveTo>
                  <a:pt x="0" y="558164"/>
                </a:moveTo>
                <a:lnTo>
                  <a:pt x="0" y="559434"/>
                </a:lnTo>
              </a:path>
              <a:path w="0" h="932179">
                <a:moveTo>
                  <a:pt x="0" y="560069"/>
                </a:moveTo>
                <a:lnTo>
                  <a:pt x="0" y="561339"/>
                </a:lnTo>
              </a:path>
              <a:path w="0" h="932179">
                <a:moveTo>
                  <a:pt x="0" y="561339"/>
                </a:moveTo>
                <a:lnTo>
                  <a:pt x="0" y="563244"/>
                </a:lnTo>
              </a:path>
              <a:path w="0" h="932179">
                <a:moveTo>
                  <a:pt x="0" y="563244"/>
                </a:moveTo>
                <a:lnTo>
                  <a:pt x="0" y="564514"/>
                </a:lnTo>
              </a:path>
              <a:path w="0" h="932179">
                <a:moveTo>
                  <a:pt x="0" y="565150"/>
                </a:moveTo>
                <a:lnTo>
                  <a:pt x="0" y="566419"/>
                </a:lnTo>
              </a:path>
              <a:path w="0" h="932179">
                <a:moveTo>
                  <a:pt x="0" y="567054"/>
                </a:moveTo>
                <a:lnTo>
                  <a:pt x="0" y="568325"/>
                </a:lnTo>
              </a:path>
              <a:path w="0" h="932179">
                <a:moveTo>
                  <a:pt x="0" y="568959"/>
                </a:moveTo>
                <a:lnTo>
                  <a:pt x="0" y="570229"/>
                </a:lnTo>
              </a:path>
              <a:path w="0" h="932179">
                <a:moveTo>
                  <a:pt x="0" y="570229"/>
                </a:moveTo>
                <a:lnTo>
                  <a:pt x="0" y="572134"/>
                </a:lnTo>
              </a:path>
              <a:path w="0" h="932179">
                <a:moveTo>
                  <a:pt x="0" y="572134"/>
                </a:moveTo>
                <a:lnTo>
                  <a:pt x="0" y="573404"/>
                </a:lnTo>
              </a:path>
              <a:path w="0" h="932179">
                <a:moveTo>
                  <a:pt x="0" y="574039"/>
                </a:moveTo>
                <a:lnTo>
                  <a:pt x="0" y="575309"/>
                </a:lnTo>
              </a:path>
              <a:path w="0" h="932179">
                <a:moveTo>
                  <a:pt x="0" y="575944"/>
                </a:moveTo>
                <a:lnTo>
                  <a:pt x="0" y="577214"/>
                </a:lnTo>
              </a:path>
              <a:path w="0" h="932179">
                <a:moveTo>
                  <a:pt x="0" y="577850"/>
                </a:moveTo>
                <a:lnTo>
                  <a:pt x="0" y="579119"/>
                </a:lnTo>
              </a:path>
              <a:path w="0" h="932179">
                <a:moveTo>
                  <a:pt x="0" y="579119"/>
                </a:moveTo>
                <a:lnTo>
                  <a:pt x="0" y="581025"/>
                </a:lnTo>
              </a:path>
              <a:path w="0" h="932179">
                <a:moveTo>
                  <a:pt x="0" y="581025"/>
                </a:moveTo>
                <a:lnTo>
                  <a:pt x="0" y="582294"/>
                </a:lnTo>
              </a:path>
              <a:path w="0" h="932179">
                <a:moveTo>
                  <a:pt x="0" y="582929"/>
                </a:moveTo>
                <a:lnTo>
                  <a:pt x="0" y="584200"/>
                </a:lnTo>
              </a:path>
              <a:path w="0" h="932179">
                <a:moveTo>
                  <a:pt x="0" y="584834"/>
                </a:moveTo>
                <a:lnTo>
                  <a:pt x="0" y="586104"/>
                </a:lnTo>
              </a:path>
              <a:path w="0" h="932179">
                <a:moveTo>
                  <a:pt x="0" y="586739"/>
                </a:moveTo>
                <a:lnTo>
                  <a:pt x="0" y="588009"/>
                </a:lnTo>
              </a:path>
              <a:path w="0" h="932179">
                <a:moveTo>
                  <a:pt x="0" y="588009"/>
                </a:moveTo>
                <a:lnTo>
                  <a:pt x="0" y="589914"/>
                </a:lnTo>
              </a:path>
              <a:path w="0" h="932179">
                <a:moveTo>
                  <a:pt x="0" y="589914"/>
                </a:moveTo>
                <a:lnTo>
                  <a:pt x="0" y="591184"/>
                </a:lnTo>
              </a:path>
              <a:path w="0" h="932179">
                <a:moveTo>
                  <a:pt x="0" y="591819"/>
                </a:moveTo>
                <a:lnTo>
                  <a:pt x="0" y="593089"/>
                </a:lnTo>
              </a:path>
              <a:path w="0" h="932179">
                <a:moveTo>
                  <a:pt x="0" y="593725"/>
                </a:moveTo>
                <a:lnTo>
                  <a:pt x="0" y="594994"/>
                </a:lnTo>
              </a:path>
              <a:path w="0" h="932179">
                <a:moveTo>
                  <a:pt x="0" y="595629"/>
                </a:moveTo>
                <a:lnTo>
                  <a:pt x="0" y="596900"/>
                </a:lnTo>
              </a:path>
              <a:path w="0" h="932179">
                <a:moveTo>
                  <a:pt x="0" y="596900"/>
                </a:moveTo>
                <a:lnTo>
                  <a:pt x="0" y="598804"/>
                </a:lnTo>
              </a:path>
              <a:path w="0" h="932179">
                <a:moveTo>
                  <a:pt x="0" y="598804"/>
                </a:moveTo>
                <a:lnTo>
                  <a:pt x="0" y="600075"/>
                </a:lnTo>
              </a:path>
              <a:path w="0" h="932179">
                <a:moveTo>
                  <a:pt x="0" y="600709"/>
                </a:moveTo>
                <a:lnTo>
                  <a:pt x="0" y="601979"/>
                </a:lnTo>
              </a:path>
              <a:path w="0" h="932179">
                <a:moveTo>
                  <a:pt x="0" y="602614"/>
                </a:moveTo>
                <a:lnTo>
                  <a:pt x="0" y="603884"/>
                </a:lnTo>
              </a:path>
              <a:path w="0" h="932179">
                <a:moveTo>
                  <a:pt x="0" y="604519"/>
                </a:moveTo>
                <a:lnTo>
                  <a:pt x="0" y="605789"/>
                </a:lnTo>
              </a:path>
              <a:path w="0" h="932179">
                <a:moveTo>
                  <a:pt x="0" y="605789"/>
                </a:moveTo>
                <a:lnTo>
                  <a:pt x="0" y="607694"/>
                </a:lnTo>
              </a:path>
              <a:path w="0" h="932179">
                <a:moveTo>
                  <a:pt x="0" y="607694"/>
                </a:moveTo>
                <a:lnTo>
                  <a:pt x="0" y="608964"/>
                </a:lnTo>
              </a:path>
              <a:path w="0" h="932179">
                <a:moveTo>
                  <a:pt x="0" y="609600"/>
                </a:moveTo>
                <a:lnTo>
                  <a:pt x="0" y="610869"/>
                </a:lnTo>
              </a:path>
              <a:path w="0" h="932179">
                <a:moveTo>
                  <a:pt x="0" y="611504"/>
                </a:moveTo>
                <a:lnTo>
                  <a:pt x="0" y="612775"/>
                </a:lnTo>
              </a:path>
              <a:path w="0" h="932179">
                <a:moveTo>
                  <a:pt x="0" y="613409"/>
                </a:moveTo>
                <a:lnTo>
                  <a:pt x="0" y="614679"/>
                </a:lnTo>
              </a:path>
              <a:path w="0" h="932179">
                <a:moveTo>
                  <a:pt x="0" y="614679"/>
                </a:moveTo>
                <a:lnTo>
                  <a:pt x="0" y="616584"/>
                </a:lnTo>
              </a:path>
              <a:path w="0" h="932179">
                <a:moveTo>
                  <a:pt x="0" y="616584"/>
                </a:moveTo>
                <a:lnTo>
                  <a:pt x="0" y="617854"/>
                </a:lnTo>
              </a:path>
              <a:path w="0" h="932179">
                <a:moveTo>
                  <a:pt x="0" y="618489"/>
                </a:moveTo>
                <a:lnTo>
                  <a:pt x="0" y="619759"/>
                </a:lnTo>
              </a:path>
              <a:path w="0" h="932179">
                <a:moveTo>
                  <a:pt x="0" y="620394"/>
                </a:moveTo>
                <a:lnTo>
                  <a:pt x="0" y="621664"/>
                </a:lnTo>
              </a:path>
              <a:path w="0" h="932179">
                <a:moveTo>
                  <a:pt x="0" y="622300"/>
                </a:moveTo>
                <a:lnTo>
                  <a:pt x="0" y="623569"/>
                </a:lnTo>
              </a:path>
              <a:path w="0" h="932179">
                <a:moveTo>
                  <a:pt x="0" y="623569"/>
                </a:moveTo>
                <a:lnTo>
                  <a:pt x="0" y="625475"/>
                </a:lnTo>
              </a:path>
              <a:path w="0" h="932179">
                <a:moveTo>
                  <a:pt x="0" y="625475"/>
                </a:moveTo>
                <a:lnTo>
                  <a:pt x="0" y="626744"/>
                </a:lnTo>
              </a:path>
              <a:path w="0" h="932179">
                <a:moveTo>
                  <a:pt x="0" y="627379"/>
                </a:moveTo>
                <a:lnTo>
                  <a:pt x="0" y="628650"/>
                </a:lnTo>
              </a:path>
              <a:path w="0" h="932179">
                <a:moveTo>
                  <a:pt x="0" y="629284"/>
                </a:moveTo>
                <a:lnTo>
                  <a:pt x="0" y="630554"/>
                </a:lnTo>
              </a:path>
              <a:path w="0" h="932179">
                <a:moveTo>
                  <a:pt x="0" y="631189"/>
                </a:moveTo>
                <a:lnTo>
                  <a:pt x="0" y="632459"/>
                </a:lnTo>
              </a:path>
              <a:path w="0" h="932179">
                <a:moveTo>
                  <a:pt x="0" y="632459"/>
                </a:moveTo>
                <a:lnTo>
                  <a:pt x="0" y="634364"/>
                </a:lnTo>
              </a:path>
              <a:path w="0" h="932179">
                <a:moveTo>
                  <a:pt x="0" y="634364"/>
                </a:moveTo>
                <a:lnTo>
                  <a:pt x="0" y="635634"/>
                </a:lnTo>
              </a:path>
              <a:path w="0" h="932179">
                <a:moveTo>
                  <a:pt x="0" y="636269"/>
                </a:moveTo>
                <a:lnTo>
                  <a:pt x="0" y="637539"/>
                </a:lnTo>
              </a:path>
              <a:path w="0" h="932179">
                <a:moveTo>
                  <a:pt x="0" y="638175"/>
                </a:moveTo>
                <a:lnTo>
                  <a:pt x="0" y="639444"/>
                </a:lnTo>
              </a:path>
              <a:path w="0" h="932179">
                <a:moveTo>
                  <a:pt x="0" y="640079"/>
                </a:moveTo>
                <a:lnTo>
                  <a:pt x="0" y="641350"/>
                </a:lnTo>
              </a:path>
              <a:path w="0" h="932179">
                <a:moveTo>
                  <a:pt x="0" y="641350"/>
                </a:moveTo>
                <a:lnTo>
                  <a:pt x="0" y="643254"/>
                </a:lnTo>
              </a:path>
              <a:path w="0" h="932179">
                <a:moveTo>
                  <a:pt x="0" y="643254"/>
                </a:moveTo>
                <a:lnTo>
                  <a:pt x="0" y="644525"/>
                </a:lnTo>
              </a:path>
              <a:path w="0" h="932179">
                <a:moveTo>
                  <a:pt x="0" y="645159"/>
                </a:moveTo>
                <a:lnTo>
                  <a:pt x="0" y="646429"/>
                </a:lnTo>
              </a:path>
              <a:path w="0" h="932179">
                <a:moveTo>
                  <a:pt x="0" y="647064"/>
                </a:moveTo>
                <a:lnTo>
                  <a:pt x="0" y="648334"/>
                </a:lnTo>
              </a:path>
              <a:path w="0" h="932179">
                <a:moveTo>
                  <a:pt x="0" y="648969"/>
                </a:moveTo>
                <a:lnTo>
                  <a:pt x="0" y="650239"/>
                </a:lnTo>
              </a:path>
              <a:path w="0" h="932179">
                <a:moveTo>
                  <a:pt x="0" y="650239"/>
                </a:moveTo>
                <a:lnTo>
                  <a:pt x="0" y="652144"/>
                </a:lnTo>
              </a:path>
              <a:path w="0" h="932179">
                <a:moveTo>
                  <a:pt x="0" y="652144"/>
                </a:moveTo>
                <a:lnTo>
                  <a:pt x="0" y="653414"/>
                </a:lnTo>
              </a:path>
              <a:path w="0" h="932179">
                <a:moveTo>
                  <a:pt x="0" y="654050"/>
                </a:moveTo>
                <a:lnTo>
                  <a:pt x="0" y="655319"/>
                </a:lnTo>
              </a:path>
              <a:path w="0" h="932179">
                <a:moveTo>
                  <a:pt x="0" y="655954"/>
                </a:moveTo>
                <a:lnTo>
                  <a:pt x="0" y="657225"/>
                </a:lnTo>
              </a:path>
              <a:path w="0" h="932179">
                <a:moveTo>
                  <a:pt x="0" y="657859"/>
                </a:moveTo>
                <a:lnTo>
                  <a:pt x="0" y="659129"/>
                </a:lnTo>
              </a:path>
              <a:path w="0" h="932179">
                <a:moveTo>
                  <a:pt x="0" y="659129"/>
                </a:moveTo>
                <a:lnTo>
                  <a:pt x="0" y="661034"/>
                </a:lnTo>
              </a:path>
              <a:path w="0" h="932179">
                <a:moveTo>
                  <a:pt x="0" y="661034"/>
                </a:moveTo>
                <a:lnTo>
                  <a:pt x="0" y="662304"/>
                </a:lnTo>
              </a:path>
              <a:path w="0" h="932179">
                <a:moveTo>
                  <a:pt x="0" y="662939"/>
                </a:moveTo>
                <a:lnTo>
                  <a:pt x="0" y="664209"/>
                </a:lnTo>
              </a:path>
              <a:path w="0" h="932179">
                <a:moveTo>
                  <a:pt x="0" y="664844"/>
                </a:moveTo>
                <a:lnTo>
                  <a:pt x="0" y="666114"/>
                </a:lnTo>
              </a:path>
              <a:path w="0" h="932179">
                <a:moveTo>
                  <a:pt x="0" y="666750"/>
                </a:moveTo>
                <a:lnTo>
                  <a:pt x="0" y="668019"/>
                </a:lnTo>
              </a:path>
              <a:path w="0" h="932179">
                <a:moveTo>
                  <a:pt x="0" y="668019"/>
                </a:moveTo>
                <a:lnTo>
                  <a:pt x="0" y="669925"/>
                </a:lnTo>
              </a:path>
              <a:path w="0" h="932179">
                <a:moveTo>
                  <a:pt x="0" y="669925"/>
                </a:moveTo>
                <a:lnTo>
                  <a:pt x="0" y="671194"/>
                </a:lnTo>
              </a:path>
              <a:path w="0" h="932179">
                <a:moveTo>
                  <a:pt x="0" y="671829"/>
                </a:moveTo>
                <a:lnTo>
                  <a:pt x="0" y="673100"/>
                </a:lnTo>
              </a:path>
              <a:path w="0" h="932179">
                <a:moveTo>
                  <a:pt x="0" y="673734"/>
                </a:moveTo>
                <a:lnTo>
                  <a:pt x="0" y="675004"/>
                </a:lnTo>
              </a:path>
              <a:path w="0" h="932179">
                <a:moveTo>
                  <a:pt x="0" y="675639"/>
                </a:moveTo>
                <a:lnTo>
                  <a:pt x="0" y="676909"/>
                </a:lnTo>
              </a:path>
              <a:path w="0" h="932179">
                <a:moveTo>
                  <a:pt x="0" y="676909"/>
                </a:moveTo>
                <a:lnTo>
                  <a:pt x="0" y="678814"/>
                </a:lnTo>
              </a:path>
              <a:path w="0" h="932179">
                <a:moveTo>
                  <a:pt x="0" y="678814"/>
                </a:moveTo>
                <a:lnTo>
                  <a:pt x="0" y="680084"/>
                </a:lnTo>
              </a:path>
              <a:path w="0" h="932179">
                <a:moveTo>
                  <a:pt x="0" y="680719"/>
                </a:moveTo>
                <a:lnTo>
                  <a:pt x="0" y="681989"/>
                </a:lnTo>
              </a:path>
              <a:path w="0" h="932179">
                <a:moveTo>
                  <a:pt x="0" y="682625"/>
                </a:moveTo>
                <a:lnTo>
                  <a:pt x="0" y="683894"/>
                </a:lnTo>
              </a:path>
              <a:path w="0" h="932179">
                <a:moveTo>
                  <a:pt x="0" y="684529"/>
                </a:moveTo>
                <a:lnTo>
                  <a:pt x="0" y="685800"/>
                </a:lnTo>
              </a:path>
              <a:path w="0" h="932179">
                <a:moveTo>
                  <a:pt x="0" y="685800"/>
                </a:moveTo>
                <a:lnTo>
                  <a:pt x="0" y="687704"/>
                </a:lnTo>
              </a:path>
              <a:path w="0" h="932179">
                <a:moveTo>
                  <a:pt x="0" y="687704"/>
                </a:moveTo>
                <a:lnTo>
                  <a:pt x="0" y="688975"/>
                </a:lnTo>
              </a:path>
              <a:path w="0" h="932179">
                <a:moveTo>
                  <a:pt x="0" y="689609"/>
                </a:moveTo>
                <a:lnTo>
                  <a:pt x="0" y="690879"/>
                </a:lnTo>
              </a:path>
              <a:path w="0" h="932179">
                <a:moveTo>
                  <a:pt x="0" y="691514"/>
                </a:moveTo>
                <a:lnTo>
                  <a:pt x="0" y="692784"/>
                </a:lnTo>
              </a:path>
              <a:path w="0" h="932179">
                <a:moveTo>
                  <a:pt x="0" y="693419"/>
                </a:moveTo>
                <a:lnTo>
                  <a:pt x="0" y="694689"/>
                </a:lnTo>
              </a:path>
              <a:path w="0" h="932179">
                <a:moveTo>
                  <a:pt x="0" y="694689"/>
                </a:moveTo>
                <a:lnTo>
                  <a:pt x="0" y="696594"/>
                </a:lnTo>
              </a:path>
              <a:path w="0" h="932179">
                <a:moveTo>
                  <a:pt x="0" y="696594"/>
                </a:moveTo>
                <a:lnTo>
                  <a:pt x="0" y="697864"/>
                </a:lnTo>
              </a:path>
              <a:path w="0" h="932179">
                <a:moveTo>
                  <a:pt x="0" y="698500"/>
                </a:moveTo>
                <a:lnTo>
                  <a:pt x="0" y="699769"/>
                </a:lnTo>
              </a:path>
              <a:path w="0" h="932179">
                <a:moveTo>
                  <a:pt x="0" y="700404"/>
                </a:moveTo>
                <a:lnTo>
                  <a:pt x="0" y="701675"/>
                </a:lnTo>
              </a:path>
              <a:path w="0" h="932179">
                <a:moveTo>
                  <a:pt x="0" y="702309"/>
                </a:moveTo>
                <a:lnTo>
                  <a:pt x="0" y="703579"/>
                </a:lnTo>
              </a:path>
              <a:path w="0" h="932179">
                <a:moveTo>
                  <a:pt x="0" y="703579"/>
                </a:moveTo>
                <a:lnTo>
                  <a:pt x="0" y="705484"/>
                </a:lnTo>
              </a:path>
              <a:path w="0" h="932179">
                <a:moveTo>
                  <a:pt x="0" y="705484"/>
                </a:moveTo>
                <a:lnTo>
                  <a:pt x="0" y="706754"/>
                </a:lnTo>
              </a:path>
              <a:path w="0" h="932179">
                <a:moveTo>
                  <a:pt x="0" y="707389"/>
                </a:moveTo>
                <a:lnTo>
                  <a:pt x="0" y="708659"/>
                </a:lnTo>
              </a:path>
              <a:path w="0" h="932179">
                <a:moveTo>
                  <a:pt x="0" y="709294"/>
                </a:moveTo>
                <a:lnTo>
                  <a:pt x="0" y="710564"/>
                </a:lnTo>
              </a:path>
              <a:path w="0" h="932179">
                <a:moveTo>
                  <a:pt x="0" y="711200"/>
                </a:moveTo>
                <a:lnTo>
                  <a:pt x="0" y="712469"/>
                </a:lnTo>
              </a:path>
              <a:path w="0" h="932179">
                <a:moveTo>
                  <a:pt x="0" y="712469"/>
                </a:moveTo>
                <a:lnTo>
                  <a:pt x="0" y="714375"/>
                </a:lnTo>
              </a:path>
              <a:path w="0" h="932179">
                <a:moveTo>
                  <a:pt x="0" y="714375"/>
                </a:moveTo>
                <a:lnTo>
                  <a:pt x="0" y="715644"/>
                </a:lnTo>
              </a:path>
              <a:path w="0" h="932179">
                <a:moveTo>
                  <a:pt x="0" y="716279"/>
                </a:moveTo>
                <a:lnTo>
                  <a:pt x="0" y="717550"/>
                </a:lnTo>
              </a:path>
              <a:path w="0" h="932179">
                <a:moveTo>
                  <a:pt x="0" y="718184"/>
                </a:moveTo>
                <a:lnTo>
                  <a:pt x="0" y="719454"/>
                </a:lnTo>
              </a:path>
              <a:path w="0" h="932179">
                <a:moveTo>
                  <a:pt x="0" y="720089"/>
                </a:moveTo>
                <a:lnTo>
                  <a:pt x="0" y="721359"/>
                </a:lnTo>
              </a:path>
              <a:path w="0" h="932179">
                <a:moveTo>
                  <a:pt x="0" y="721359"/>
                </a:moveTo>
                <a:lnTo>
                  <a:pt x="0" y="723264"/>
                </a:lnTo>
              </a:path>
              <a:path w="0" h="932179">
                <a:moveTo>
                  <a:pt x="0" y="723264"/>
                </a:moveTo>
                <a:lnTo>
                  <a:pt x="0" y="724534"/>
                </a:lnTo>
              </a:path>
              <a:path w="0" h="932179">
                <a:moveTo>
                  <a:pt x="0" y="725169"/>
                </a:moveTo>
                <a:lnTo>
                  <a:pt x="0" y="726439"/>
                </a:lnTo>
              </a:path>
              <a:path w="0" h="932179">
                <a:moveTo>
                  <a:pt x="0" y="727075"/>
                </a:moveTo>
                <a:lnTo>
                  <a:pt x="0" y="728344"/>
                </a:lnTo>
              </a:path>
              <a:path w="0" h="932179">
                <a:moveTo>
                  <a:pt x="0" y="728979"/>
                </a:moveTo>
                <a:lnTo>
                  <a:pt x="0" y="730250"/>
                </a:lnTo>
              </a:path>
              <a:path w="0" h="932179">
                <a:moveTo>
                  <a:pt x="0" y="730250"/>
                </a:moveTo>
                <a:lnTo>
                  <a:pt x="0" y="732154"/>
                </a:lnTo>
              </a:path>
              <a:path w="0" h="932179">
                <a:moveTo>
                  <a:pt x="0" y="732154"/>
                </a:moveTo>
                <a:lnTo>
                  <a:pt x="0" y="733425"/>
                </a:lnTo>
              </a:path>
              <a:path w="0" h="932179">
                <a:moveTo>
                  <a:pt x="0" y="734059"/>
                </a:moveTo>
                <a:lnTo>
                  <a:pt x="0" y="735329"/>
                </a:lnTo>
              </a:path>
              <a:path w="0" h="932179">
                <a:moveTo>
                  <a:pt x="0" y="735964"/>
                </a:moveTo>
                <a:lnTo>
                  <a:pt x="0" y="737234"/>
                </a:lnTo>
              </a:path>
              <a:path w="0" h="932179">
                <a:moveTo>
                  <a:pt x="0" y="737869"/>
                </a:moveTo>
                <a:lnTo>
                  <a:pt x="0" y="739139"/>
                </a:lnTo>
              </a:path>
              <a:path w="0" h="932179">
                <a:moveTo>
                  <a:pt x="0" y="739139"/>
                </a:moveTo>
                <a:lnTo>
                  <a:pt x="0" y="741044"/>
                </a:lnTo>
              </a:path>
              <a:path w="0" h="932179">
                <a:moveTo>
                  <a:pt x="0" y="741044"/>
                </a:moveTo>
                <a:lnTo>
                  <a:pt x="0" y="742314"/>
                </a:lnTo>
              </a:path>
              <a:path w="0" h="932179">
                <a:moveTo>
                  <a:pt x="0" y="742950"/>
                </a:moveTo>
                <a:lnTo>
                  <a:pt x="0" y="744219"/>
                </a:lnTo>
              </a:path>
              <a:path w="0" h="932179">
                <a:moveTo>
                  <a:pt x="0" y="744854"/>
                </a:moveTo>
                <a:lnTo>
                  <a:pt x="0" y="746125"/>
                </a:lnTo>
              </a:path>
              <a:path w="0" h="932179">
                <a:moveTo>
                  <a:pt x="0" y="746759"/>
                </a:moveTo>
                <a:lnTo>
                  <a:pt x="0" y="748029"/>
                </a:lnTo>
              </a:path>
              <a:path w="0" h="932179">
                <a:moveTo>
                  <a:pt x="0" y="748029"/>
                </a:moveTo>
                <a:lnTo>
                  <a:pt x="0" y="749934"/>
                </a:lnTo>
              </a:path>
              <a:path w="0" h="932179">
                <a:moveTo>
                  <a:pt x="0" y="749934"/>
                </a:moveTo>
                <a:lnTo>
                  <a:pt x="0" y="751204"/>
                </a:lnTo>
              </a:path>
              <a:path w="0" h="932179">
                <a:moveTo>
                  <a:pt x="0" y="751839"/>
                </a:moveTo>
                <a:lnTo>
                  <a:pt x="0" y="753109"/>
                </a:lnTo>
              </a:path>
              <a:path w="0" h="932179">
                <a:moveTo>
                  <a:pt x="0" y="753744"/>
                </a:moveTo>
                <a:lnTo>
                  <a:pt x="0" y="755014"/>
                </a:lnTo>
              </a:path>
              <a:path w="0" h="932179">
                <a:moveTo>
                  <a:pt x="0" y="755650"/>
                </a:moveTo>
                <a:lnTo>
                  <a:pt x="0" y="756919"/>
                </a:lnTo>
              </a:path>
              <a:path w="0" h="932179">
                <a:moveTo>
                  <a:pt x="0" y="756919"/>
                </a:moveTo>
                <a:lnTo>
                  <a:pt x="0" y="758825"/>
                </a:lnTo>
              </a:path>
              <a:path w="0" h="932179">
                <a:moveTo>
                  <a:pt x="0" y="758825"/>
                </a:moveTo>
                <a:lnTo>
                  <a:pt x="0" y="760094"/>
                </a:lnTo>
              </a:path>
              <a:path w="0" h="932179">
                <a:moveTo>
                  <a:pt x="0" y="760729"/>
                </a:moveTo>
                <a:lnTo>
                  <a:pt x="0" y="762000"/>
                </a:lnTo>
              </a:path>
              <a:path w="0" h="932179">
                <a:moveTo>
                  <a:pt x="0" y="762634"/>
                </a:moveTo>
                <a:lnTo>
                  <a:pt x="0" y="763904"/>
                </a:lnTo>
              </a:path>
              <a:path w="0" h="932179">
                <a:moveTo>
                  <a:pt x="0" y="764539"/>
                </a:moveTo>
                <a:lnTo>
                  <a:pt x="0" y="765809"/>
                </a:lnTo>
              </a:path>
              <a:path w="0" h="932179">
                <a:moveTo>
                  <a:pt x="0" y="765809"/>
                </a:moveTo>
                <a:lnTo>
                  <a:pt x="0" y="767714"/>
                </a:lnTo>
              </a:path>
              <a:path w="0" h="932179">
                <a:moveTo>
                  <a:pt x="0" y="767714"/>
                </a:moveTo>
                <a:lnTo>
                  <a:pt x="0" y="768984"/>
                </a:lnTo>
              </a:path>
              <a:path w="0" h="932179">
                <a:moveTo>
                  <a:pt x="0" y="769619"/>
                </a:moveTo>
                <a:lnTo>
                  <a:pt x="0" y="770889"/>
                </a:lnTo>
              </a:path>
              <a:path w="0" h="932179">
                <a:moveTo>
                  <a:pt x="0" y="771525"/>
                </a:moveTo>
                <a:lnTo>
                  <a:pt x="0" y="772794"/>
                </a:lnTo>
              </a:path>
              <a:path w="0" h="932179">
                <a:moveTo>
                  <a:pt x="0" y="773429"/>
                </a:moveTo>
                <a:lnTo>
                  <a:pt x="0" y="774700"/>
                </a:lnTo>
              </a:path>
              <a:path w="0" h="932179">
                <a:moveTo>
                  <a:pt x="0" y="774700"/>
                </a:moveTo>
                <a:lnTo>
                  <a:pt x="0" y="776604"/>
                </a:lnTo>
              </a:path>
              <a:path w="0" h="932179">
                <a:moveTo>
                  <a:pt x="0" y="776604"/>
                </a:moveTo>
                <a:lnTo>
                  <a:pt x="0" y="777875"/>
                </a:lnTo>
              </a:path>
              <a:path w="0" h="932179">
                <a:moveTo>
                  <a:pt x="0" y="778509"/>
                </a:moveTo>
                <a:lnTo>
                  <a:pt x="0" y="779779"/>
                </a:lnTo>
              </a:path>
              <a:path w="0" h="932179">
                <a:moveTo>
                  <a:pt x="0" y="780414"/>
                </a:moveTo>
                <a:lnTo>
                  <a:pt x="0" y="781684"/>
                </a:lnTo>
              </a:path>
              <a:path w="0" h="932179">
                <a:moveTo>
                  <a:pt x="0" y="782319"/>
                </a:moveTo>
                <a:lnTo>
                  <a:pt x="0" y="783589"/>
                </a:lnTo>
              </a:path>
              <a:path w="0" h="932179">
                <a:moveTo>
                  <a:pt x="0" y="783589"/>
                </a:moveTo>
                <a:lnTo>
                  <a:pt x="0" y="785494"/>
                </a:lnTo>
              </a:path>
              <a:path w="0" h="932179">
                <a:moveTo>
                  <a:pt x="0" y="785494"/>
                </a:moveTo>
                <a:lnTo>
                  <a:pt x="0" y="786764"/>
                </a:lnTo>
              </a:path>
              <a:path w="0" h="932179">
                <a:moveTo>
                  <a:pt x="0" y="787400"/>
                </a:moveTo>
                <a:lnTo>
                  <a:pt x="0" y="788669"/>
                </a:lnTo>
              </a:path>
              <a:path w="0" h="932179">
                <a:moveTo>
                  <a:pt x="0" y="789304"/>
                </a:moveTo>
                <a:lnTo>
                  <a:pt x="0" y="790575"/>
                </a:lnTo>
              </a:path>
              <a:path w="0" h="932179">
                <a:moveTo>
                  <a:pt x="0" y="791209"/>
                </a:moveTo>
                <a:lnTo>
                  <a:pt x="0" y="792479"/>
                </a:lnTo>
              </a:path>
              <a:path w="0" h="932179">
                <a:moveTo>
                  <a:pt x="0" y="792479"/>
                </a:moveTo>
                <a:lnTo>
                  <a:pt x="0" y="794384"/>
                </a:lnTo>
              </a:path>
              <a:path w="0" h="932179">
                <a:moveTo>
                  <a:pt x="0" y="794384"/>
                </a:moveTo>
                <a:lnTo>
                  <a:pt x="0" y="795654"/>
                </a:lnTo>
              </a:path>
              <a:path w="0" h="932179">
                <a:moveTo>
                  <a:pt x="0" y="796289"/>
                </a:moveTo>
                <a:lnTo>
                  <a:pt x="0" y="797559"/>
                </a:lnTo>
              </a:path>
              <a:path w="0" h="932179">
                <a:moveTo>
                  <a:pt x="0" y="798194"/>
                </a:moveTo>
                <a:lnTo>
                  <a:pt x="0" y="799464"/>
                </a:lnTo>
              </a:path>
              <a:path w="0" h="932179">
                <a:moveTo>
                  <a:pt x="0" y="800100"/>
                </a:moveTo>
                <a:lnTo>
                  <a:pt x="0" y="801369"/>
                </a:lnTo>
              </a:path>
              <a:path w="0" h="932179">
                <a:moveTo>
                  <a:pt x="0" y="801369"/>
                </a:moveTo>
                <a:lnTo>
                  <a:pt x="0" y="803275"/>
                </a:lnTo>
              </a:path>
              <a:path w="0" h="932179">
                <a:moveTo>
                  <a:pt x="0" y="803275"/>
                </a:moveTo>
                <a:lnTo>
                  <a:pt x="0" y="804544"/>
                </a:lnTo>
              </a:path>
              <a:path w="0" h="932179">
                <a:moveTo>
                  <a:pt x="0" y="805179"/>
                </a:moveTo>
                <a:lnTo>
                  <a:pt x="0" y="806450"/>
                </a:lnTo>
              </a:path>
              <a:path w="0" h="932179">
                <a:moveTo>
                  <a:pt x="0" y="807084"/>
                </a:moveTo>
                <a:lnTo>
                  <a:pt x="0" y="808354"/>
                </a:lnTo>
              </a:path>
              <a:path w="0" h="932179">
                <a:moveTo>
                  <a:pt x="0" y="808989"/>
                </a:moveTo>
                <a:lnTo>
                  <a:pt x="0" y="810259"/>
                </a:lnTo>
              </a:path>
              <a:path w="0" h="932179">
                <a:moveTo>
                  <a:pt x="0" y="810259"/>
                </a:moveTo>
                <a:lnTo>
                  <a:pt x="0" y="812164"/>
                </a:lnTo>
              </a:path>
              <a:path w="0" h="932179">
                <a:moveTo>
                  <a:pt x="0" y="812164"/>
                </a:moveTo>
                <a:lnTo>
                  <a:pt x="0" y="813434"/>
                </a:lnTo>
              </a:path>
              <a:path w="0" h="932179">
                <a:moveTo>
                  <a:pt x="0" y="814069"/>
                </a:moveTo>
                <a:lnTo>
                  <a:pt x="0" y="815339"/>
                </a:lnTo>
              </a:path>
              <a:path w="0" h="932179">
                <a:moveTo>
                  <a:pt x="0" y="815975"/>
                </a:moveTo>
                <a:lnTo>
                  <a:pt x="0" y="817244"/>
                </a:lnTo>
              </a:path>
              <a:path w="0" h="932179">
                <a:moveTo>
                  <a:pt x="0" y="817879"/>
                </a:moveTo>
                <a:lnTo>
                  <a:pt x="0" y="819150"/>
                </a:lnTo>
              </a:path>
              <a:path w="0" h="932179">
                <a:moveTo>
                  <a:pt x="0" y="819150"/>
                </a:moveTo>
                <a:lnTo>
                  <a:pt x="0" y="821054"/>
                </a:lnTo>
              </a:path>
              <a:path w="0" h="932179">
                <a:moveTo>
                  <a:pt x="0" y="821054"/>
                </a:moveTo>
                <a:lnTo>
                  <a:pt x="0" y="822325"/>
                </a:lnTo>
              </a:path>
              <a:path w="0" h="932179">
                <a:moveTo>
                  <a:pt x="0" y="822959"/>
                </a:moveTo>
                <a:lnTo>
                  <a:pt x="0" y="824229"/>
                </a:lnTo>
              </a:path>
              <a:path w="0" h="932179">
                <a:moveTo>
                  <a:pt x="0" y="824864"/>
                </a:moveTo>
                <a:lnTo>
                  <a:pt x="0" y="826134"/>
                </a:lnTo>
              </a:path>
              <a:path w="0" h="932179">
                <a:moveTo>
                  <a:pt x="0" y="826769"/>
                </a:moveTo>
                <a:lnTo>
                  <a:pt x="0" y="828039"/>
                </a:lnTo>
              </a:path>
              <a:path w="0" h="932179">
                <a:moveTo>
                  <a:pt x="0" y="828039"/>
                </a:moveTo>
                <a:lnTo>
                  <a:pt x="0" y="829944"/>
                </a:lnTo>
              </a:path>
              <a:path w="0" h="932179">
                <a:moveTo>
                  <a:pt x="0" y="829944"/>
                </a:moveTo>
                <a:lnTo>
                  <a:pt x="0" y="831214"/>
                </a:lnTo>
              </a:path>
              <a:path w="0" h="932179">
                <a:moveTo>
                  <a:pt x="0" y="831850"/>
                </a:moveTo>
                <a:lnTo>
                  <a:pt x="0" y="833119"/>
                </a:lnTo>
              </a:path>
              <a:path w="0" h="932179">
                <a:moveTo>
                  <a:pt x="0" y="833754"/>
                </a:moveTo>
                <a:lnTo>
                  <a:pt x="0" y="835025"/>
                </a:lnTo>
              </a:path>
              <a:path w="0" h="932179">
                <a:moveTo>
                  <a:pt x="0" y="835659"/>
                </a:moveTo>
                <a:lnTo>
                  <a:pt x="0" y="836929"/>
                </a:lnTo>
              </a:path>
              <a:path w="0" h="932179">
                <a:moveTo>
                  <a:pt x="0" y="836929"/>
                </a:moveTo>
                <a:lnTo>
                  <a:pt x="0" y="838834"/>
                </a:lnTo>
              </a:path>
              <a:path w="0" h="932179">
                <a:moveTo>
                  <a:pt x="0" y="838834"/>
                </a:moveTo>
                <a:lnTo>
                  <a:pt x="0" y="840104"/>
                </a:lnTo>
              </a:path>
              <a:path w="0" h="932179">
                <a:moveTo>
                  <a:pt x="0" y="840739"/>
                </a:moveTo>
                <a:lnTo>
                  <a:pt x="0" y="842009"/>
                </a:lnTo>
              </a:path>
              <a:path w="0" h="932179">
                <a:moveTo>
                  <a:pt x="0" y="842644"/>
                </a:moveTo>
                <a:lnTo>
                  <a:pt x="0" y="843914"/>
                </a:lnTo>
              </a:path>
              <a:path w="0" h="932179">
                <a:moveTo>
                  <a:pt x="0" y="844550"/>
                </a:moveTo>
                <a:lnTo>
                  <a:pt x="0" y="845819"/>
                </a:lnTo>
              </a:path>
              <a:path w="0" h="932179">
                <a:moveTo>
                  <a:pt x="0" y="845819"/>
                </a:moveTo>
                <a:lnTo>
                  <a:pt x="0" y="847725"/>
                </a:lnTo>
              </a:path>
              <a:path w="0" h="932179">
                <a:moveTo>
                  <a:pt x="0" y="847725"/>
                </a:moveTo>
                <a:lnTo>
                  <a:pt x="0" y="848994"/>
                </a:lnTo>
              </a:path>
              <a:path w="0" h="932179">
                <a:moveTo>
                  <a:pt x="0" y="849629"/>
                </a:moveTo>
                <a:lnTo>
                  <a:pt x="0" y="850900"/>
                </a:lnTo>
              </a:path>
              <a:path w="0" h="932179">
                <a:moveTo>
                  <a:pt x="0" y="851534"/>
                </a:moveTo>
                <a:lnTo>
                  <a:pt x="0" y="852804"/>
                </a:lnTo>
              </a:path>
              <a:path w="0" h="932179">
                <a:moveTo>
                  <a:pt x="0" y="853439"/>
                </a:moveTo>
                <a:lnTo>
                  <a:pt x="0" y="854709"/>
                </a:lnTo>
              </a:path>
              <a:path w="0" h="932179">
                <a:moveTo>
                  <a:pt x="0" y="854709"/>
                </a:moveTo>
                <a:lnTo>
                  <a:pt x="0" y="856614"/>
                </a:lnTo>
              </a:path>
              <a:path w="0" h="932179">
                <a:moveTo>
                  <a:pt x="0" y="856614"/>
                </a:moveTo>
                <a:lnTo>
                  <a:pt x="0" y="857884"/>
                </a:lnTo>
              </a:path>
              <a:path w="0" h="932179">
                <a:moveTo>
                  <a:pt x="0" y="858519"/>
                </a:moveTo>
                <a:lnTo>
                  <a:pt x="0" y="859789"/>
                </a:lnTo>
              </a:path>
              <a:path w="0" h="932179">
                <a:moveTo>
                  <a:pt x="0" y="860425"/>
                </a:moveTo>
                <a:lnTo>
                  <a:pt x="0" y="861694"/>
                </a:lnTo>
              </a:path>
              <a:path w="0" h="932179">
                <a:moveTo>
                  <a:pt x="0" y="862329"/>
                </a:moveTo>
                <a:lnTo>
                  <a:pt x="0" y="863600"/>
                </a:lnTo>
              </a:path>
              <a:path w="0" h="932179">
                <a:moveTo>
                  <a:pt x="0" y="863600"/>
                </a:moveTo>
                <a:lnTo>
                  <a:pt x="0" y="865504"/>
                </a:lnTo>
              </a:path>
              <a:path w="0" h="932179">
                <a:moveTo>
                  <a:pt x="0" y="865504"/>
                </a:moveTo>
                <a:lnTo>
                  <a:pt x="0" y="866775"/>
                </a:lnTo>
              </a:path>
              <a:path w="0" h="932179">
                <a:moveTo>
                  <a:pt x="0" y="867409"/>
                </a:moveTo>
                <a:lnTo>
                  <a:pt x="0" y="868679"/>
                </a:lnTo>
              </a:path>
              <a:path w="0" h="932179">
                <a:moveTo>
                  <a:pt x="0" y="869314"/>
                </a:moveTo>
                <a:lnTo>
                  <a:pt x="0" y="870584"/>
                </a:lnTo>
              </a:path>
              <a:path w="0" h="932179">
                <a:moveTo>
                  <a:pt x="0" y="871219"/>
                </a:moveTo>
                <a:lnTo>
                  <a:pt x="0" y="872489"/>
                </a:lnTo>
              </a:path>
              <a:path w="0" h="932179">
                <a:moveTo>
                  <a:pt x="0" y="872489"/>
                </a:moveTo>
                <a:lnTo>
                  <a:pt x="0" y="874394"/>
                </a:lnTo>
              </a:path>
              <a:path w="0" h="932179">
                <a:moveTo>
                  <a:pt x="0" y="874394"/>
                </a:moveTo>
                <a:lnTo>
                  <a:pt x="0" y="875664"/>
                </a:lnTo>
              </a:path>
              <a:path w="0" h="932179">
                <a:moveTo>
                  <a:pt x="0" y="876300"/>
                </a:moveTo>
                <a:lnTo>
                  <a:pt x="0" y="877569"/>
                </a:lnTo>
              </a:path>
              <a:path w="0" h="932179">
                <a:moveTo>
                  <a:pt x="0" y="878204"/>
                </a:moveTo>
                <a:lnTo>
                  <a:pt x="0" y="879475"/>
                </a:lnTo>
              </a:path>
              <a:path w="0" h="932179">
                <a:moveTo>
                  <a:pt x="0" y="880109"/>
                </a:moveTo>
                <a:lnTo>
                  <a:pt x="0" y="881379"/>
                </a:lnTo>
              </a:path>
              <a:path w="0" h="932179">
                <a:moveTo>
                  <a:pt x="0" y="881379"/>
                </a:moveTo>
                <a:lnTo>
                  <a:pt x="0" y="883284"/>
                </a:lnTo>
              </a:path>
              <a:path w="0" h="932179">
                <a:moveTo>
                  <a:pt x="0" y="883284"/>
                </a:moveTo>
                <a:lnTo>
                  <a:pt x="0" y="884554"/>
                </a:lnTo>
              </a:path>
              <a:path w="0" h="932179">
                <a:moveTo>
                  <a:pt x="0" y="885189"/>
                </a:moveTo>
                <a:lnTo>
                  <a:pt x="0" y="886459"/>
                </a:lnTo>
              </a:path>
              <a:path w="0" h="932179">
                <a:moveTo>
                  <a:pt x="0" y="887094"/>
                </a:moveTo>
                <a:lnTo>
                  <a:pt x="0" y="888364"/>
                </a:lnTo>
              </a:path>
              <a:path w="0" h="932179">
                <a:moveTo>
                  <a:pt x="0" y="889000"/>
                </a:moveTo>
                <a:lnTo>
                  <a:pt x="0" y="890269"/>
                </a:lnTo>
              </a:path>
              <a:path w="0" h="932179">
                <a:moveTo>
                  <a:pt x="0" y="890269"/>
                </a:moveTo>
                <a:lnTo>
                  <a:pt x="0" y="892175"/>
                </a:lnTo>
              </a:path>
              <a:path w="0" h="932179">
                <a:moveTo>
                  <a:pt x="0" y="892175"/>
                </a:moveTo>
                <a:lnTo>
                  <a:pt x="0" y="893444"/>
                </a:lnTo>
              </a:path>
              <a:path w="0" h="932179">
                <a:moveTo>
                  <a:pt x="0" y="894079"/>
                </a:moveTo>
                <a:lnTo>
                  <a:pt x="0" y="895350"/>
                </a:lnTo>
              </a:path>
              <a:path w="0" h="932179">
                <a:moveTo>
                  <a:pt x="0" y="895984"/>
                </a:moveTo>
                <a:lnTo>
                  <a:pt x="0" y="897254"/>
                </a:lnTo>
              </a:path>
              <a:path w="0" h="932179">
                <a:moveTo>
                  <a:pt x="0" y="897889"/>
                </a:moveTo>
                <a:lnTo>
                  <a:pt x="0" y="899159"/>
                </a:lnTo>
              </a:path>
              <a:path w="0" h="932179">
                <a:moveTo>
                  <a:pt x="0" y="899159"/>
                </a:moveTo>
                <a:lnTo>
                  <a:pt x="0" y="901064"/>
                </a:lnTo>
              </a:path>
              <a:path w="0" h="932179">
                <a:moveTo>
                  <a:pt x="0" y="901064"/>
                </a:moveTo>
                <a:lnTo>
                  <a:pt x="0" y="902334"/>
                </a:lnTo>
              </a:path>
              <a:path w="0" h="932179">
                <a:moveTo>
                  <a:pt x="0" y="902969"/>
                </a:moveTo>
                <a:lnTo>
                  <a:pt x="0" y="904239"/>
                </a:lnTo>
              </a:path>
              <a:path w="0" h="932179">
                <a:moveTo>
                  <a:pt x="0" y="904875"/>
                </a:moveTo>
                <a:lnTo>
                  <a:pt x="0" y="906144"/>
                </a:lnTo>
              </a:path>
              <a:path w="0" h="932179">
                <a:moveTo>
                  <a:pt x="0" y="906779"/>
                </a:moveTo>
                <a:lnTo>
                  <a:pt x="0" y="908050"/>
                </a:lnTo>
              </a:path>
              <a:path w="0" h="932179">
                <a:moveTo>
                  <a:pt x="0" y="908050"/>
                </a:moveTo>
                <a:lnTo>
                  <a:pt x="0" y="909954"/>
                </a:lnTo>
              </a:path>
              <a:path w="0" h="932179">
                <a:moveTo>
                  <a:pt x="0" y="909954"/>
                </a:moveTo>
                <a:lnTo>
                  <a:pt x="0" y="911225"/>
                </a:lnTo>
              </a:path>
              <a:path w="0" h="932179">
                <a:moveTo>
                  <a:pt x="0" y="911859"/>
                </a:moveTo>
                <a:lnTo>
                  <a:pt x="0" y="913129"/>
                </a:lnTo>
              </a:path>
              <a:path w="0" h="932179">
                <a:moveTo>
                  <a:pt x="0" y="913764"/>
                </a:moveTo>
                <a:lnTo>
                  <a:pt x="0" y="915034"/>
                </a:lnTo>
              </a:path>
              <a:path w="0" h="932179">
                <a:moveTo>
                  <a:pt x="0" y="915669"/>
                </a:moveTo>
                <a:lnTo>
                  <a:pt x="0" y="916939"/>
                </a:lnTo>
              </a:path>
              <a:path w="0" h="932179">
                <a:moveTo>
                  <a:pt x="0" y="916939"/>
                </a:moveTo>
                <a:lnTo>
                  <a:pt x="0" y="918844"/>
                </a:lnTo>
              </a:path>
              <a:path w="0" h="932179">
                <a:moveTo>
                  <a:pt x="0" y="918844"/>
                </a:moveTo>
                <a:lnTo>
                  <a:pt x="0" y="920114"/>
                </a:lnTo>
              </a:path>
              <a:path w="0" h="932179">
                <a:moveTo>
                  <a:pt x="0" y="920750"/>
                </a:moveTo>
                <a:lnTo>
                  <a:pt x="0" y="922019"/>
                </a:lnTo>
              </a:path>
              <a:path w="0" h="932179">
                <a:moveTo>
                  <a:pt x="0" y="922654"/>
                </a:moveTo>
                <a:lnTo>
                  <a:pt x="0" y="923925"/>
                </a:lnTo>
              </a:path>
              <a:path w="0" h="932179">
                <a:moveTo>
                  <a:pt x="0" y="924559"/>
                </a:moveTo>
                <a:lnTo>
                  <a:pt x="0" y="925829"/>
                </a:lnTo>
              </a:path>
              <a:path w="0" h="932179">
                <a:moveTo>
                  <a:pt x="0" y="925829"/>
                </a:moveTo>
                <a:lnTo>
                  <a:pt x="0" y="927734"/>
                </a:lnTo>
              </a:path>
              <a:path w="0" h="932179">
                <a:moveTo>
                  <a:pt x="0" y="927734"/>
                </a:moveTo>
                <a:lnTo>
                  <a:pt x="0" y="929004"/>
                </a:lnTo>
              </a:path>
              <a:path w="0" h="932179">
                <a:moveTo>
                  <a:pt x="0" y="929639"/>
                </a:moveTo>
                <a:lnTo>
                  <a:pt x="0" y="930909"/>
                </a:lnTo>
              </a:path>
              <a:path w="0" h="932179">
                <a:moveTo>
                  <a:pt x="0" y="931544"/>
                </a:moveTo>
                <a:lnTo>
                  <a:pt x="0" y="932179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5" name="object 115" descr=""/>
          <p:cNvSpPr/>
          <p:nvPr/>
        </p:nvSpPr>
        <p:spPr>
          <a:xfrm>
            <a:off x="4447540" y="7051052"/>
            <a:ext cx="53975" cy="76200"/>
          </a:xfrm>
          <a:custGeom>
            <a:avLst/>
            <a:gdLst/>
            <a:ahLst/>
            <a:cxnLst/>
            <a:rect l="l" t="t" r="r" b="b"/>
            <a:pathLst>
              <a:path w="53975" h="76200">
                <a:moveTo>
                  <a:pt x="10160" y="0"/>
                </a:moveTo>
                <a:lnTo>
                  <a:pt x="10160" y="76200"/>
                </a:lnTo>
              </a:path>
              <a:path w="53975" h="76200">
                <a:moveTo>
                  <a:pt x="12700" y="0"/>
                </a:moveTo>
                <a:lnTo>
                  <a:pt x="12700" y="76200"/>
                </a:lnTo>
              </a:path>
              <a:path w="53975" h="76200">
                <a:moveTo>
                  <a:pt x="33020" y="20955"/>
                </a:moveTo>
                <a:lnTo>
                  <a:pt x="33020" y="50165"/>
                </a:lnTo>
              </a:path>
              <a:path w="53975" h="76200">
                <a:moveTo>
                  <a:pt x="0" y="0"/>
                </a:moveTo>
                <a:lnTo>
                  <a:pt x="53975" y="0"/>
                </a:lnTo>
                <a:lnTo>
                  <a:pt x="53975" y="20955"/>
                </a:lnTo>
                <a:lnTo>
                  <a:pt x="50800" y="0"/>
                </a:lnTo>
              </a:path>
              <a:path w="53975" h="76200">
                <a:moveTo>
                  <a:pt x="12700" y="36195"/>
                </a:moveTo>
                <a:lnTo>
                  <a:pt x="33020" y="36195"/>
                </a:lnTo>
              </a:path>
              <a:path w="53975" h="76200">
                <a:moveTo>
                  <a:pt x="0" y="76200"/>
                </a:moveTo>
                <a:lnTo>
                  <a:pt x="53975" y="76200"/>
                </a:lnTo>
                <a:lnTo>
                  <a:pt x="53975" y="54610"/>
                </a:lnTo>
                <a:lnTo>
                  <a:pt x="50800" y="7620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6" name="object 116" descr=""/>
          <p:cNvSpPr/>
          <p:nvPr/>
        </p:nvSpPr>
        <p:spPr>
          <a:xfrm>
            <a:off x="2656839" y="5170817"/>
            <a:ext cx="0" cy="932180"/>
          </a:xfrm>
          <a:custGeom>
            <a:avLst/>
            <a:gdLst/>
            <a:ahLst/>
            <a:cxnLst/>
            <a:rect l="l" t="t" r="r" b="b"/>
            <a:pathLst>
              <a:path w="0" h="932179">
                <a:moveTo>
                  <a:pt x="0" y="0"/>
                </a:moveTo>
                <a:lnTo>
                  <a:pt x="0" y="1269"/>
                </a:lnTo>
              </a:path>
              <a:path w="0" h="932179">
                <a:moveTo>
                  <a:pt x="0" y="1269"/>
                </a:moveTo>
                <a:lnTo>
                  <a:pt x="0" y="3175"/>
                </a:lnTo>
              </a:path>
              <a:path w="0" h="932179">
                <a:moveTo>
                  <a:pt x="0" y="3175"/>
                </a:moveTo>
                <a:lnTo>
                  <a:pt x="0" y="4444"/>
                </a:lnTo>
              </a:path>
              <a:path w="0" h="932179">
                <a:moveTo>
                  <a:pt x="0" y="5079"/>
                </a:moveTo>
                <a:lnTo>
                  <a:pt x="0" y="6350"/>
                </a:lnTo>
              </a:path>
              <a:path w="0" h="932179">
                <a:moveTo>
                  <a:pt x="0" y="6984"/>
                </a:moveTo>
                <a:lnTo>
                  <a:pt x="0" y="8254"/>
                </a:lnTo>
              </a:path>
              <a:path w="0" h="932179">
                <a:moveTo>
                  <a:pt x="0" y="8889"/>
                </a:moveTo>
                <a:lnTo>
                  <a:pt x="0" y="10159"/>
                </a:lnTo>
              </a:path>
              <a:path w="0" h="932179">
                <a:moveTo>
                  <a:pt x="0" y="10159"/>
                </a:moveTo>
                <a:lnTo>
                  <a:pt x="0" y="12064"/>
                </a:lnTo>
              </a:path>
              <a:path w="0" h="932179">
                <a:moveTo>
                  <a:pt x="0" y="12064"/>
                </a:moveTo>
                <a:lnTo>
                  <a:pt x="0" y="13334"/>
                </a:lnTo>
              </a:path>
              <a:path w="0" h="932179">
                <a:moveTo>
                  <a:pt x="0" y="13969"/>
                </a:moveTo>
                <a:lnTo>
                  <a:pt x="0" y="15239"/>
                </a:lnTo>
              </a:path>
              <a:path w="0" h="932179">
                <a:moveTo>
                  <a:pt x="0" y="15875"/>
                </a:moveTo>
                <a:lnTo>
                  <a:pt x="0" y="17144"/>
                </a:lnTo>
              </a:path>
              <a:path w="0" h="932179">
                <a:moveTo>
                  <a:pt x="0" y="17779"/>
                </a:moveTo>
                <a:lnTo>
                  <a:pt x="0" y="19050"/>
                </a:lnTo>
              </a:path>
              <a:path w="0" h="932179">
                <a:moveTo>
                  <a:pt x="0" y="19050"/>
                </a:moveTo>
                <a:lnTo>
                  <a:pt x="0" y="20954"/>
                </a:lnTo>
              </a:path>
              <a:path w="0" h="932179">
                <a:moveTo>
                  <a:pt x="0" y="20954"/>
                </a:moveTo>
                <a:lnTo>
                  <a:pt x="0" y="22225"/>
                </a:lnTo>
              </a:path>
              <a:path w="0" h="932179">
                <a:moveTo>
                  <a:pt x="0" y="22859"/>
                </a:moveTo>
                <a:lnTo>
                  <a:pt x="0" y="24129"/>
                </a:lnTo>
              </a:path>
              <a:path w="0" h="932179">
                <a:moveTo>
                  <a:pt x="0" y="24764"/>
                </a:moveTo>
                <a:lnTo>
                  <a:pt x="0" y="26034"/>
                </a:lnTo>
              </a:path>
              <a:path w="0" h="932179">
                <a:moveTo>
                  <a:pt x="0" y="26669"/>
                </a:moveTo>
                <a:lnTo>
                  <a:pt x="0" y="27939"/>
                </a:lnTo>
              </a:path>
              <a:path w="0" h="932179">
                <a:moveTo>
                  <a:pt x="0" y="27939"/>
                </a:moveTo>
                <a:lnTo>
                  <a:pt x="0" y="29844"/>
                </a:lnTo>
              </a:path>
              <a:path w="0" h="932179">
                <a:moveTo>
                  <a:pt x="0" y="29844"/>
                </a:moveTo>
                <a:lnTo>
                  <a:pt x="0" y="31114"/>
                </a:lnTo>
              </a:path>
              <a:path w="0" h="932179">
                <a:moveTo>
                  <a:pt x="0" y="31750"/>
                </a:moveTo>
                <a:lnTo>
                  <a:pt x="0" y="33019"/>
                </a:lnTo>
              </a:path>
              <a:path w="0" h="932179">
                <a:moveTo>
                  <a:pt x="0" y="33654"/>
                </a:moveTo>
                <a:lnTo>
                  <a:pt x="0" y="34925"/>
                </a:lnTo>
              </a:path>
              <a:path w="0" h="932179">
                <a:moveTo>
                  <a:pt x="0" y="35559"/>
                </a:moveTo>
                <a:lnTo>
                  <a:pt x="0" y="36829"/>
                </a:lnTo>
              </a:path>
              <a:path w="0" h="932179">
                <a:moveTo>
                  <a:pt x="0" y="36829"/>
                </a:moveTo>
                <a:lnTo>
                  <a:pt x="0" y="38734"/>
                </a:lnTo>
              </a:path>
              <a:path w="0" h="932179">
                <a:moveTo>
                  <a:pt x="0" y="38734"/>
                </a:moveTo>
                <a:lnTo>
                  <a:pt x="0" y="40004"/>
                </a:lnTo>
              </a:path>
              <a:path w="0" h="932179">
                <a:moveTo>
                  <a:pt x="0" y="40639"/>
                </a:moveTo>
                <a:lnTo>
                  <a:pt x="0" y="41909"/>
                </a:lnTo>
              </a:path>
              <a:path w="0" h="932179">
                <a:moveTo>
                  <a:pt x="0" y="42544"/>
                </a:moveTo>
                <a:lnTo>
                  <a:pt x="0" y="43814"/>
                </a:lnTo>
              </a:path>
              <a:path w="0" h="932179">
                <a:moveTo>
                  <a:pt x="0" y="44450"/>
                </a:moveTo>
                <a:lnTo>
                  <a:pt x="0" y="45719"/>
                </a:lnTo>
              </a:path>
              <a:path w="0" h="932179">
                <a:moveTo>
                  <a:pt x="0" y="45719"/>
                </a:moveTo>
                <a:lnTo>
                  <a:pt x="0" y="47625"/>
                </a:lnTo>
              </a:path>
              <a:path w="0" h="932179">
                <a:moveTo>
                  <a:pt x="0" y="47625"/>
                </a:moveTo>
                <a:lnTo>
                  <a:pt x="0" y="48894"/>
                </a:lnTo>
              </a:path>
              <a:path w="0" h="932179">
                <a:moveTo>
                  <a:pt x="0" y="49529"/>
                </a:moveTo>
                <a:lnTo>
                  <a:pt x="0" y="50800"/>
                </a:lnTo>
              </a:path>
              <a:path w="0" h="932179">
                <a:moveTo>
                  <a:pt x="0" y="51434"/>
                </a:moveTo>
                <a:lnTo>
                  <a:pt x="0" y="52704"/>
                </a:lnTo>
              </a:path>
              <a:path w="0" h="932179">
                <a:moveTo>
                  <a:pt x="0" y="53339"/>
                </a:moveTo>
                <a:lnTo>
                  <a:pt x="0" y="54609"/>
                </a:lnTo>
              </a:path>
              <a:path w="0" h="932179">
                <a:moveTo>
                  <a:pt x="0" y="54609"/>
                </a:moveTo>
                <a:lnTo>
                  <a:pt x="0" y="56514"/>
                </a:lnTo>
              </a:path>
              <a:path w="0" h="932179">
                <a:moveTo>
                  <a:pt x="0" y="56514"/>
                </a:moveTo>
                <a:lnTo>
                  <a:pt x="0" y="57784"/>
                </a:lnTo>
              </a:path>
              <a:path w="0" h="932179">
                <a:moveTo>
                  <a:pt x="0" y="58419"/>
                </a:moveTo>
                <a:lnTo>
                  <a:pt x="0" y="59689"/>
                </a:lnTo>
              </a:path>
              <a:path w="0" h="932179">
                <a:moveTo>
                  <a:pt x="0" y="60325"/>
                </a:moveTo>
                <a:lnTo>
                  <a:pt x="0" y="61594"/>
                </a:lnTo>
              </a:path>
              <a:path w="0" h="932179">
                <a:moveTo>
                  <a:pt x="0" y="62229"/>
                </a:moveTo>
                <a:lnTo>
                  <a:pt x="0" y="63500"/>
                </a:lnTo>
              </a:path>
              <a:path w="0" h="932179">
                <a:moveTo>
                  <a:pt x="0" y="63500"/>
                </a:moveTo>
                <a:lnTo>
                  <a:pt x="0" y="65404"/>
                </a:lnTo>
              </a:path>
              <a:path w="0" h="932179">
                <a:moveTo>
                  <a:pt x="0" y="65404"/>
                </a:moveTo>
                <a:lnTo>
                  <a:pt x="0" y="66675"/>
                </a:lnTo>
              </a:path>
              <a:path w="0" h="932179">
                <a:moveTo>
                  <a:pt x="0" y="67309"/>
                </a:moveTo>
                <a:lnTo>
                  <a:pt x="0" y="68579"/>
                </a:lnTo>
              </a:path>
              <a:path w="0" h="932179">
                <a:moveTo>
                  <a:pt x="0" y="69214"/>
                </a:moveTo>
                <a:lnTo>
                  <a:pt x="0" y="70484"/>
                </a:lnTo>
              </a:path>
              <a:path w="0" h="932179">
                <a:moveTo>
                  <a:pt x="0" y="71119"/>
                </a:moveTo>
                <a:lnTo>
                  <a:pt x="0" y="72389"/>
                </a:lnTo>
              </a:path>
              <a:path w="0" h="932179">
                <a:moveTo>
                  <a:pt x="0" y="72389"/>
                </a:moveTo>
                <a:lnTo>
                  <a:pt x="0" y="74294"/>
                </a:lnTo>
              </a:path>
              <a:path w="0" h="932179">
                <a:moveTo>
                  <a:pt x="0" y="74294"/>
                </a:moveTo>
                <a:lnTo>
                  <a:pt x="0" y="75564"/>
                </a:lnTo>
              </a:path>
              <a:path w="0" h="932179">
                <a:moveTo>
                  <a:pt x="0" y="76200"/>
                </a:moveTo>
                <a:lnTo>
                  <a:pt x="0" y="77469"/>
                </a:lnTo>
              </a:path>
              <a:path w="0" h="932179">
                <a:moveTo>
                  <a:pt x="0" y="78104"/>
                </a:moveTo>
                <a:lnTo>
                  <a:pt x="0" y="79375"/>
                </a:lnTo>
              </a:path>
              <a:path w="0" h="932179">
                <a:moveTo>
                  <a:pt x="0" y="80009"/>
                </a:moveTo>
                <a:lnTo>
                  <a:pt x="0" y="81279"/>
                </a:lnTo>
              </a:path>
              <a:path w="0" h="932179">
                <a:moveTo>
                  <a:pt x="0" y="81279"/>
                </a:moveTo>
                <a:lnTo>
                  <a:pt x="0" y="83184"/>
                </a:lnTo>
              </a:path>
              <a:path w="0" h="932179">
                <a:moveTo>
                  <a:pt x="0" y="83184"/>
                </a:moveTo>
                <a:lnTo>
                  <a:pt x="0" y="84454"/>
                </a:lnTo>
              </a:path>
              <a:path w="0" h="932179">
                <a:moveTo>
                  <a:pt x="0" y="85089"/>
                </a:moveTo>
                <a:lnTo>
                  <a:pt x="0" y="86359"/>
                </a:lnTo>
              </a:path>
              <a:path w="0" h="932179">
                <a:moveTo>
                  <a:pt x="0" y="86994"/>
                </a:moveTo>
                <a:lnTo>
                  <a:pt x="0" y="88264"/>
                </a:lnTo>
              </a:path>
              <a:path w="0" h="932179">
                <a:moveTo>
                  <a:pt x="0" y="88900"/>
                </a:moveTo>
                <a:lnTo>
                  <a:pt x="0" y="90169"/>
                </a:lnTo>
              </a:path>
              <a:path w="0" h="932179">
                <a:moveTo>
                  <a:pt x="0" y="90169"/>
                </a:moveTo>
                <a:lnTo>
                  <a:pt x="0" y="92075"/>
                </a:lnTo>
              </a:path>
              <a:path w="0" h="932179">
                <a:moveTo>
                  <a:pt x="0" y="92075"/>
                </a:moveTo>
                <a:lnTo>
                  <a:pt x="0" y="93344"/>
                </a:lnTo>
              </a:path>
              <a:path w="0" h="932179">
                <a:moveTo>
                  <a:pt x="0" y="93979"/>
                </a:moveTo>
                <a:lnTo>
                  <a:pt x="0" y="95250"/>
                </a:lnTo>
              </a:path>
              <a:path w="0" h="932179">
                <a:moveTo>
                  <a:pt x="0" y="95884"/>
                </a:moveTo>
                <a:lnTo>
                  <a:pt x="0" y="97154"/>
                </a:lnTo>
              </a:path>
              <a:path w="0" h="932179">
                <a:moveTo>
                  <a:pt x="0" y="97789"/>
                </a:moveTo>
                <a:lnTo>
                  <a:pt x="0" y="99059"/>
                </a:lnTo>
              </a:path>
              <a:path w="0" h="932179">
                <a:moveTo>
                  <a:pt x="0" y="99059"/>
                </a:moveTo>
                <a:lnTo>
                  <a:pt x="0" y="100964"/>
                </a:lnTo>
              </a:path>
              <a:path w="0" h="932179">
                <a:moveTo>
                  <a:pt x="0" y="100964"/>
                </a:moveTo>
                <a:lnTo>
                  <a:pt x="0" y="102234"/>
                </a:lnTo>
              </a:path>
              <a:path w="0" h="932179">
                <a:moveTo>
                  <a:pt x="0" y="102869"/>
                </a:moveTo>
                <a:lnTo>
                  <a:pt x="0" y="104139"/>
                </a:lnTo>
              </a:path>
              <a:path w="0" h="932179">
                <a:moveTo>
                  <a:pt x="0" y="104775"/>
                </a:moveTo>
                <a:lnTo>
                  <a:pt x="0" y="106044"/>
                </a:lnTo>
              </a:path>
              <a:path w="0" h="932179">
                <a:moveTo>
                  <a:pt x="0" y="106679"/>
                </a:moveTo>
                <a:lnTo>
                  <a:pt x="0" y="107950"/>
                </a:lnTo>
              </a:path>
              <a:path w="0" h="932179">
                <a:moveTo>
                  <a:pt x="0" y="107950"/>
                </a:moveTo>
                <a:lnTo>
                  <a:pt x="0" y="109854"/>
                </a:lnTo>
              </a:path>
              <a:path w="0" h="932179">
                <a:moveTo>
                  <a:pt x="0" y="109854"/>
                </a:moveTo>
                <a:lnTo>
                  <a:pt x="0" y="111125"/>
                </a:lnTo>
              </a:path>
              <a:path w="0" h="932179">
                <a:moveTo>
                  <a:pt x="0" y="111759"/>
                </a:moveTo>
                <a:lnTo>
                  <a:pt x="0" y="113029"/>
                </a:lnTo>
              </a:path>
              <a:path w="0" h="932179">
                <a:moveTo>
                  <a:pt x="0" y="113664"/>
                </a:moveTo>
                <a:lnTo>
                  <a:pt x="0" y="114934"/>
                </a:lnTo>
              </a:path>
              <a:path w="0" h="932179">
                <a:moveTo>
                  <a:pt x="0" y="115569"/>
                </a:moveTo>
                <a:lnTo>
                  <a:pt x="0" y="116839"/>
                </a:lnTo>
              </a:path>
              <a:path w="0" h="932179">
                <a:moveTo>
                  <a:pt x="0" y="116839"/>
                </a:moveTo>
                <a:lnTo>
                  <a:pt x="0" y="118744"/>
                </a:lnTo>
              </a:path>
              <a:path w="0" h="932179">
                <a:moveTo>
                  <a:pt x="0" y="118744"/>
                </a:moveTo>
                <a:lnTo>
                  <a:pt x="0" y="120014"/>
                </a:lnTo>
              </a:path>
              <a:path w="0" h="932179">
                <a:moveTo>
                  <a:pt x="0" y="120650"/>
                </a:moveTo>
                <a:lnTo>
                  <a:pt x="0" y="121919"/>
                </a:lnTo>
              </a:path>
              <a:path w="0" h="932179">
                <a:moveTo>
                  <a:pt x="0" y="122554"/>
                </a:moveTo>
                <a:lnTo>
                  <a:pt x="0" y="123825"/>
                </a:lnTo>
              </a:path>
              <a:path w="0" h="932179">
                <a:moveTo>
                  <a:pt x="0" y="124459"/>
                </a:moveTo>
                <a:lnTo>
                  <a:pt x="0" y="125729"/>
                </a:lnTo>
              </a:path>
              <a:path w="0" h="932179">
                <a:moveTo>
                  <a:pt x="0" y="125729"/>
                </a:moveTo>
                <a:lnTo>
                  <a:pt x="0" y="127634"/>
                </a:lnTo>
              </a:path>
              <a:path w="0" h="932179">
                <a:moveTo>
                  <a:pt x="0" y="127634"/>
                </a:moveTo>
                <a:lnTo>
                  <a:pt x="0" y="128904"/>
                </a:lnTo>
              </a:path>
              <a:path w="0" h="932179">
                <a:moveTo>
                  <a:pt x="0" y="129539"/>
                </a:moveTo>
                <a:lnTo>
                  <a:pt x="0" y="130809"/>
                </a:lnTo>
              </a:path>
              <a:path w="0" h="932179">
                <a:moveTo>
                  <a:pt x="0" y="131444"/>
                </a:moveTo>
                <a:lnTo>
                  <a:pt x="0" y="132714"/>
                </a:lnTo>
              </a:path>
              <a:path w="0" h="932179">
                <a:moveTo>
                  <a:pt x="0" y="133350"/>
                </a:moveTo>
                <a:lnTo>
                  <a:pt x="0" y="134619"/>
                </a:lnTo>
              </a:path>
              <a:path w="0" h="932179">
                <a:moveTo>
                  <a:pt x="0" y="134619"/>
                </a:moveTo>
                <a:lnTo>
                  <a:pt x="0" y="136525"/>
                </a:lnTo>
              </a:path>
              <a:path w="0" h="932179">
                <a:moveTo>
                  <a:pt x="0" y="136525"/>
                </a:moveTo>
                <a:lnTo>
                  <a:pt x="0" y="137794"/>
                </a:lnTo>
              </a:path>
              <a:path w="0" h="932179">
                <a:moveTo>
                  <a:pt x="0" y="138429"/>
                </a:moveTo>
                <a:lnTo>
                  <a:pt x="0" y="139700"/>
                </a:lnTo>
              </a:path>
              <a:path w="0" h="932179">
                <a:moveTo>
                  <a:pt x="0" y="140334"/>
                </a:moveTo>
                <a:lnTo>
                  <a:pt x="0" y="141604"/>
                </a:lnTo>
              </a:path>
              <a:path w="0" h="932179">
                <a:moveTo>
                  <a:pt x="0" y="142239"/>
                </a:moveTo>
                <a:lnTo>
                  <a:pt x="0" y="143509"/>
                </a:lnTo>
              </a:path>
              <a:path w="0" h="932179">
                <a:moveTo>
                  <a:pt x="0" y="143509"/>
                </a:moveTo>
                <a:lnTo>
                  <a:pt x="0" y="145414"/>
                </a:lnTo>
              </a:path>
              <a:path w="0" h="932179">
                <a:moveTo>
                  <a:pt x="0" y="145414"/>
                </a:moveTo>
                <a:lnTo>
                  <a:pt x="0" y="146684"/>
                </a:lnTo>
              </a:path>
              <a:path w="0" h="932179">
                <a:moveTo>
                  <a:pt x="0" y="147319"/>
                </a:moveTo>
                <a:lnTo>
                  <a:pt x="0" y="148589"/>
                </a:lnTo>
              </a:path>
              <a:path w="0" h="932179">
                <a:moveTo>
                  <a:pt x="0" y="149225"/>
                </a:moveTo>
                <a:lnTo>
                  <a:pt x="0" y="150494"/>
                </a:lnTo>
              </a:path>
              <a:path w="0" h="932179">
                <a:moveTo>
                  <a:pt x="0" y="151129"/>
                </a:moveTo>
                <a:lnTo>
                  <a:pt x="0" y="152400"/>
                </a:lnTo>
              </a:path>
              <a:path w="0" h="932179">
                <a:moveTo>
                  <a:pt x="0" y="152400"/>
                </a:moveTo>
                <a:lnTo>
                  <a:pt x="0" y="154304"/>
                </a:lnTo>
              </a:path>
              <a:path w="0" h="932179">
                <a:moveTo>
                  <a:pt x="0" y="154304"/>
                </a:moveTo>
                <a:lnTo>
                  <a:pt x="0" y="155575"/>
                </a:lnTo>
              </a:path>
              <a:path w="0" h="932179">
                <a:moveTo>
                  <a:pt x="0" y="156209"/>
                </a:moveTo>
                <a:lnTo>
                  <a:pt x="0" y="157479"/>
                </a:lnTo>
              </a:path>
              <a:path w="0" h="932179">
                <a:moveTo>
                  <a:pt x="0" y="158114"/>
                </a:moveTo>
                <a:lnTo>
                  <a:pt x="0" y="159384"/>
                </a:lnTo>
              </a:path>
              <a:path w="0" h="932179">
                <a:moveTo>
                  <a:pt x="0" y="160019"/>
                </a:moveTo>
                <a:lnTo>
                  <a:pt x="0" y="161289"/>
                </a:lnTo>
              </a:path>
              <a:path w="0" h="932179">
                <a:moveTo>
                  <a:pt x="0" y="161289"/>
                </a:moveTo>
                <a:lnTo>
                  <a:pt x="0" y="163194"/>
                </a:lnTo>
              </a:path>
              <a:path w="0" h="932179">
                <a:moveTo>
                  <a:pt x="0" y="163194"/>
                </a:moveTo>
                <a:lnTo>
                  <a:pt x="0" y="164464"/>
                </a:lnTo>
              </a:path>
              <a:path w="0" h="932179">
                <a:moveTo>
                  <a:pt x="0" y="165100"/>
                </a:moveTo>
                <a:lnTo>
                  <a:pt x="0" y="166369"/>
                </a:lnTo>
              </a:path>
              <a:path w="0" h="932179">
                <a:moveTo>
                  <a:pt x="0" y="167004"/>
                </a:moveTo>
                <a:lnTo>
                  <a:pt x="0" y="168275"/>
                </a:lnTo>
              </a:path>
              <a:path w="0" h="932179">
                <a:moveTo>
                  <a:pt x="0" y="168909"/>
                </a:moveTo>
                <a:lnTo>
                  <a:pt x="0" y="170179"/>
                </a:lnTo>
              </a:path>
              <a:path w="0" h="932179">
                <a:moveTo>
                  <a:pt x="0" y="170179"/>
                </a:moveTo>
                <a:lnTo>
                  <a:pt x="0" y="172084"/>
                </a:lnTo>
              </a:path>
              <a:path w="0" h="932179">
                <a:moveTo>
                  <a:pt x="0" y="172084"/>
                </a:moveTo>
                <a:lnTo>
                  <a:pt x="0" y="173354"/>
                </a:lnTo>
              </a:path>
              <a:path w="0" h="932179">
                <a:moveTo>
                  <a:pt x="0" y="173989"/>
                </a:moveTo>
                <a:lnTo>
                  <a:pt x="0" y="175259"/>
                </a:lnTo>
              </a:path>
              <a:path w="0" h="932179">
                <a:moveTo>
                  <a:pt x="0" y="175894"/>
                </a:moveTo>
                <a:lnTo>
                  <a:pt x="0" y="177164"/>
                </a:lnTo>
              </a:path>
              <a:path w="0" h="932179">
                <a:moveTo>
                  <a:pt x="0" y="177800"/>
                </a:moveTo>
                <a:lnTo>
                  <a:pt x="0" y="179069"/>
                </a:lnTo>
              </a:path>
              <a:path w="0" h="932179">
                <a:moveTo>
                  <a:pt x="0" y="179069"/>
                </a:moveTo>
                <a:lnTo>
                  <a:pt x="0" y="180975"/>
                </a:lnTo>
              </a:path>
              <a:path w="0" h="932179">
                <a:moveTo>
                  <a:pt x="0" y="180975"/>
                </a:moveTo>
                <a:lnTo>
                  <a:pt x="0" y="182244"/>
                </a:lnTo>
              </a:path>
              <a:path w="0" h="932179">
                <a:moveTo>
                  <a:pt x="0" y="182879"/>
                </a:moveTo>
                <a:lnTo>
                  <a:pt x="0" y="184150"/>
                </a:lnTo>
              </a:path>
              <a:path w="0" h="932179">
                <a:moveTo>
                  <a:pt x="0" y="184784"/>
                </a:moveTo>
                <a:lnTo>
                  <a:pt x="0" y="186054"/>
                </a:lnTo>
              </a:path>
              <a:path w="0" h="932179">
                <a:moveTo>
                  <a:pt x="0" y="186689"/>
                </a:moveTo>
                <a:lnTo>
                  <a:pt x="0" y="187959"/>
                </a:lnTo>
              </a:path>
              <a:path w="0" h="932179">
                <a:moveTo>
                  <a:pt x="0" y="187959"/>
                </a:moveTo>
                <a:lnTo>
                  <a:pt x="0" y="189864"/>
                </a:lnTo>
              </a:path>
              <a:path w="0" h="932179">
                <a:moveTo>
                  <a:pt x="0" y="189864"/>
                </a:moveTo>
                <a:lnTo>
                  <a:pt x="0" y="191134"/>
                </a:lnTo>
              </a:path>
              <a:path w="0" h="932179">
                <a:moveTo>
                  <a:pt x="0" y="191769"/>
                </a:moveTo>
                <a:lnTo>
                  <a:pt x="0" y="193039"/>
                </a:lnTo>
              </a:path>
              <a:path w="0" h="932179">
                <a:moveTo>
                  <a:pt x="0" y="193675"/>
                </a:moveTo>
                <a:lnTo>
                  <a:pt x="0" y="194944"/>
                </a:lnTo>
              </a:path>
              <a:path w="0" h="932179">
                <a:moveTo>
                  <a:pt x="0" y="195579"/>
                </a:moveTo>
                <a:lnTo>
                  <a:pt x="0" y="196850"/>
                </a:lnTo>
              </a:path>
              <a:path w="0" h="932179">
                <a:moveTo>
                  <a:pt x="0" y="196850"/>
                </a:moveTo>
                <a:lnTo>
                  <a:pt x="0" y="198754"/>
                </a:lnTo>
              </a:path>
              <a:path w="0" h="932179">
                <a:moveTo>
                  <a:pt x="0" y="198754"/>
                </a:moveTo>
                <a:lnTo>
                  <a:pt x="0" y="200025"/>
                </a:lnTo>
              </a:path>
              <a:path w="0" h="932179">
                <a:moveTo>
                  <a:pt x="0" y="200659"/>
                </a:moveTo>
                <a:lnTo>
                  <a:pt x="0" y="201929"/>
                </a:lnTo>
              </a:path>
              <a:path w="0" h="932179">
                <a:moveTo>
                  <a:pt x="0" y="202564"/>
                </a:moveTo>
                <a:lnTo>
                  <a:pt x="0" y="203834"/>
                </a:lnTo>
              </a:path>
              <a:path w="0" h="932179">
                <a:moveTo>
                  <a:pt x="0" y="204469"/>
                </a:moveTo>
                <a:lnTo>
                  <a:pt x="0" y="205739"/>
                </a:lnTo>
              </a:path>
              <a:path w="0" h="932179">
                <a:moveTo>
                  <a:pt x="0" y="205739"/>
                </a:moveTo>
                <a:lnTo>
                  <a:pt x="0" y="207644"/>
                </a:lnTo>
              </a:path>
              <a:path w="0" h="932179">
                <a:moveTo>
                  <a:pt x="0" y="207644"/>
                </a:moveTo>
                <a:lnTo>
                  <a:pt x="0" y="208914"/>
                </a:lnTo>
              </a:path>
              <a:path w="0" h="932179">
                <a:moveTo>
                  <a:pt x="0" y="209550"/>
                </a:moveTo>
                <a:lnTo>
                  <a:pt x="0" y="210819"/>
                </a:lnTo>
              </a:path>
              <a:path w="0" h="932179">
                <a:moveTo>
                  <a:pt x="0" y="211454"/>
                </a:moveTo>
                <a:lnTo>
                  <a:pt x="0" y="212725"/>
                </a:lnTo>
              </a:path>
              <a:path w="0" h="932179">
                <a:moveTo>
                  <a:pt x="0" y="213359"/>
                </a:moveTo>
                <a:lnTo>
                  <a:pt x="0" y="214629"/>
                </a:lnTo>
              </a:path>
              <a:path w="0" h="932179">
                <a:moveTo>
                  <a:pt x="0" y="214629"/>
                </a:moveTo>
                <a:lnTo>
                  <a:pt x="0" y="216534"/>
                </a:lnTo>
              </a:path>
              <a:path w="0" h="932179">
                <a:moveTo>
                  <a:pt x="0" y="216534"/>
                </a:moveTo>
                <a:lnTo>
                  <a:pt x="0" y="217804"/>
                </a:lnTo>
              </a:path>
              <a:path w="0" h="932179">
                <a:moveTo>
                  <a:pt x="0" y="218439"/>
                </a:moveTo>
                <a:lnTo>
                  <a:pt x="0" y="219709"/>
                </a:lnTo>
              </a:path>
              <a:path w="0" h="932179">
                <a:moveTo>
                  <a:pt x="0" y="220344"/>
                </a:moveTo>
                <a:lnTo>
                  <a:pt x="0" y="221614"/>
                </a:lnTo>
              </a:path>
              <a:path w="0" h="932179">
                <a:moveTo>
                  <a:pt x="0" y="222250"/>
                </a:moveTo>
                <a:lnTo>
                  <a:pt x="0" y="223519"/>
                </a:lnTo>
              </a:path>
              <a:path w="0" h="932179">
                <a:moveTo>
                  <a:pt x="0" y="223519"/>
                </a:moveTo>
                <a:lnTo>
                  <a:pt x="0" y="225425"/>
                </a:lnTo>
              </a:path>
              <a:path w="0" h="932179">
                <a:moveTo>
                  <a:pt x="0" y="225425"/>
                </a:moveTo>
                <a:lnTo>
                  <a:pt x="0" y="226694"/>
                </a:lnTo>
              </a:path>
              <a:path w="0" h="932179">
                <a:moveTo>
                  <a:pt x="0" y="227329"/>
                </a:moveTo>
                <a:lnTo>
                  <a:pt x="0" y="228600"/>
                </a:lnTo>
              </a:path>
              <a:path w="0" h="932179">
                <a:moveTo>
                  <a:pt x="0" y="229234"/>
                </a:moveTo>
                <a:lnTo>
                  <a:pt x="0" y="230504"/>
                </a:lnTo>
              </a:path>
              <a:path w="0" h="932179">
                <a:moveTo>
                  <a:pt x="0" y="231139"/>
                </a:moveTo>
                <a:lnTo>
                  <a:pt x="0" y="232409"/>
                </a:lnTo>
              </a:path>
              <a:path w="0" h="932179">
                <a:moveTo>
                  <a:pt x="0" y="232409"/>
                </a:moveTo>
                <a:lnTo>
                  <a:pt x="0" y="234314"/>
                </a:lnTo>
              </a:path>
              <a:path w="0" h="932179">
                <a:moveTo>
                  <a:pt x="0" y="234314"/>
                </a:moveTo>
                <a:lnTo>
                  <a:pt x="0" y="235584"/>
                </a:lnTo>
              </a:path>
              <a:path w="0" h="932179">
                <a:moveTo>
                  <a:pt x="0" y="236219"/>
                </a:moveTo>
                <a:lnTo>
                  <a:pt x="0" y="237489"/>
                </a:lnTo>
              </a:path>
              <a:path w="0" h="932179">
                <a:moveTo>
                  <a:pt x="0" y="238125"/>
                </a:moveTo>
                <a:lnTo>
                  <a:pt x="0" y="239394"/>
                </a:lnTo>
              </a:path>
              <a:path w="0" h="932179">
                <a:moveTo>
                  <a:pt x="0" y="240029"/>
                </a:moveTo>
                <a:lnTo>
                  <a:pt x="0" y="241300"/>
                </a:lnTo>
              </a:path>
              <a:path w="0" h="932179">
                <a:moveTo>
                  <a:pt x="0" y="241300"/>
                </a:moveTo>
                <a:lnTo>
                  <a:pt x="0" y="243204"/>
                </a:lnTo>
              </a:path>
              <a:path w="0" h="932179">
                <a:moveTo>
                  <a:pt x="0" y="243204"/>
                </a:moveTo>
                <a:lnTo>
                  <a:pt x="0" y="244475"/>
                </a:lnTo>
              </a:path>
              <a:path w="0" h="932179">
                <a:moveTo>
                  <a:pt x="0" y="245109"/>
                </a:moveTo>
                <a:lnTo>
                  <a:pt x="0" y="246379"/>
                </a:lnTo>
              </a:path>
              <a:path w="0" h="932179">
                <a:moveTo>
                  <a:pt x="0" y="247014"/>
                </a:moveTo>
                <a:lnTo>
                  <a:pt x="0" y="248284"/>
                </a:lnTo>
              </a:path>
              <a:path w="0" h="932179">
                <a:moveTo>
                  <a:pt x="0" y="248919"/>
                </a:moveTo>
                <a:lnTo>
                  <a:pt x="0" y="250189"/>
                </a:lnTo>
              </a:path>
              <a:path w="0" h="932179">
                <a:moveTo>
                  <a:pt x="0" y="250189"/>
                </a:moveTo>
                <a:lnTo>
                  <a:pt x="0" y="252094"/>
                </a:lnTo>
              </a:path>
              <a:path w="0" h="932179">
                <a:moveTo>
                  <a:pt x="0" y="252094"/>
                </a:moveTo>
                <a:lnTo>
                  <a:pt x="0" y="253364"/>
                </a:lnTo>
              </a:path>
              <a:path w="0" h="932179">
                <a:moveTo>
                  <a:pt x="0" y="254000"/>
                </a:moveTo>
                <a:lnTo>
                  <a:pt x="0" y="255269"/>
                </a:lnTo>
              </a:path>
              <a:path w="0" h="932179">
                <a:moveTo>
                  <a:pt x="0" y="255904"/>
                </a:moveTo>
                <a:lnTo>
                  <a:pt x="0" y="257175"/>
                </a:lnTo>
              </a:path>
              <a:path w="0" h="932179">
                <a:moveTo>
                  <a:pt x="0" y="257809"/>
                </a:moveTo>
                <a:lnTo>
                  <a:pt x="0" y="259079"/>
                </a:lnTo>
              </a:path>
              <a:path w="0" h="932179">
                <a:moveTo>
                  <a:pt x="0" y="259079"/>
                </a:moveTo>
                <a:lnTo>
                  <a:pt x="0" y="260984"/>
                </a:lnTo>
              </a:path>
              <a:path w="0" h="932179">
                <a:moveTo>
                  <a:pt x="0" y="260984"/>
                </a:moveTo>
                <a:lnTo>
                  <a:pt x="0" y="262254"/>
                </a:lnTo>
              </a:path>
              <a:path w="0" h="932179">
                <a:moveTo>
                  <a:pt x="0" y="262889"/>
                </a:moveTo>
                <a:lnTo>
                  <a:pt x="0" y="264159"/>
                </a:lnTo>
              </a:path>
              <a:path w="0" h="932179">
                <a:moveTo>
                  <a:pt x="0" y="264794"/>
                </a:moveTo>
                <a:lnTo>
                  <a:pt x="0" y="266064"/>
                </a:lnTo>
              </a:path>
              <a:path w="0" h="932179">
                <a:moveTo>
                  <a:pt x="0" y="266700"/>
                </a:moveTo>
                <a:lnTo>
                  <a:pt x="0" y="267969"/>
                </a:lnTo>
              </a:path>
              <a:path w="0" h="932179">
                <a:moveTo>
                  <a:pt x="0" y="267969"/>
                </a:moveTo>
                <a:lnTo>
                  <a:pt x="0" y="269875"/>
                </a:lnTo>
              </a:path>
              <a:path w="0" h="932179">
                <a:moveTo>
                  <a:pt x="0" y="269875"/>
                </a:moveTo>
                <a:lnTo>
                  <a:pt x="0" y="271144"/>
                </a:lnTo>
              </a:path>
              <a:path w="0" h="932179">
                <a:moveTo>
                  <a:pt x="0" y="271779"/>
                </a:moveTo>
                <a:lnTo>
                  <a:pt x="0" y="273050"/>
                </a:lnTo>
              </a:path>
              <a:path w="0" h="932179">
                <a:moveTo>
                  <a:pt x="0" y="273684"/>
                </a:moveTo>
                <a:lnTo>
                  <a:pt x="0" y="274954"/>
                </a:lnTo>
              </a:path>
              <a:path w="0" h="932179">
                <a:moveTo>
                  <a:pt x="0" y="275589"/>
                </a:moveTo>
                <a:lnTo>
                  <a:pt x="0" y="276859"/>
                </a:lnTo>
              </a:path>
              <a:path w="0" h="932179">
                <a:moveTo>
                  <a:pt x="0" y="276859"/>
                </a:moveTo>
                <a:lnTo>
                  <a:pt x="0" y="278764"/>
                </a:lnTo>
              </a:path>
              <a:path w="0" h="932179">
                <a:moveTo>
                  <a:pt x="0" y="278764"/>
                </a:moveTo>
                <a:lnTo>
                  <a:pt x="0" y="280034"/>
                </a:lnTo>
              </a:path>
              <a:path w="0" h="932179">
                <a:moveTo>
                  <a:pt x="0" y="280669"/>
                </a:moveTo>
                <a:lnTo>
                  <a:pt x="0" y="281939"/>
                </a:lnTo>
              </a:path>
              <a:path w="0" h="932179">
                <a:moveTo>
                  <a:pt x="0" y="282575"/>
                </a:moveTo>
                <a:lnTo>
                  <a:pt x="0" y="283844"/>
                </a:lnTo>
              </a:path>
              <a:path w="0" h="932179">
                <a:moveTo>
                  <a:pt x="0" y="284479"/>
                </a:moveTo>
                <a:lnTo>
                  <a:pt x="0" y="285750"/>
                </a:lnTo>
              </a:path>
              <a:path w="0" h="932179">
                <a:moveTo>
                  <a:pt x="0" y="285750"/>
                </a:moveTo>
                <a:lnTo>
                  <a:pt x="0" y="287654"/>
                </a:lnTo>
              </a:path>
              <a:path w="0" h="932179">
                <a:moveTo>
                  <a:pt x="0" y="287654"/>
                </a:moveTo>
                <a:lnTo>
                  <a:pt x="0" y="288925"/>
                </a:lnTo>
              </a:path>
              <a:path w="0" h="932179">
                <a:moveTo>
                  <a:pt x="0" y="289559"/>
                </a:moveTo>
                <a:lnTo>
                  <a:pt x="0" y="290829"/>
                </a:lnTo>
              </a:path>
              <a:path w="0" h="932179">
                <a:moveTo>
                  <a:pt x="0" y="291464"/>
                </a:moveTo>
                <a:lnTo>
                  <a:pt x="0" y="292734"/>
                </a:lnTo>
              </a:path>
              <a:path w="0" h="932179">
                <a:moveTo>
                  <a:pt x="0" y="293369"/>
                </a:moveTo>
                <a:lnTo>
                  <a:pt x="0" y="294639"/>
                </a:lnTo>
              </a:path>
              <a:path w="0" h="932179">
                <a:moveTo>
                  <a:pt x="0" y="294639"/>
                </a:moveTo>
                <a:lnTo>
                  <a:pt x="0" y="296544"/>
                </a:lnTo>
              </a:path>
              <a:path w="0" h="932179">
                <a:moveTo>
                  <a:pt x="0" y="296544"/>
                </a:moveTo>
                <a:lnTo>
                  <a:pt x="0" y="297814"/>
                </a:lnTo>
              </a:path>
              <a:path w="0" h="932179">
                <a:moveTo>
                  <a:pt x="0" y="298450"/>
                </a:moveTo>
                <a:lnTo>
                  <a:pt x="0" y="299719"/>
                </a:lnTo>
              </a:path>
              <a:path w="0" h="932179">
                <a:moveTo>
                  <a:pt x="0" y="300354"/>
                </a:moveTo>
                <a:lnTo>
                  <a:pt x="0" y="301625"/>
                </a:lnTo>
              </a:path>
              <a:path w="0" h="932179">
                <a:moveTo>
                  <a:pt x="0" y="302259"/>
                </a:moveTo>
                <a:lnTo>
                  <a:pt x="0" y="303529"/>
                </a:lnTo>
              </a:path>
              <a:path w="0" h="932179">
                <a:moveTo>
                  <a:pt x="0" y="303529"/>
                </a:moveTo>
                <a:lnTo>
                  <a:pt x="0" y="305434"/>
                </a:lnTo>
              </a:path>
              <a:path w="0" h="932179">
                <a:moveTo>
                  <a:pt x="0" y="305434"/>
                </a:moveTo>
                <a:lnTo>
                  <a:pt x="0" y="306704"/>
                </a:lnTo>
              </a:path>
              <a:path w="0" h="932179">
                <a:moveTo>
                  <a:pt x="0" y="307339"/>
                </a:moveTo>
                <a:lnTo>
                  <a:pt x="0" y="308609"/>
                </a:lnTo>
              </a:path>
              <a:path w="0" h="932179">
                <a:moveTo>
                  <a:pt x="0" y="309244"/>
                </a:moveTo>
                <a:lnTo>
                  <a:pt x="0" y="310514"/>
                </a:lnTo>
              </a:path>
              <a:path w="0" h="932179">
                <a:moveTo>
                  <a:pt x="0" y="311150"/>
                </a:moveTo>
                <a:lnTo>
                  <a:pt x="0" y="312419"/>
                </a:lnTo>
              </a:path>
              <a:path w="0" h="932179">
                <a:moveTo>
                  <a:pt x="0" y="312419"/>
                </a:moveTo>
                <a:lnTo>
                  <a:pt x="0" y="314325"/>
                </a:lnTo>
              </a:path>
              <a:path w="0" h="932179">
                <a:moveTo>
                  <a:pt x="0" y="314325"/>
                </a:moveTo>
                <a:lnTo>
                  <a:pt x="0" y="315594"/>
                </a:lnTo>
              </a:path>
              <a:path w="0" h="932179">
                <a:moveTo>
                  <a:pt x="0" y="316229"/>
                </a:moveTo>
                <a:lnTo>
                  <a:pt x="0" y="317500"/>
                </a:lnTo>
              </a:path>
              <a:path w="0" h="932179">
                <a:moveTo>
                  <a:pt x="0" y="318134"/>
                </a:moveTo>
                <a:lnTo>
                  <a:pt x="0" y="319404"/>
                </a:lnTo>
              </a:path>
              <a:path w="0" h="932179">
                <a:moveTo>
                  <a:pt x="0" y="320039"/>
                </a:moveTo>
                <a:lnTo>
                  <a:pt x="0" y="321309"/>
                </a:lnTo>
              </a:path>
              <a:path w="0" h="932179">
                <a:moveTo>
                  <a:pt x="0" y="321309"/>
                </a:moveTo>
                <a:lnTo>
                  <a:pt x="0" y="323214"/>
                </a:lnTo>
              </a:path>
              <a:path w="0" h="932179">
                <a:moveTo>
                  <a:pt x="0" y="323214"/>
                </a:moveTo>
                <a:lnTo>
                  <a:pt x="0" y="324484"/>
                </a:lnTo>
              </a:path>
              <a:path w="0" h="932179">
                <a:moveTo>
                  <a:pt x="0" y="325119"/>
                </a:moveTo>
                <a:lnTo>
                  <a:pt x="0" y="326389"/>
                </a:lnTo>
              </a:path>
              <a:path w="0" h="932179">
                <a:moveTo>
                  <a:pt x="0" y="327025"/>
                </a:moveTo>
                <a:lnTo>
                  <a:pt x="0" y="328294"/>
                </a:lnTo>
              </a:path>
              <a:path w="0" h="932179">
                <a:moveTo>
                  <a:pt x="0" y="328929"/>
                </a:moveTo>
                <a:lnTo>
                  <a:pt x="0" y="330200"/>
                </a:lnTo>
              </a:path>
              <a:path w="0" h="932179">
                <a:moveTo>
                  <a:pt x="0" y="330200"/>
                </a:moveTo>
                <a:lnTo>
                  <a:pt x="0" y="332104"/>
                </a:lnTo>
              </a:path>
              <a:path w="0" h="932179">
                <a:moveTo>
                  <a:pt x="0" y="332104"/>
                </a:moveTo>
                <a:lnTo>
                  <a:pt x="0" y="333375"/>
                </a:lnTo>
              </a:path>
              <a:path w="0" h="932179">
                <a:moveTo>
                  <a:pt x="0" y="334009"/>
                </a:moveTo>
                <a:lnTo>
                  <a:pt x="0" y="335279"/>
                </a:lnTo>
              </a:path>
              <a:path w="0" h="932179">
                <a:moveTo>
                  <a:pt x="0" y="335914"/>
                </a:moveTo>
                <a:lnTo>
                  <a:pt x="0" y="337184"/>
                </a:lnTo>
              </a:path>
              <a:path w="0" h="932179">
                <a:moveTo>
                  <a:pt x="0" y="337819"/>
                </a:moveTo>
                <a:lnTo>
                  <a:pt x="0" y="339089"/>
                </a:lnTo>
              </a:path>
              <a:path w="0" h="932179">
                <a:moveTo>
                  <a:pt x="0" y="339089"/>
                </a:moveTo>
                <a:lnTo>
                  <a:pt x="0" y="340994"/>
                </a:lnTo>
              </a:path>
              <a:path w="0" h="932179">
                <a:moveTo>
                  <a:pt x="0" y="340994"/>
                </a:moveTo>
                <a:lnTo>
                  <a:pt x="0" y="342264"/>
                </a:lnTo>
              </a:path>
              <a:path w="0" h="932179">
                <a:moveTo>
                  <a:pt x="0" y="342900"/>
                </a:moveTo>
                <a:lnTo>
                  <a:pt x="0" y="344169"/>
                </a:lnTo>
              </a:path>
              <a:path w="0" h="932179">
                <a:moveTo>
                  <a:pt x="0" y="344804"/>
                </a:moveTo>
                <a:lnTo>
                  <a:pt x="0" y="346075"/>
                </a:lnTo>
              </a:path>
              <a:path w="0" h="932179">
                <a:moveTo>
                  <a:pt x="0" y="346709"/>
                </a:moveTo>
                <a:lnTo>
                  <a:pt x="0" y="347979"/>
                </a:lnTo>
              </a:path>
              <a:path w="0" h="932179">
                <a:moveTo>
                  <a:pt x="0" y="347979"/>
                </a:moveTo>
                <a:lnTo>
                  <a:pt x="0" y="349884"/>
                </a:lnTo>
              </a:path>
              <a:path w="0" h="932179">
                <a:moveTo>
                  <a:pt x="0" y="349884"/>
                </a:moveTo>
                <a:lnTo>
                  <a:pt x="0" y="351154"/>
                </a:lnTo>
              </a:path>
              <a:path w="0" h="932179">
                <a:moveTo>
                  <a:pt x="0" y="351789"/>
                </a:moveTo>
                <a:lnTo>
                  <a:pt x="0" y="353059"/>
                </a:lnTo>
              </a:path>
              <a:path w="0" h="932179">
                <a:moveTo>
                  <a:pt x="0" y="353694"/>
                </a:moveTo>
                <a:lnTo>
                  <a:pt x="0" y="354964"/>
                </a:lnTo>
              </a:path>
              <a:path w="0" h="932179">
                <a:moveTo>
                  <a:pt x="0" y="355600"/>
                </a:moveTo>
                <a:lnTo>
                  <a:pt x="0" y="356869"/>
                </a:lnTo>
              </a:path>
              <a:path w="0" h="932179">
                <a:moveTo>
                  <a:pt x="0" y="356869"/>
                </a:moveTo>
                <a:lnTo>
                  <a:pt x="0" y="358775"/>
                </a:lnTo>
              </a:path>
              <a:path w="0" h="932179">
                <a:moveTo>
                  <a:pt x="0" y="358775"/>
                </a:moveTo>
                <a:lnTo>
                  <a:pt x="0" y="360044"/>
                </a:lnTo>
              </a:path>
              <a:path w="0" h="932179">
                <a:moveTo>
                  <a:pt x="0" y="360679"/>
                </a:moveTo>
                <a:lnTo>
                  <a:pt x="0" y="361950"/>
                </a:lnTo>
              </a:path>
              <a:path w="0" h="932179">
                <a:moveTo>
                  <a:pt x="0" y="362584"/>
                </a:moveTo>
                <a:lnTo>
                  <a:pt x="0" y="363854"/>
                </a:lnTo>
              </a:path>
              <a:path w="0" h="932179">
                <a:moveTo>
                  <a:pt x="0" y="364489"/>
                </a:moveTo>
                <a:lnTo>
                  <a:pt x="0" y="365759"/>
                </a:lnTo>
              </a:path>
              <a:path w="0" h="932179">
                <a:moveTo>
                  <a:pt x="0" y="365759"/>
                </a:moveTo>
                <a:lnTo>
                  <a:pt x="0" y="367664"/>
                </a:lnTo>
              </a:path>
              <a:path w="0" h="932179">
                <a:moveTo>
                  <a:pt x="0" y="367664"/>
                </a:moveTo>
                <a:lnTo>
                  <a:pt x="0" y="368934"/>
                </a:lnTo>
              </a:path>
              <a:path w="0" h="932179">
                <a:moveTo>
                  <a:pt x="0" y="369569"/>
                </a:moveTo>
                <a:lnTo>
                  <a:pt x="0" y="370839"/>
                </a:lnTo>
              </a:path>
              <a:path w="0" h="932179">
                <a:moveTo>
                  <a:pt x="0" y="371475"/>
                </a:moveTo>
                <a:lnTo>
                  <a:pt x="0" y="372744"/>
                </a:lnTo>
              </a:path>
              <a:path w="0" h="932179">
                <a:moveTo>
                  <a:pt x="0" y="373379"/>
                </a:moveTo>
                <a:lnTo>
                  <a:pt x="0" y="374650"/>
                </a:lnTo>
              </a:path>
              <a:path w="0" h="932179">
                <a:moveTo>
                  <a:pt x="0" y="374650"/>
                </a:moveTo>
                <a:lnTo>
                  <a:pt x="0" y="376554"/>
                </a:lnTo>
              </a:path>
              <a:path w="0" h="932179">
                <a:moveTo>
                  <a:pt x="0" y="376554"/>
                </a:moveTo>
                <a:lnTo>
                  <a:pt x="0" y="377825"/>
                </a:lnTo>
              </a:path>
              <a:path w="0" h="932179">
                <a:moveTo>
                  <a:pt x="0" y="378459"/>
                </a:moveTo>
                <a:lnTo>
                  <a:pt x="0" y="379729"/>
                </a:lnTo>
              </a:path>
              <a:path w="0" h="932179">
                <a:moveTo>
                  <a:pt x="0" y="380364"/>
                </a:moveTo>
                <a:lnTo>
                  <a:pt x="0" y="381634"/>
                </a:lnTo>
              </a:path>
              <a:path w="0" h="932179">
                <a:moveTo>
                  <a:pt x="0" y="382269"/>
                </a:moveTo>
                <a:lnTo>
                  <a:pt x="0" y="383539"/>
                </a:lnTo>
              </a:path>
              <a:path w="0" h="932179">
                <a:moveTo>
                  <a:pt x="0" y="383539"/>
                </a:moveTo>
                <a:lnTo>
                  <a:pt x="0" y="385444"/>
                </a:lnTo>
              </a:path>
              <a:path w="0" h="932179">
                <a:moveTo>
                  <a:pt x="0" y="385444"/>
                </a:moveTo>
                <a:lnTo>
                  <a:pt x="0" y="386714"/>
                </a:lnTo>
              </a:path>
              <a:path w="0" h="932179">
                <a:moveTo>
                  <a:pt x="0" y="387350"/>
                </a:moveTo>
                <a:lnTo>
                  <a:pt x="0" y="388619"/>
                </a:lnTo>
              </a:path>
              <a:path w="0" h="932179">
                <a:moveTo>
                  <a:pt x="0" y="389254"/>
                </a:moveTo>
                <a:lnTo>
                  <a:pt x="0" y="390525"/>
                </a:lnTo>
              </a:path>
              <a:path w="0" h="932179">
                <a:moveTo>
                  <a:pt x="0" y="391159"/>
                </a:moveTo>
                <a:lnTo>
                  <a:pt x="0" y="392429"/>
                </a:lnTo>
              </a:path>
              <a:path w="0" h="932179">
                <a:moveTo>
                  <a:pt x="0" y="392429"/>
                </a:moveTo>
                <a:lnTo>
                  <a:pt x="0" y="394334"/>
                </a:lnTo>
              </a:path>
              <a:path w="0" h="932179">
                <a:moveTo>
                  <a:pt x="0" y="394334"/>
                </a:moveTo>
                <a:lnTo>
                  <a:pt x="0" y="395604"/>
                </a:lnTo>
              </a:path>
              <a:path w="0" h="932179">
                <a:moveTo>
                  <a:pt x="0" y="396239"/>
                </a:moveTo>
                <a:lnTo>
                  <a:pt x="0" y="397509"/>
                </a:lnTo>
              </a:path>
              <a:path w="0" h="932179">
                <a:moveTo>
                  <a:pt x="0" y="398144"/>
                </a:moveTo>
                <a:lnTo>
                  <a:pt x="0" y="399414"/>
                </a:lnTo>
              </a:path>
              <a:path w="0" h="932179">
                <a:moveTo>
                  <a:pt x="0" y="400050"/>
                </a:moveTo>
                <a:lnTo>
                  <a:pt x="0" y="401319"/>
                </a:lnTo>
              </a:path>
              <a:path w="0" h="932179">
                <a:moveTo>
                  <a:pt x="0" y="401319"/>
                </a:moveTo>
                <a:lnTo>
                  <a:pt x="0" y="403225"/>
                </a:lnTo>
              </a:path>
              <a:path w="0" h="932179">
                <a:moveTo>
                  <a:pt x="0" y="403225"/>
                </a:moveTo>
                <a:lnTo>
                  <a:pt x="0" y="404494"/>
                </a:lnTo>
              </a:path>
              <a:path w="0" h="932179">
                <a:moveTo>
                  <a:pt x="0" y="405129"/>
                </a:moveTo>
                <a:lnTo>
                  <a:pt x="0" y="406400"/>
                </a:lnTo>
              </a:path>
              <a:path w="0" h="932179">
                <a:moveTo>
                  <a:pt x="0" y="407034"/>
                </a:moveTo>
                <a:lnTo>
                  <a:pt x="0" y="408304"/>
                </a:lnTo>
              </a:path>
              <a:path w="0" h="932179">
                <a:moveTo>
                  <a:pt x="0" y="408939"/>
                </a:moveTo>
                <a:lnTo>
                  <a:pt x="0" y="410209"/>
                </a:lnTo>
              </a:path>
              <a:path w="0" h="932179">
                <a:moveTo>
                  <a:pt x="0" y="410209"/>
                </a:moveTo>
                <a:lnTo>
                  <a:pt x="0" y="412114"/>
                </a:lnTo>
              </a:path>
              <a:path w="0" h="932179">
                <a:moveTo>
                  <a:pt x="0" y="412114"/>
                </a:moveTo>
                <a:lnTo>
                  <a:pt x="0" y="413384"/>
                </a:lnTo>
              </a:path>
              <a:path w="0" h="932179">
                <a:moveTo>
                  <a:pt x="0" y="414019"/>
                </a:moveTo>
                <a:lnTo>
                  <a:pt x="0" y="415289"/>
                </a:lnTo>
              </a:path>
              <a:path w="0" h="932179">
                <a:moveTo>
                  <a:pt x="0" y="415925"/>
                </a:moveTo>
                <a:lnTo>
                  <a:pt x="0" y="417194"/>
                </a:lnTo>
              </a:path>
              <a:path w="0" h="932179">
                <a:moveTo>
                  <a:pt x="0" y="417829"/>
                </a:moveTo>
                <a:lnTo>
                  <a:pt x="0" y="419100"/>
                </a:lnTo>
              </a:path>
              <a:path w="0" h="932179">
                <a:moveTo>
                  <a:pt x="0" y="419100"/>
                </a:moveTo>
                <a:lnTo>
                  <a:pt x="0" y="421004"/>
                </a:lnTo>
              </a:path>
              <a:path w="0" h="932179">
                <a:moveTo>
                  <a:pt x="0" y="421004"/>
                </a:moveTo>
                <a:lnTo>
                  <a:pt x="0" y="422275"/>
                </a:lnTo>
              </a:path>
              <a:path w="0" h="932179">
                <a:moveTo>
                  <a:pt x="0" y="422909"/>
                </a:moveTo>
                <a:lnTo>
                  <a:pt x="0" y="424179"/>
                </a:lnTo>
              </a:path>
              <a:path w="0" h="932179">
                <a:moveTo>
                  <a:pt x="0" y="424814"/>
                </a:moveTo>
                <a:lnTo>
                  <a:pt x="0" y="426084"/>
                </a:lnTo>
              </a:path>
              <a:path w="0" h="932179">
                <a:moveTo>
                  <a:pt x="0" y="426719"/>
                </a:moveTo>
                <a:lnTo>
                  <a:pt x="0" y="427989"/>
                </a:lnTo>
              </a:path>
              <a:path w="0" h="932179">
                <a:moveTo>
                  <a:pt x="0" y="427989"/>
                </a:moveTo>
                <a:lnTo>
                  <a:pt x="0" y="429894"/>
                </a:lnTo>
              </a:path>
              <a:path w="0" h="932179">
                <a:moveTo>
                  <a:pt x="0" y="429894"/>
                </a:moveTo>
                <a:lnTo>
                  <a:pt x="0" y="431164"/>
                </a:lnTo>
              </a:path>
              <a:path w="0" h="932179">
                <a:moveTo>
                  <a:pt x="0" y="431800"/>
                </a:moveTo>
                <a:lnTo>
                  <a:pt x="0" y="433069"/>
                </a:lnTo>
              </a:path>
              <a:path w="0" h="932179">
                <a:moveTo>
                  <a:pt x="0" y="433704"/>
                </a:moveTo>
                <a:lnTo>
                  <a:pt x="0" y="434975"/>
                </a:lnTo>
              </a:path>
              <a:path w="0" h="932179">
                <a:moveTo>
                  <a:pt x="0" y="435609"/>
                </a:moveTo>
                <a:lnTo>
                  <a:pt x="0" y="436879"/>
                </a:lnTo>
              </a:path>
              <a:path w="0" h="932179">
                <a:moveTo>
                  <a:pt x="0" y="436879"/>
                </a:moveTo>
                <a:lnTo>
                  <a:pt x="0" y="438784"/>
                </a:lnTo>
              </a:path>
              <a:path w="0" h="932179">
                <a:moveTo>
                  <a:pt x="0" y="438784"/>
                </a:moveTo>
                <a:lnTo>
                  <a:pt x="0" y="440054"/>
                </a:lnTo>
              </a:path>
              <a:path w="0" h="932179">
                <a:moveTo>
                  <a:pt x="0" y="440689"/>
                </a:moveTo>
                <a:lnTo>
                  <a:pt x="0" y="441959"/>
                </a:lnTo>
              </a:path>
              <a:path w="0" h="932179">
                <a:moveTo>
                  <a:pt x="0" y="442594"/>
                </a:moveTo>
                <a:lnTo>
                  <a:pt x="0" y="443864"/>
                </a:lnTo>
              </a:path>
              <a:path w="0" h="932179">
                <a:moveTo>
                  <a:pt x="0" y="444500"/>
                </a:moveTo>
                <a:lnTo>
                  <a:pt x="0" y="445769"/>
                </a:lnTo>
              </a:path>
              <a:path w="0" h="932179">
                <a:moveTo>
                  <a:pt x="0" y="445769"/>
                </a:moveTo>
                <a:lnTo>
                  <a:pt x="0" y="447675"/>
                </a:lnTo>
              </a:path>
              <a:path w="0" h="932179">
                <a:moveTo>
                  <a:pt x="0" y="447675"/>
                </a:moveTo>
                <a:lnTo>
                  <a:pt x="0" y="448944"/>
                </a:lnTo>
              </a:path>
              <a:path w="0" h="932179">
                <a:moveTo>
                  <a:pt x="0" y="449579"/>
                </a:moveTo>
                <a:lnTo>
                  <a:pt x="0" y="450850"/>
                </a:lnTo>
              </a:path>
              <a:path w="0" h="932179">
                <a:moveTo>
                  <a:pt x="0" y="451484"/>
                </a:moveTo>
                <a:lnTo>
                  <a:pt x="0" y="452754"/>
                </a:lnTo>
              </a:path>
              <a:path w="0" h="932179">
                <a:moveTo>
                  <a:pt x="0" y="453389"/>
                </a:moveTo>
                <a:lnTo>
                  <a:pt x="0" y="454659"/>
                </a:lnTo>
              </a:path>
              <a:path w="0" h="932179">
                <a:moveTo>
                  <a:pt x="0" y="454659"/>
                </a:moveTo>
                <a:lnTo>
                  <a:pt x="0" y="456564"/>
                </a:lnTo>
              </a:path>
              <a:path w="0" h="932179">
                <a:moveTo>
                  <a:pt x="0" y="456564"/>
                </a:moveTo>
                <a:lnTo>
                  <a:pt x="0" y="457834"/>
                </a:lnTo>
              </a:path>
              <a:path w="0" h="932179">
                <a:moveTo>
                  <a:pt x="0" y="458469"/>
                </a:moveTo>
                <a:lnTo>
                  <a:pt x="0" y="459739"/>
                </a:lnTo>
              </a:path>
              <a:path w="0" h="932179">
                <a:moveTo>
                  <a:pt x="0" y="460375"/>
                </a:moveTo>
                <a:lnTo>
                  <a:pt x="0" y="461644"/>
                </a:lnTo>
              </a:path>
              <a:path w="0" h="932179">
                <a:moveTo>
                  <a:pt x="0" y="462279"/>
                </a:moveTo>
                <a:lnTo>
                  <a:pt x="0" y="463550"/>
                </a:lnTo>
              </a:path>
              <a:path w="0" h="932179">
                <a:moveTo>
                  <a:pt x="0" y="463550"/>
                </a:moveTo>
                <a:lnTo>
                  <a:pt x="0" y="465454"/>
                </a:lnTo>
              </a:path>
              <a:path w="0" h="932179">
                <a:moveTo>
                  <a:pt x="0" y="465454"/>
                </a:moveTo>
                <a:lnTo>
                  <a:pt x="0" y="466725"/>
                </a:lnTo>
              </a:path>
              <a:path w="0" h="932179">
                <a:moveTo>
                  <a:pt x="0" y="467359"/>
                </a:moveTo>
                <a:lnTo>
                  <a:pt x="0" y="468629"/>
                </a:lnTo>
              </a:path>
              <a:path w="0" h="932179">
                <a:moveTo>
                  <a:pt x="0" y="469264"/>
                </a:moveTo>
                <a:lnTo>
                  <a:pt x="0" y="470534"/>
                </a:lnTo>
              </a:path>
              <a:path w="0" h="932179">
                <a:moveTo>
                  <a:pt x="0" y="471169"/>
                </a:moveTo>
                <a:lnTo>
                  <a:pt x="0" y="472439"/>
                </a:lnTo>
              </a:path>
              <a:path w="0" h="932179">
                <a:moveTo>
                  <a:pt x="0" y="472439"/>
                </a:moveTo>
                <a:lnTo>
                  <a:pt x="0" y="474344"/>
                </a:lnTo>
              </a:path>
              <a:path w="0" h="932179">
                <a:moveTo>
                  <a:pt x="0" y="474344"/>
                </a:moveTo>
                <a:lnTo>
                  <a:pt x="0" y="475614"/>
                </a:lnTo>
              </a:path>
              <a:path w="0" h="932179">
                <a:moveTo>
                  <a:pt x="0" y="476250"/>
                </a:moveTo>
                <a:lnTo>
                  <a:pt x="0" y="477519"/>
                </a:lnTo>
              </a:path>
              <a:path w="0" h="932179">
                <a:moveTo>
                  <a:pt x="0" y="478154"/>
                </a:moveTo>
                <a:lnTo>
                  <a:pt x="0" y="479425"/>
                </a:lnTo>
              </a:path>
              <a:path w="0" h="932179">
                <a:moveTo>
                  <a:pt x="0" y="480059"/>
                </a:moveTo>
                <a:lnTo>
                  <a:pt x="0" y="481329"/>
                </a:lnTo>
              </a:path>
              <a:path w="0" h="932179">
                <a:moveTo>
                  <a:pt x="0" y="481329"/>
                </a:moveTo>
                <a:lnTo>
                  <a:pt x="0" y="483234"/>
                </a:lnTo>
              </a:path>
              <a:path w="0" h="932179">
                <a:moveTo>
                  <a:pt x="0" y="483234"/>
                </a:moveTo>
                <a:lnTo>
                  <a:pt x="0" y="484504"/>
                </a:lnTo>
              </a:path>
              <a:path w="0" h="932179">
                <a:moveTo>
                  <a:pt x="0" y="485139"/>
                </a:moveTo>
                <a:lnTo>
                  <a:pt x="0" y="486409"/>
                </a:lnTo>
              </a:path>
              <a:path w="0" h="932179">
                <a:moveTo>
                  <a:pt x="0" y="487044"/>
                </a:moveTo>
                <a:lnTo>
                  <a:pt x="0" y="488314"/>
                </a:lnTo>
              </a:path>
              <a:path w="0" h="932179">
                <a:moveTo>
                  <a:pt x="0" y="488950"/>
                </a:moveTo>
                <a:lnTo>
                  <a:pt x="0" y="490219"/>
                </a:lnTo>
              </a:path>
              <a:path w="0" h="932179">
                <a:moveTo>
                  <a:pt x="0" y="490219"/>
                </a:moveTo>
                <a:lnTo>
                  <a:pt x="0" y="492125"/>
                </a:lnTo>
              </a:path>
              <a:path w="0" h="932179">
                <a:moveTo>
                  <a:pt x="0" y="492125"/>
                </a:moveTo>
                <a:lnTo>
                  <a:pt x="0" y="493394"/>
                </a:lnTo>
              </a:path>
              <a:path w="0" h="932179">
                <a:moveTo>
                  <a:pt x="0" y="494029"/>
                </a:moveTo>
                <a:lnTo>
                  <a:pt x="0" y="495300"/>
                </a:lnTo>
              </a:path>
              <a:path w="0" h="932179">
                <a:moveTo>
                  <a:pt x="0" y="495934"/>
                </a:moveTo>
                <a:lnTo>
                  <a:pt x="0" y="497204"/>
                </a:lnTo>
              </a:path>
              <a:path w="0" h="932179">
                <a:moveTo>
                  <a:pt x="0" y="497839"/>
                </a:moveTo>
                <a:lnTo>
                  <a:pt x="0" y="499109"/>
                </a:lnTo>
              </a:path>
              <a:path w="0" h="932179">
                <a:moveTo>
                  <a:pt x="0" y="499109"/>
                </a:moveTo>
                <a:lnTo>
                  <a:pt x="0" y="501014"/>
                </a:lnTo>
              </a:path>
              <a:path w="0" h="932179">
                <a:moveTo>
                  <a:pt x="0" y="501014"/>
                </a:moveTo>
                <a:lnTo>
                  <a:pt x="0" y="502284"/>
                </a:lnTo>
              </a:path>
              <a:path w="0" h="932179">
                <a:moveTo>
                  <a:pt x="0" y="502919"/>
                </a:moveTo>
                <a:lnTo>
                  <a:pt x="0" y="504189"/>
                </a:lnTo>
              </a:path>
              <a:path w="0" h="932179">
                <a:moveTo>
                  <a:pt x="0" y="504825"/>
                </a:moveTo>
                <a:lnTo>
                  <a:pt x="0" y="506094"/>
                </a:lnTo>
              </a:path>
              <a:path w="0" h="932179">
                <a:moveTo>
                  <a:pt x="0" y="506729"/>
                </a:moveTo>
                <a:lnTo>
                  <a:pt x="0" y="508000"/>
                </a:lnTo>
              </a:path>
              <a:path w="0" h="932179">
                <a:moveTo>
                  <a:pt x="0" y="508000"/>
                </a:moveTo>
                <a:lnTo>
                  <a:pt x="0" y="509904"/>
                </a:lnTo>
              </a:path>
              <a:path w="0" h="932179">
                <a:moveTo>
                  <a:pt x="0" y="509904"/>
                </a:moveTo>
                <a:lnTo>
                  <a:pt x="0" y="511175"/>
                </a:lnTo>
              </a:path>
              <a:path w="0" h="932179">
                <a:moveTo>
                  <a:pt x="0" y="511809"/>
                </a:moveTo>
                <a:lnTo>
                  <a:pt x="0" y="513079"/>
                </a:lnTo>
              </a:path>
              <a:path w="0" h="932179">
                <a:moveTo>
                  <a:pt x="0" y="513714"/>
                </a:moveTo>
                <a:lnTo>
                  <a:pt x="0" y="514984"/>
                </a:lnTo>
              </a:path>
              <a:path w="0" h="932179">
                <a:moveTo>
                  <a:pt x="0" y="515619"/>
                </a:moveTo>
                <a:lnTo>
                  <a:pt x="0" y="516889"/>
                </a:lnTo>
              </a:path>
              <a:path w="0" h="932179">
                <a:moveTo>
                  <a:pt x="0" y="516889"/>
                </a:moveTo>
                <a:lnTo>
                  <a:pt x="0" y="518794"/>
                </a:lnTo>
              </a:path>
              <a:path w="0" h="932179">
                <a:moveTo>
                  <a:pt x="0" y="518794"/>
                </a:moveTo>
                <a:lnTo>
                  <a:pt x="0" y="520064"/>
                </a:lnTo>
              </a:path>
              <a:path w="0" h="932179">
                <a:moveTo>
                  <a:pt x="0" y="520700"/>
                </a:moveTo>
                <a:lnTo>
                  <a:pt x="0" y="521969"/>
                </a:lnTo>
              </a:path>
              <a:path w="0" h="932179">
                <a:moveTo>
                  <a:pt x="0" y="522604"/>
                </a:moveTo>
                <a:lnTo>
                  <a:pt x="0" y="523875"/>
                </a:lnTo>
              </a:path>
              <a:path w="0" h="932179">
                <a:moveTo>
                  <a:pt x="0" y="524509"/>
                </a:moveTo>
                <a:lnTo>
                  <a:pt x="0" y="525779"/>
                </a:lnTo>
              </a:path>
              <a:path w="0" h="932179">
                <a:moveTo>
                  <a:pt x="0" y="525779"/>
                </a:moveTo>
                <a:lnTo>
                  <a:pt x="0" y="527684"/>
                </a:lnTo>
              </a:path>
              <a:path w="0" h="932179">
                <a:moveTo>
                  <a:pt x="0" y="527684"/>
                </a:moveTo>
                <a:lnTo>
                  <a:pt x="0" y="528954"/>
                </a:lnTo>
              </a:path>
              <a:path w="0" h="932179">
                <a:moveTo>
                  <a:pt x="0" y="529589"/>
                </a:moveTo>
                <a:lnTo>
                  <a:pt x="0" y="530859"/>
                </a:lnTo>
              </a:path>
              <a:path w="0" h="932179">
                <a:moveTo>
                  <a:pt x="0" y="531494"/>
                </a:moveTo>
                <a:lnTo>
                  <a:pt x="0" y="532764"/>
                </a:lnTo>
              </a:path>
              <a:path w="0" h="932179">
                <a:moveTo>
                  <a:pt x="0" y="533400"/>
                </a:moveTo>
                <a:lnTo>
                  <a:pt x="0" y="534669"/>
                </a:lnTo>
              </a:path>
              <a:path w="0" h="932179">
                <a:moveTo>
                  <a:pt x="0" y="534669"/>
                </a:moveTo>
                <a:lnTo>
                  <a:pt x="0" y="536575"/>
                </a:lnTo>
              </a:path>
              <a:path w="0" h="932179">
                <a:moveTo>
                  <a:pt x="0" y="536575"/>
                </a:moveTo>
                <a:lnTo>
                  <a:pt x="0" y="537844"/>
                </a:lnTo>
              </a:path>
              <a:path w="0" h="932179">
                <a:moveTo>
                  <a:pt x="0" y="538479"/>
                </a:moveTo>
                <a:lnTo>
                  <a:pt x="0" y="539750"/>
                </a:lnTo>
              </a:path>
              <a:path w="0" h="932179">
                <a:moveTo>
                  <a:pt x="0" y="540384"/>
                </a:moveTo>
                <a:lnTo>
                  <a:pt x="0" y="541654"/>
                </a:lnTo>
              </a:path>
              <a:path w="0" h="932179">
                <a:moveTo>
                  <a:pt x="0" y="542289"/>
                </a:moveTo>
                <a:lnTo>
                  <a:pt x="0" y="543559"/>
                </a:lnTo>
              </a:path>
              <a:path w="0" h="932179">
                <a:moveTo>
                  <a:pt x="0" y="543559"/>
                </a:moveTo>
                <a:lnTo>
                  <a:pt x="0" y="545464"/>
                </a:lnTo>
              </a:path>
              <a:path w="0" h="932179">
                <a:moveTo>
                  <a:pt x="0" y="545464"/>
                </a:moveTo>
                <a:lnTo>
                  <a:pt x="0" y="546734"/>
                </a:lnTo>
              </a:path>
              <a:path w="0" h="932179">
                <a:moveTo>
                  <a:pt x="0" y="547369"/>
                </a:moveTo>
                <a:lnTo>
                  <a:pt x="0" y="548639"/>
                </a:lnTo>
              </a:path>
              <a:path w="0" h="932179">
                <a:moveTo>
                  <a:pt x="0" y="549275"/>
                </a:moveTo>
                <a:lnTo>
                  <a:pt x="0" y="550544"/>
                </a:lnTo>
              </a:path>
              <a:path w="0" h="932179">
                <a:moveTo>
                  <a:pt x="0" y="551179"/>
                </a:moveTo>
                <a:lnTo>
                  <a:pt x="0" y="552450"/>
                </a:lnTo>
              </a:path>
              <a:path w="0" h="932179">
                <a:moveTo>
                  <a:pt x="0" y="552450"/>
                </a:moveTo>
                <a:lnTo>
                  <a:pt x="0" y="554354"/>
                </a:lnTo>
              </a:path>
              <a:path w="0" h="932179">
                <a:moveTo>
                  <a:pt x="0" y="554354"/>
                </a:moveTo>
                <a:lnTo>
                  <a:pt x="0" y="555625"/>
                </a:lnTo>
              </a:path>
              <a:path w="0" h="932179">
                <a:moveTo>
                  <a:pt x="0" y="556259"/>
                </a:moveTo>
                <a:lnTo>
                  <a:pt x="0" y="557529"/>
                </a:lnTo>
              </a:path>
              <a:path w="0" h="932179">
                <a:moveTo>
                  <a:pt x="0" y="558164"/>
                </a:moveTo>
                <a:lnTo>
                  <a:pt x="0" y="559434"/>
                </a:lnTo>
              </a:path>
              <a:path w="0" h="932179">
                <a:moveTo>
                  <a:pt x="0" y="560069"/>
                </a:moveTo>
                <a:lnTo>
                  <a:pt x="0" y="561339"/>
                </a:lnTo>
              </a:path>
              <a:path w="0" h="932179">
                <a:moveTo>
                  <a:pt x="0" y="561339"/>
                </a:moveTo>
                <a:lnTo>
                  <a:pt x="0" y="563244"/>
                </a:lnTo>
              </a:path>
              <a:path w="0" h="932179">
                <a:moveTo>
                  <a:pt x="0" y="563244"/>
                </a:moveTo>
                <a:lnTo>
                  <a:pt x="0" y="564514"/>
                </a:lnTo>
              </a:path>
              <a:path w="0" h="932179">
                <a:moveTo>
                  <a:pt x="0" y="565150"/>
                </a:moveTo>
                <a:lnTo>
                  <a:pt x="0" y="566419"/>
                </a:lnTo>
              </a:path>
              <a:path w="0" h="932179">
                <a:moveTo>
                  <a:pt x="0" y="567054"/>
                </a:moveTo>
                <a:lnTo>
                  <a:pt x="0" y="568325"/>
                </a:lnTo>
              </a:path>
              <a:path w="0" h="932179">
                <a:moveTo>
                  <a:pt x="0" y="568959"/>
                </a:moveTo>
                <a:lnTo>
                  <a:pt x="0" y="570229"/>
                </a:lnTo>
              </a:path>
              <a:path w="0" h="932179">
                <a:moveTo>
                  <a:pt x="0" y="570229"/>
                </a:moveTo>
                <a:lnTo>
                  <a:pt x="0" y="572134"/>
                </a:lnTo>
              </a:path>
              <a:path w="0" h="932179">
                <a:moveTo>
                  <a:pt x="0" y="572134"/>
                </a:moveTo>
                <a:lnTo>
                  <a:pt x="0" y="573404"/>
                </a:lnTo>
              </a:path>
              <a:path w="0" h="932179">
                <a:moveTo>
                  <a:pt x="0" y="574039"/>
                </a:moveTo>
                <a:lnTo>
                  <a:pt x="0" y="575309"/>
                </a:lnTo>
              </a:path>
              <a:path w="0" h="932179">
                <a:moveTo>
                  <a:pt x="0" y="575944"/>
                </a:moveTo>
                <a:lnTo>
                  <a:pt x="0" y="577214"/>
                </a:lnTo>
              </a:path>
              <a:path w="0" h="932179">
                <a:moveTo>
                  <a:pt x="0" y="577850"/>
                </a:moveTo>
                <a:lnTo>
                  <a:pt x="0" y="579119"/>
                </a:lnTo>
              </a:path>
              <a:path w="0" h="932179">
                <a:moveTo>
                  <a:pt x="0" y="579119"/>
                </a:moveTo>
                <a:lnTo>
                  <a:pt x="0" y="581025"/>
                </a:lnTo>
              </a:path>
              <a:path w="0" h="932179">
                <a:moveTo>
                  <a:pt x="0" y="581025"/>
                </a:moveTo>
                <a:lnTo>
                  <a:pt x="0" y="582294"/>
                </a:lnTo>
              </a:path>
              <a:path w="0" h="932179">
                <a:moveTo>
                  <a:pt x="0" y="582929"/>
                </a:moveTo>
                <a:lnTo>
                  <a:pt x="0" y="584200"/>
                </a:lnTo>
              </a:path>
              <a:path w="0" h="932179">
                <a:moveTo>
                  <a:pt x="0" y="584834"/>
                </a:moveTo>
                <a:lnTo>
                  <a:pt x="0" y="586104"/>
                </a:lnTo>
              </a:path>
              <a:path w="0" h="932179">
                <a:moveTo>
                  <a:pt x="0" y="586739"/>
                </a:moveTo>
                <a:lnTo>
                  <a:pt x="0" y="588009"/>
                </a:lnTo>
              </a:path>
              <a:path w="0" h="932179">
                <a:moveTo>
                  <a:pt x="0" y="588009"/>
                </a:moveTo>
                <a:lnTo>
                  <a:pt x="0" y="589914"/>
                </a:lnTo>
              </a:path>
              <a:path w="0" h="932179">
                <a:moveTo>
                  <a:pt x="0" y="589914"/>
                </a:moveTo>
                <a:lnTo>
                  <a:pt x="0" y="591184"/>
                </a:lnTo>
              </a:path>
              <a:path w="0" h="932179">
                <a:moveTo>
                  <a:pt x="0" y="591819"/>
                </a:moveTo>
                <a:lnTo>
                  <a:pt x="0" y="593089"/>
                </a:lnTo>
              </a:path>
              <a:path w="0" h="932179">
                <a:moveTo>
                  <a:pt x="0" y="593725"/>
                </a:moveTo>
                <a:lnTo>
                  <a:pt x="0" y="594994"/>
                </a:lnTo>
              </a:path>
              <a:path w="0" h="932179">
                <a:moveTo>
                  <a:pt x="0" y="595629"/>
                </a:moveTo>
                <a:lnTo>
                  <a:pt x="0" y="596900"/>
                </a:lnTo>
              </a:path>
              <a:path w="0" h="932179">
                <a:moveTo>
                  <a:pt x="0" y="596900"/>
                </a:moveTo>
                <a:lnTo>
                  <a:pt x="0" y="598804"/>
                </a:lnTo>
              </a:path>
              <a:path w="0" h="932179">
                <a:moveTo>
                  <a:pt x="0" y="598804"/>
                </a:moveTo>
                <a:lnTo>
                  <a:pt x="0" y="600075"/>
                </a:lnTo>
              </a:path>
              <a:path w="0" h="932179">
                <a:moveTo>
                  <a:pt x="0" y="600709"/>
                </a:moveTo>
                <a:lnTo>
                  <a:pt x="0" y="601979"/>
                </a:lnTo>
              </a:path>
              <a:path w="0" h="932179">
                <a:moveTo>
                  <a:pt x="0" y="602614"/>
                </a:moveTo>
                <a:lnTo>
                  <a:pt x="0" y="603884"/>
                </a:lnTo>
              </a:path>
              <a:path w="0" h="932179">
                <a:moveTo>
                  <a:pt x="0" y="604519"/>
                </a:moveTo>
                <a:lnTo>
                  <a:pt x="0" y="605789"/>
                </a:lnTo>
              </a:path>
              <a:path w="0" h="932179">
                <a:moveTo>
                  <a:pt x="0" y="605789"/>
                </a:moveTo>
                <a:lnTo>
                  <a:pt x="0" y="607694"/>
                </a:lnTo>
              </a:path>
              <a:path w="0" h="932179">
                <a:moveTo>
                  <a:pt x="0" y="607694"/>
                </a:moveTo>
                <a:lnTo>
                  <a:pt x="0" y="608964"/>
                </a:lnTo>
              </a:path>
              <a:path w="0" h="932179">
                <a:moveTo>
                  <a:pt x="0" y="609600"/>
                </a:moveTo>
                <a:lnTo>
                  <a:pt x="0" y="610869"/>
                </a:lnTo>
              </a:path>
              <a:path w="0" h="932179">
                <a:moveTo>
                  <a:pt x="0" y="611504"/>
                </a:moveTo>
                <a:lnTo>
                  <a:pt x="0" y="612775"/>
                </a:lnTo>
              </a:path>
              <a:path w="0" h="932179">
                <a:moveTo>
                  <a:pt x="0" y="613409"/>
                </a:moveTo>
                <a:lnTo>
                  <a:pt x="0" y="614679"/>
                </a:lnTo>
              </a:path>
              <a:path w="0" h="932179">
                <a:moveTo>
                  <a:pt x="0" y="614679"/>
                </a:moveTo>
                <a:lnTo>
                  <a:pt x="0" y="616584"/>
                </a:lnTo>
              </a:path>
              <a:path w="0" h="932179">
                <a:moveTo>
                  <a:pt x="0" y="616584"/>
                </a:moveTo>
                <a:lnTo>
                  <a:pt x="0" y="617854"/>
                </a:lnTo>
              </a:path>
              <a:path w="0" h="932179">
                <a:moveTo>
                  <a:pt x="0" y="618489"/>
                </a:moveTo>
                <a:lnTo>
                  <a:pt x="0" y="619759"/>
                </a:lnTo>
              </a:path>
              <a:path w="0" h="932179">
                <a:moveTo>
                  <a:pt x="0" y="620394"/>
                </a:moveTo>
                <a:lnTo>
                  <a:pt x="0" y="621664"/>
                </a:lnTo>
              </a:path>
              <a:path w="0" h="932179">
                <a:moveTo>
                  <a:pt x="0" y="622300"/>
                </a:moveTo>
                <a:lnTo>
                  <a:pt x="0" y="623569"/>
                </a:lnTo>
              </a:path>
              <a:path w="0" h="932179">
                <a:moveTo>
                  <a:pt x="0" y="623569"/>
                </a:moveTo>
                <a:lnTo>
                  <a:pt x="0" y="625475"/>
                </a:lnTo>
              </a:path>
              <a:path w="0" h="932179">
                <a:moveTo>
                  <a:pt x="0" y="625475"/>
                </a:moveTo>
                <a:lnTo>
                  <a:pt x="0" y="626744"/>
                </a:lnTo>
              </a:path>
              <a:path w="0" h="932179">
                <a:moveTo>
                  <a:pt x="0" y="627379"/>
                </a:moveTo>
                <a:lnTo>
                  <a:pt x="0" y="628650"/>
                </a:lnTo>
              </a:path>
              <a:path w="0" h="932179">
                <a:moveTo>
                  <a:pt x="0" y="629284"/>
                </a:moveTo>
                <a:lnTo>
                  <a:pt x="0" y="630554"/>
                </a:lnTo>
              </a:path>
              <a:path w="0" h="932179">
                <a:moveTo>
                  <a:pt x="0" y="631189"/>
                </a:moveTo>
                <a:lnTo>
                  <a:pt x="0" y="632459"/>
                </a:lnTo>
              </a:path>
              <a:path w="0" h="932179">
                <a:moveTo>
                  <a:pt x="0" y="632459"/>
                </a:moveTo>
                <a:lnTo>
                  <a:pt x="0" y="634364"/>
                </a:lnTo>
              </a:path>
              <a:path w="0" h="932179">
                <a:moveTo>
                  <a:pt x="0" y="634364"/>
                </a:moveTo>
                <a:lnTo>
                  <a:pt x="0" y="635634"/>
                </a:lnTo>
              </a:path>
              <a:path w="0" h="932179">
                <a:moveTo>
                  <a:pt x="0" y="636269"/>
                </a:moveTo>
                <a:lnTo>
                  <a:pt x="0" y="637539"/>
                </a:lnTo>
              </a:path>
              <a:path w="0" h="932179">
                <a:moveTo>
                  <a:pt x="0" y="638175"/>
                </a:moveTo>
                <a:lnTo>
                  <a:pt x="0" y="639444"/>
                </a:lnTo>
              </a:path>
              <a:path w="0" h="932179">
                <a:moveTo>
                  <a:pt x="0" y="640079"/>
                </a:moveTo>
                <a:lnTo>
                  <a:pt x="0" y="641350"/>
                </a:lnTo>
              </a:path>
              <a:path w="0" h="932179">
                <a:moveTo>
                  <a:pt x="0" y="641350"/>
                </a:moveTo>
                <a:lnTo>
                  <a:pt x="0" y="643254"/>
                </a:lnTo>
              </a:path>
              <a:path w="0" h="932179">
                <a:moveTo>
                  <a:pt x="0" y="643254"/>
                </a:moveTo>
                <a:lnTo>
                  <a:pt x="0" y="644525"/>
                </a:lnTo>
              </a:path>
              <a:path w="0" h="932179">
                <a:moveTo>
                  <a:pt x="0" y="645159"/>
                </a:moveTo>
                <a:lnTo>
                  <a:pt x="0" y="646429"/>
                </a:lnTo>
              </a:path>
              <a:path w="0" h="932179">
                <a:moveTo>
                  <a:pt x="0" y="647064"/>
                </a:moveTo>
                <a:lnTo>
                  <a:pt x="0" y="648334"/>
                </a:lnTo>
              </a:path>
              <a:path w="0" h="932179">
                <a:moveTo>
                  <a:pt x="0" y="648969"/>
                </a:moveTo>
                <a:lnTo>
                  <a:pt x="0" y="650239"/>
                </a:lnTo>
              </a:path>
              <a:path w="0" h="932179">
                <a:moveTo>
                  <a:pt x="0" y="650239"/>
                </a:moveTo>
                <a:lnTo>
                  <a:pt x="0" y="652144"/>
                </a:lnTo>
              </a:path>
              <a:path w="0" h="932179">
                <a:moveTo>
                  <a:pt x="0" y="652144"/>
                </a:moveTo>
                <a:lnTo>
                  <a:pt x="0" y="653414"/>
                </a:lnTo>
              </a:path>
              <a:path w="0" h="932179">
                <a:moveTo>
                  <a:pt x="0" y="654050"/>
                </a:moveTo>
                <a:lnTo>
                  <a:pt x="0" y="655319"/>
                </a:lnTo>
              </a:path>
              <a:path w="0" h="932179">
                <a:moveTo>
                  <a:pt x="0" y="655954"/>
                </a:moveTo>
                <a:lnTo>
                  <a:pt x="0" y="657225"/>
                </a:lnTo>
              </a:path>
              <a:path w="0" h="932179">
                <a:moveTo>
                  <a:pt x="0" y="657859"/>
                </a:moveTo>
                <a:lnTo>
                  <a:pt x="0" y="659129"/>
                </a:lnTo>
              </a:path>
              <a:path w="0" h="932179">
                <a:moveTo>
                  <a:pt x="0" y="659129"/>
                </a:moveTo>
                <a:lnTo>
                  <a:pt x="0" y="661034"/>
                </a:lnTo>
              </a:path>
              <a:path w="0" h="932179">
                <a:moveTo>
                  <a:pt x="0" y="661034"/>
                </a:moveTo>
                <a:lnTo>
                  <a:pt x="0" y="662304"/>
                </a:lnTo>
              </a:path>
              <a:path w="0" h="932179">
                <a:moveTo>
                  <a:pt x="0" y="662939"/>
                </a:moveTo>
                <a:lnTo>
                  <a:pt x="0" y="664209"/>
                </a:lnTo>
              </a:path>
              <a:path w="0" h="932179">
                <a:moveTo>
                  <a:pt x="0" y="664844"/>
                </a:moveTo>
                <a:lnTo>
                  <a:pt x="0" y="666114"/>
                </a:lnTo>
              </a:path>
              <a:path w="0" h="932179">
                <a:moveTo>
                  <a:pt x="0" y="666750"/>
                </a:moveTo>
                <a:lnTo>
                  <a:pt x="0" y="668019"/>
                </a:lnTo>
              </a:path>
              <a:path w="0" h="932179">
                <a:moveTo>
                  <a:pt x="0" y="668019"/>
                </a:moveTo>
                <a:lnTo>
                  <a:pt x="0" y="669925"/>
                </a:lnTo>
              </a:path>
              <a:path w="0" h="932179">
                <a:moveTo>
                  <a:pt x="0" y="669925"/>
                </a:moveTo>
                <a:lnTo>
                  <a:pt x="0" y="671194"/>
                </a:lnTo>
              </a:path>
              <a:path w="0" h="932179">
                <a:moveTo>
                  <a:pt x="0" y="671829"/>
                </a:moveTo>
                <a:lnTo>
                  <a:pt x="0" y="673100"/>
                </a:lnTo>
              </a:path>
              <a:path w="0" h="932179">
                <a:moveTo>
                  <a:pt x="0" y="673734"/>
                </a:moveTo>
                <a:lnTo>
                  <a:pt x="0" y="675004"/>
                </a:lnTo>
              </a:path>
              <a:path w="0" h="932179">
                <a:moveTo>
                  <a:pt x="0" y="675639"/>
                </a:moveTo>
                <a:lnTo>
                  <a:pt x="0" y="676909"/>
                </a:lnTo>
              </a:path>
              <a:path w="0" h="932179">
                <a:moveTo>
                  <a:pt x="0" y="676909"/>
                </a:moveTo>
                <a:lnTo>
                  <a:pt x="0" y="678814"/>
                </a:lnTo>
              </a:path>
              <a:path w="0" h="932179">
                <a:moveTo>
                  <a:pt x="0" y="678814"/>
                </a:moveTo>
                <a:lnTo>
                  <a:pt x="0" y="680084"/>
                </a:lnTo>
              </a:path>
              <a:path w="0" h="932179">
                <a:moveTo>
                  <a:pt x="0" y="680719"/>
                </a:moveTo>
                <a:lnTo>
                  <a:pt x="0" y="681989"/>
                </a:lnTo>
              </a:path>
              <a:path w="0" h="932179">
                <a:moveTo>
                  <a:pt x="0" y="682625"/>
                </a:moveTo>
                <a:lnTo>
                  <a:pt x="0" y="683894"/>
                </a:lnTo>
              </a:path>
              <a:path w="0" h="932179">
                <a:moveTo>
                  <a:pt x="0" y="684529"/>
                </a:moveTo>
                <a:lnTo>
                  <a:pt x="0" y="685800"/>
                </a:lnTo>
              </a:path>
              <a:path w="0" h="932179">
                <a:moveTo>
                  <a:pt x="0" y="685800"/>
                </a:moveTo>
                <a:lnTo>
                  <a:pt x="0" y="687704"/>
                </a:lnTo>
              </a:path>
              <a:path w="0" h="932179">
                <a:moveTo>
                  <a:pt x="0" y="687704"/>
                </a:moveTo>
                <a:lnTo>
                  <a:pt x="0" y="688975"/>
                </a:lnTo>
              </a:path>
              <a:path w="0" h="932179">
                <a:moveTo>
                  <a:pt x="0" y="689609"/>
                </a:moveTo>
                <a:lnTo>
                  <a:pt x="0" y="690879"/>
                </a:lnTo>
              </a:path>
              <a:path w="0" h="932179">
                <a:moveTo>
                  <a:pt x="0" y="691514"/>
                </a:moveTo>
                <a:lnTo>
                  <a:pt x="0" y="692784"/>
                </a:lnTo>
              </a:path>
              <a:path w="0" h="932179">
                <a:moveTo>
                  <a:pt x="0" y="693419"/>
                </a:moveTo>
                <a:lnTo>
                  <a:pt x="0" y="694689"/>
                </a:lnTo>
              </a:path>
              <a:path w="0" h="932179">
                <a:moveTo>
                  <a:pt x="0" y="694689"/>
                </a:moveTo>
                <a:lnTo>
                  <a:pt x="0" y="696594"/>
                </a:lnTo>
              </a:path>
              <a:path w="0" h="932179">
                <a:moveTo>
                  <a:pt x="0" y="696594"/>
                </a:moveTo>
                <a:lnTo>
                  <a:pt x="0" y="697864"/>
                </a:lnTo>
              </a:path>
              <a:path w="0" h="932179">
                <a:moveTo>
                  <a:pt x="0" y="698500"/>
                </a:moveTo>
                <a:lnTo>
                  <a:pt x="0" y="699769"/>
                </a:lnTo>
              </a:path>
              <a:path w="0" h="932179">
                <a:moveTo>
                  <a:pt x="0" y="700404"/>
                </a:moveTo>
                <a:lnTo>
                  <a:pt x="0" y="701675"/>
                </a:lnTo>
              </a:path>
              <a:path w="0" h="932179">
                <a:moveTo>
                  <a:pt x="0" y="702309"/>
                </a:moveTo>
                <a:lnTo>
                  <a:pt x="0" y="703579"/>
                </a:lnTo>
              </a:path>
              <a:path w="0" h="932179">
                <a:moveTo>
                  <a:pt x="0" y="703579"/>
                </a:moveTo>
                <a:lnTo>
                  <a:pt x="0" y="705484"/>
                </a:lnTo>
              </a:path>
              <a:path w="0" h="932179">
                <a:moveTo>
                  <a:pt x="0" y="705484"/>
                </a:moveTo>
                <a:lnTo>
                  <a:pt x="0" y="706754"/>
                </a:lnTo>
              </a:path>
              <a:path w="0" h="932179">
                <a:moveTo>
                  <a:pt x="0" y="707389"/>
                </a:moveTo>
                <a:lnTo>
                  <a:pt x="0" y="708659"/>
                </a:lnTo>
              </a:path>
              <a:path w="0" h="932179">
                <a:moveTo>
                  <a:pt x="0" y="709294"/>
                </a:moveTo>
                <a:lnTo>
                  <a:pt x="0" y="710564"/>
                </a:lnTo>
              </a:path>
              <a:path w="0" h="932179">
                <a:moveTo>
                  <a:pt x="0" y="711200"/>
                </a:moveTo>
                <a:lnTo>
                  <a:pt x="0" y="712469"/>
                </a:lnTo>
              </a:path>
              <a:path w="0" h="932179">
                <a:moveTo>
                  <a:pt x="0" y="712469"/>
                </a:moveTo>
                <a:lnTo>
                  <a:pt x="0" y="714375"/>
                </a:lnTo>
              </a:path>
              <a:path w="0" h="932179">
                <a:moveTo>
                  <a:pt x="0" y="714375"/>
                </a:moveTo>
                <a:lnTo>
                  <a:pt x="0" y="715644"/>
                </a:lnTo>
              </a:path>
              <a:path w="0" h="932179">
                <a:moveTo>
                  <a:pt x="0" y="716279"/>
                </a:moveTo>
                <a:lnTo>
                  <a:pt x="0" y="717550"/>
                </a:lnTo>
              </a:path>
              <a:path w="0" h="932179">
                <a:moveTo>
                  <a:pt x="0" y="718184"/>
                </a:moveTo>
                <a:lnTo>
                  <a:pt x="0" y="719454"/>
                </a:lnTo>
              </a:path>
              <a:path w="0" h="932179">
                <a:moveTo>
                  <a:pt x="0" y="720089"/>
                </a:moveTo>
                <a:lnTo>
                  <a:pt x="0" y="721359"/>
                </a:lnTo>
              </a:path>
              <a:path w="0" h="932179">
                <a:moveTo>
                  <a:pt x="0" y="721359"/>
                </a:moveTo>
                <a:lnTo>
                  <a:pt x="0" y="723264"/>
                </a:lnTo>
              </a:path>
              <a:path w="0" h="932179">
                <a:moveTo>
                  <a:pt x="0" y="723264"/>
                </a:moveTo>
                <a:lnTo>
                  <a:pt x="0" y="724534"/>
                </a:lnTo>
              </a:path>
              <a:path w="0" h="932179">
                <a:moveTo>
                  <a:pt x="0" y="725169"/>
                </a:moveTo>
                <a:lnTo>
                  <a:pt x="0" y="726439"/>
                </a:lnTo>
              </a:path>
              <a:path w="0" h="932179">
                <a:moveTo>
                  <a:pt x="0" y="727075"/>
                </a:moveTo>
                <a:lnTo>
                  <a:pt x="0" y="728344"/>
                </a:lnTo>
              </a:path>
              <a:path w="0" h="932179">
                <a:moveTo>
                  <a:pt x="0" y="728979"/>
                </a:moveTo>
                <a:lnTo>
                  <a:pt x="0" y="730250"/>
                </a:lnTo>
              </a:path>
              <a:path w="0" h="932179">
                <a:moveTo>
                  <a:pt x="0" y="730250"/>
                </a:moveTo>
                <a:lnTo>
                  <a:pt x="0" y="732154"/>
                </a:lnTo>
              </a:path>
              <a:path w="0" h="932179">
                <a:moveTo>
                  <a:pt x="0" y="732154"/>
                </a:moveTo>
                <a:lnTo>
                  <a:pt x="0" y="733425"/>
                </a:lnTo>
              </a:path>
              <a:path w="0" h="932179">
                <a:moveTo>
                  <a:pt x="0" y="734059"/>
                </a:moveTo>
                <a:lnTo>
                  <a:pt x="0" y="735329"/>
                </a:lnTo>
              </a:path>
              <a:path w="0" h="932179">
                <a:moveTo>
                  <a:pt x="0" y="735964"/>
                </a:moveTo>
                <a:lnTo>
                  <a:pt x="0" y="737234"/>
                </a:lnTo>
              </a:path>
              <a:path w="0" h="932179">
                <a:moveTo>
                  <a:pt x="0" y="737869"/>
                </a:moveTo>
                <a:lnTo>
                  <a:pt x="0" y="739139"/>
                </a:lnTo>
              </a:path>
              <a:path w="0" h="932179">
                <a:moveTo>
                  <a:pt x="0" y="739139"/>
                </a:moveTo>
                <a:lnTo>
                  <a:pt x="0" y="741044"/>
                </a:lnTo>
              </a:path>
              <a:path w="0" h="932179">
                <a:moveTo>
                  <a:pt x="0" y="741044"/>
                </a:moveTo>
                <a:lnTo>
                  <a:pt x="0" y="742314"/>
                </a:lnTo>
              </a:path>
              <a:path w="0" h="932179">
                <a:moveTo>
                  <a:pt x="0" y="742950"/>
                </a:moveTo>
                <a:lnTo>
                  <a:pt x="0" y="744219"/>
                </a:lnTo>
              </a:path>
              <a:path w="0" h="932179">
                <a:moveTo>
                  <a:pt x="0" y="744854"/>
                </a:moveTo>
                <a:lnTo>
                  <a:pt x="0" y="746125"/>
                </a:lnTo>
              </a:path>
              <a:path w="0" h="932179">
                <a:moveTo>
                  <a:pt x="0" y="746759"/>
                </a:moveTo>
                <a:lnTo>
                  <a:pt x="0" y="748029"/>
                </a:lnTo>
              </a:path>
              <a:path w="0" h="932179">
                <a:moveTo>
                  <a:pt x="0" y="748029"/>
                </a:moveTo>
                <a:lnTo>
                  <a:pt x="0" y="749934"/>
                </a:lnTo>
              </a:path>
              <a:path w="0" h="932179">
                <a:moveTo>
                  <a:pt x="0" y="749934"/>
                </a:moveTo>
                <a:lnTo>
                  <a:pt x="0" y="751204"/>
                </a:lnTo>
              </a:path>
              <a:path w="0" h="932179">
                <a:moveTo>
                  <a:pt x="0" y="751839"/>
                </a:moveTo>
                <a:lnTo>
                  <a:pt x="0" y="753109"/>
                </a:lnTo>
              </a:path>
              <a:path w="0" h="932179">
                <a:moveTo>
                  <a:pt x="0" y="753744"/>
                </a:moveTo>
                <a:lnTo>
                  <a:pt x="0" y="755014"/>
                </a:lnTo>
              </a:path>
              <a:path w="0" h="932179">
                <a:moveTo>
                  <a:pt x="0" y="755650"/>
                </a:moveTo>
                <a:lnTo>
                  <a:pt x="0" y="756919"/>
                </a:lnTo>
              </a:path>
              <a:path w="0" h="932179">
                <a:moveTo>
                  <a:pt x="0" y="756919"/>
                </a:moveTo>
                <a:lnTo>
                  <a:pt x="0" y="758825"/>
                </a:lnTo>
              </a:path>
              <a:path w="0" h="932179">
                <a:moveTo>
                  <a:pt x="0" y="758825"/>
                </a:moveTo>
                <a:lnTo>
                  <a:pt x="0" y="760094"/>
                </a:lnTo>
              </a:path>
              <a:path w="0" h="932179">
                <a:moveTo>
                  <a:pt x="0" y="760729"/>
                </a:moveTo>
                <a:lnTo>
                  <a:pt x="0" y="762000"/>
                </a:lnTo>
              </a:path>
              <a:path w="0" h="932179">
                <a:moveTo>
                  <a:pt x="0" y="762634"/>
                </a:moveTo>
                <a:lnTo>
                  <a:pt x="0" y="763904"/>
                </a:lnTo>
              </a:path>
              <a:path w="0" h="932179">
                <a:moveTo>
                  <a:pt x="0" y="764539"/>
                </a:moveTo>
                <a:lnTo>
                  <a:pt x="0" y="765809"/>
                </a:lnTo>
              </a:path>
              <a:path w="0" h="932179">
                <a:moveTo>
                  <a:pt x="0" y="765809"/>
                </a:moveTo>
                <a:lnTo>
                  <a:pt x="0" y="767714"/>
                </a:lnTo>
              </a:path>
              <a:path w="0" h="932179">
                <a:moveTo>
                  <a:pt x="0" y="767714"/>
                </a:moveTo>
                <a:lnTo>
                  <a:pt x="0" y="768984"/>
                </a:lnTo>
              </a:path>
              <a:path w="0" h="932179">
                <a:moveTo>
                  <a:pt x="0" y="769619"/>
                </a:moveTo>
                <a:lnTo>
                  <a:pt x="0" y="770889"/>
                </a:lnTo>
              </a:path>
              <a:path w="0" h="932179">
                <a:moveTo>
                  <a:pt x="0" y="771525"/>
                </a:moveTo>
                <a:lnTo>
                  <a:pt x="0" y="772794"/>
                </a:lnTo>
              </a:path>
              <a:path w="0" h="932179">
                <a:moveTo>
                  <a:pt x="0" y="773429"/>
                </a:moveTo>
                <a:lnTo>
                  <a:pt x="0" y="774700"/>
                </a:lnTo>
              </a:path>
              <a:path w="0" h="932179">
                <a:moveTo>
                  <a:pt x="0" y="774700"/>
                </a:moveTo>
                <a:lnTo>
                  <a:pt x="0" y="776604"/>
                </a:lnTo>
              </a:path>
              <a:path w="0" h="932179">
                <a:moveTo>
                  <a:pt x="0" y="776604"/>
                </a:moveTo>
                <a:lnTo>
                  <a:pt x="0" y="777875"/>
                </a:lnTo>
              </a:path>
              <a:path w="0" h="932179">
                <a:moveTo>
                  <a:pt x="0" y="778509"/>
                </a:moveTo>
                <a:lnTo>
                  <a:pt x="0" y="779779"/>
                </a:lnTo>
              </a:path>
              <a:path w="0" h="932179">
                <a:moveTo>
                  <a:pt x="0" y="780414"/>
                </a:moveTo>
                <a:lnTo>
                  <a:pt x="0" y="781684"/>
                </a:lnTo>
              </a:path>
              <a:path w="0" h="932179">
                <a:moveTo>
                  <a:pt x="0" y="782319"/>
                </a:moveTo>
                <a:lnTo>
                  <a:pt x="0" y="783589"/>
                </a:lnTo>
              </a:path>
              <a:path w="0" h="932179">
                <a:moveTo>
                  <a:pt x="0" y="783589"/>
                </a:moveTo>
                <a:lnTo>
                  <a:pt x="0" y="785494"/>
                </a:lnTo>
              </a:path>
              <a:path w="0" h="932179">
                <a:moveTo>
                  <a:pt x="0" y="785494"/>
                </a:moveTo>
                <a:lnTo>
                  <a:pt x="0" y="786764"/>
                </a:lnTo>
              </a:path>
              <a:path w="0" h="932179">
                <a:moveTo>
                  <a:pt x="0" y="787400"/>
                </a:moveTo>
                <a:lnTo>
                  <a:pt x="0" y="788669"/>
                </a:lnTo>
              </a:path>
              <a:path w="0" h="932179">
                <a:moveTo>
                  <a:pt x="0" y="789304"/>
                </a:moveTo>
                <a:lnTo>
                  <a:pt x="0" y="790575"/>
                </a:lnTo>
              </a:path>
              <a:path w="0" h="932179">
                <a:moveTo>
                  <a:pt x="0" y="791209"/>
                </a:moveTo>
                <a:lnTo>
                  <a:pt x="0" y="792479"/>
                </a:lnTo>
              </a:path>
              <a:path w="0" h="932179">
                <a:moveTo>
                  <a:pt x="0" y="792479"/>
                </a:moveTo>
                <a:lnTo>
                  <a:pt x="0" y="794384"/>
                </a:lnTo>
              </a:path>
              <a:path w="0" h="932179">
                <a:moveTo>
                  <a:pt x="0" y="794384"/>
                </a:moveTo>
                <a:lnTo>
                  <a:pt x="0" y="795654"/>
                </a:lnTo>
              </a:path>
              <a:path w="0" h="932179">
                <a:moveTo>
                  <a:pt x="0" y="796289"/>
                </a:moveTo>
                <a:lnTo>
                  <a:pt x="0" y="797559"/>
                </a:lnTo>
              </a:path>
              <a:path w="0" h="932179">
                <a:moveTo>
                  <a:pt x="0" y="798194"/>
                </a:moveTo>
                <a:lnTo>
                  <a:pt x="0" y="799464"/>
                </a:lnTo>
              </a:path>
              <a:path w="0" h="932179">
                <a:moveTo>
                  <a:pt x="0" y="800100"/>
                </a:moveTo>
                <a:lnTo>
                  <a:pt x="0" y="801369"/>
                </a:lnTo>
              </a:path>
              <a:path w="0" h="932179">
                <a:moveTo>
                  <a:pt x="0" y="801369"/>
                </a:moveTo>
                <a:lnTo>
                  <a:pt x="0" y="803275"/>
                </a:lnTo>
              </a:path>
              <a:path w="0" h="932179">
                <a:moveTo>
                  <a:pt x="0" y="803275"/>
                </a:moveTo>
                <a:lnTo>
                  <a:pt x="0" y="804544"/>
                </a:lnTo>
              </a:path>
              <a:path w="0" h="932179">
                <a:moveTo>
                  <a:pt x="0" y="805179"/>
                </a:moveTo>
                <a:lnTo>
                  <a:pt x="0" y="806450"/>
                </a:lnTo>
              </a:path>
              <a:path w="0" h="932179">
                <a:moveTo>
                  <a:pt x="0" y="807084"/>
                </a:moveTo>
                <a:lnTo>
                  <a:pt x="0" y="808354"/>
                </a:lnTo>
              </a:path>
              <a:path w="0" h="932179">
                <a:moveTo>
                  <a:pt x="0" y="808989"/>
                </a:moveTo>
                <a:lnTo>
                  <a:pt x="0" y="810259"/>
                </a:lnTo>
              </a:path>
              <a:path w="0" h="932179">
                <a:moveTo>
                  <a:pt x="0" y="810259"/>
                </a:moveTo>
                <a:lnTo>
                  <a:pt x="0" y="812164"/>
                </a:lnTo>
              </a:path>
              <a:path w="0" h="932179">
                <a:moveTo>
                  <a:pt x="0" y="812164"/>
                </a:moveTo>
                <a:lnTo>
                  <a:pt x="0" y="813434"/>
                </a:lnTo>
              </a:path>
              <a:path w="0" h="932179">
                <a:moveTo>
                  <a:pt x="0" y="814069"/>
                </a:moveTo>
                <a:lnTo>
                  <a:pt x="0" y="815339"/>
                </a:lnTo>
              </a:path>
              <a:path w="0" h="932179">
                <a:moveTo>
                  <a:pt x="0" y="815975"/>
                </a:moveTo>
                <a:lnTo>
                  <a:pt x="0" y="817244"/>
                </a:lnTo>
              </a:path>
              <a:path w="0" h="932179">
                <a:moveTo>
                  <a:pt x="0" y="817879"/>
                </a:moveTo>
                <a:lnTo>
                  <a:pt x="0" y="819150"/>
                </a:lnTo>
              </a:path>
              <a:path w="0" h="932179">
                <a:moveTo>
                  <a:pt x="0" y="819150"/>
                </a:moveTo>
                <a:lnTo>
                  <a:pt x="0" y="821054"/>
                </a:lnTo>
              </a:path>
              <a:path w="0" h="932179">
                <a:moveTo>
                  <a:pt x="0" y="821054"/>
                </a:moveTo>
                <a:lnTo>
                  <a:pt x="0" y="822325"/>
                </a:lnTo>
              </a:path>
              <a:path w="0" h="932179">
                <a:moveTo>
                  <a:pt x="0" y="822959"/>
                </a:moveTo>
                <a:lnTo>
                  <a:pt x="0" y="824229"/>
                </a:lnTo>
              </a:path>
              <a:path w="0" h="932179">
                <a:moveTo>
                  <a:pt x="0" y="824864"/>
                </a:moveTo>
                <a:lnTo>
                  <a:pt x="0" y="826134"/>
                </a:lnTo>
              </a:path>
              <a:path w="0" h="932179">
                <a:moveTo>
                  <a:pt x="0" y="826769"/>
                </a:moveTo>
                <a:lnTo>
                  <a:pt x="0" y="828039"/>
                </a:lnTo>
              </a:path>
              <a:path w="0" h="932179">
                <a:moveTo>
                  <a:pt x="0" y="828039"/>
                </a:moveTo>
                <a:lnTo>
                  <a:pt x="0" y="829944"/>
                </a:lnTo>
              </a:path>
              <a:path w="0" h="932179">
                <a:moveTo>
                  <a:pt x="0" y="829944"/>
                </a:moveTo>
                <a:lnTo>
                  <a:pt x="0" y="831214"/>
                </a:lnTo>
              </a:path>
              <a:path w="0" h="932179">
                <a:moveTo>
                  <a:pt x="0" y="831850"/>
                </a:moveTo>
                <a:lnTo>
                  <a:pt x="0" y="833119"/>
                </a:lnTo>
              </a:path>
              <a:path w="0" h="932179">
                <a:moveTo>
                  <a:pt x="0" y="833754"/>
                </a:moveTo>
                <a:lnTo>
                  <a:pt x="0" y="835025"/>
                </a:lnTo>
              </a:path>
              <a:path w="0" h="932179">
                <a:moveTo>
                  <a:pt x="0" y="835659"/>
                </a:moveTo>
                <a:lnTo>
                  <a:pt x="0" y="836929"/>
                </a:lnTo>
              </a:path>
              <a:path w="0" h="932179">
                <a:moveTo>
                  <a:pt x="0" y="836929"/>
                </a:moveTo>
                <a:lnTo>
                  <a:pt x="0" y="838834"/>
                </a:lnTo>
              </a:path>
              <a:path w="0" h="932179">
                <a:moveTo>
                  <a:pt x="0" y="838834"/>
                </a:moveTo>
                <a:lnTo>
                  <a:pt x="0" y="840104"/>
                </a:lnTo>
              </a:path>
              <a:path w="0" h="932179">
                <a:moveTo>
                  <a:pt x="0" y="840739"/>
                </a:moveTo>
                <a:lnTo>
                  <a:pt x="0" y="842009"/>
                </a:lnTo>
              </a:path>
              <a:path w="0" h="932179">
                <a:moveTo>
                  <a:pt x="0" y="842644"/>
                </a:moveTo>
                <a:lnTo>
                  <a:pt x="0" y="843914"/>
                </a:lnTo>
              </a:path>
              <a:path w="0" h="932179">
                <a:moveTo>
                  <a:pt x="0" y="844550"/>
                </a:moveTo>
                <a:lnTo>
                  <a:pt x="0" y="845819"/>
                </a:lnTo>
              </a:path>
              <a:path w="0" h="932179">
                <a:moveTo>
                  <a:pt x="0" y="845819"/>
                </a:moveTo>
                <a:lnTo>
                  <a:pt x="0" y="847725"/>
                </a:lnTo>
              </a:path>
              <a:path w="0" h="932179">
                <a:moveTo>
                  <a:pt x="0" y="847725"/>
                </a:moveTo>
                <a:lnTo>
                  <a:pt x="0" y="848994"/>
                </a:lnTo>
              </a:path>
              <a:path w="0" h="932179">
                <a:moveTo>
                  <a:pt x="0" y="849629"/>
                </a:moveTo>
                <a:lnTo>
                  <a:pt x="0" y="850900"/>
                </a:lnTo>
              </a:path>
              <a:path w="0" h="932179">
                <a:moveTo>
                  <a:pt x="0" y="851534"/>
                </a:moveTo>
                <a:lnTo>
                  <a:pt x="0" y="852804"/>
                </a:lnTo>
              </a:path>
              <a:path w="0" h="932179">
                <a:moveTo>
                  <a:pt x="0" y="853439"/>
                </a:moveTo>
                <a:lnTo>
                  <a:pt x="0" y="854709"/>
                </a:lnTo>
              </a:path>
              <a:path w="0" h="932179">
                <a:moveTo>
                  <a:pt x="0" y="854709"/>
                </a:moveTo>
                <a:lnTo>
                  <a:pt x="0" y="856614"/>
                </a:lnTo>
              </a:path>
              <a:path w="0" h="932179">
                <a:moveTo>
                  <a:pt x="0" y="856614"/>
                </a:moveTo>
                <a:lnTo>
                  <a:pt x="0" y="857884"/>
                </a:lnTo>
              </a:path>
              <a:path w="0" h="932179">
                <a:moveTo>
                  <a:pt x="0" y="858519"/>
                </a:moveTo>
                <a:lnTo>
                  <a:pt x="0" y="859789"/>
                </a:lnTo>
              </a:path>
              <a:path w="0" h="932179">
                <a:moveTo>
                  <a:pt x="0" y="860425"/>
                </a:moveTo>
                <a:lnTo>
                  <a:pt x="0" y="861694"/>
                </a:lnTo>
              </a:path>
              <a:path w="0" h="932179">
                <a:moveTo>
                  <a:pt x="0" y="862329"/>
                </a:moveTo>
                <a:lnTo>
                  <a:pt x="0" y="863600"/>
                </a:lnTo>
              </a:path>
              <a:path w="0" h="932179">
                <a:moveTo>
                  <a:pt x="0" y="863600"/>
                </a:moveTo>
                <a:lnTo>
                  <a:pt x="0" y="865504"/>
                </a:lnTo>
              </a:path>
              <a:path w="0" h="932179">
                <a:moveTo>
                  <a:pt x="0" y="865504"/>
                </a:moveTo>
                <a:lnTo>
                  <a:pt x="0" y="866775"/>
                </a:lnTo>
              </a:path>
              <a:path w="0" h="932179">
                <a:moveTo>
                  <a:pt x="0" y="867409"/>
                </a:moveTo>
                <a:lnTo>
                  <a:pt x="0" y="868679"/>
                </a:lnTo>
              </a:path>
              <a:path w="0" h="932179">
                <a:moveTo>
                  <a:pt x="0" y="869314"/>
                </a:moveTo>
                <a:lnTo>
                  <a:pt x="0" y="870584"/>
                </a:lnTo>
              </a:path>
              <a:path w="0" h="932179">
                <a:moveTo>
                  <a:pt x="0" y="871219"/>
                </a:moveTo>
                <a:lnTo>
                  <a:pt x="0" y="872489"/>
                </a:lnTo>
              </a:path>
              <a:path w="0" h="932179">
                <a:moveTo>
                  <a:pt x="0" y="872489"/>
                </a:moveTo>
                <a:lnTo>
                  <a:pt x="0" y="874394"/>
                </a:lnTo>
              </a:path>
              <a:path w="0" h="932179">
                <a:moveTo>
                  <a:pt x="0" y="874394"/>
                </a:moveTo>
                <a:lnTo>
                  <a:pt x="0" y="875664"/>
                </a:lnTo>
              </a:path>
              <a:path w="0" h="932179">
                <a:moveTo>
                  <a:pt x="0" y="876300"/>
                </a:moveTo>
                <a:lnTo>
                  <a:pt x="0" y="877569"/>
                </a:lnTo>
              </a:path>
              <a:path w="0" h="932179">
                <a:moveTo>
                  <a:pt x="0" y="878204"/>
                </a:moveTo>
                <a:lnTo>
                  <a:pt x="0" y="879475"/>
                </a:lnTo>
              </a:path>
              <a:path w="0" h="932179">
                <a:moveTo>
                  <a:pt x="0" y="880109"/>
                </a:moveTo>
                <a:lnTo>
                  <a:pt x="0" y="881379"/>
                </a:lnTo>
              </a:path>
              <a:path w="0" h="932179">
                <a:moveTo>
                  <a:pt x="0" y="881379"/>
                </a:moveTo>
                <a:lnTo>
                  <a:pt x="0" y="883284"/>
                </a:lnTo>
              </a:path>
              <a:path w="0" h="932179">
                <a:moveTo>
                  <a:pt x="0" y="883284"/>
                </a:moveTo>
                <a:lnTo>
                  <a:pt x="0" y="884554"/>
                </a:lnTo>
              </a:path>
              <a:path w="0" h="932179">
                <a:moveTo>
                  <a:pt x="0" y="885189"/>
                </a:moveTo>
                <a:lnTo>
                  <a:pt x="0" y="886459"/>
                </a:lnTo>
              </a:path>
              <a:path w="0" h="932179">
                <a:moveTo>
                  <a:pt x="0" y="887094"/>
                </a:moveTo>
                <a:lnTo>
                  <a:pt x="0" y="888364"/>
                </a:lnTo>
              </a:path>
              <a:path w="0" h="932179">
                <a:moveTo>
                  <a:pt x="0" y="889000"/>
                </a:moveTo>
                <a:lnTo>
                  <a:pt x="0" y="890269"/>
                </a:lnTo>
              </a:path>
              <a:path w="0" h="932179">
                <a:moveTo>
                  <a:pt x="0" y="890269"/>
                </a:moveTo>
                <a:lnTo>
                  <a:pt x="0" y="892175"/>
                </a:lnTo>
              </a:path>
              <a:path w="0" h="932179">
                <a:moveTo>
                  <a:pt x="0" y="892175"/>
                </a:moveTo>
                <a:lnTo>
                  <a:pt x="0" y="893444"/>
                </a:lnTo>
              </a:path>
              <a:path w="0" h="932179">
                <a:moveTo>
                  <a:pt x="0" y="894079"/>
                </a:moveTo>
                <a:lnTo>
                  <a:pt x="0" y="895350"/>
                </a:lnTo>
              </a:path>
              <a:path w="0" h="932179">
                <a:moveTo>
                  <a:pt x="0" y="895984"/>
                </a:moveTo>
                <a:lnTo>
                  <a:pt x="0" y="897254"/>
                </a:lnTo>
              </a:path>
              <a:path w="0" h="932179">
                <a:moveTo>
                  <a:pt x="0" y="897889"/>
                </a:moveTo>
                <a:lnTo>
                  <a:pt x="0" y="899159"/>
                </a:lnTo>
              </a:path>
              <a:path w="0" h="932179">
                <a:moveTo>
                  <a:pt x="0" y="899159"/>
                </a:moveTo>
                <a:lnTo>
                  <a:pt x="0" y="901064"/>
                </a:lnTo>
              </a:path>
              <a:path w="0" h="932179">
                <a:moveTo>
                  <a:pt x="0" y="901064"/>
                </a:moveTo>
                <a:lnTo>
                  <a:pt x="0" y="902334"/>
                </a:lnTo>
              </a:path>
              <a:path w="0" h="932179">
                <a:moveTo>
                  <a:pt x="0" y="902969"/>
                </a:moveTo>
                <a:lnTo>
                  <a:pt x="0" y="904239"/>
                </a:lnTo>
              </a:path>
              <a:path w="0" h="932179">
                <a:moveTo>
                  <a:pt x="0" y="904875"/>
                </a:moveTo>
                <a:lnTo>
                  <a:pt x="0" y="906144"/>
                </a:lnTo>
              </a:path>
              <a:path w="0" h="932179">
                <a:moveTo>
                  <a:pt x="0" y="906779"/>
                </a:moveTo>
                <a:lnTo>
                  <a:pt x="0" y="908050"/>
                </a:lnTo>
              </a:path>
              <a:path w="0" h="932179">
                <a:moveTo>
                  <a:pt x="0" y="908050"/>
                </a:moveTo>
                <a:lnTo>
                  <a:pt x="0" y="909954"/>
                </a:lnTo>
              </a:path>
              <a:path w="0" h="932179">
                <a:moveTo>
                  <a:pt x="0" y="909954"/>
                </a:moveTo>
                <a:lnTo>
                  <a:pt x="0" y="911225"/>
                </a:lnTo>
              </a:path>
              <a:path w="0" h="932179">
                <a:moveTo>
                  <a:pt x="0" y="911859"/>
                </a:moveTo>
                <a:lnTo>
                  <a:pt x="0" y="913129"/>
                </a:lnTo>
              </a:path>
              <a:path w="0" h="932179">
                <a:moveTo>
                  <a:pt x="0" y="913764"/>
                </a:moveTo>
                <a:lnTo>
                  <a:pt x="0" y="915034"/>
                </a:lnTo>
              </a:path>
              <a:path w="0" h="932179">
                <a:moveTo>
                  <a:pt x="0" y="915669"/>
                </a:moveTo>
                <a:lnTo>
                  <a:pt x="0" y="916939"/>
                </a:lnTo>
              </a:path>
              <a:path w="0" h="932179">
                <a:moveTo>
                  <a:pt x="0" y="916939"/>
                </a:moveTo>
                <a:lnTo>
                  <a:pt x="0" y="918844"/>
                </a:lnTo>
              </a:path>
              <a:path w="0" h="932179">
                <a:moveTo>
                  <a:pt x="0" y="918844"/>
                </a:moveTo>
                <a:lnTo>
                  <a:pt x="0" y="920114"/>
                </a:lnTo>
              </a:path>
              <a:path w="0" h="932179">
                <a:moveTo>
                  <a:pt x="0" y="920750"/>
                </a:moveTo>
                <a:lnTo>
                  <a:pt x="0" y="922019"/>
                </a:lnTo>
              </a:path>
              <a:path w="0" h="932179">
                <a:moveTo>
                  <a:pt x="0" y="922654"/>
                </a:moveTo>
                <a:lnTo>
                  <a:pt x="0" y="923925"/>
                </a:lnTo>
              </a:path>
              <a:path w="0" h="932179">
                <a:moveTo>
                  <a:pt x="0" y="924559"/>
                </a:moveTo>
                <a:lnTo>
                  <a:pt x="0" y="925829"/>
                </a:lnTo>
              </a:path>
              <a:path w="0" h="932179">
                <a:moveTo>
                  <a:pt x="0" y="925829"/>
                </a:moveTo>
                <a:lnTo>
                  <a:pt x="0" y="927734"/>
                </a:lnTo>
              </a:path>
              <a:path w="0" h="932179">
                <a:moveTo>
                  <a:pt x="0" y="927734"/>
                </a:moveTo>
                <a:lnTo>
                  <a:pt x="0" y="929004"/>
                </a:lnTo>
              </a:path>
              <a:path w="0" h="932179">
                <a:moveTo>
                  <a:pt x="0" y="929639"/>
                </a:moveTo>
                <a:lnTo>
                  <a:pt x="0" y="930909"/>
                </a:lnTo>
              </a:path>
              <a:path w="0" h="932179">
                <a:moveTo>
                  <a:pt x="0" y="931544"/>
                </a:moveTo>
                <a:lnTo>
                  <a:pt x="0" y="932179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7" name="object 117" descr=""/>
          <p:cNvSpPr/>
          <p:nvPr/>
        </p:nvSpPr>
        <p:spPr>
          <a:xfrm>
            <a:off x="5207634" y="7057402"/>
            <a:ext cx="55244" cy="76200"/>
          </a:xfrm>
          <a:custGeom>
            <a:avLst/>
            <a:gdLst/>
            <a:ahLst/>
            <a:cxnLst/>
            <a:rect l="l" t="t" r="r" b="b"/>
            <a:pathLst>
              <a:path w="55245" h="76200">
                <a:moveTo>
                  <a:pt x="10160" y="0"/>
                </a:moveTo>
                <a:lnTo>
                  <a:pt x="10160" y="76200"/>
                </a:lnTo>
              </a:path>
              <a:path w="55245" h="76200">
                <a:moveTo>
                  <a:pt x="13969" y="0"/>
                </a:moveTo>
                <a:lnTo>
                  <a:pt x="13969" y="76200"/>
                </a:lnTo>
              </a:path>
              <a:path w="55245" h="76200">
                <a:moveTo>
                  <a:pt x="34925" y="22860"/>
                </a:moveTo>
                <a:lnTo>
                  <a:pt x="34925" y="50800"/>
                </a:lnTo>
              </a:path>
              <a:path w="55245" h="76200">
                <a:moveTo>
                  <a:pt x="0" y="0"/>
                </a:moveTo>
                <a:lnTo>
                  <a:pt x="55244" y="0"/>
                </a:lnTo>
                <a:lnTo>
                  <a:pt x="55244" y="22860"/>
                </a:lnTo>
                <a:lnTo>
                  <a:pt x="52069" y="0"/>
                </a:lnTo>
              </a:path>
              <a:path w="55245" h="76200">
                <a:moveTo>
                  <a:pt x="13969" y="36830"/>
                </a:moveTo>
                <a:lnTo>
                  <a:pt x="34925" y="36830"/>
                </a:lnTo>
              </a:path>
              <a:path w="55245" h="76200">
                <a:moveTo>
                  <a:pt x="0" y="76200"/>
                </a:moveTo>
                <a:lnTo>
                  <a:pt x="24764" y="7620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18" name="object 118" descr=""/>
          <p:cNvGrpSpPr/>
          <p:nvPr/>
        </p:nvGrpSpPr>
        <p:grpSpPr>
          <a:xfrm>
            <a:off x="3096260" y="5274323"/>
            <a:ext cx="1270" cy="829310"/>
            <a:chOff x="3096260" y="5274323"/>
            <a:chExt cx="1270" cy="829310"/>
          </a:xfrm>
        </p:grpSpPr>
        <p:sp>
          <p:nvSpPr>
            <p:cNvPr id="119" name="object 119" descr=""/>
            <p:cNvSpPr/>
            <p:nvPr/>
          </p:nvSpPr>
          <p:spPr>
            <a:xfrm>
              <a:off x="3096895" y="5274323"/>
              <a:ext cx="0" cy="828040"/>
            </a:xfrm>
            <a:custGeom>
              <a:avLst/>
              <a:gdLst/>
              <a:ahLst/>
              <a:cxnLst/>
              <a:rect l="l" t="t" r="r" b="b"/>
              <a:pathLst>
                <a:path w="0" h="828039">
                  <a:moveTo>
                    <a:pt x="0" y="0"/>
                  </a:moveTo>
                  <a:lnTo>
                    <a:pt x="0" y="1270"/>
                  </a:lnTo>
                </a:path>
                <a:path w="0" h="828039">
                  <a:moveTo>
                    <a:pt x="0" y="1904"/>
                  </a:moveTo>
                  <a:lnTo>
                    <a:pt x="0" y="3175"/>
                  </a:lnTo>
                </a:path>
                <a:path w="0" h="828039">
                  <a:moveTo>
                    <a:pt x="0" y="3810"/>
                  </a:moveTo>
                  <a:lnTo>
                    <a:pt x="0" y="5079"/>
                  </a:lnTo>
                </a:path>
                <a:path w="0" h="828039">
                  <a:moveTo>
                    <a:pt x="0" y="5079"/>
                  </a:moveTo>
                  <a:lnTo>
                    <a:pt x="0" y="6985"/>
                  </a:lnTo>
                </a:path>
                <a:path w="0" h="828039">
                  <a:moveTo>
                    <a:pt x="0" y="6985"/>
                  </a:moveTo>
                  <a:lnTo>
                    <a:pt x="0" y="8254"/>
                  </a:lnTo>
                </a:path>
                <a:path w="0" h="828039">
                  <a:moveTo>
                    <a:pt x="0" y="8889"/>
                  </a:moveTo>
                  <a:lnTo>
                    <a:pt x="0" y="10160"/>
                  </a:lnTo>
                </a:path>
                <a:path w="0" h="828039">
                  <a:moveTo>
                    <a:pt x="0" y="10795"/>
                  </a:moveTo>
                  <a:lnTo>
                    <a:pt x="0" y="12064"/>
                  </a:lnTo>
                </a:path>
                <a:path w="0" h="828039">
                  <a:moveTo>
                    <a:pt x="0" y="12700"/>
                  </a:moveTo>
                  <a:lnTo>
                    <a:pt x="0" y="13970"/>
                  </a:lnTo>
                </a:path>
                <a:path w="0" h="828039">
                  <a:moveTo>
                    <a:pt x="0" y="13970"/>
                  </a:moveTo>
                  <a:lnTo>
                    <a:pt x="0" y="15875"/>
                  </a:lnTo>
                </a:path>
                <a:path w="0" h="828039">
                  <a:moveTo>
                    <a:pt x="0" y="15875"/>
                  </a:moveTo>
                  <a:lnTo>
                    <a:pt x="0" y="17145"/>
                  </a:lnTo>
                </a:path>
                <a:path w="0" h="828039">
                  <a:moveTo>
                    <a:pt x="0" y="17779"/>
                  </a:moveTo>
                  <a:lnTo>
                    <a:pt x="0" y="19050"/>
                  </a:lnTo>
                </a:path>
                <a:path w="0" h="828039">
                  <a:moveTo>
                    <a:pt x="0" y="19685"/>
                  </a:moveTo>
                  <a:lnTo>
                    <a:pt x="0" y="20954"/>
                  </a:lnTo>
                </a:path>
                <a:path w="0" h="828039">
                  <a:moveTo>
                    <a:pt x="0" y="21589"/>
                  </a:moveTo>
                  <a:lnTo>
                    <a:pt x="0" y="22860"/>
                  </a:lnTo>
                </a:path>
                <a:path w="0" h="828039">
                  <a:moveTo>
                    <a:pt x="0" y="22860"/>
                  </a:moveTo>
                  <a:lnTo>
                    <a:pt x="0" y="24764"/>
                  </a:lnTo>
                </a:path>
                <a:path w="0" h="828039">
                  <a:moveTo>
                    <a:pt x="0" y="24764"/>
                  </a:moveTo>
                  <a:lnTo>
                    <a:pt x="0" y="26035"/>
                  </a:lnTo>
                </a:path>
                <a:path w="0" h="828039">
                  <a:moveTo>
                    <a:pt x="0" y="26670"/>
                  </a:moveTo>
                  <a:lnTo>
                    <a:pt x="0" y="27939"/>
                  </a:lnTo>
                </a:path>
                <a:path w="0" h="828039">
                  <a:moveTo>
                    <a:pt x="0" y="28575"/>
                  </a:moveTo>
                  <a:lnTo>
                    <a:pt x="0" y="29845"/>
                  </a:lnTo>
                </a:path>
                <a:path w="0" h="828039">
                  <a:moveTo>
                    <a:pt x="0" y="30479"/>
                  </a:moveTo>
                  <a:lnTo>
                    <a:pt x="0" y="31750"/>
                  </a:lnTo>
                </a:path>
                <a:path w="0" h="828039">
                  <a:moveTo>
                    <a:pt x="0" y="31750"/>
                  </a:moveTo>
                  <a:lnTo>
                    <a:pt x="0" y="33654"/>
                  </a:lnTo>
                </a:path>
                <a:path w="0" h="828039">
                  <a:moveTo>
                    <a:pt x="0" y="33654"/>
                  </a:moveTo>
                  <a:lnTo>
                    <a:pt x="0" y="34925"/>
                  </a:lnTo>
                </a:path>
                <a:path w="0" h="828039">
                  <a:moveTo>
                    <a:pt x="0" y="35560"/>
                  </a:moveTo>
                  <a:lnTo>
                    <a:pt x="0" y="36829"/>
                  </a:lnTo>
                </a:path>
                <a:path w="0" h="828039">
                  <a:moveTo>
                    <a:pt x="0" y="37464"/>
                  </a:moveTo>
                  <a:lnTo>
                    <a:pt x="0" y="38735"/>
                  </a:lnTo>
                </a:path>
                <a:path w="0" h="828039">
                  <a:moveTo>
                    <a:pt x="0" y="39370"/>
                  </a:moveTo>
                  <a:lnTo>
                    <a:pt x="0" y="40639"/>
                  </a:lnTo>
                </a:path>
                <a:path w="0" h="828039">
                  <a:moveTo>
                    <a:pt x="0" y="40639"/>
                  </a:moveTo>
                  <a:lnTo>
                    <a:pt x="0" y="42545"/>
                  </a:lnTo>
                </a:path>
                <a:path w="0" h="828039">
                  <a:moveTo>
                    <a:pt x="0" y="42545"/>
                  </a:moveTo>
                  <a:lnTo>
                    <a:pt x="0" y="43814"/>
                  </a:lnTo>
                </a:path>
                <a:path w="0" h="828039">
                  <a:moveTo>
                    <a:pt x="0" y="44450"/>
                  </a:moveTo>
                  <a:lnTo>
                    <a:pt x="0" y="45720"/>
                  </a:lnTo>
                </a:path>
                <a:path w="0" h="828039">
                  <a:moveTo>
                    <a:pt x="0" y="46354"/>
                  </a:moveTo>
                  <a:lnTo>
                    <a:pt x="0" y="47625"/>
                  </a:lnTo>
                </a:path>
                <a:path w="0" h="828039">
                  <a:moveTo>
                    <a:pt x="0" y="48260"/>
                  </a:moveTo>
                  <a:lnTo>
                    <a:pt x="0" y="49529"/>
                  </a:lnTo>
                </a:path>
                <a:path w="0" h="828039">
                  <a:moveTo>
                    <a:pt x="0" y="49529"/>
                  </a:moveTo>
                  <a:lnTo>
                    <a:pt x="0" y="51435"/>
                  </a:lnTo>
                </a:path>
                <a:path w="0" h="828039">
                  <a:moveTo>
                    <a:pt x="0" y="51435"/>
                  </a:moveTo>
                  <a:lnTo>
                    <a:pt x="0" y="52704"/>
                  </a:lnTo>
                </a:path>
                <a:path w="0" h="828039">
                  <a:moveTo>
                    <a:pt x="0" y="53339"/>
                  </a:moveTo>
                  <a:lnTo>
                    <a:pt x="0" y="54610"/>
                  </a:lnTo>
                </a:path>
                <a:path w="0" h="828039">
                  <a:moveTo>
                    <a:pt x="0" y="55245"/>
                  </a:moveTo>
                  <a:lnTo>
                    <a:pt x="0" y="56514"/>
                  </a:lnTo>
                </a:path>
                <a:path w="0" h="828039">
                  <a:moveTo>
                    <a:pt x="0" y="57150"/>
                  </a:moveTo>
                  <a:lnTo>
                    <a:pt x="0" y="58420"/>
                  </a:lnTo>
                </a:path>
                <a:path w="0" h="828039">
                  <a:moveTo>
                    <a:pt x="0" y="58420"/>
                  </a:moveTo>
                  <a:lnTo>
                    <a:pt x="0" y="60325"/>
                  </a:lnTo>
                </a:path>
                <a:path w="0" h="828039">
                  <a:moveTo>
                    <a:pt x="0" y="60325"/>
                  </a:moveTo>
                  <a:lnTo>
                    <a:pt x="0" y="61595"/>
                  </a:lnTo>
                </a:path>
                <a:path w="0" h="828039">
                  <a:moveTo>
                    <a:pt x="0" y="62229"/>
                  </a:moveTo>
                  <a:lnTo>
                    <a:pt x="0" y="63500"/>
                  </a:lnTo>
                </a:path>
                <a:path w="0" h="828039">
                  <a:moveTo>
                    <a:pt x="0" y="64135"/>
                  </a:moveTo>
                  <a:lnTo>
                    <a:pt x="0" y="65404"/>
                  </a:lnTo>
                </a:path>
                <a:path w="0" h="828039">
                  <a:moveTo>
                    <a:pt x="0" y="66039"/>
                  </a:moveTo>
                  <a:lnTo>
                    <a:pt x="0" y="67310"/>
                  </a:lnTo>
                </a:path>
                <a:path w="0" h="828039">
                  <a:moveTo>
                    <a:pt x="0" y="67310"/>
                  </a:moveTo>
                  <a:lnTo>
                    <a:pt x="0" y="69214"/>
                  </a:lnTo>
                </a:path>
                <a:path w="0" h="828039">
                  <a:moveTo>
                    <a:pt x="0" y="69214"/>
                  </a:moveTo>
                  <a:lnTo>
                    <a:pt x="0" y="70485"/>
                  </a:lnTo>
                </a:path>
                <a:path w="0" h="828039">
                  <a:moveTo>
                    <a:pt x="0" y="71120"/>
                  </a:moveTo>
                  <a:lnTo>
                    <a:pt x="0" y="72389"/>
                  </a:lnTo>
                </a:path>
                <a:path w="0" h="828039">
                  <a:moveTo>
                    <a:pt x="0" y="73025"/>
                  </a:moveTo>
                  <a:lnTo>
                    <a:pt x="0" y="74295"/>
                  </a:lnTo>
                </a:path>
                <a:path w="0" h="828039">
                  <a:moveTo>
                    <a:pt x="0" y="74929"/>
                  </a:moveTo>
                  <a:lnTo>
                    <a:pt x="0" y="76200"/>
                  </a:lnTo>
                </a:path>
                <a:path w="0" h="828039">
                  <a:moveTo>
                    <a:pt x="0" y="76200"/>
                  </a:moveTo>
                  <a:lnTo>
                    <a:pt x="0" y="78104"/>
                  </a:lnTo>
                </a:path>
                <a:path w="0" h="828039">
                  <a:moveTo>
                    <a:pt x="0" y="78104"/>
                  </a:moveTo>
                  <a:lnTo>
                    <a:pt x="0" y="79375"/>
                  </a:lnTo>
                </a:path>
                <a:path w="0" h="828039">
                  <a:moveTo>
                    <a:pt x="0" y="80010"/>
                  </a:moveTo>
                  <a:lnTo>
                    <a:pt x="0" y="81279"/>
                  </a:lnTo>
                </a:path>
                <a:path w="0" h="828039">
                  <a:moveTo>
                    <a:pt x="0" y="81914"/>
                  </a:moveTo>
                  <a:lnTo>
                    <a:pt x="0" y="83185"/>
                  </a:lnTo>
                </a:path>
                <a:path w="0" h="828039">
                  <a:moveTo>
                    <a:pt x="0" y="83820"/>
                  </a:moveTo>
                  <a:lnTo>
                    <a:pt x="0" y="85089"/>
                  </a:lnTo>
                </a:path>
                <a:path w="0" h="828039">
                  <a:moveTo>
                    <a:pt x="0" y="85089"/>
                  </a:moveTo>
                  <a:lnTo>
                    <a:pt x="0" y="86995"/>
                  </a:lnTo>
                </a:path>
                <a:path w="0" h="828039">
                  <a:moveTo>
                    <a:pt x="0" y="86995"/>
                  </a:moveTo>
                  <a:lnTo>
                    <a:pt x="0" y="88264"/>
                  </a:lnTo>
                </a:path>
                <a:path w="0" h="828039">
                  <a:moveTo>
                    <a:pt x="0" y="88900"/>
                  </a:moveTo>
                  <a:lnTo>
                    <a:pt x="0" y="90170"/>
                  </a:lnTo>
                </a:path>
                <a:path w="0" h="828039">
                  <a:moveTo>
                    <a:pt x="0" y="90804"/>
                  </a:moveTo>
                  <a:lnTo>
                    <a:pt x="0" y="92075"/>
                  </a:lnTo>
                </a:path>
                <a:path w="0" h="828039">
                  <a:moveTo>
                    <a:pt x="0" y="92710"/>
                  </a:moveTo>
                  <a:lnTo>
                    <a:pt x="0" y="93979"/>
                  </a:lnTo>
                </a:path>
                <a:path w="0" h="828039">
                  <a:moveTo>
                    <a:pt x="0" y="93979"/>
                  </a:moveTo>
                  <a:lnTo>
                    <a:pt x="0" y="95885"/>
                  </a:lnTo>
                </a:path>
                <a:path w="0" h="828039">
                  <a:moveTo>
                    <a:pt x="0" y="95885"/>
                  </a:moveTo>
                  <a:lnTo>
                    <a:pt x="0" y="97154"/>
                  </a:lnTo>
                </a:path>
                <a:path w="0" h="828039">
                  <a:moveTo>
                    <a:pt x="0" y="97789"/>
                  </a:moveTo>
                  <a:lnTo>
                    <a:pt x="0" y="99060"/>
                  </a:lnTo>
                </a:path>
                <a:path w="0" h="828039">
                  <a:moveTo>
                    <a:pt x="0" y="99695"/>
                  </a:moveTo>
                  <a:lnTo>
                    <a:pt x="0" y="100964"/>
                  </a:lnTo>
                </a:path>
                <a:path w="0" h="828039">
                  <a:moveTo>
                    <a:pt x="0" y="101600"/>
                  </a:moveTo>
                  <a:lnTo>
                    <a:pt x="0" y="102870"/>
                  </a:lnTo>
                </a:path>
                <a:path w="0" h="828039">
                  <a:moveTo>
                    <a:pt x="0" y="102870"/>
                  </a:moveTo>
                  <a:lnTo>
                    <a:pt x="0" y="104775"/>
                  </a:lnTo>
                </a:path>
                <a:path w="0" h="828039">
                  <a:moveTo>
                    <a:pt x="0" y="104775"/>
                  </a:moveTo>
                  <a:lnTo>
                    <a:pt x="0" y="106045"/>
                  </a:lnTo>
                </a:path>
                <a:path w="0" h="828039">
                  <a:moveTo>
                    <a:pt x="0" y="106679"/>
                  </a:moveTo>
                  <a:lnTo>
                    <a:pt x="0" y="107950"/>
                  </a:lnTo>
                </a:path>
                <a:path w="0" h="828039">
                  <a:moveTo>
                    <a:pt x="0" y="108585"/>
                  </a:moveTo>
                  <a:lnTo>
                    <a:pt x="0" y="109854"/>
                  </a:lnTo>
                </a:path>
                <a:path w="0" h="828039">
                  <a:moveTo>
                    <a:pt x="0" y="110489"/>
                  </a:moveTo>
                  <a:lnTo>
                    <a:pt x="0" y="111760"/>
                  </a:lnTo>
                </a:path>
                <a:path w="0" h="828039">
                  <a:moveTo>
                    <a:pt x="0" y="111760"/>
                  </a:moveTo>
                  <a:lnTo>
                    <a:pt x="0" y="113664"/>
                  </a:lnTo>
                </a:path>
                <a:path w="0" h="828039">
                  <a:moveTo>
                    <a:pt x="0" y="113664"/>
                  </a:moveTo>
                  <a:lnTo>
                    <a:pt x="0" y="114935"/>
                  </a:lnTo>
                </a:path>
                <a:path w="0" h="828039">
                  <a:moveTo>
                    <a:pt x="0" y="115570"/>
                  </a:moveTo>
                  <a:lnTo>
                    <a:pt x="0" y="116839"/>
                  </a:lnTo>
                </a:path>
                <a:path w="0" h="828039">
                  <a:moveTo>
                    <a:pt x="0" y="117475"/>
                  </a:moveTo>
                  <a:lnTo>
                    <a:pt x="0" y="118745"/>
                  </a:lnTo>
                </a:path>
                <a:path w="0" h="828039">
                  <a:moveTo>
                    <a:pt x="0" y="119379"/>
                  </a:moveTo>
                  <a:lnTo>
                    <a:pt x="0" y="120650"/>
                  </a:lnTo>
                </a:path>
                <a:path w="0" h="828039">
                  <a:moveTo>
                    <a:pt x="0" y="120650"/>
                  </a:moveTo>
                  <a:lnTo>
                    <a:pt x="0" y="122554"/>
                  </a:lnTo>
                </a:path>
                <a:path w="0" h="828039">
                  <a:moveTo>
                    <a:pt x="0" y="122554"/>
                  </a:moveTo>
                  <a:lnTo>
                    <a:pt x="0" y="123825"/>
                  </a:lnTo>
                </a:path>
                <a:path w="0" h="828039">
                  <a:moveTo>
                    <a:pt x="0" y="124460"/>
                  </a:moveTo>
                  <a:lnTo>
                    <a:pt x="0" y="125729"/>
                  </a:lnTo>
                </a:path>
                <a:path w="0" h="828039">
                  <a:moveTo>
                    <a:pt x="0" y="126364"/>
                  </a:moveTo>
                  <a:lnTo>
                    <a:pt x="0" y="127635"/>
                  </a:lnTo>
                </a:path>
                <a:path w="0" h="828039">
                  <a:moveTo>
                    <a:pt x="0" y="128270"/>
                  </a:moveTo>
                  <a:lnTo>
                    <a:pt x="0" y="129539"/>
                  </a:lnTo>
                </a:path>
                <a:path w="0" h="828039">
                  <a:moveTo>
                    <a:pt x="0" y="129539"/>
                  </a:moveTo>
                  <a:lnTo>
                    <a:pt x="0" y="131445"/>
                  </a:lnTo>
                </a:path>
                <a:path w="0" h="828039">
                  <a:moveTo>
                    <a:pt x="0" y="131445"/>
                  </a:moveTo>
                  <a:lnTo>
                    <a:pt x="0" y="132714"/>
                  </a:lnTo>
                </a:path>
                <a:path w="0" h="828039">
                  <a:moveTo>
                    <a:pt x="0" y="133350"/>
                  </a:moveTo>
                  <a:lnTo>
                    <a:pt x="0" y="134620"/>
                  </a:lnTo>
                </a:path>
                <a:path w="0" h="828039">
                  <a:moveTo>
                    <a:pt x="0" y="135254"/>
                  </a:moveTo>
                  <a:lnTo>
                    <a:pt x="0" y="136525"/>
                  </a:lnTo>
                </a:path>
                <a:path w="0" h="828039">
                  <a:moveTo>
                    <a:pt x="0" y="137160"/>
                  </a:moveTo>
                  <a:lnTo>
                    <a:pt x="0" y="138429"/>
                  </a:lnTo>
                </a:path>
                <a:path w="0" h="828039">
                  <a:moveTo>
                    <a:pt x="0" y="138429"/>
                  </a:moveTo>
                  <a:lnTo>
                    <a:pt x="0" y="140335"/>
                  </a:lnTo>
                </a:path>
                <a:path w="0" h="828039">
                  <a:moveTo>
                    <a:pt x="0" y="140335"/>
                  </a:moveTo>
                  <a:lnTo>
                    <a:pt x="0" y="141604"/>
                  </a:lnTo>
                </a:path>
                <a:path w="0" h="828039">
                  <a:moveTo>
                    <a:pt x="0" y="142239"/>
                  </a:moveTo>
                  <a:lnTo>
                    <a:pt x="0" y="143510"/>
                  </a:lnTo>
                </a:path>
                <a:path w="0" h="828039">
                  <a:moveTo>
                    <a:pt x="0" y="144145"/>
                  </a:moveTo>
                  <a:lnTo>
                    <a:pt x="0" y="145414"/>
                  </a:lnTo>
                </a:path>
                <a:path w="0" h="828039">
                  <a:moveTo>
                    <a:pt x="0" y="146050"/>
                  </a:moveTo>
                  <a:lnTo>
                    <a:pt x="0" y="147320"/>
                  </a:lnTo>
                </a:path>
                <a:path w="0" h="828039">
                  <a:moveTo>
                    <a:pt x="0" y="147320"/>
                  </a:moveTo>
                  <a:lnTo>
                    <a:pt x="0" y="149225"/>
                  </a:lnTo>
                </a:path>
                <a:path w="0" h="828039">
                  <a:moveTo>
                    <a:pt x="0" y="149225"/>
                  </a:moveTo>
                  <a:lnTo>
                    <a:pt x="0" y="150495"/>
                  </a:lnTo>
                </a:path>
                <a:path w="0" h="828039">
                  <a:moveTo>
                    <a:pt x="0" y="151129"/>
                  </a:moveTo>
                  <a:lnTo>
                    <a:pt x="0" y="152400"/>
                  </a:lnTo>
                </a:path>
                <a:path w="0" h="828039">
                  <a:moveTo>
                    <a:pt x="0" y="153035"/>
                  </a:moveTo>
                  <a:lnTo>
                    <a:pt x="0" y="154304"/>
                  </a:lnTo>
                </a:path>
                <a:path w="0" h="828039">
                  <a:moveTo>
                    <a:pt x="0" y="154939"/>
                  </a:moveTo>
                  <a:lnTo>
                    <a:pt x="0" y="156210"/>
                  </a:lnTo>
                </a:path>
                <a:path w="0" h="828039">
                  <a:moveTo>
                    <a:pt x="0" y="156210"/>
                  </a:moveTo>
                  <a:lnTo>
                    <a:pt x="0" y="158114"/>
                  </a:lnTo>
                </a:path>
                <a:path w="0" h="828039">
                  <a:moveTo>
                    <a:pt x="0" y="158114"/>
                  </a:moveTo>
                  <a:lnTo>
                    <a:pt x="0" y="159385"/>
                  </a:lnTo>
                </a:path>
                <a:path w="0" h="828039">
                  <a:moveTo>
                    <a:pt x="0" y="160020"/>
                  </a:moveTo>
                  <a:lnTo>
                    <a:pt x="0" y="161289"/>
                  </a:lnTo>
                </a:path>
                <a:path w="0" h="828039">
                  <a:moveTo>
                    <a:pt x="0" y="161925"/>
                  </a:moveTo>
                  <a:lnTo>
                    <a:pt x="0" y="163195"/>
                  </a:lnTo>
                </a:path>
                <a:path w="0" h="828039">
                  <a:moveTo>
                    <a:pt x="0" y="163829"/>
                  </a:moveTo>
                  <a:lnTo>
                    <a:pt x="0" y="165100"/>
                  </a:lnTo>
                </a:path>
                <a:path w="0" h="828039">
                  <a:moveTo>
                    <a:pt x="0" y="165100"/>
                  </a:moveTo>
                  <a:lnTo>
                    <a:pt x="0" y="167004"/>
                  </a:lnTo>
                </a:path>
                <a:path w="0" h="828039">
                  <a:moveTo>
                    <a:pt x="0" y="167004"/>
                  </a:moveTo>
                  <a:lnTo>
                    <a:pt x="0" y="168275"/>
                  </a:lnTo>
                </a:path>
                <a:path w="0" h="828039">
                  <a:moveTo>
                    <a:pt x="0" y="168910"/>
                  </a:moveTo>
                  <a:lnTo>
                    <a:pt x="0" y="170179"/>
                  </a:lnTo>
                </a:path>
                <a:path w="0" h="828039">
                  <a:moveTo>
                    <a:pt x="0" y="170814"/>
                  </a:moveTo>
                  <a:lnTo>
                    <a:pt x="0" y="172085"/>
                  </a:lnTo>
                </a:path>
                <a:path w="0" h="828039">
                  <a:moveTo>
                    <a:pt x="0" y="172720"/>
                  </a:moveTo>
                  <a:lnTo>
                    <a:pt x="0" y="173989"/>
                  </a:lnTo>
                </a:path>
                <a:path w="0" h="828039">
                  <a:moveTo>
                    <a:pt x="0" y="173989"/>
                  </a:moveTo>
                  <a:lnTo>
                    <a:pt x="0" y="175895"/>
                  </a:lnTo>
                </a:path>
                <a:path w="0" h="828039">
                  <a:moveTo>
                    <a:pt x="0" y="175895"/>
                  </a:moveTo>
                  <a:lnTo>
                    <a:pt x="0" y="177164"/>
                  </a:lnTo>
                </a:path>
                <a:path w="0" h="828039">
                  <a:moveTo>
                    <a:pt x="0" y="177800"/>
                  </a:moveTo>
                  <a:lnTo>
                    <a:pt x="0" y="179070"/>
                  </a:lnTo>
                </a:path>
                <a:path w="0" h="828039">
                  <a:moveTo>
                    <a:pt x="0" y="179704"/>
                  </a:moveTo>
                  <a:lnTo>
                    <a:pt x="0" y="180975"/>
                  </a:lnTo>
                </a:path>
                <a:path w="0" h="828039">
                  <a:moveTo>
                    <a:pt x="0" y="181610"/>
                  </a:moveTo>
                  <a:lnTo>
                    <a:pt x="0" y="182879"/>
                  </a:lnTo>
                </a:path>
                <a:path w="0" h="828039">
                  <a:moveTo>
                    <a:pt x="0" y="182879"/>
                  </a:moveTo>
                  <a:lnTo>
                    <a:pt x="0" y="184785"/>
                  </a:lnTo>
                </a:path>
                <a:path w="0" h="828039">
                  <a:moveTo>
                    <a:pt x="0" y="184785"/>
                  </a:moveTo>
                  <a:lnTo>
                    <a:pt x="0" y="186054"/>
                  </a:lnTo>
                </a:path>
                <a:path w="0" h="828039">
                  <a:moveTo>
                    <a:pt x="0" y="186689"/>
                  </a:moveTo>
                  <a:lnTo>
                    <a:pt x="0" y="187960"/>
                  </a:lnTo>
                </a:path>
                <a:path w="0" h="828039">
                  <a:moveTo>
                    <a:pt x="0" y="188595"/>
                  </a:moveTo>
                  <a:lnTo>
                    <a:pt x="0" y="189864"/>
                  </a:lnTo>
                </a:path>
                <a:path w="0" h="828039">
                  <a:moveTo>
                    <a:pt x="0" y="190500"/>
                  </a:moveTo>
                  <a:lnTo>
                    <a:pt x="0" y="191770"/>
                  </a:lnTo>
                </a:path>
                <a:path w="0" h="828039">
                  <a:moveTo>
                    <a:pt x="0" y="191770"/>
                  </a:moveTo>
                  <a:lnTo>
                    <a:pt x="0" y="193675"/>
                  </a:lnTo>
                </a:path>
                <a:path w="0" h="828039">
                  <a:moveTo>
                    <a:pt x="0" y="193675"/>
                  </a:moveTo>
                  <a:lnTo>
                    <a:pt x="0" y="194945"/>
                  </a:lnTo>
                </a:path>
                <a:path w="0" h="828039">
                  <a:moveTo>
                    <a:pt x="0" y="195579"/>
                  </a:moveTo>
                  <a:lnTo>
                    <a:pt x="0" y="196850"/>
                  </a:lnTo>
                </a:path>
                <a:path w="0" h="828039">
                  <a:moveTo>
                    <a:pt x="0" y="197485"/>
                  </a:moveTo>
                  <a:lnTo>
                    <a:pt x="0" y="198754"/>
                  </a:lnTo>
                </a:path>
                <a:path w="0" h="828039">
                  <a:moveTo>
                    <a:pt x="0" y="199389"/>
                  </a:moveTo>
                  <a:lnTo>
                    <a:pt x="0" y="200660"/>
                  </a:lnTo>
                </a:path>
                <a:path w="0" h="828039">
                  <a:moveTo>
                    <a:pt x="0" y="200660"/>
                  </a:moveTo>
                  <a:lnTo>
                    <a:pt x="0" y="202564"/>
                  </a:lnTo>
                </a:path>
                <a:path w="0" h="828039">
                  <a:moveTo>
                    <a:pt x="0" y="202564"/>
                  </a:moveTo>
                  <a:lnTo>
                    <a:pt x="0" y="203835"/>
                  </a:lnTo>
                </a:path>
                <a:path w="0" h="828039">
                  <a:moveTo>
                    <a:pt x="0" y="204470"/>
                  </a:moveTo>
                  <a:lnTo>
                    <a:pt x="0" y="205739"/>
                  </a:lnTo>
                </a:path>
                <a:path w="0" h="828039">
                  <a:moveTo>
                    <a:pt x="0" y="206375"/>
                  </a:moveTo>
                  <a:lnTo>
                    <a:pt x="0" y="207645"/>
                  </a:lnTo>
                </a:path>
                <a:path w="0" h="828039">
                  <a:moveTo>
                    <a:pt x="0" y="208279"/>
                  </a:moveTo>
                  <a:lnTo>
                    <a:pt x="0" y="209550"/>
                  </a:lnTo>
                </a:path>
                <a:path w="0" h="828039">
                  <a:moveTo>
                    <a:pt x="0" y="209550"/>
                  </a:moveTo>
                  <a:lnTo>
                    <a:pt x="0" y="211454"/>
                  </a:lnTo>
                </a:path>
                <a:path w="0" h="828039">
                  <a:moveTo>
                    <a:pt x="0" y="211454"/>
                  </a:moveTo>
                  <a:lnTo>
                    <a:pt x="0" y="212725"/>
                  </a:lnTo>
                </a:path>
                <a:path w="0" h="828039">
                  <a:moveTo>
                    <a:pt x="0" y="213360"/>
                  </a:moveTo>
                  <a:lnTo>
                    <a:pt x="0" y="214629"/>
                  </a:lnTo>
                </a:path>
                <a:path w="0" h="828039">
                  <a:moveTo>
                    <a:pt x="0" y="215264"/>
                  </a:moveTo>
                  <a:lnTo>
                    <a:pt x="0" y="216535"/>
                  </a:lnTo>
                </a:path>
                <a:path w="0" h="828039">
                  <a:moveTo>
                    <a:pt x="0" y="217170"/>
                  </a:moveTo>
                  <a:lnTo>
                    <a:pt x="0" y="218439"/>
                  </a:lnTo>
                </a:path>
                <a:path w="0" h="828039">
                  <a:moveTo>
                    <a:pt x="0" y="218439"/>
                  </a:moveTo>
                  <a:lnTo>
                    <a:pt x="0" y="220345"/>
                  </a:lnTo>
                </a:path>
                <a:path w="0" h="828039">
                  <a:moveTo>
                    <a:pt x="0" y="220345"/>
                  </a:moveTo>
                  <a:lnTo>
                    <a:pt x="0" y="221614"/>
                  </a:lnTo>
                </a:path>
                <a:path w="0" h="828039">
                  <a:moveTo>
                    <a:pt x="0" y="222250"/>
                  </a:moveTo>
                  <a:lnTo>
                    <a:pt x="0" y="223520"/>
                  </a:lnTo>
                </a:path>
                <a:path w="0" h="828039">
                  <a:moveTo>
                    <a:pt x="0" y="224154"/>
                  </a:moveTo>
                  <a:lnTo>
                    <a:pt x="0" y="225425"/>
                  </a:lnTo>
                </a:path>
                <a:path w="0" h="828039">
                  <a:moveTo>
                    <a:pt x="0" y="226060"/>
                  </a:moveTo>
                  <a:lnTo>
                    <a:pt x="0" y="227329"/>
                  </a:lnTo>
                </a:path>
                <a:path w="0" h="828039">
                  <a:moveTo>
                    <a:pt x="0" y="227329"/>
                  </a:moveTo>
                  <a:lnTo>
                    <a:pt x="0" y="229235"/>
                  </a:lnTo>
                </a:path>
                <a:path w="0" h="828039">
                  <a:moveTo>
                    <a:pt x="0" y="229235"/>
                  </a:moveTo>
                  <a:lnTo>
                    <a:pt x="0" y="230504"/>
                  </a:lnTo>
                </a:path>
                <a:path w="0" h="828039">
                  <a:moveTo>
                    <a:pt x="0" y="231139"/>
                  </a:moveTo>
                  <a:lnTo>
                    <a:pt x="0" y="232410"/>
                  </a:lnTo>
                </a:path>
                <a:path w="0" h="828039">
                  <a:moveTo>
                    <a:pt x="0" y="233045"/>
                  </a:moveTo>
                  <a:lnTo>
                    <a:pt x="0" y="234314"/>
                  </a:lnTo>
                </a:path>
                <a:path w="0" h="828039">
                  <a:moveTo>
                    <a:pt x="0" y="234950"/>
                  </a:moveTo>
                  <a:lnTo>
                    <a:pt x="0" y="236220"/>
                  </a:lnTo>
                </a:path>
                <a:path w="0" h="828039">
                  <a:moveTo>
                    <a:pt x="0" y="236220"/>
                  </a:moveTo>
                  <a:lnTo>
                    <a:pt x="0" y="238125"/>
                  </a:lnTo>
                </a:path>
                <a:path w="0" h="828039">
                  <a:moveTo>
                    <a:pt x="0" y="238125"/>
                  </a:moveTo>
                  <a:lnTo>
                    <a:pt x="0" y="239395"/>
                  </a:lnTo>
                </a:path>
                <a:path w="0" h="828039">
                  <a:moveTo>
                    <a:pt x="0" y="240029"/>
                  </a:moveTo>
                  <a:lnTo>
                    <a:pt x="0" y="241300"/>
                  </a:lnTo>
                </a:path>
                <a:path w="0" h="828039">
                  <a:moveTo>
                    <a:pt x="0" y="241935"/>
                  </a:moveTo>
                  <a:lnTo>
                    <a:pt x="0" y="243204"/>
                  </a:lnTo>
                </a:path>
                <a:path w="0" h="828039">
                  <a:moveTo>
                    <a:pt x="0" y="243839"/>
                  </a:moveTo>
                  <a:lnTo>
                    <a:pt x="0" y="245110"/>
                  </a:lnTo>
                </a:path>
                <a:path w="0" h="828039">
                  <a:moveTo>
                    <a:pt x="0" y="245110"/>
                  </a:moveTo>
                  <a:lnTo>
                    <a:pt x="0" y="247014"/>
                  </a:lnTo>
                </a:path>
                <a:path w="0" h="828039">
                  <a:moveTo>
                    <a:pt x="0" y="247014"/>
                  </a:moveTo>
                  <a:lnTo>
                    <a:pt x="0" y="248285"/>
                  </a:lnTo>
                </a:path>
                <a:path w="0" h="828039">
                  <a:moveTo>
                    <a:pt x="0" y="248920"/>
                  </a:moveTo>
                  <a:lnTo>
                    <a:pt x="0" y="250189"/>
                  </a:lnTo>
                </a:path>
                <a:path w="0" h="828039">
                  <a:moveTo>
                    <a:pt x="0" y="250825"/>
                  </a:moveTo>
                  <a:lnTo>
                    <a:pt x="0" y="252095"/>
                  </a:lnTo>
                </a:path>
                <a:path w="0" h="828039">
                  <a:moveTo>
                    <a:pt x="0" y="252729"/>
                  </a:moveTo>
                  <a:lnTo>
                    <a:pt x="0" y="254000"/>
                  </a:lnTo>
                </a:path>
                <a:path w="0" h="828039">
                  <a:moveTo>
                    <a:pt x="0" y="254000"/>
                  </a:moveTo>
                  <a:lnTo>
                    <a:pt x="0" y="255904"/>
                  </a:lnTo>
                </a:path>
                <a:path w="0" h="828039">
                  <a:moveTo>
                    <a:pt x="0" y="255904"/>
                  </a:moveTo>
                  <a:lnTo>
                    <a:pt x="0" y="257175"/>
                  </a:lnTo>
                </a:path>
                <a:path w="0" h="828039">
                  <a:moveTo>
                    <a:pt x="0" y="257810"/>
                  </a:moveTo>
                  <a:lnTo>
                    <a:pt x="0" y="259079"/>
                  </a:lnTo>
                </a:path>
                <a:path w="0" h="828039">
                  <a:moveTo>
                    <a:pt x="0" y="259714"/>
                  </a:moveTo>
                  <a:lnTo>
                    <a:pt x="0" y="260985"/>
                  </a:lnTo>
                </a:path>
                <a:path w="0" h="828039">
                  <a:moveTo>
                    <a:pt x="0" y="261620"/>
                  </a:moveTo>
                  <a:lnTo>
                    <a:pt x="0" y="262889"/>
                  </a:lnTo>
                </a:path>
                <a:path w="0" h="828039">
                  <a:moveTo>
                    <a:pt x="0" y="262889"/>
                  </a:moveTo>
                  <a:lnTo>
                    <a:pt x="0" y="264795"/>
                  </a:lnTo>
                </a:path>
                <a:path w="0" h="828039">
                  <a:moveTo>
                    <a:pt x="0" y="264795"/>
                  </a:moveTo>
                  <a:lnTo>
                    <a:pt x="0" y="266064"/>
                  </a:lnTo>
                </a:path>
                <a:path w="0" h="828039">
                  <a:moveTo>
                    <a:pt x="0" y="266700"/>
                  </a:moveTo>
                  <a:lnTo>
                    <a:pt x="0" y="267970"/>
                  </a:lnTo>
                </a:path>
                <a:path w="0" h="828039">
                  <a:moveTo>
                    <a:pt x="0" y="268604"/>
                  </a:moveTo>
                  <a:lnTo>
                    <a:pt x="0" y="269875"/>
                  </a:lnTo>
                </a:path>
                <a:path w="0" h="828039">
                  <a:moveTo>
                    <a:pt x="0" y="270510"/>
                  </a:moveTo>
                  <a:lnTo>
                    <a:pt x="0" y="271779"/>
                  </a:lnTo>
                </a:path>
                <a:path w="0" h="828039">
                  <a:moveTo>
                    <a:pt x="0" y="271779"/>
                  </a:moveTo>
                  <a:lnTo>
                    <a:pt x="0" y="273685"/>
                  </a:lnTo>
                </a:path>
                <a:path w="0" h="828039">
                  <a:moveTo>
                    <a:pt x="0" y="273685"/>
                  </a:moveTo>
                  <a:lnTo>
                    <a:pt x="0" y="274954"/>
                  </a:lnTo>
                </a:path>
                <a:path w="0" h="828039">
                  <a:moveTo>
                    <a:pt x="0" y="275589"/>
                  </a:moveTo>
                  <a:lnTo>
                    <a:pt x="0" y="276860"/>
                  </a:lnTo>
                </a:path>
                <a:path w="0" h="828039">
                  <a:moveTo>
                    <a:pt x="0" y="277495"/>
                  </a:moveTo>
                  <a:lnTo>
                    <a:pt x="0" y="278764"/>
                  </a:lnTo>
                </a:path>
                <a:path w="0" h="828039">
                  <a:moveTo>
                    <a:pt x="0" y="279400"/>
                  </a:moveTo>
                  <a:lnTo>
                    <a:pt x="0" y="280670"/>
                  </a:lnTo>
                </a:path>
                <a:path w="0" h="828039">
                  <a:moveTo>
                    <a:pt x="0" y="280670"/>
                  </a:moveTo>
                  <a:lnTo>
                    <a:pt x="0" y="282575"/>
                  </a:lnTo>
                </a:path>
                <a:path w="0" h="828039">
                  <a:moveTo>
                    <a:pt x="0" y="282575"/>
                  </a:moveTo>
                  <a:lnTo>
                    <a:pt x="0" y="283845"/>
                  </a:lnTo>
                </a:path>
                <a:path w="0" h="828039">
                  <a:moveTo>
                    <a:pt x="0" y="284479"/>
                  </a:moveTo>
                  <a:lnTo>
                    <a:pt x="0" y="285750"/>
                  </a:lnTo>
                </a:path>
                <a:path w="0" h="828039">
                  <a:moveTo>
                    <a:pt x="0" y="286385"/>
                  </a:moveTo>
                  <a:lnTo>
                    <a:pt x="0" y="287654"/>
                  </a:lnTo>
                </a:path>
                <a:path w="0" h="828039">
                  <a:moveTo>
                    <a:pt x="0" y="288289"/>
                  </a:moveTo>
                  <a:lnTo>
                    <a:pt x="0" y="289560"/>
                  </a:lnTo>
                </a:path>
                <a:path w="0" h="828039">
                  <a:moveTo>
                    <a:pt x="0" y="289560"/>
                  </a:moveTo>
                  <a:lnTo>
                    <a:pt x="0" y="291464"/>
                  </a:lnTo>
                </a:path>
                <a:path w="0" h="828039">
                  <a:moveTo>
                    <a:pt x="0" y="291464"/>
                  </a:moveTo>
                  <a:lnTo>
                    <a:pt x="0" y="292735"/>
                  </a:lnTo>
                </a:path>
                <a:path w="0" h="828039">
                  <a:moveTo>
                    <a:pt x="0" y="293370"/>
                  </a:moveTo>
                  <a:lnTo>
                    <a:pt x="0" y="294639"/>
                  </a:lnTo>
                </a:path>
                <a:path w="0" h="828039">
                  <a:moveTo>
                    <a:pt x="0" y="295275"/>
                  </a:moveTo>
                  <a:lnTo>
                    <a:pt x="0" y="296545"/>
                  </a:lnTo>
                </a:path>
                <a:path w="0" h="828039">
                  <a:moveTo>
                    <a:pt x="0" y="297179"/>
                  </a:moveTo>
                  <a:lnTo>
                    <a:pt x="0" y="298450"/>
                  </a:lnTo>
                </a:path>
                <a:path w="0" h="828039">
                  <a:moveTo>
                    <a:pt x="0" y="298450"/>
                  </a:moveTo>
                  <a:lnTo>
                    <a:pt x="0" y="300354"/>
                  </a:lnTo>
                </a:path>
                <a:path w="0" h="828039">
                  <a:moveTo>
                    <a:pt x="0" y="300354"/>
                  </a:moveTo>
                  <a:lnTo>
                    <a:pt x="0" y="301625"/>
                  </a:lnTo>
                </a:path>
                <a:path w="0" h="828039">
                  <a:moveTo>
                    <a:pt x="0" y="302260"/>
                  </a:moveTo>
                  <a:lnTo>
                    <a:pt x="0" y="303529"/>
                  </a:lnTo>
                </a:path>
                <a:path w="0" h="828039">
                  <a:moveTo>
                    <a:pt x="0" y="304164"/>
                  </a:moveTo>
                  <a:lnTo>
                    <a:pt x="0" y="305435"/>
                  </a:lnTo>
                </a:path>
                <a:path w="0" h="828039">
                  <a:moveTo>
                    <a:pt x="0" y="306070"/>
                  </a:moveTo>
                  <a:lnTo>
                    <a:pt x="0" y="307339"/>
                  </a:lnTo>
                </a:path>
                <a:path w="0" h="828039">
                  <a:moveTo>
                    <a:pt x="0" y="307339"/>
                  </a:moveTo>
                  <a:lnTo>
                    <a:pt x="0" y="309245"/>
                  </a:lnTo>
                </a:path>
                <a:path w="0" h="828039">
                  <a:moveTo>
                    <a:pt x="0" y="309245"/>
                  </a:moveTo>
                  <a:lnTo>
                    <a:pt x="0" y="310514"/>
                  </a:lnTo>
                </a:path>
                <a:path w="0" h="828039">
                  <a:moveTo>
                    <a:pt x="0" y="311150"/>
                  </a:moveTo>
                  <a:lnTo>
                    <a:pt x="0" y="312420"/>
                  </a:lnTo>
                </a:path>
                <a:path w="0" h="828039">
                  <a:moveTo>
                    <a:pt x="0" y="313054"/>
                  </a:moveTo>
                  <a:lnTo>
                    <a:pt x="0" y="314325"/>
                  </a:lnTo>
                </a:path>
                <a:path w="0" h="828039">
                  <a:moveTo>
                    <a:pt x="0" y="314960"/>
                  </a:moveTo>
                  <a:lnTo>
                    <a:pt x="0" y="316229"/>
                  </a:lnTo>
                </a:path>
                <a:path w="0" h="828039">
                  <a:moveTo>
                    <a:pt x="0" y="316229"/>
                  </a:moveTo>
                  <a:lnTo>
                    <a:pt x="0" y="318135"/>
                  </a:lnTo>
                </a:path>
                <a:path w="0" h="828039">
                  <a:moveTo>
                    <a:pt x="0" y="318135"/>
                  </a:moveTo>
                  <a:lnTo>
                    <a:pt x="0" y="319404"/>
                  </a:lnTo>
                </a:path>
                <a:path w="0" h="828039">
                  <a:moveTo>
                    <a:pt x="0" y="320039"/>
                  </a:moveTo>
                  <a:lnTo>
                    <a:pt x="0" y="321310"/>
                  </a:lnTo>
                </a:path>
                <a:path w="0" h="828039">
                  <a:moveTo>
                    <a:pt x="0" y="321945"/>
                  </a:moveTo>
                  <a:lnTo>
                    <a:pt x="0" y="323214"/>
                  </a:lnTo>
                </a:path>
                <a:path w="0" h="828039">
                  <a:moveTo>
                    <a:pt x="0" y="323850"/>
                  </a:moveTo>
                  <a:lnTo>
                    <a:pt x="0" y="325120"/>
                  </a:lnTo>
                </a:path>
                <a:path w="0" h="828039">
                  <a:moveTo>
                    <a:pt x="0" y="325120"/>
                  </a:moveTo>
                  <a:lnTo>
                    <a:pt x="0" y="327025"/>
                  </a:lnTo>
                </a:path>
                <a:path w="0" h="828039">
                  <a:moveTo>
                    <a:pt x="0" y="327025"/>
                  </a:moveTo>
                  <a:lnTo>
                    <a:pt x="0" y="328295"/>
                  </a:lnTo>
                </a:path>
                <a:path w="0" h="828039">
                  <a:moveTo>
                    <a:pt x="0" y="328929"/>
                  </a:moveTo>
                  <a:lnTo>
                    <a:pt x="0" y="330200"/>
                  </a:lnTo>
                </a:path>
                <a:path w="0" h="828039">
                  <a:moveTo>
                    <a:pt x="0" y="330835"/>
                  </a:moveTo>
                  <a:lnTo>
                    <a:pt x="0" y="332104"/>
                  </a:lnTo>
                </a:path>
                <a:path w="0" h="828039">
                  <a:moveTo>
                    <a:pt x="0" y="332739"/>
                  </a:moveTo>
                  <a:lnTo>
                    <a:pt x="0" y="334010"/>
                  </a:lnTo>
                </a:path>
                <a:path w="0" h="828039">
                  <a:moveTo>
                    <a:pt x="0" y="334010"/>
                  </a:moveTo>
                  <a:lnTo>
                    <a:pt x="0" y="335914"/>
                  </a:lnTo>
                </a:path>
                <a:path w="0" h="828039">
                  <a:moveTo>
                    <a:pt x="0" y="335914"/>
                  </a:moveTo>
                  <a:lnTo>
                    <a:pt x="0" y="337185"/>
                  </a:lnTo>
                </a:path>
                <a:path w="0" h="828039">
                  <a:moveTo>
                    <a:pt x="0" y="337820"/>
                  </a:moveTo>
                  <a:lnTo>
                    <a:pt x="0" y="339089"/>
                  </a:lnTo>
                </a:path>
                <a:path w="0" h="828039">
                  <a:moveTo>
                    <a:pt x="0" y="339725"/>
                  </a:moveTo>
                  <a:lnTo>
                    <a:pt x="0" y="340995"/>
                  </a:lnTo>
                </a:path>
                <a:path w="0" h="828039">
                  <a:moveTo>
                    <a:pt x="0" y="341629"/>
                  </a:moveTo>
                  <a:lnTo>
                    <a:pt x="0" y="342900"/>
                  </a:lnTo>
                </a:path>
                <a:path w="0" h="828039">
                  <a:moveTo>
                    <a:pt x="0" y="342900"/>
                  </a:moveTo>
                  <a:lnTo>
                    <a:pt x="0" y="344804"/>
                  </a:lnTo>
                </a:path>
                <a:path w="0" h="828039">
                  <a:moveTo>
                    <a:pt x="0" y="344804"/>
                  </a:moveTo>
                  <a:lnTo>
                    <a:pt x="0" y="346075"/>
                  </a:lnTo>
                </a:path>
                <a:path w="0" h="828039">
                  <a:moveTo>
                    <a:pt x="0" y="346710"/>
                  </a:moveTo>
                  <a:lnTo>
                    <a:pt x="0" y="347979"/>
                  </a:lnTo>
                </a:path>
                <a:path w="0" h="828039">
                  <a:moveTo>
                    <a:pt x="0" y="348614"/>
                  </a:moveTo>
                  <a:lnTo>
                    <a:pt x="0" y="349885"/>
                  </a:lnTo>
                </a:path>
                <a:path w="0" h="828039">
                  <a:moveTo>
                    <a:pt x="0" y="350520"/>
                  </a:moveTo>
                  <a:lnTo>
                    <a:pt x="0" y="351789"/>
                  </a:lnTo>
                </a:path>
                <a:path w="0" h="828039">
                  <a:moveTo>
                    <a:pt x="0" y="351789"/>
                  </a:moveTo>
                  <a:lnTo>
                    <a:pt x="0" y="353695"/>
                  </a:lnTo>
                </a:path>
                <a:path w="0" h="828039">
                  <a:moveTo>
                    <a:pt x="0" y="353695"/>
                  </a:moveTo>
                  <a:lnTo>
                    <a:pt x="0" y="354964"/>
                  </a:lnTo>
                </a:path>
                <a:path w="0" h="828039">
                  <a:moveTo>
                    <a:pt x="0" y="355600"/>
                  </a:moveTo>
                  <a:lnTo>
                    <a:pt x="0" y="356870"/>
                  </a:lnTo>
                </a:path>
                <a:path w="0" h="828039">
                  <a:moveTo>
                    <a:pt x="0" y="357504"/>
                  </a:moveTo>
                  <a:lnTo>
                    <a:pt x="0" y="358775"/>
                  </a:lnTo>
                </a:path>
                <a:path w="0" h="828039">
                  <a:moveTo>
                    <a:pt x="0" y="359410"/>
                  </a:moveTo>
                  <a:lnTo>
                    <a:pt x="0" y="360679"/>
                  </a:lnTo>
                </a:path>
                <a:path w="0" h="828039">
                  <a:moveTo>
                    <a:pt x="0" y="360679"/>
                  </a:moveTo>
                  <a:lnTo>
                    <a:pt x="0" y="362585"/>
                  </a:lnTo>
                </a:path>
                <a:path w="0" h="828039">
                  <a:moveTo>
                    <a:pt x="0" y="362585"/>
                  </a:moveTo>
                  <a:lnTo>
                    <a:pt x="0" y="363854"/>
                  </a:lnTo>
                </a:path>
                <a:path w="0" h="828039">
                  <a:moveTo>
                    <a:pt x="0" y="364489"/>
                  </a:moveTo>
                  <a:lnTo>
                    <a:pt x="0" y="365760"/>
                  </a:lnTo>
                </a:path>
                <a:path w="0" h="828039">
                  <a:moveTo>
                    <a:pt x="0" y="366395"/>
                  </a:moveTo>
                  <a:lnTo>
                    <a:pt x="0" y="367664"/>
                  </a:lnTo>
                </a:path>
                <a:path w="0" h="828039">
                  <a:moveTo>
                    <a:pt x="0" y="368300"/>
                  </a:moveTo>
                  <a:lnTo>
                    <a:pt x="0" y="369570"/>
                  </a:lnTo>
                </a:path>
                <a:path w="0" h="828039">
                  <a:moveTo>
                    <a:pt x="0" y="369570"/>
                  </a:moveTo>
                  <a:lnTo>
                    <a:pt x="0" y="371475"/>
                  </a:lnTo>
                </a:path>
                <a:path w="0" h="828039">
                  <a:moveTo>
                    <a:pt x="0" y="371475"/>
                  </a:moveTo>
                  <a:lnTo>
                    <a:pt x="0" y="372745"/>
                  </a:lnTo>
                </a:path>
                <a:path w="0" h="828039">
                  <a:moveTo>
                    <a:pt x="0" y="373379"/>
                  </a:moveTo>
                  <a:lnTo>
                    <a:pt x="0" y="374650"/>
                  </a:lnTo>
                </a:path>
                <a:path w="0" h="828039">
                  <a:moveTo>
                    <a:pt x="0" y="375285"/>
                  </a:moveTo>
                  <a:lnTo>
                    <a:pt x="0" y="376554"/>
                  </a:lnTo>
                </a:path>
                <a:path w="0" h="828039">
                  <a:moveTo>
                    <a:pt x="0" y="377189"/>
                  </a:moveTo>
                  <a:lnTo>
                    <a:pt x="0" y="378460"/>
                  </a:lnTo>
                </a:path>
                <a:path w="0" h="828039">
                  <a:moveTo>
                    <a:pt x="0" y="378460"/>
                  </a:moveTo>
                  <a:lnTo>
                    <a:pt x="0" y="380364"/>
                  </a:lnTo>
                </a:path>
                <a:path w="0" h="828039">
                  <a:moveTo>
                    <a:pt x="0" y="380364"/>
                  </a:moveTo>
                  <a:lnTo>
                    <a:pt x="0" y="381635"/>
                  </a:lnTo>
                </a:path>
                <a:path w="0" h="828039">
                  <a:moveTo>
                    <a:pt x="0" y="382270"/>
                  </a:moveTo>
                  <a:lnTo>
                    <a:pt x="0" y="383539"/>
                  </a:lnTo>
                </a:path>
                <a:path w="0" h="828039">
                  <a:moveTo>
                    <a:pt x="0" y="384175"/>
                  </a:moveTo>
                  <a:lnTo>
                    <a:pt x="0" y="385445"/>
                  </a:lnTo>
                </a:path>
                <a:path w="0" h="828039">
                  <a:moveTo>
                    <a:pt x="0" y="386079"/>
                  </a:moveTo>
                  <a:lnTo>
                    <a:pt x="0" y="387350"/>
                  </a:lnTo>
                </a:path>
                <a:path w="0" h="828039">
                  <a:moveTo>
                    <a:pt x="0" y="387350"/>
                  </a:moveTo>
                  <a:lnTo>
                    <a:pt x="0" y="389254"/>
                  </a:lnTo>
                </a:path>
                <a:path w="0" h="828039">
                  <a:moveTo>
                    <a:pt x="0" y="389254"/>
                  </a:moveTo>
                  <a:lnTo>
                    <a:pt x="0" y="390525"/>
                  </a:lnTo>
                </a:path>
                <a:path w="0" h="828039">
                  <a:moveTo>
                    <a:pt x="0" y="391160"/>
                  </a:moveTo>
                  <a:lnTo>
                    <a:pt x="0" y="392429"/>
                  </a:lnTo>
                </a:path>
                <a:path w="0" h="828039">
                  <a:moveTo>
                    <a:pt x="0" y="393064"/>
                  </a:moveTo>
                  <a:lnTo>
                    <a:pt x="0" y="394335"/>
                  </a:lnTo>
                </a:path>
                <a:path w="0" h="828039">
                  <a:moveTo>
                    <a:pt x="0" y="394970"/>
                  </a:moveTo>
                  <a:lnTo>
                    <a:pt x="0" y="396239"/>
                  </a:lnTo>
                </a:path>
                <a:path w="0" h="828039">
                  <a:moveTo>
                    <a:pt x="0" y="396239"/>
                  </a:moveTo>
                  <a:lnTo>
                    <a:pt x="0" y="398145"/>
                  </a:lnTo>
                </a:path>
                <a:path w="0" h="828039">
                  <a:moveTo>
                    <a:pt x="0" y="398145"/>
                  </a:moveTo>
                  <a:lnTo>
                    <a:pt x="0" y="399414"/>
                  </a:lnTo>
                </a:path>
                <a:path w="0" h="828039">
                  <a:moveTo>
                    <a:pt x="0" y="400050"/>
                  </a:moveTo>
                  <a:lnTo>
                    <a:pt x="0" y="401320"/>
                  </a:lnTo>
                </a:path>
                <a:path w="0" h="828039">
                  <a:moveTo>
                    <a:pt x="0" y="401954"/>
                  </a:moveTo>
                  <a:lnTo>
                    <a:pt x="0" y="403225"/>
                  </a:lnTo>
                </a:path>
                <a:path w="0" h="828039">
                  <a:moveTo>
                    <a:pt x="0" y="403860"/>
                  </a:moveTo>
                  <a:lnTo>
                    <a:pt x="0" y="405129"/>
                  </a:lnTo>
                </a:path>
                <a:path w="0" h="828039">
                  <a:moveTo>
                    <a:pt x="0" y="405129"/>
                  </a:moveTo>
                  <a:lnTo>
                    <a:pt x="0" y="407035"/>
                  </a:lnTo>
                </a:path>
                <a:path w="0" h="828039">
                  <a:moveTo>
                    <a:pt x="0" y="407035"/>
                  </a:moveTo>
                  <a:lnTo>
                    <a:pt x="0" y="408304"/>
                  </a:lnTo>
                </a:path>
                <a:path w="0" h="828039">
                  <a:moveTo>
                    <a:pt x="0" y="408939"/>
                  </a:moveTo>
                  <a:lnTo>
                    <a:pt x="0" y="410210"/>
                  </a:lnTo>
                </a:path>
                <a:path w="0" h="828039">
                  <a:moveTo>
                    <a:pt x="0" y="410845"/>
                  </a:moveTo>
                  <a:lnTo>
                    <a:pt x="0" y="412114"/>
                  </a:lnTo>
                </a:path>
                <a:path w="0" h="828039">
                  <a:moveTo>
                    <a:pt x="0" y="412750"/>
                  </a:moveTo>
                  <a:lnTo>
                    <a:pt x="0" y="414020"/>
                  </a:lnTo>
                </a:path>
                <a:path w="0" h="828039">
                  <a:moveTo>
                    <a:pt x="0" y="414020"/>
                  </a:moveTo>
                  <a:lnTo>
                    <a:pt x="0" y="415925"/>
                  </a:lnTo>
                </a:path>
                <a:path w="0" h="828039">
                  <a:moveTo>
                    <a:pt x="0" y="415925"/>
                  </a:moveTo>
                  <a:lnTo>
                    <a:pt x="0" y="417195"/>
                  </a:lnTo>
                </a:path>
                <a:path w="0" h="828039">
                  <a:moveTo>
                    <a:pt x="0" y="417829"/>
                  </a:moveTo>
                  <a:lnTo>
                    <a:pt x="0" y="419100"/>
                  </a:lnTo>
                </a:path>
                <a:path w="0" h="828039">
                  <a:moveTo>
                    <a:pt x="0" y="419735"/>
                  </a:moveTo>
                  <a:lnTo>
                    <a:pt x="0" y="421004"/>
                  </a:lnTo>
                </a:path>
                <a:path w="0" h="828039">
                  <a:moveTo>
                    <a:pt x="0" y="421639"/>
                  </a:moveTo>
                  <a:lnTo>
                    <a:pt x="0" y="422910"/>
                  </a:lnTo>
                </a:path>
                <a:path w="0" h="828039">
                  <a:moveTo>
                    <a:pt x="0" y="422910"/>
                  </a:moveTo>
                  <a:lnTo>
                    <a:pt x="0" y="424814"/>
                  </a:lnTo>
                </a:path>
                <a:path w="0" h="828039">
                  <a:moveTo>
                    <a:pt x="0" y="424814"/>
                  </a:moveTo>
                  <a:lnTo>
                    <a:pt x="0" y="426085"/>
                  </a:lnTo>
                </a:path>
                <a:path w="0" h="828039">
                  <a:moveTo>
                    <a:pt x="0" y="426720"/>
                  </a:moveTo>
                  <a:lnTo>
                    <a:pt x="0" y="427989"/>
                  </a:lnTo>
                </a:path>
                <a:path w="0" h="828039">
                  <a:moveTo>
                    <a:pt x="0" y="428625"/>
                  </a:moveTo>
                  <a:lnTo>
                    <a:pt x="0" y="429895"/>
                  </a:lnTo>
                </a:path>
                <a:path w="0" h="828039">
                  <a:moveTo>
                    <a:pt x="0" y="430529"/>
                  </a:moveTo>
                  <a:lnTo>
                    <a:pt x="0" y="431800"/>
                  </a:lnTo>
                </a:path>
                <a:path w="0" h="828039">
                  <a:moveTo>
                    <a:pt x="0" y="431800"/>
                  </a:moveTo>
                  <a:lnTo>
                    <a:pt x="0" y="433704"/>
                  </a:lnTo>
                </a:path>
                <a:path w="0" h="828039">
                  <a:moveTo>
                    <a:pt x="0" y="433704"/>
                  </a:moveTo>
                  <a:lnTo>
                    <a:pt x="0" y="434975"/>
                  </a:lnTo>
                </a:path>
                <a:path w="0" h="828039">
                  <a:moveTo>
                    <a:pt x="0" y="435610"/>
                  </a:moveTo>
                  <a:lnTo>
                    <a:pt x="0" y="436879"/>
                  </a:lnTo>
                </a:path>
                <a:path w="0" h="828039">
                  <a:moveTo>
                    <a:pt x="0" y="437514"/>
                  </a:moveTo>
                  <a:lnTo>
                    <a:pt x="0" y="438785"/>
                  </a:lnTo>
                </a:path>
                <a:path w="0" h="828039">
                  <a:moveTo>
                    <a:pt x="0" y="439420"/>
                  </a:moveTo>
                  <a:lnTo>
                    <a:pt x="0" y="440689"/>
                  </a:lnTo>
                </a:path>
                <a:path w="0" h="828039">
                  <a:moveTo>
                    <a:pt x="0" y="440689"/>
                  </a:moveTo>
                  <a:lnTo>
                    <a:pt x="0" y="442595"/>
                  </a:lnTo>
                </a:path>
                <a:path w="0" h="828039">
                  <a:moveTo>
                    <a:pt x="0" y="442595"/>
                  </a:moveTo>
                  <a:lnTo>
                    <a:pt x="0" y="443864"/>
                  </a:lnTo>
                </a:path>
                <a:path w="0" h="828039">
                  <a:moveTo>
                    <a:pt x="0" y="444500"/>
                  </a:moveTo>
                  <a:lnTo>
                    <a:pt x="0" y="445770"/>
                  </a:lnTo>
                </a:path>
                <a:path w="0" h="828039">
                  <a:moveTo>
                    <a:pt x="0" y="446404"/>
                  </a:moveTo>
                  <a:lnTo>
                    <a:pt x="0" y="447675"/>
                  </a:lnTo>
                </a:path>
                <a:path w="0" h="828039">
                  <a:moveTo>
                    <a:pt x="0" y="448310"/>
                  </a:moveTo>
                  <a:lnTo>
                    <a:pt x="0" y="449579"/>
                  </a:lnTo>
                </a:path>
                <a:path w="0" h="828039">
                  <a:moveTo>
                    <a:pt x="0" y="449579"/>
                  </a:moveTo>
                  <a:lnTo>
                    <a:pt x="0" y="451485"/>
                  </a:lnTo>
                </a:path>
                <a:path w="0" h="828039">
                  <a:moveTo>
                    <a:pt x="0" y="451485"/>
                  </a:moveTo>
                  <a:lnTo>
                    <a:pt x="0" y="452754"/>
                  </a:lnTo>
                </a:path>
                <a:path w="0" h="828039">
                  <a:moveTo>
                    <a:pt x="0" y="453389"/>
                  </a:moveTo>
                  <a:lnTo>
                    <a:pt x="0" y="454660"/>
                  </a:lnTo>
                </a:path>
                <a:path w="0" h="828039">
                  <a:moveTo>
                    <a:pt x="0" y="455295"/>
                  </a:moveTo>
                  <a:lnTo>
                    <a:pt x="0" y="456564"/>
                  </a:lnTo>
                </a:path>
                <a:path w="0" h="828039">
                  <a:moveTo>
                    <a:pt x="0" y="457200"/>
                  </a:moveTo>
                  <a:lnTo>
                    <a:pt x="0" y="458470"/>
                  </a:lnTo>
                </a:path>
                <a:path w="0" h="828039">
                  <a:moveTo>
                    <a:pt x="0" y="458470"/>
                  </a:moveTo>
                  <a:lnTo>
                    <a:pt x="0" y="460375"/>
                  </a:lnTo>
                </a:path>
                <a:path w="0" h="828039">
                  <a:moveTo>
                    <a:pt x="0" y="460375"/>
                  </a:moveTo>
                  <a:lnTo>
                    <a:pt x="0" y="461645"/>
                  </a:lnTo>
                </a:path>
                <a:path w="0" h="828039">
                  <a:moveTo>
                    <a:pt x="0" y="462279"/>
                  </a:moveTo>
                  <a:lnTo>
                    <a:pt x="0" y="463550"/>
                  </a:lnTo>
                </a:path>
                <a:path w="0" h="828039">
                  <a:moveTo>
                    <a:pt x="0" y="464185"/>
                  </a:moveTo>
                  <a:lnTo>
                    <a:pt x="0" y="465454"/>
                  </a:lnTo>
                </a:path>
                <a:path w="0" h="828039">
                  <a:moveTo>
                    <a:pt x="0" y="466089"/>
                  </a:moveTo>
                  <a:lnTo>
                    <a:pt x="0" y="467360"/>
                  </a:lnTo>
                </a:path>
                <a:path w="0" h="828039">
                  <a:moveTo>
                    <a:pt x="0" y="467360"/>
                  </a:moveTo>
                  <a:lnTo>
                    <a:pt x="0" y="469264"/>
                  </a:lnTo>
                </a:path>
                <a:path w="0" h="828039">
                  <a:moveTo>
                    <a:pt x="0" y="469264"/>
                  </a:moveTo>
                  <a:lnTo>
                    <a:pt x="0" y="470535"/>
                  </a:lnTo>
                </a:path>
                <a:path w="0" h="828039">
                  <a:moveTo>
                    <a:pt x="0" y="471170"/>
                  </a:moveTo>
                  <a:lnTo>
                    <a:pt x="0" y="472439"/>
                  </a:lnTo>
                </a:path>
                <a:path w="0" h="828039">
                  <a:moveTo>
                    <a:pt x="0" y="473075"/>
                  </a:moveTo>
                  <a:lnTo>
                    <a:pt x="0" y="474345"/>
                  </a:lnTo>
                </a:path>
                <a:path w="0" h="828039">
                  <a:moveTo>
                    <a:pt x="0" y="474979"/>
                  </a:moveTo>
                  <a:lnTo>
                    <a:pt x="0" y="476250"/>
                  </a:lnTo>
                </a:path>
                <a:path w="0" h="828039">
                  <a:moveTo>
                    <a:pt x="0" y="476250"/>
                  </a:moveTo>
                  <a:lnTo>
                    <a:pt x="0" y="478154"/>
                  </a:lnTo>
                </a:path>
                <a:path w="0" h="828039">
                  <a:moveTo>
                    <a:pt x="0" y="478154"/>
                  </a:moveTo>
                  <a:lnTo>
                    <a:pt x="0" y="479425"/>
                  </a:lnTo>
                </a:path>
                <a:path w="0" h="828039">
                  <a:moveTo>
                    <a:pt x="0" y="480060"/>
                  </a:moveTo>
                  <a:lnTo>
                    <a:pt x="0" y="481329"/>
                  </a:lnTo>
                </a:path>
                <a:path w="0" h="828039">
                  <a:moveTo>
                    <a:pt x="0" y="481964"/>
                  </a:moveTo>
                  <a:lnTo>
                    <a:pt x="0" y="483235"/>
                  </a:lnTo>
                </a:path>
                <a:path w="0" h="828039">
                  <a:moveTo>
                    <a:pt x="0" y="483870"/>
                  </a:moveTo>
                  <a:lnTo>
                    <a:pt x="0" y="485139"/>
                  </a:lnTo>
                </a:path>
                <a:path w="0" h="828039">
                  <a:moveTo>
                    <a:pt x="0" y="485139"/>
                  </a:moveTo>
                  <a:lnTo>
                    <a:pt x="0" y="487045"/>
                  </a:lnTo>
                </a:path>
                <a:path w="0" h="828039">
                  <a:moveTo>
                    <a:pt x="0" y="487045"/>
                  </a:moveTo>
                  <a:lnTo>
                    <a:pt x="0" y="488314"/>
                  </a:lnTo>
                </a:path>
                <a:path w="0" h="828039">
                  <a:moveTo>
                    <a:pt x="0" y="488950"/>
                  </a:moveTo>
                  <a:lnTo>
                    <a:pt x="0" y="490220"/>
                  </a:lnTo>
                </a:path>
                <a:path w="0" h="828039">
                  <a:moveTo>
                    <a:pt x="0" y="490854"/>
                  </a:moveTo>
                  <a:lnTo>
                    <a:pt x="0" y="492125"/>
                  </a:lnTo>
                </a:path>
                <a:path w="0" h="828039">
                  <a:moveTo>
                    <a:pt x="0" y="492760"/>
                  </a:moveTo>
                  <a:lnTo>
                    <a:pt x="0" y="494029"/>
                  </a:lnTo>
                </a:path>
                <a:path w="0" h="828039">
                  <a:moveTo>
                    <a:pt x="0" y="494029"/>
                  </a:moveTo>
                  <a:lnTo>
                    <a:pt x="0" y="495935"/>
                  </a:lnTo>
                </a:path>
                <a:path w="0" h="828039">
                  <a:moveTo>
                    <a:pt x="0" y="495935"/>
                  </a:moveTo>
                  <a:lnTo>
                    <a:pt x="0" y="497204"/>
                  </a:lnTo>
                </a:path>
                <a:path w="0" h="828039">
                  <a:moveTo>
                    <a:pt x="0" y="497839"/>
                  </a:moveTo>
                  <a:lnTo>
                    <a:pt x="0" y="499110"/>
                  </a:lnTo>
                </a:path>
                <a:path w="0" h="828039">
                  <a:moveTo>
                    <a:pt x="0" y="499745"/>
                  </a:moveTo>
                  <a:lnTo>
                    <a:pt x="0" y="501014"/>
                  </a:lnTo>
                </a:path>
                <a:path w="0" h="828039">
                  <a:moveTo>
                    <a:pt x="0" y="501650"/>
                  </a:moveTo>
                  <a:lnTo>
                    <a:pt x="0" y="502920"/>
                  </a:lnTo>
                </a:path>
                <a:path w="0" h="828039">
                  <a:moveTo>
                    <a:pt x="0" y="502920"/>
                  </a:moveTo>
                  <a:lnTo>
                    <a:pt x="0" y="504825"/>
                  </a:lnTo>
                </a:path>
                <a:path w="0" h="828039">
                  <a:moveTo>
                    <a:pt x="0" y="504825"/>
                  </a:moveTo>
                  <a:lnTo>
                    <a:pt x="0" y="506095"/>
                  </a:lnTo>
                </a:path>
                <a:path w="0" h="828039">
                  <a:moveTo>
                    <a:pt x="0" y="506729"/>
                  </a:moveTo>
                  <a:lnTo>
                    <a:pt x="0" y="508000"/>
                  </a:lnTo>
                </a:path>
                <a:path w="0" h="828039">
                  <a:moveTo>
                    <a:pt x="0" y="508635"/>
                  </a:moveTo>
                  <a:lnTo>
                    <a:pt x="0" y="509904"/>
                  </a:lnTo>
                </a:path>
                <a:path w="0" h="828039">
                  <a:moveTo>
                    <a:pt x="0" y="510539"/>
                  </a:moveTo>
                  <a:lnTo>
                    <a:pt x="0" y="511810"/>
                  </a:lnTo>
                </a:path>
                <a:path w="0" h="828039">
                  <a:moveTo>
                    <a:pt x="0" y="511810"/>
                  </a:moveTo>
                  <a:lnTo>
                    <a:pt x="0" y="513714"/>
                  </a:lnTo>
                </a:path>
                <a:path w="0" h="828039">
                  <a:moveTo>
                    <a:pt x="0" y="513714"/>
                  </a:moveTo>
                  <a:lnTo>
                    <a:pt x="0" y="514985"/>
                  </a:lnTo>
                </a:path>
                <a:path w="0" h="828039">
                  <a:moveTo>
                    <a:pt x="0" y="515620"/>
                  </a:moveTo>
                  <a:lnTo>
                    <a:pt x="0" y="516889"/>
                  </a:lnTo>
                </a:path>
                <a:path w="0" h="828039">
                  <a:moveTo>
                    <a:pt x="0" y="517525"/>
                  </a:moveTo>
                  <a:lnTo>
                    <a:pt x="0" y="518795"/>
                  </a:lnTo>
                </a:path>
                <a:path w="0" h="828039">
                  <a:moveTo>
                    <a:pt x="0" y="519429"/>
                  </a:moveTo>
                  <a:lnTo>
                    <a:pt x="0" y="520700"/>
                  </a:lnTo>
                </a:path>
                <a:path w="0" h="828039">
                  <a:moveTo>
                    <a:pt x="0" y="520700"/>
                  </a:moveTo>
                  <a:lnTo>
                    <a:pt x="0" y="522604"/>
                  </a:lnTo>
                </a:path>
                <a:path w="0" h="828039">
                  <a:moveTo>
                    <a:pt x="0" y="522604"/>
                  </a:moveTo>
                  <a:lnTo>
                    <a:pt x="0" y="523875"/>
                  </a:lnTo>
                </a:path>
                <a:path w="0" h="828039">
                  <a:moveTo>
                    <a:pt x="0" y="524510"/>
                  </a:moveTo>
                  <a:lnTo>
                    <a:pt x="0" y="525779"/>
                  </a:lnTo>
                </a:path>
                <a:path w="0" h="828039">
                  <a:moveTo>
                    <a:pt x="0" y="526414"/>
                  </a:moveTo>
                  <a:lnTo>
                    <a:pt x="0" y="527685"/>
                  </a:lnTo>
                </a:path>
                <a:path w="0" h="828039">
                  <a:moveTo>
                    <a:pt x="0" y="528320"/>
                  </a:moveTo>
                  <a:lnTo>
                    <a:pt x="0" y="529589"/>
                  </a:lnTo>
                </a:path>
                <a:path w="0" h="828039">
                  <a:moveTo>
                    <a:pt x="0" y="529589"/>
                  </a:moveTo>
                  <a:lnTo>
                    <a:pt x="0" y="531495"/>
                  </a:lnTo>
                </a:path>
                <a:path w="0" h="828039">
                  <a:moveTo>
                    <a:pt x="0" y="531495"/>
                  </a:moveTo>
                  <a:lnTo>
                    <a:pt x="0" y="532764"/>
                  </a:lnTo>
                </a:path>
                <a:path w="0" h="828039">
                  <a:moveTo>
                    <a:pt x="0" y="533400"/>
                  </a:moveTo>
                  <a:lnTo>
                    <a:pt x="0" y="534670"/>
                  </a:lnTo>
                </a:path>
                <a:path w="0" h="828039">
                  <a:moveTo>
                    <a:pt x="0" y="535304"/>
                  </a:moveTo>
                  <a:lnTo>
                    <a:pt x="0" y="536575"/>
                  </a:lnTo>
                </a:path>
                <a:path w="0" h="828039">
                  <a:moveTo>
                    <a:pt x="0" y="537210"/>
                  </a:moveTo>
                  <a:lnTo>
                    <a:pt x="0" y="538479"/>
                  </a:lnTo>
                </a:path>
                <a:path w="0" h="828039">
                  <a:moveTo>
                    <a:pt x="0" y="538479"/>
                  </a:moveTo>
                  <a:lnTo>
                    <a:pt x="0" y="540385"/>
                  </a:lnTo>
                </a:path>
                <a:path w="0" h="828039">
                  <a:moveTo>
                    <a:pt x="0" y="540385"/>
                  </a:moveTo>
                  <a:lnTo>
                    <a:pt x="0" y="541654"/>
                  </a:lnTo>
                </a:path>
                <a:path w="0" h="828039">
                  <a:moveTo>
                    <a:pt x="0" y="542289"/>
                  </a:moveTo>
                  <a:lnTo>
                    <a:pt x="0" y="543560"/>
                  </a:lnTo>
                </a:path>
                <a:path w="0" h="828039">
                  <a:moveTo>
                    <a:pt x="0" y="544195"/>
                  </a:moveTo>
                  <a:lnTo>
                    <a:pt x="0" y="545464"/>
                  </a:lnTo>
                </a:path>
                <a:path w="0" h="828039">
                  <a:moveTo>
                    <a:pt x="0" y="546100"/>
                  </a:moveTo>
                  <a:lnTo>
                    <a:pt x="0" y="547370"/>
                  </a:lnTo>
                </a:path>
                <a:path w="0" h="828039">
                  <a:moveTo>
                    <a:pt x="0" y="547370"/>
                  </a:moveTo>
                  <a:lnTo>
                    <a:pt x="0" y="549275"/>
                  </a:lnTo>
                </a:path>
                <a:path w="0" h="828039">
                  <a:moveTo>
                    <a:pt x="0" y="549275"/>
                  </a:moveTo>
                  <a:lnTo>
                    <a:pt x="0" y="550545"/>
                  </a:lnTo>
                </a:path>
                <a:path w="0" h="828039">
                  <a:moveTo>
                    <a:pt x="0" y="551179"/>
                  </a:moveTo>
                  <a:lnTo>
                    <a:pt x="0" y="552450"/>
                  </a:lnTo>
                </a:path>
                <a:path w="0" h="828039">
                  <a:moveTo>
                    <a:pt x="0" y="553085"/>
                  </a:moveTo>
                  <a:lnTo>
                    <a:pt x="0" y="554354"/>
                  </a:lnTo>
                </a:path>
                <a:path w="0" h="828039">
                  <a:moveTo>
                    <a:pt x="0" y="554989"/>
                  </a:moveTo>
                  <a:lnTo>
                    <a:pt x="0" y="556260"/>
                  </a:lnTo>
                </a:path>
                <a:path w="0" h="828039">
                  <a:moveTo>
                    <a:pt x="0" y="556260"/>
                  </a:moveTo>
                  <a:lnTo>
                    <a:pt x="0" y="558164"/>
                  </a:lnTo>
                </a:path>
                <a:path w="0" h="828039">
                  <a:moveTo>
                    <a:pt x="0" y="558164"/>
                  </a:moveTo>
                  <a:lnTo>
                    <a:pt x="0" y="559435"/>
                  </a:lnTo>
                </a:path>
                <a:path w="0" h="828039">
                  <a:moveTo>
                    <a:pt x="0" y="560070"/>
                  </a:moveTo>
                  <a:lnTo>
                    <a:pt x="0" y="561339"/>
                  </a:lnTo>
                </a:path>
                <a:path w="0" h="828039">
                  <a:moveTo>
                    <a:pt x="0" y="561975"/>
                  </a:moveTo>
                  <a:lnTo>
                    <a:pt x="0" y="563245"/>
                  </a:lnTo>
                </a:path>
                <a:path w="0" h="828039">
                  <a:moveTo>
                    <a:pt x="0" y="563879"/>
                  </a:moveTo>
                  <a:lnTo>
                    <a:pt x="0" y="565150"/>
                  </a:lnTo>
                </a:path>
                <a:path w="0" h="828039">
                  <a:moveTo>
                    <a:pt x="0" y="565150"/>
                  </a:moveTo>
                  <a:lnTo>
                    <a:pt x="0" y="567054"/>
                  </a:lnTo>
                </a:path>
                <a:path w="0" h="828039">
                  <a:moveTo>
                    <a:pt x="0" y="567054"/>
                  </a:moveTo>
                  <a:lnTo>
                    <a:pt x="0" y="568325"/>
                  </a:lnTo>
                </a:path>
                <a:path w="0" h="828039">
                  <a:moveTo>
                    <a:pt x="0" y="568960"/>
                  </a:moveTo>
                  <a:lnTo>
                    <a:pt x="0" y="570229"/>
                  </a:lnTo>
                </a:path>
                <a:path w="0" h="828039">
                  <a:moveTo>
                    <a:pt x="0" y="570864"/>
                  </a:moveTo>
                  <a:lnTo>
                    <a:pt x="0" y="572135"/>
                  </a:lnTo>
                </a:path>
                <a:path w="0" h="828039">
                  <a:moveTo>
                    <a:pt x="0" y="572770"/>
                  </a:moveTo>
                  <a:lnTo>
                    <a:pt x="0" y="574039"/>
                  </a:lnTo>
                </a:path>
                <a:path w="0" h="828039">
                  <a:moveTo>
                    <a:pt x="0" y="574039"/>
                  </a:moveTo>
                  <a:lnTo>
                    <a:pt x="0" y="575945"/>
                  </a:lnTo>
                </a:path>
                <a:path w="0" h="828039">
                  <a:moveTo>
                    <a:pt x="0" y="575945"/>
                  </a:moveTo>
                  <a:lnTo>
                    <a:pt x="0" y="577214"/>
                  </a:lnTo>
                </a:path>
                <a:path w="0" h="828039">
                  <a:moveTo>
                    <a:pt x="0" y="577850"/>
                  </a:moveTo>
                  <a:lnTo>
                    <a:pt x="0" y="579120"/>
                  </a:lnTo>
                </a:path>
                <a:path w="0" h="828039">
                  <a:moveTo>
                    <a:pt x="0" y="579754"/>
                  </a:moveTo>
                  <a:lnTo>
                    <a:pt x="0" y="581025"/>
                  </a:lnTo>
                </a:path>
                <a:path w="0" h="828039">
                  <a:moveTo>
                    <a:pt x="0" y="581660"/>
                  </a:moveTo>
                  <a:lnTo>
                    <a:pt x="0" y="582929"/>
                  </a:lnTo>
                </a:path>
                <a:path w="0" h="828039">
                  <a:moveTo>
                    <a:pt x="0" y="582929"/>
                  </a:moveTo>
                  <a:lnTo>
                    <a:pt x="0" y="584835"/>
                  </a:lnTo>
                </a:path>
                <a:path w="0" h="828039">
                  <a:moveTo>
                    <a:pt x="0" y="584835"/>
                  </a:moveTo>
                  <a:lnTo>
                    <a:pt x="0" y="586104"/>
                  </a:lnTo>
                </a:path>
                <a:path w="0" h="828039">
                  <a:moveTo>
                    <a:pt x="0" y="586739"/>
                  </a:moveTo>
                  <a:lnTo>
                    <a:pt x="0" y="588010"/>
                  </a:lnTo>
                </a:path>
                <a:path w="0" h="828039">
                  <a:moveTo>
                    <a:pt x="0" y="588645"/>
                  </a:moveTo>
                  <a:lnTo>
                    <a:pt x="0" y="589914"/>
                  </a:lnTo>
                </a:path>
                <a:path w="0" h="828039">
                  <a:moveTo>
                    <a:pt x="0" y="590550"/>
                  </a:moveTo>
                  <a:lnTo>
                    <a:pt x="0" y="591820"/>
                  </a:lnTo>
                </a:path>
                <a:path w="0" h="828039">
                  <a:moveTo>
                    <a:pt x="0" y="591820"/>
                  </a:moveTo>
                  <a:lnTo>
                    <a:pt x="0" y="593725"/>
                  </a:lnTo>
                </a:path>
                <a:path w="0" h="828039">
                  <a:moveTo>
                    <a:pt x="0" y="593725"/>
                  </a:moveTo>
                  <a:lnTo>
                    <a:pt x="0" y="594995"/>
                  </a:lnTo>
                </a:path>
                <a:path w="0" h="828039">
                  <a:moveTo>
                    <a:pt x="0" y="595629"/>
                  </a:moveTo>
                  <a:lnTo>
                    <a:pt x="0" y="596900"/>
                  </a:lnTo>
                </a:path>
                <a:path w="0" h="828039">
                  <a:moveTo>
                    <a:pt x="0" y="597535"/>
                  </a:moveTo>
                  <a:lnTo>
                    <a:pt x="0" y="598804"/>
                  </a:lnTo>
                </a:path>
                <a:path w="0" h="828039">
                  <a:moveTo>
                    <a:pt x="0" y="599439"/>
                  </a:moveTo>
                  <a:lnTo>
                    <a:pt x="0" y="600710"/>
                  </a:lnTo>
                </a:path>
                <a:path w="0" h="828039">
                  <a:moveTo>
                    <a:pt x="0" y="600710"/>
                  </a:moveTo>
                  <a:lnTo>
                    <a:pt x="0" y="602614"/>
                  </a:lnTo>
                </a:path>
                <a:path w="0" h="828039">
                  <a:moveTo>
                    <a:pt x="0" y="602614"/>
                  </a:moveTo>
                  <a:lnTo>
                    <a:pt x="0" y="603885"/>
                  </a:lnTo>
                </a:path>
                <a:path w="0" h="828039">
                  <a:moveTo>
                    <a:pt x="0" y="604520"/>
                  </a:moveTo>
                  <a:lnTo>
                    <a:pt x="0" y="605789"/>
                  </a:lnTo>
                </a:path>
                <a:path w="0" h="828039">
                  <a:moveTo>
                    <a:pt x="0" y="606425"/>
                  </a:moveTo>
                  <a:lnTo>
                    <a:pt x="0" y="607695"/>
                  </a:lnTo>
                </a:path>
                <a:path w="0" h="828039">
                  <a:moveTo>
                    <a:pt x="0" y="608329"/>
                  </a:moveTo>
                  <a:lnTo>
                    <a:pt x="0" y="609600"/>
                  </a:lnTo>
                </a:path>
                <a:path w="0" h="828039">
                  <a:moveTo>
                    <a:pt x="0" y="609600"/>
                  </a:moveTo>
                  <a:lnTo>
                    <a:pt x="0" y="611504"/>
                  </a:lnTo>
                </a:path>
                <a:path w="0" h="828039">
                  <a:moveTo>
                    <a:pt x="0" y="611504"/>
                  </a:moveTo>
                  <a:lnTo>
                    <a:pt x="0" y="612775"/>
                  </a:lnTo>
                </a:path>
                <a:path w="0" h="828039">
                  <a:moveTo>
                    <a:pt x="0" y="613410"/>
                  </a:moveTo>
                  <a:lnTo>
                    <a:pt x="0" y="614679"/>
                  </a:lnTo>
                </a:path>
                <a:path w="0" h="828039">
                  <a:moveTo>
                    <a:pt x="0" y="615314"/>
                  </a:moveTo>
                  <a:lnTo>
                    <a:pt x="0" y="616585"/>
                  </a:lnTo>
                </a:path>
                <a:path w="0" h="828039">
                  <a:moveTo>
                    <a:pt x="0" y="617220"/>
                  </a:moveTo>
                  <a:lnTo>
                    <a:pt x="0" y="618489"/>
                  </a:lnTo>
                </a:path>
                <a:path w="0" h="828039">
                  <a:moveTo>
                    <a:pt x="0" y="618489"/>
                  </a:moveTo>
                  <a:lnTo>
                    <a:pt x="0" y="620395"/>
                  </a:lnTo>
                </a:path>
                <a:path w="0" h="828039">
                  <a:moveTo>
                    <a:pt x="0" y="620395"/>
                  </a:moveTo>
                  <a:lnTo>
                    <a:pt x="0" y="621664"/>
                  </a:lnTo>
                </a:path>
                <a:path w="0" h="828039">
                  <a:moveTo>
                    <a:pt x="0" y="622300"/>
                  </a:moveTo>
                  <a:lnTo>
                    <a:pt x="0" y="623570"/>
                  </a:lnTo>
                </a:path>
                <a:path w="0" h="828039">
                  <a:moveTo>
                    <a:pt x="0" y="624204"/>
                  </a:moveTo>
                  <a:lnTo>
                    <a:pt x="0" y="625475"/>
                  </a:lnTo>
                </a:path>
                <a:path w="0" h="828039">
                  <a:moveTo>
                    <a:pt x="0" y="626110"/>
                  </a:moveTo>
                  <a:lnTo>
                    <a:pt x="0" y="627379"/>
                  </a:lnTo>
                </a:path>
                <a:path w="0" h="828039">
                  <a:moveTo>
                    <a:pt x="0" y="627379"/>
                  </a:moveTo>
                  <a:lnTo>
                    <a:pt x="0" y="629285"/>
                  </a:lnTo>
                </a:path>
                <a:path w="0" h="828039">
                  <a:moveTo>
                    <a:pt x="0" y="629285"/>
                  </a:moveTo>
                  <a:lnTo>
                    <a:pt x="0" y="630554"/>
                  </a:lnTo>
                </a:path>
                <a:path w="0" h="828039">
                  <a:moveTo>
                    <a:pt x="0" y="631189"/>
                  </a:moveTo>
                  <a:lnTo>
                    <a:pt x="0" y="632460"/>
                  </a:lnTo>
                </a:path>
                <a:path w="0" h="828039">
                  <a:moveTo>
                    <a:pt x="0" y="633095"/>
                  </a:moveTo>
                  <a:lnTo>
                    <a:pt x="0" y="634364"/>
                  </a:lnTo>
                </a:path>
                <a:path w="0" h="828039">
                  <a:moveTo>
                    <a:pt x="0" y="635000"/>
                  </a:moveTo>
                  <a:lnTo>
                    <a:pt x="0" y="636270"/>
                  </a:lnTo>
                </a:path>
                <a:path w="0" h="828039">
                  <a:moveTo>
                    <a:pt x="0" y="636270"/>
                  </a:moveTo>
                  <a:lnTo>
                    <a:pt x="0" y="638175"/>
                  </a:lnTo>
                </a:path>
                <a:path w="0" h="828039">
                  <a:moveTo>
                    <a:pt x="0" y="638175"/>
                  </a:moveTo>
                  <a:lnTo>
                    <a:pt x="0" y="639445"/>
                  </a:lnTo>
                </a:path>
                <a:path w="0" h="828039">
                  <a:moveTo>
                    <a:pt x="0" y="640079"/>
                  </a:moveTo>
                  <a:lnTo>
                    <a:pt x="0" y="641350"/>
                  </a:lnTo>
                </a:path>
                <a:path w="0" h="828039">
                  <a:moveTo>
                    <a:pt x="0" y="641985"/>
                  </a:moveTo>
                  <a:lnTo>
                    <a:pt x="0" y="643254"/>
                  </a:lnTo>
                </a:path>
                <a:path w="0" h="828039">
                  <a:moveTo>
                    <a:pt x="0" y="643889"/>
                  </a:moveTo>
                  <a:lnTo>
                    <a:pt x="0" y="645160"/>
                  </a:lnTo>
                </a:path>
                <a:path w="0" h="828039">
                  <a:moveTo>
                    <a:pt x="0" y="645160"/>
                  </a:moveTo>
                  <a:lnTo>
                    <a:pt x="0" y="647064"/>
                  </a:lnTo>
                </a:path>
                <a:path w="0" h="828039">
                  <a:moveTo>
                    <a:pt x="0" y="647064"/>
                  </a:moveTo>
                  <a:lnTo>
                    <a:pt x="0" y="648335"/>
                  </a:lnTo>
                </a:path>
                <a:path w="0" h="828039">
                  <a:moveTo>
                    <a:pt x="0" y="648970"/>
                  </a:moveTo>
                  <a:lnTo>
                    <a:pt x="0" y="650239"/>
                  </a:lnTo>
                </a:path>
                <a:path w="0" h="828039">
                  <a:moveTo>
                    <a:pt x="0" y="650875"/>
                  </a:moveTo>
                  <a:lnTo>
                    <a:pt x="0" y="652145"/>
                  </a:lnTo>
                </a:path>
                <a:path w="0" h="828039">
                  <a:moveTo>
                    <a:pt x="0" y="652779"/>
                  </a:moveTo>
                  <a:lnTo>
                    <a:pt x="0" y="654050"/>
                  </a:lnTo>
                </a:path>
                <a:path w="0" h="828039">
                  <a:moveTo>
                    <a:pt x="0" y="654050"/>
                  </a:moveTo>
                  <a:lnTo>
                    <a:pt x="0" y="655954"/>
                  </a:lnTo>
                </a:path>
                <a:path w="0" h="828039">
                  <a:moveTo>
                    <a:pt x="0" y="655954"/>
                  </a:moveTo>
                  <a:lnTo>
                    <a:pt x="0" y="657225"/>
                  </a:lnTo>
                </a:path>
                <a:path w="0" h="828039">
                  <a:moveTo>
                    <a:pt x="0" y="657860"/>
                  </a:moveTo>
                  <a:lnTo>
                    <a:pt x="0" y="659129"/>
                  </a:lnTo>
                </a:path>
                <a:path w="0" h="828039">
                  <a:moveTo>
                    <a:pt x="0" y="659764"/>
                  </a:moveTo>
                  <a:lnTo>
                    <a:pt x="0" y="661035"/>
                  </a:lnTo>
                </a:path>
                <a:path w="0" h="828039">
                  <a:moveTo>
                    <a:pt x="0" y="661670"/>
                  </a:moveTo>
                  <a:lnTo>
                    <a:pt x="0" y="662939"/>
                  </a:lnTo>
                </a:path>
                <a:path w="0" h="828039">
                  <a:moveTo>
                    <a:pt x="0" y="662939"/>
                  </a:moveTo>
                  <a:lnTo>
                    <a:pt x="0" y="664845"/>
                  </a:lnTo>
                </a:path>
                <a:path w="0" h="828039">
                  <a:moveTo>
                    <a:pt x="0" y="664845"/>
                  </a:moveTo>
                  <a:lnTo>
                    <a:pt x="0" y="666114"/>
                  </a:lnTo>
                </a:path>
                <a:path w="0" h="828039">
                  <a:moveTo>
                    <a:pt x="0" y="666750"/>
                  </a:moveTo>
                  <a:lnTo>
                    <a:pt x="0" y="668020"/>
                  </a:lnTo>
                </a:path>
                <a:path w="0" h="828039">
                  <a:moveTo>
                    <a:pt x="0" y="668654"/>
                  </a:moveTo>
                  <a:lnTo>
                    <a:pt x="0" y="669925"/>
                  </a:lnTo>
                </a:path>
                <a:path w="0" h="828039">
                  <a:moveTo>
                    <a:pt x="0" y="670560"/>
                  </a:moveTo>
                  <a:lnTo>
                    <a:pt x="0" y="671829"/>
                  </a:lnTo>
                </a:path>
                <a:path w="0" h="828039">
                  <a:moveTo>
                    <a:pt x="0" y="671829"/>
                  </a:moveTo>
                  <a:lnTo>
                    <a:pt x="0" y="673735"/>
                  </a:lnTo>
                </a:path>
                <a:path w="0" h="828039">
                  <a:moveTo>
                    <a:pt x="0" y="673735"/>
                  </a:moveTo>
                  <a:lnTo>
                    <a:pt x="0" y="675004"/>
                  </a:lnTo>
                </a:path>
                <a:path w="0" h="828039">
                  <a:moveTo>
                    <a:pt x="0" y="675639"/>
                  </a:moveTo>
                  <a:lnTo>
                    <a:pt x="0" y="676910"/>
                  </a:lnTo>
                </a:path>
                <a:path w="0" h="828039">
                  <a:moveTo>
                    <a:pt x="0" y="677545"/>
                  </a:moveTo>
                  <a:lnTo>
                    <a:pt x="0" y="678814"/>
                  </a:lnTo>
                </a:path>
                <a:path w="0" h="828039">
                  <a:moveTo>
                    <a:pt x="0" y="679450"/>
                  </a:moveTo>
                  <a:lnTo>
                    <a:pt x="0" y="680720"/>
                  </a:lnTo>
                </a:path>
                <a:path w="0" h="828039">
                  <a:moveTo>
                    <a:pt x="0" y="680720"/>
                  </a:moveTo>
                  <a:lnTo>
                    <a:pt x="0" y="682625"/>
                  </a:lnTo>
                </a:path>
                <a:path w="0" h="828039">
                  <a:moveTo>
                    <a:pt x="0" y="682625"/>
                  </a:moveTo>
                  <a:lnTo>
                    <a:pt x="0" y="683895"/>
                  </a:lnTo>
                </a:path>
                <a:path w="0" h="828039">
                  <a:moveTo>
                    <a:pt x="0" y="684529"/>
                  </a:moveTo>
                  <a:lnTo>
                    <a:pt x="0" y="685800"/>
                  </a:lnTo>
                </a:path>
                <a:path w="0" h="828039">
                  <a:moveTo>
                    <a:pt x="0" y="686435"/>
                  </a:moveTo>
                  <a:lnTo>
                    <a:pt x="0" y="687704"/>
                  </a:lnTo>
                </a:path>
                <a:path w="0" h="828039">
                  <a:moveTo>
                    <a:pt x="0" y="688339"/>
                  </a:moveTo>
                  <a:lnTo>
                    <a:pt x="0" y="689610"/>
                  </a:lnTo>
                </a:path>
                <a:path w="0" h="828039">
                  <a:moveTo>
                    <a:pt x="0" y="689610"/>
                  </a:moveTo>
                  <a:lnTo>
                    <a:pt x="0" y="691514"/>
                  </a:lnTo>
                </a:path>
                <a:path w="0" h="828039">
                  <a:moveTo>
                    <a:pt x="0" y="691514"/>
                  </a:moveTo>
                  <a:lnTo>
                    <a:pt x="0" y="692785"/>
                  </a:lnTo>
                </a:path>
                <a:path w="0" h="828039">
                  <a:moveTo>
                    <a:pt x="0" y="693420"/>
                  </a:moveTo>
                  <a:lnTo>
                    <a:pt x="0" y="694689"/>
                  </a:lnTo>
                </a:path>
                <a:path w="0" h="828039">
                  <a:moveTo>
                    <a:pt x="0" y="695325"/>
                  </a:moveTo>
                  <a:lnTo>
                    <a:pt x="0" y="696595"/>
                  </a:lnTo>
                </a:path>
                <a:path w="0" h="828039">
                  <a:moveTo>
                    <a:pt x="0" y="697229"/>
                  </a:moveTo>
                  <a:lnTo>
                    <a:pt x="0" y="698500"/>
                  </a:lnTo>
                </a:path>
                <a:path w="0" h="828039">
                  <a:moveTo>
                    <a:pt x="0" y="698500"/>
                  </a:moveTo>
                  <a:lnTo>
                    <a:pt x="0" y="700404"/>
                  </a:lnTo>
                </a:path>
                <a:path w="0" h="828039">
                  <a:moveTo>
                    <a:pt x="0" y="700404"/>
                  </a:moveTo>
                  <a:lnTo>
                    <a:pt x="0" y="701675"/>
                  </a:lnTo>
                </a:path>
                <a:path w="0" h="828039">
                  <a:moveTo>
                    <a:pt x="0" y="702310"/>
                  </a:moveTo>
                  <a:lnTo>
                    <a:pt x="0" y="703579"/>
                  </a:lnTo>
                </a:path>
                <a:path w="0" h="828039">
                  <a:moveTo>
                    <a:pt x="0" y="704214"/>
                  </a:moveTo>
                  <a:lnTo>
                    <a:pt x="0" y="705485"/>
                  </a:lnTo>
                </a:path>
                <a:path w="0" h="828039">
                  <a:moveTo>
                    <a:pt x="0" y="706120"/>
                  </a:moveTo>
                  <a:lnTo>
                    <a:pt x="0" y="707389"/>
                  </a:lnTo>
                </a:path>
                <a:path w="0" h="828039">
                  <a:moveTo>
                    <a:pt x="0" y="707389"/>
                  </a:moveTo>
                  <a:lnTo>
                    <a:pt x="0" y="709295"/>
                  </a:lnTo>
                </a:path>
                <a:path w="0" h="828039">
                  <a:moveTo>
                    <a:pt x="0" y="709295"/>
                  </a:moveTo>
                  <a:lnTo>
                    <a:pt x="0" y="710564"/>
                  </a:lnTo>
                </a:path>
                <a:path w="0" h="828039">
                  <a:moveTo>
                    <a:pt x="0" y="711200"/>
                  </a:moveTo>
                  <a:lnTo>
                    <a:pt x="0" y="712470"/>
                  </a:lnTo>
                </a:path>
                <a:path w="0" h="828039">
                  <a:moveTo>
                    <a:pt x="0" y="713104"/>
                  </a:moveTo>
                  <a:lnTo>
                    <a:pt x="0" y="714375"/>
                  </a:lnTo>
                </a:path>
                <a:path w="0" h="828039">
                  <a:moveTo>
                    <a:pt x="0" y="715010"/>
                  </a:moveTo>
                  <a:lnTo>
                    <a:pt x="0" y="716279"/>
                  </a:lnTo>
                </a:path>
                <a:path w="0" h="828039">
                  <a:moveTo>
                    <a:pt x="0" y="716279"/>
                  </a:moveTo>
                  <a:lnTo>
                    <a:pt x="0" y="718185"/>
                  </a:lnTo>
                </a:path>
                <a:path w="0" h="828039">
                  <a:moveTo>
                    <a:pt x="0" y="718185"/>
                  </a:moveTo>
                  <a:lnTo>
                    <a:pt x="0" y="719454"/>
                  </a:lnTo>
                </a:path>
                <a:path w="0" h="828039">
                  <a:moveTo>
                    <a:pt x="0" y="720089"/>
                  </a:moveTo>
                  <a:lnTo>
                    <a:pt x="0" y="721360"/>
                  </a:lnTo>
                </a:path>
                <a:path w="0" h="828039">
                  <a:moveTo>
                    <a:pt x="0" y="721995"/>
                  </a:moveTo>
                  <a:lnTo>
                    <a:pt x="0" y="723264"/>
                  </a:lnTo>
                </a:path>
                <a:path w="0" h="828039">
                  <a:moveTo>
                    <a:pt x="0" y="723900"/>
                  </a:moveTo>
                  <a:lnTo>
                    <a:pt x="0" y="725170"/>
                  </a:lnTo>
                </a:path>
                <a:path w="0" h="828039">
                  <a:moveTo>
                    <a:pt x="0" y="725170"/>
                  </a:moveTo>
                  <a:lnTo>
                    <a:pt x="0" y="727075"/>
                  </a:lnTo>
                </a:path>
                <a:path w="0" h="828039">
                  <a:moveTo>
                    <a:pt x="0" y="727075"/>
                  </a:moveTo>
                  <a:lnTo>
                    <a:pt x="0" y="728345"/>
                  </a:lnTo>
                </a:path>
                <a:path w="0" h="828039">
                  <a:moveTo>
                    <a:pt x="0" y="728979"/>
                  </a:moveTo>
                  <a:lnTo>
                    <a:pt x="0" y="730250"/>
                  </a:lnTo>
                </a:path>
                <a:path w="0" h="828039">
                  <a:moveTo>
                    <a:pt x="0" y="730885"/>
                  </a:moveTo>
                  <a:lnTo>
                    <a:pt x="0" y="732154"/>
                  </a:lnTo>
                </a:path>
                <a:path w="0" h="828039">
                  <a:moveTo>
                    <a:pt x="0" y="732789"/>
                  </a:moveTo>
                  <a:lnTo>
                    <a:pt x="0" y="734060"/>
                  </a:lnTo>
                </a:path>
                <a:path w="0" h="828039">
                  <a:moveTo>
                    <a:pt x="0" y="734060"/>
                  </a:moveTo>
                  <a:lnTo>
                    <a:pt x="0" y="735964"/>
                  </a:lnTo>
                </a:path>
                <a:path w="0" h="828039">
                  <a:moveTo>
                    <a:pt x="0" y="735964"/>
                  </a:moveTo>
                  <a:lnTo>
                    <a:pt x="0" y="737235"/>
                  </a:lnTo>
                </a:path>
                <a:path w="0" h="828039">
                  <a:moveTo>
                    <a:pt x="0" y="737870"/>
                  </a:moveTo>
                  <a:lnTo>
                    <a:pt x="0" y="739139"/>
                  </a:lnTo>
                </a:path>
                <a:path w="0" h="828039">
                  <a:moveTo>
                    <a:pt x="0" y="739775"/>
                  </a:moveTo>
                  <a:lnTo>
                    <a:pt x="0" y="741045"/>
                  </a:lnTo>
                </a:path>
                <a:path w="0" h="828039">
                  <a:moveTo>
                    <a:pt x="0" y="741679"/>
                  </a:moveTo>
                  <a:lnTo>
                    <a:pt x="0" y="742950"/>
                  </a:lnTo>
                </a:path>
                <a:path w="0" h="828039">
                  <a:moveTo>
                    <a:pt x="0" y="742950"/>
                  </a:moveTo>
                  <a:lnTo>
                    <a:pt x="0" y="744854"/>
                  </a:lnTo>
                </a:path>
                <a:path w="0" h="828039">
                  <a:moveTo>
                    <a:pt x="0" y="744854"/>
                  </a:moveTo>
                  <a:lnTo>
                    <a:pt x="0" y="746125"/>
                  </a:lnTo>
                </a:path>
                <a:path w="0" h="828039">
                  <a:moveTo>
                    <a:pt x="0" y="746760"/>
                  </a:moveTo>
                  <a:lnTo>
                    <a:pt x="0" y="748029"/>
                  </a:lnTo>
                </a:path>
                <a:path w="0" h="828039">
                  <a:moveTo>
                    <a:pt x="0" y="748664"/>
                  </a:moveTo>
                  <a:lnTo>
                    <a:pt x="0" y="749935"/>
                  </a:lnTo>
                </a:path>
                <a:path w="0" h="828039">
                  <a:moveTo>
                    <a:pt x="0" y="750570"/>
                  </a:moveTo>
                  <a:lnTo>
                    <a:pt x="0" y="751839"/>
                  </a:lnTo>
                </a:path>
                <a:path w="0" h="828039">
                  <a:moveTo>
                    <a:pt x="0" y="751839"/>
                  </a:moveTo>
                  <a:lnTo>
                    <a:pt x="0" y="753745"/>
                  </a:lnTo>
                </a:path>
                <a:path w="0" h="828039">
                  <a:moveTo>
                    <a:pt x="0" y="753745"/>
                  </a:moveTo>
                  <a:lnTo>
                    <a:pt x="0" y="755014"/>
                  </a:lnTo>
                </a:path>
                <a:path w="0" h="828039">
                  <a:moveTo>
                    <a:pt x="0" y="755650"/>
                  </a:moveTo>
                  <a:lnTo>
                    <a:pt x="0" y="756920"/>
                  </a:lnTo>
                </a:path>
                <a:path w="0" h="828039">
                  <a:moveTo>
                    <a:pt x="0" y="757554"/>
                  </a:moveTo>
                  <a:lnTo>
                    <a:pt x="0" y="758825"/>
                  </a:lnTo>
                </a:path>
                <a:path w="0" h="828039">
                  <a:moveTo>
                    <a:pt x="0" y="759460"/>
                  </a:moveTo>
                  <a:lnTo>
                    <a:pt x="0" y="760729"/>
                  </a:lnTo>
                </a:path>
                <a:path w="0" h="828039">
                  <a:moveTo>
                    <a:pt x="0" y="760729"/>
                  </a:moveTo>
                  <a:lnTo>
                    <a:pt x="0" y="762635"/>
                  </a:lnTo>
                </a:path>
                <a:path w="0" h="828039">
                  <a:moveTo>
                    <a:pt x="0" y="762635"/>
                  </a:moveTo>
                  <a:lnTo>
                    <a:pt x="0" y="763904"/>
                  </a:lnTo>
                </a:path>
                <a:path w="0" h="828039">
                  <a:moveTo>
                    <a:pt x="0" y="764539"/>
                  </a:moveTo>
                  <a:lnTo>
                    <a:pt x="0" y="765810"/>
                  </a:lnTo>
                </a:path>
                <a:path w="0" h="828039">
                  <a:moveTo>
                    <a:pt x="0" y="766445"/>
                  </a:moveTo>
                  <a:lnTo>
                    <a:pt x="0" y="767714"/>
                  </a:lnTo>
                </a:path>
                <a:path w="0" h="828039">
                  <a:moveTo>
                    <a:pt x="0" y="768350"/>
                  </a:moveTo>
                  <a:lnTo>
                    <a:pt x="0" y="769620"/>
                  </a:lnTo>
                </a:path>
                <a:path w="0" h="828039">
                  <a:moveTo>
                    <a:pt x="0" y="769620"/>
                  </a:moveTo>
                  <a:lnTo>
                    <a:pt x="0" y="771525"/>
                  </a:lnTo>
                </a:path>
                <a:path w="0" h="828039">
                  <a:moveTo>
                    <a:pt x="0" y="771525"/>
                  </a:moveTo>
                  <a:lnTo>
                    <a:pt x="0" y="772795"/>
                  </a:lnTo>
                </a:path>
                <a:path w="0" h="828039">
                  <a:moveTo>
                    <a:pt x="0" y="773429"/>
                  </a:moveTo>
                  <a:lnTo>
                    <a:pt x="0" y="774700"/>
                  </a:lnTo>
                </a:path>
                <a:path w="0" h="828039">
                  <a:moveTo>
                    <a:pt x="0" y="775335"/>
                  </a:moveTo>
                  <a:lnTo>
                    <a:pt x="0" y="776604"/>
                  </a:lnTo>
                </a:path>
                <a:path w="0" h="828039">
                  <a:moveTo>
                    <a:pt x="0" y="777239"/>
                  </a:moveTo>
                  <a:lnTo>
                    <a:pt x="0" y="778510"/>
                  </a:lnTo>
                </a:path>
                <a:path w="0" h="828039">
                  <a:moveTo>
                    <a:pt x="0" y="778510"/>
                  </a:moveTo>
                  <a:lnTo>
                    <a:pt x="0" y="780414"/>
                  </a:lnTo>
                </a:path>
                <a:path w="0" h="828039">
                  <a:moveTo>
                    <a:pt x="0" y="780414"/>
                  </a:moveTo>
                  <a:lnTo>
                    <a:pt x="0" y="781685"/>
                  </a:lnTo>
                </a:path>
                <a:path w="0" h="828039">
                  <a:moveTo>
                    <a:pt x="0" y="782320"/>
                  </a:moveTo>
                  <a:lnTo>
                    <a:pt x="0" y="783589"/>
                  </a:lnTo>
                </a:path>
                <a:path w="0" h="828039">
                  <a:moveTo>
                    <a:pt x="0" y="784225"/>
                  </a:moveTo>
                  <a:lnTo>
                    <a:pt x="0" y="785495"/>
                  </a:lnTo>
                </a:path>
                <a:path w="0" h="828039">
                  <a:moveTo>
                    <a:pt x="0" y="786129"/>
                  </a:moveTo>
                  <a:lnTo>
                    <a:pt x="0" y="787400"/>
                  </a:lnTo>
                </a:path>
                <a:path w="0" h="828039">
                  <a:moveTo>
                    <a:pt x="0" y="787400"/>
                  </a:moveTo>
                  <a:lnTo>
                    <a:pt x="0" y="789304"/>
                  </a:lnTo>
                </a:path>
                <a:path w="0" h="828039">
                  <a:moveTo>
                    <a:pt x="0" y="789304"/>
                  </a:moveTo>
                  <a:lnTo>
                    <a:pt x="0" y="790575"/>
                  </a:lnTo>
                </a:path>
                <a:path w="0" h="828039">
                  <a:moveTo>
                    <a:pt x="0" y="791210"/>
                  </a:moveTo>
                  <a:lnTo>
                    <a:pt x="0" y="792479"/>
                  </a:lnTo>
                </a:path>
                <a:path w="0" h="828039">
                  <a:moveTo>
                    <a:pt x="0" y="793114"/>
                  </a:moveTo>
                  <a:lnTo>
                    <a:pt x="0" y="794385"/>
                  </a:lnTo>
                </a:path>
                <a:path w="0" h="828039">
                  <a:moveTo>
                    <a:pt x="0" y="795020"/>
                  </a:moveTo>
                  <a:lnTo>
                    <a:pt x="0" y="796289"/>
                  </a:lnTo>
                </a:path>
                <a:path w="0" h="828039">
                  <a:moveTo>
                    <a:pt x="0" y="796289"/>
                  </a:moveTo>
                  <a:lnTo>
                    <a:pt x="0" y="798195"/>
                  </a:lnTo>
                </a:path>
                <a:path w="0" h="828039">
                  <a:moveTo>
                    <a:pt x="0" y="798195"/>
                  </a:moveTo>
                  <a:lnTo>
                    <a:pt x="0" y="799464"/>
                  </a:lnTo>
                </a:path>
                <a:path w="0" h="828039">
                  <a:moveTo>
                    <a:pt x="0" y="800100"/>
                  </a:moveTo>
                  <a:lnTo>
                    <a:pt x="0" y="801370"/>
                  </a:lnTo>
                </a:path>
                <a:path w="0" h="828039">
                  <a:moveTo>
                    <a:pt x="0" y="802004"/>
                  </a:moveTo>
                  <a:lnTo>
                    <a:pt x="0" y="803275"/>
                  </a:lnTo>
                </a:path>
                <a:path w="0" h="828039">
                  <a:moveTo>
                    <a:pt x="0" y="803910"/>
                  </a:moveTo>
                  <a:lnTo>
                    <a:pt x="0" y="805179"/>
                  </a:lnTo>
                </a:path>
                <a:path w="0" h="828039">
                  <a:moveTo>
                    <a:pt x="0" y="805179"/>
                  </a:moveTo>
                  <a:lnTo>
                    <a:pt x="0" y="807085"/>
                  </a:lnTo>
                </a:path>
                <a:path w="0" h="828039">
                  <a:moveTo>
                    <a:pt x="0" y="807085"/>
                  </a:moveTo>
                  <a:lnTo>
                    <a:pt x="0" y="808354"/>
                  </a:lnTo>
                </a:path>
                <a:path w="0" h="828039">
                  <a:moveTo>
                    <a:pt x="0" y="808989"/>
                  </a:moveTo>
                  <a:lnTo>
                    <a:pt x="0" y="810260"/>
                  </a:lnTo>
                </a:path>
                <a:path w="0" h="828039">
                  <a:moveTo>
                    <a:pt x="0" y="810895"/>
                  </a:moveTo>
                  <a:lnTo>
                    <a:pt x="0" y="812164"/>
                  </a:lnTo>
                </a:path>
                <a:path w="0" h="828039">
                  <a:moveTo>
                    <a:pt x="0" y="812800"/>
                  </a:moveTo>
                  <a:lnTo>
                    <a:pt x="0" y="814070"/>
                  </a:lnTo>
                </a:path>
                <a:path w="0" h="828039">
                  <a:moveTo>
                    <a:pt x="0" y="814070"/>
                  </a:moveTo>
                  <a:lnTo>
                    <a:pt x="0" y="815975"/>
                  </a:lnTo>
                </a:path>
                <a:path w="0" h="828039">
                  <a:moveTo>
                    <a:pt x="0" y="815975"/>
                  </a:moveTo>
                  <a:lnTo>
                    <a:pt x="0" y="817245"/>
                  </a:lnTo>
                </a:path>
                <a:path w="0" h="828039">
                  <a:moveTo>
                    <a:pt x="0" y="817879"/>
                  </a:moveTo>
                  <a:lnTo>
                    <a:pt x="0" y="819150"/>
                  </a:lnTo>
                </a:path>
                <a:path w="0" h="828039">
                  <a:moveTo>
                    <a:pt x="0" y="819785"/>
                  </a:moveTo>
                  <a:lnTo>
                    <a:pt x="0" y="821054"/>
                  </a:lnTo>
                </a:path>
                <a:path w="0" h="828039">
                  <a:moveTo>
                    <a:pt x="0" y="821689"/>
                  </a:moveTo>
                  <a:lnTo>
                    <a:pt x="0" y="822960"/>
                  </a:lnTo>
                </a:path>
                <a:path w="0" h="828039">
                  <a:moveTo>
                    <a:pt x="0" y="822960"/>
                  </a:moveTo>
                  <a:lnTo>
                    <a:pt x="0" y="824864"/>
                  </a:lnTo>
                </a:path>
                <a:path w="0" h="828039">
                  <a:moveTo>
                    <a:pt x="0" y="824864"/>
                  </a:moveTo>
                  <a:lnTo>
                    <a:pt x="0" y="826135"/>
                  </a:lnTo>
                </a:path>
                <a:path w="0" h="828039">
                  <a:moveTo>
                    <a:pt x="0" y="826770"/>
                  </a:moveTo>
                  <a:lnTo>
                    <a:pt x="0" y="82803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0" name="object 120" descr=""/>
            <p:cNvSpPr/>
            <p:nvPr/>
          </p:nvSpPr>
          <p:spPr>
            <a:xfrm>
              <a:off x="3096260" y="6102362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69" h="1270">
                  <a:moveTo>
                    <a:pt x="0" y="635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5"/>
                  </a:lnTo>
                  <a:lnTo>
                    <a:pt x="1084" y="1084"/>
                  </a:lnTo>
                  <a:lnTo>
                    <a:pt x="635" y="1270"/>
                  </a:lnTo>
                  <a:lnTo>
                    <a:pt x="185" y="1084"/>
                  </a:lnTo>
                  <a:lnTo>
                    <a:pt x="0" y="63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21" name="object 121" descr="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5513070" y="7056767"/>
            <a:ext cx="62864" cy="77470"/>
          </a:xfrm>
          <a:prstGeom prst="rect">
            <a:avLst/>
          </a:prstGeom>
        </p:spPr>
      </p:pic>
      <p:sp>
        <p:nvSpPr>
          <p:cNvPr id="122" name="object 122" descr=""/>
          <p:cNvSpPr/>
          <p:nvPr/>
        </p:nvSpPr>
        <p:spPr>
          <a:xfrm>
            <a:off x="3271520" y="5170817"/>
            <a:ext cx="0" cy="932180"/>
          </a:xfrm>
          <a:custGeom>
            <a:avLst/>
            <a:gdLst/>
            <a:ahLst/>
            <a:cxnLst/>
            <a:rect l="l" t="t" r="r" b="b"/>
            <a:pathLst>
              <a:path w="0" h="932179">
                <a:moveTo>
                  <a:pt x="0" y="0"/>
                </a:moveTo>
                <a:lnTo>
                  <a:pt x="0" y="1269"/>
                </a:lnTo>
              </a:path>
              <a:path w="0" h="932179">
                <a:moveTo>
                  <a:pt x="0" y="1269"/>
                </a:moveTo>
                <a:lnTo>
                  <a:pt x="0" y="3175"/>
                </a:lnTo>
              </a:path>
              <a:path w="0" h="932179">
                <a:moveTo>
                  <a:pt x="0" y="3175"/>
                </a:moveTo>
                <a:lnTo>
                  <a:pt x="0" y="4444"/>
                </a:lnTo>
              </a:path>
              <a:path w="0" h="932179">
                <a:moveTo>
                  <a:pt x="0" y="5079"/>
                </a:moveTo>
                <a:lnTo>
                  <a:pt x="0" y="6350"/>
                </a:lnTo>
              </a:path>
              <a:path w="0" h="932179">
                <a:moveTo>
                  <a:pt x="0" y="6984"/>
                </a:moveTo>
                <a:lnTo>
                  <a:pt x="0" y="8254"/>
                </a:lnTo>
              </a:path>
              <a:path w="0" h="932179">
                <a:moveTo>
                  <a:pt x="0" y="8889"/>
                </a:moveTo>
                <a:lnTo>
                  <a:pt x="0" y="10159"/>
                </a:lnTo>
              </a:path>
              <a:path w="0" h="932179">
                <a:moveTo>
                  <a:pt x="0" y="10159"/>
                </a:moveTo>
                <a:lnTo>
                  <a:pt x="0" y="12064"/>
                </a:lnTo>
              </a:path>
              <a:path w="0" h="932179">
                <a:moveTo>
                  <a:pt x="0" y="12064"/>
                </a:moveTo>
                <a:lnTo>
                  <a:pt x="0" y="13334"/>
                </a:lnTo>
              </a:path>
              <a:path w="0" h="932179">
                <a:moveTo>
                  <a:pt x="0" y="13969"/>
                </a:moveTo>
                <a:lnTo>
                  <a:pt x="0" y="15239"/>
                </a:lnTo>
              </a:path>
              <a:path w="0" h="932179">
                <a:moveTo>
                  <a:pt x="0" y="15875"/>
                </a:moveTo>
                <a:lnTo>
                  <a:pt x="0" y="17144"/>
                </a:lnTo>
              </a:path>
              <a:path w="0" h="932179">
                <a:moveTo>
                  <a:pt x="0" y="17779"/>
                </a:moveTo>
                <a:lnTo>
                  <a:pt x="0" y="19050"/>
                </a:lnTo>
              </a:path>
              <a:path w="0" h="932179">
                <a:moveTo>
                  <a:pt x="0" y="19050"/>
                </a:moveTo>
                <a:lnTo>
                  <a:pt x="0" y="20954"/>
                </a:lnTo>
              </a:path>
              <a:path w="0" h="932179">
                <a:moveTo>
                  <a:pt x="0" y="20954"/>
                </a:moveTo>
                <a:lnTo>
                  <a:pt x="0" y="22225"/>
                </a:lnTo>
              </a:path>
              <a:path w="0" h="932179">
                <a:moveTo>
                  <a:pt x="0" y="22859"/>
                </a:moveTo>
                <a:lnTo>
                  <a:pt x="0" y="24129"/>
                </a:lnTo>
              </a:path>
              <a:path w="0" h="932179">
                <a:moveTo>
                  <a:pt x="0" y="24764"/>
                </a:moveTo>
                <a:lnTo>
                  <a:pt x="0" y="26034"/>
                </a:lnTo>
              </a:path>
              <a:path w="0" h="932179">
                <a:moveTo>
                  <a:pt x="0" y="26669"/>
                </a:moveTo>
                <a:lnTo>
                  <a:pt x="0" y="27939"/>
                </a:lnTo>
              </a:path>
              <a:path w="0" h="932179">
                <a:moveTo>
                  <a:pt x="0" y="27939"/>
                </a:moveTo>
                <a:lnTo>
                  <a:pt x="0" y="29844"/>
                </a:lnTo>
              </a:path>
              <a:path w="0" h="932179">
                <a:moveTo>
                  <a:pt x="0" y="29844"/>
                </a:moveTo>
                <a:lnTo>
                  <a:pt x="0" y="31114"/>
                </a:lnTo>
              </a:path>
              <a:path w="0" h="932179">
                <a:moveTo>
                  <a:pt x="0" y="31750"/>
                </a:moveTo>
                <a:lnTo>
                  <a:pt x="0" y="33019"/>
                </a:lnTo>
              </a:path>
              <a:path w="0" h="932179">
                <a:moveTo>
                  <a:pt x="0" y="33654"/>
                </a:moveTo>
                <a:lnTo>
                  <a:pt x="0" y="34925"/>
                </a:lnTo>
              </a:path>
              <a:path w="0" h="932179">
                <a:moveTo>
                  <a:pt x="0" y="35559"/>
                </a:moveTo>
                <a:lnTo>
                  <a:pt x="0" y="36829"/>
                </a:lnTo>
              </a:path>
              <a:path w="0" h="932179">
                <a:moveTo>
                  <a:pt x="0" y="36829"/>
                </a:moveTo>
                <a:lnTo>
                  <a:pt x="0" y="38734"/>
                </a:lnTo>
              </a:path>
              <a:path w="0" h="932179">
                <a:moveTo>
                  <a:pt x="0" y="38734"/>
                </a:moveTo>
                <a:lnTo>
                  <a:pt x="0" y="40004"/>
                </a:lnTo>
              </a:path>
              <a:path w="0" h="932179">
                <a:moveTo>
                  <a:pt x="0" y="40639"/>
                </a:moveTo>
                <a:lnTo>
                  <a:pt x="0" y="41909"/>
                </a:lnTo>
              </a:path>
              <a:path w="0" h="932179">
                <a:moveTo>
                  <a:pt x="0" y="42544"/>
                </a:moveTo>
                <a:lnTo>
                  <a:pt x="0" y="43814"/>
                </a:lnTo>
              </a:path>
              <a:path w="0" h="932179">
                <a:moveTo>
                  <a:pt x="0" y="44450"/>
                </a:moveTo>
                <a:lnTo>
                  <a:pt x="0" y="45719"/>
                </a:lnTo>
              </a:path>
              <a:path w="0" h="932179">
                <a:moveTo>
                  <a:pt x="0" y="45719"/>
                </a:moveTo>
                <a:lnTo>
                  <a:pt x="0" y="47625"/>
                </a:lnTo>
              </a:path>
              <a:path w="0" h="932179">
                <a:moveTo>
                  <a:pt x="0" y="47625"/>
                </a:moveTo>
                <a:lnTo>
                  <a:pt x="0" y="48894"/>
                </a:lnTo>
              </a:path>
              <a:path w="0" h="932179">
                <a:moveTo>
                  <a:pt x="0" y="49529"/>
                </a:moveTo>
                <a:lnTo>
                  <a:pt x="0" y="50800"/>
                </a:lnTo>
              </a:path>
              <a:path w="0" h="932179">
                <a:moveTo>
                  <a:pt x="0" y="51434"/>
                </a:moveTo>
                <a:lnTo>
                  <a:pt x="0" y="52704"/>
                </a:lnTo>
              </a:path>
              <a:path w="0" h="932179">
                <a:moveTo>
                  <a:pt x="0" y="53339"/>
                </a:moveTo>
                <a:lnTo>
                  <a:pt x="0" y="54609"/>
                </a:lnTo>
              </a:path>
              <a:path w="0" h="932179">
                <a:moveTo>
                  <a:pt x="0" y="54609"/>
                </a:moveTo>
                <a:lnTo>
                  <a:pt x="0" y="56514"/>
                </a:lnTo>
              </a:path>
              <a:path w="0" h="932179">
                <a:moveTo>
                  <a:pt x="0" y="56514"/>
                </a:moveTo>
                <a:lnTo>
                  <a:pt x="0" y="57784"/>
                </a:lnTo>
              </a:path>
              <a:path w="0" h="932179">
                <a:moveTo>
                  <a:pt x="0" y="58419"/>
                </a:moveTo>
                <a:lnTo>
                  <a:pt x="0" y="59689"/>
                </a:lnTo>
              </a:path>
              <a:path w="0" h="932179">
                <a:moveTo>
                  <a:pt x="0" y="60325"/>
                </a:moveTo>
                <a:lnTo>
                  <a:pt x="0" y="61594"/>
                </a:lnTo>
              </a:path>
              <a:path w="0" h="932179">
                <a:moveTo>
                  <a:pt x="0" y="62229"/>
                </a:moveTo>
                <a:lnTo>
                  <a:pt x="0" y="63500"/>
                </a:lnTo>
              </a:path>
              <a:path w="0" h="932179">
                <a:moveTo>
                  <a:pt x="0" y="63500"/>
                </a:moveTo>
                <a:lnTo>
                  <a:pt x="0" y="65404"/>
                </a:lnTo>
              </a:path>
              <a:path w="0" h="932179">
                <a:moveTo>
                  <a:pt x="0" y="65404"/>
                </a:moveTo>
                <a:lnTo>
                  <a:pt x="0" y="66675"/>
                </a:lnTo>
              </a:path>
              <a:path w="0" h="932179">
                <a:moveTo>
                  <a:pt x="0" y="67309"/>
                </a:moveTo>
                <a:lnTo>
                  <a:pt x="0" y="68579"/>
                </a:lnTo>
              </a:path>
              <a:path w="0" h="932179">
                <a:moveTo>
                  <a:pt x="0" y="69214"/>
                </a:moveTo>
                <a:lnTo>
                  <a:pt x="0" y="70484"/>
                </a:lnTo>
              </a:path>
              <a:path w="0" h="932179">
                <a:moveTo>
                  <a:pt x="0" y="71119"/>
                </a:moveTo>
                <a:lnTo>
                  <a:pt x="0" y="72389"/>
                </a:lnTo>
              </a:path>
              <a:path w="0" h="932179">
                <a:moveTo>
                  <a:pt x="0" y="72389"/>
                </a:moveTo>
                <a:lnTo>
                  <a:pt x="0" y="74294"/>
                </a:lnTo>
              </a:path>
              <a:path w="0" h="932179">
                <a:moveTo>
                  <a:pt x="0" y="74294"/>
                </a:moveTo>
                <a:lnTo>
                  <a:pt x="0" y="75564"/>
                </a:lnTo>
              </a:path>
              <a:path w="0" h="932179">
                <a:moveTo>
                  <a:pt x="0" y="76200"/>
                </a:moveTo>
                <a:lnTo>
                  <a:pt x="0" y="77469"/>
                </a:lnTo>
              </a:path>
              <a:path w="0" h="932179">
                <a:moveTo>
                  <a:pt x="0" y="78104"/>
                </a:moveTo>
                <a:lnTo>
                  <a:pt x="0" y="79375"/>
                </a:lnTo>
              </a:path>
              <a:path w="0" h="932179">
                <a:moveTo>
                  <a:pt x="0" y="80009"/>
                </a:moveTo>
                <a:lnTo>
                  <a:pt x="0" y="81279"/>
                </a:lnTo>
              </a:path>
              <a:path w="0" h="932179">
                <a:moveTo>
                  <a:pt x="0" y="81279"/>
                </a:moveTo>
                <a:lnTo>
                  <a:pt x="0" y="83184"/>
                </a:lnTo>
              </a:path>
              <a:path w="0" h="932179">
                <a:moveTo>
                  <a:pt x="0" y="83184"/>
                </a:moveTo>
                <a:lnTo>
                  <a:pt x="0" y="84454"/>
                </a:lnTo>
              </a:path>
              <a:path w="0" h="932179">
                <a:moveTo>
                  <a:pt x="0" y="85089"/>
                </a:moveTo>
                <a:lnTo>
                  <a:pt x="0" y="86359"/>
                </a:lnTo>
              </a:path>
              <a:path w="0" h="932179">
                <a:moveTo>
                  <a:pt x="0" y="86994"/>
                </a:moveTo>
                <a:lnTo>
                  <a:pt x="0" y="88264"/>
                </a:lnTo>
              </a:path>
              <a:path w="0" h="932179">
                <a:moveTo>
                  <a:pt x="0" y="88900"/>
                </a:moveTo>
                <a:lnTo>
                  <a:pt x="0" y="90169"/>
                </a:lnTo>
              </a:path>
              <a:path w="0" h="932179">
                <a:moveTo>
                  <a:pt x="0" y="90169"/>
                </a:moveTo>
                <a:lnTo>
                  <a:pt x="0" y="92075"/>
                </a:lnTo>
              </a:path>
              <a:path w="0" h="932179">
                <a:moveTo>
                  <a:pt x="0" y="92075"/>
                </a:moveTo>
                <a:lnTo>
                  <a:pt x="0" y="93344"/>
                </a:lnTo>
              </a:path>
              <a:path w="0" h="932179">
                <a:moveTo>
                  <a:pt x="0" y="93979"/>
                </a:moveTo>
                <a:lnTo>
                  <a:pt x="0" y="95250"/>
                </a:lnTo>
              </a:path>
              <a:path w="0" h="932179">
                <a:moveTo>
                  <a:pt x="0" y="95884"/>
                </a:moveTo>
                <a:lnTo>
                  <a:pt x="0" y="97154"/>
                </a:lnTo>
              </a:path>
              <a:path w="0" h="932179">
                <a:moveTo>
                  <a:pt x="0" y="97789"/>
                </a:moveTo>
                <a:lnTo>
                  <a:pt x="0" y="99059"/>
                </a:lnTo>
              </a:path>
              <a:path w="0" h="932179">
                <a:moveTo>
                  <a:pt x="0" y="99059"/>
                </a:moveTo>
                <a:lnTo>
                  <a:pt x="0" y="100964"/>
                </a:lnTo>
              </a:path>
              <a:path w="0" h="932179">
                <a:moveTo>
                  <a:pt x="0" y="100964"/>
                </a:moveTo>
                <a:lnTo>
                  <a:pt x="0" y="102234"/>
                </a:lnTo>
              </a:path>
              <a:path w="0" h="932179">
                <a:moveTo>
                  <a:pt x="0" y="102869"/>
                </a:moveTo>
                <a:lnTo>
                  <a:pt x="0" y="104139"/>
                </a:lnTo>
              </a:path>
              <a:path w="0" h="932179">
                <a:moveTo>
                  <a:pt x="0" y="104775"/>
                </a:moveTo>
                <a:lnTo>
                  <a:pt x="0" y="106044"/>
                </a:lnTo>
              </a:path>
              <a:path w="0" h="932179">
                <a:moveTo>
                  <a:pt x="0" y="106679"/>
                </a:moveTo>
                <a:lnTo>
                  <a:pt x="0" y="107950"/>
                </a:lnTo>
              </a:path>
              <a:path w="0" h="932179">
                <a:moveTo>
                  <a:pt x="0" y="107950"/>
                </a:moveTo>
                <a:lnTo>
                  <a:pt x="0" y="109854"/>
                </a:lnTo>
              </a:path>
              <a:path w="0" h="932179">
                <a:moveTo>
                  <a:pt x="0" y="109854"/>
                </a:moveTo>
                <a:lnTo>
                  <a:pt x="0" y="111125"/>
                </a:lnTo>
              </a:path>
              <a:path w="0" h="932179">
                <a:moveTo>
                  <a:pt x="0" y="111759"/>
                </a:moveTo>
                <a:lnTo>
                  <a:pt x="0" y="113029"/>
                </a:lnTo>
              </a:path>
              <a:path w="0" h="932179">
                <a:moveTo>
                  <a:pt x="0" y="113664"/>
                </a:moveTo>
                <a:lnTo>
                  <a:pt x="0" y="114934"/>
                </a:lnTo>
              </a:path>
              <a:path w="0" h="932179">
                <a:moveTo>
                  <a:pt x="0" y="115569"/>
                </a:moveTo>
                <a:lnTo>
                  <a:pt x="0" y="116839"/>
                </a:lnTo>
              </a:path>
              <a:path w="0" h="932179">
                <a:moveTo>
                  <a:pt x="0" y="116839"/>
                </a:moveTo>
                <a:lnTo>
                  <a:pt x="0" y="118744"/>
                </a:lnTo>
              </a:path>
              <a:path w="0" h="932179">
                <a:moveTo>
                  <a:pt x="0" y="118744"/>
                </a:moveTo>
                <a:lnTo>
                  <a:pt x="0" y="120014"/>
                </a:lnTo>
              </a:path>
              <a:path w="0" h="932179">
                <a:moveTo>
                  <a:pt x="0" y="120650"/>
                </a:moveTo>
                <a:lnTo>
                  <a:pt x="0" y="121919"/>
                </a:lnTo>
              </a:path>
              <a:path w="0" h="932179">
                <a:moveTo>
                  <a:pt x="0" y="122554"/>
                </a:moveTo>
                <a:lnTo>
                  <a:pt x="0" y="123825"/>
                </a:lnTo>
              </a:path>
              <a:path w="0" h="932179">
                <a:moveTo>
                  <a:pt x="0" y="124459"/>
                </a:moveTo>
                <a:lnTo>
                  <a:pt x="0" y="125729"/>
                </a:lnTo>
              </a:path>
              <a:path w="0" h="932179">
                <a:moveTo>
                  <a:pt x="0" y="125729"/>
                </a:moveTo>
                <a:lnTo>
                  <a:pt x="0" y="127634"/>
                </a:lnTo>
              </a:path>
              <a:path w="0" h="932179">
                <a:moveTo>
                  <a:pt x="0" y="127634"/>
                </a:moveTo>
                <a:lnTo>
                  <a:pt x="0" y="128904"/>
                </a:lnTo>
              </a:path>
              <a:path w="0" h="932179">
                <a:moveTo>
                  <a:pt x="0" y="129539"/>
                </a:moveTo>
                <a:lnTo>
                  <a:pt x="0" y="130809"/>
                </a:lnTo>
              </a:path>
              <a:path w="0" h="932179">
                <a:moveTo>
                  <a:pt x="0" y="131444"/>
                </a:moveTo>
                <a:lnTo>
                  <a:pt x="0" y="132714"/>
                </a:lnTo>
              </a:path>
              <a:path w="0" h="932179">
                <a:moveTo>
                  <a:pt x="0" y="133350"/>
                </a:moveTo>
                <a:lnTo>
                  <a:pt x="0" y="134619"/>
                </a:lnTo>
              </a:path>
              <a:path w="0" h="932179">
                <a:moveTo>
                  <a:pt x="0" y="134619"/>
                </a:moveTo>
                <a:lnTo>
                  <a:pt x="0" y="136525"/>
                </a:lnTo>
              </a:path>
              <a:path w="0" h="932179">
                <a:moveTo>
                  <a:pt x="0" y="136525"/>
                </a:moveTo>
                <a:lnTo>
                  <a:pt x="0" y="137794"/>
                </a:lnTo>
              </a:path>
              <a:path w="0" h="932179">
                <a:moveTo>
                  <a:pt x="0" y="138429"/>
                </a:moveTo>
                <a:lnTo>
                  <a:pt x="0" y="139700"/>
                </a:lnTo>
              </a:path>
              <a:path w="0" h="932179">
                <a:moveTo>
                  <a:pt x="0" y="140334"/>
                </a:moveTo>
                <a:lnTo>
                  <a:pt x="0" y="141604"/>
                </a:lnTo>
              </a:path>
              <a:path w="0" h="932179">
                <a:moveTo>
                  <a:pt x="0" y="142239"/>
                </a:moveTo>
                <a:lnTo>
                  <a:pt x="0" y="143509"/>
                </a:lnTo>
              </a:path>
              <a:path w="0" h="932179">
                <a:moveTo>
                  <a:pt x="0" y="143509"/>
                </a:moveTo>
                <a:lnTo>
                  <a:pt x="0" y="145414"/>
                </a:lnTo>
              </a:path>
              <a:path w="0" h="932179">
                <a:moveTo>
                  <a:pt x="0" y="145414"/>
                </a:moveTo>
                <a:lnTo>
                  <a:pt x="0" y="146684"/>
                </a:lnTo>
              </a:path>
              <a:path w="0" h="932179">
                <a:moveTo>
                  <a:pt x="0" y="147319"/>
                </a:moveTo>
                <a:lnTo>
                  <a:pt x="0" y="148589"/>
                </a:lnTo>
              </a:path>
              <a:path w="0" h="932179">
                <a:moveTo>
                  <a:pt x="0" y="149225"/>
                </a:moveTo>
                <a:lnTo>
                  <a:pt x="0" y="150494"/>
                </a:lnTo>
              </a:path>
              <a:path w="0" h="932179">
                <a:moveTo>
                  <a:pt x="0" y="151129"/>
                </a:moveTo>
                <a:lnTo>
                  <a:pt x="0" y="152400"/>
                </a:lnTo>
              </a:path>
              <a:path w="0" h="932179">
                <a:moveTo>
                  <a:pt x="0" y="152400"/>
                </a:moveTo>
                <a:lnTo>
                  <a:pt x="0" y="154304"/>
                </a:lnTo>
              </a:path>
              <a:path w="0" h="932179">
                <a:moveTo>
                  <a:pt x="0" y="154304"/>
                </a:moveTo>
                <a:lnTo>
                  <a:pt x="0" y="155575"/>
                </a:lnTo>
              </a:path>
              <a:path w="0" h="932179">
                <a:moveTo>
                  <a:pt x="0" y="156209"/>
                </a:moveTo>
                <a:lnTo>
                  <a:pt x="0" y="157479"/>
                </a:lnTo>
              </a:path>
              <a:path w="0" h="932179">
                <a:moveTo>
                  <a:pt x="0" y="158114"/>
                </a:moveTo>
                <a:lnTo>
                  <a:pt x="0" y="159384"/>
                </a:lnTo>
              </a:path>
              <a:path w="0" h="932179">
                <a:moveTo>
                  <a:pt x="0" y="160019"/>
                </a:moveTo>
                <a:lnTo>
                  <a:pt x="0" y="161289"/>
                </a:lnTo>
              </a:path>
              <a:path w="0" h="932179">
                <a:moveTo>
                  <a:pt x="0" y="161289"/>
                </a:moveTo>
                <a:lnTo>
                  <a:pt x="0" y="163194"/>
                </a:lnTo>
              </a:path>
              <a:path w="0" h="932179">
                <a:moveTo>
                  <a:pt x="0" y="163194"/>
                </a:moveTo>
                <a:lnTo>
                  <a:pt x="0" y="164464"/>
                </a:lnTo>
              </a:path>
              <a:path w="0" h="932179">
                <a:moveTo>
                  <a:pt x="0" y="165100"/>
                </a:moveTo>
                <a:lnTo>
                  <a:pt x="0" y="166369"/>
                </a:lnTo>
              </a:path>
              <a:path w="0" h="932179">
                <a:moveTo>
                  <a:pt x="0" y="167004"/>
                </a:moveTo>
                <a:lnTo>
                  <a:pt x="0" y="168275"/>
                </a:lnTo>
              </a:path>
              <a:path w="0" h="932179">
                <a:moveTo>
                  <a:pt x="0" y="168909"/>
                </a:moveTo>
                <a:lnTo>
                  <a:pt x="0" y="170179"/>
                </a:lnTo>
              </a:path>
              <a:path w="0" h="932179">
                <a:moveTo>
                  <a:pt x="0" y="170179"/>
                </a:moveTo>
                <a:lnTo>
                  <a:pt x="0" y="172084"/>
                </a:lnTo>
              </a:path>
              <a:path w="0" h="932179">
                <a:moveTo>
                  <a:pt x="0" y="172084"/>
                </a:moveTo>
                <a:lnTo>
                  <a:pt x="0" y="173354"/>
                </a:lnTo>
              </a:path>
              <a:path w="0" h="932179">
                <a:moveTo>
                  <a:pt x="0" y="173989"/>
                </a:moveTo>
                <a:lnTo>
                  <a:pt x="0" y="175259"/>
                </a:lnTo>
              </a:path>
              <a:path w="0" h="932179">
                <a:moveTo>
                  <a:pt x="0" y="175894"/>
                </a:moveTo>
                <a:lnTo>
                  <a:pt x="0" y="177164"/>
                </a:lnTo>
              </a:path>
              <a:path w="0" h="932179">
                <a:moveTo>
                  <a:pt x="0" y="177800"/>
                </a:moveTo>
                <a:lnTo>
                  <a:pt x="0" y="179069"/>
                </a:lnTo>
              </a:path>
              <a:path w="0" h="932179">
                <a:moveTo>
                  <a:pt x="0" y="179069"/>
                </a:moveTo>
                <a:lnTo>
                  <a:pt x="0" y="180975"/>
                </a:lnTo>
              </a:path>
              <a:path w="0" h="932179">
                <a:moveTo>
                  <a:pt x="0" y="180975"/>
                </a:moveTo>
                <a:lnTo>
                  <a:pt x="0" y="182244"/>
                </a:lnTo>
              </a:path>
              <a:path w="0" h="932179">
                <a:moveTo>
                  <a:pt x="0" y="182879"/>
                </a:moveTo>
                <a:lnTo>
                  <a:pt x="0" y="184150"/>
                </a:lnTo>
              </a:path>
              <a:path w="0" h="932179">
                <a:moveTo>
                  <a:pt x="0" y="184784"/>
                </a:moveTo>
                <a:lnTo>
                  <a:pt x="0" y="186054"/>
                </a:lnTo>
              </a:path>
              <a:path w="0" h="932179">
                <a:moveTo>
                  <a:pt x="0" y="186689"/>
                </a:moveTo>
                <a:lnTo>
                  <a:pt x="0" y="187959"/>
                </a:lnTo>
              </a:path>
              <a:path w="0" h="932179">
                <a:moveTo>
                  <a:pt x="0" y="187959"/>
                </a:moveTo>
                <a:lnTo>
                  <a:pt x="0" y="189864"/>
                </a:lnTo>
              </a:path>
              <a:path w="0" h="932179">
                <a:moveTo>
                  <a:pt x="0" y="189864"/>
                </a:moveTo>
                <a:lnTo>
                  <a:pt x="0" y="191134"/>
                </a:lnTo>
              </a:path>
              <a:path w="0" h="932179">
                <a:moveTo>
                  <a:pt x="0" y="191769"/>
                </a:moveTo>
                <a:lnTo>
                  <a:pt x="0" y="193039"/>
                </a:lnTo>
              </a:path>
              <a:path w="0" h="932179">
                <a:moveTo>
                  <a:pt x="0" y="193675"/>
                </a:moveTo>
                <a:lnTo>
                  <a:pt x="0" y="194944"/>
                </a:lnTo>
              </a:path>
              <a:path w="0" h="932179">
                <a:moveTo>
                  <a:pt x="0" y="195579"/>
                </a:moveTo>
                <a:lnTo>
                  <a:pt x="0" y="196850"/>
                </a:lnTo>
              </a:path>
              <a:path w="0" h="932179">
                <a:moveTo>
                  <a:pt x="0" y="196850"/>
                </a:moveTo>
                <a:lnTo>
                  <a:pt x="0" y="198754"/>
                </a:lnTo>
              </a:path>
              <a:path w="0" h="932179">
                <a:moveTo>
                  <a:pt x="0" y="198754"/>
                </a:moveTo>
                <a:lnTo>
                  <a:pt x="0" y="200025"/>
                </a:lnTo>
              </a:path>
              <a:path w="0" h="932179">
                <a:moveTo>
                  <a:pt x="0" y="200659"/>
                </a:moveTo>
                <a:lnTo>
                  <a:pt x="0" y="201929"/>
                </a:lnTo>
              </a:path>
              <a:path w="0" h="932179">
                <a:moveTo>
                  <a:pt x="0" y="202564"/>
                </a:moveTo>
                <a:lnTo>
                  <a:pt x="0" y="203834"/>
                </a:lnTo>
              </a:path>
              <a:path w="0" h="932179">
                <a:moveTo>
                  <a:pt x="0" y="204469"/>
                </a:moveTo>
                <a:lnTo>
                  <a:pt x="0" y="205739"/>
                </a:lnTo>
              </a:path>
              <a:path w="0" h="932179">
                <a:moveTo>
                  <a:pt x="0" y="205739"/>
                </a:moveTo>
                <a:lnTo>
                  <a:pt x="0" y="207644"/>
                </a:lnTo>
              </a:path>
              <a:path w="0" h="932179">
                <a:moveTo>
                  <a:pt x="0" y="207644"/>
                </a:moveTo>
                <a:lnTo>
                  <a:pt x="0" y="208914"/>
                </a:lnTo>
              </a:path>
              <a:path w="0" h="932179">
                <a:moveTo>
                  <a:pt x="0" y="209550"/>
                </a:moveTo>
                <a:lnTo>
                  <a:pt x="0" y="210819"/>
                </a:lnTo>
              </a:path>
              <a:path w="0" h="932179">
                <a:moveTo>
                  <a:pt x="0" y="211454"/>
                </a:moveTo>
                <a:lnTo>
                  <a:pt x="0" y="212725"/>
                </a:lnTo>
              </a:path>
              <a:path w="0" h="932179">
                <a:moveTo>
                  <a:pt x="0" y="213359"/>
                </a:moveTo>
                <a:lnTo>
                  <a:pt x="0" y="214629"/>
                </a:lnTo>
              </a:path>
              <a:path w="0" h="932179">
                <a:moveTo>
                  <a:pt x="0" y="214629"/>
                </a:moveTo>
                <a:lnTo>
                  <a:pt x="0" y="216534"/>
                </a:lnTo>
              </a:path>
              <a:path w="0" h="932179">
                <a:moveTo>
                  <a:pt x="0" y="216534"/>
                </a:moveTo>
                <a:lnTo>
                  <a:pt x="0" y="217804"/>
                </a:lnTo>
              </a:path>
              <a:path w="0" h="932179">
                <a:moveTo>
                  <a:pt x="0" y="218439"/>
                </a:moveTo>
                <a:lnTo>
                  <a:pt x="0" y="219709"/>
                </a:lnTo>
              </a:path>
              <a:path w="0" h="932179">
                <a:moveTo>
                  <a:pt x="0" y="220344"/>
                </a:moveTo>
                <a:lnTo>
                  <a:pt x="0" y="221614"/>
                </a:lnTo>
              </a:path>
              <a:path w="0" h="932179">
                <a:moveTo>
                  <a:pt x="0" y="222250"/>
                </a:moveTo>
                <a:lnTo>
                  <a:pt x="0" y="223519"/>
                </a:lnTo>
              </a:path>
              <a:path w="0" h="932179">
                <a:moveTo>
                  <a:pt x="0" y="223519"/>
                </a:moveTo>
                <a:lnTo>
                  <a:pt x="0" y="225425"/>
                </a:lnTo>
              </a:path>
              <a:path w="0" h="932179">
                <a:moveTo>
                  <a:pt x="0" y="225425"/>
                </a:moveTo>
                <a:lnTo>
                  <a:pt x="0" y="226694"/>
                </a:lnTo>
              </a:path>
              <a:path w="0" h="932179">
                <a:moveTo>
                  <a:pt x="0" y="227329"/>
                </a:moveTo>
                <a:lnTo>
                  <a:pt x="0" y="228600"/>
                </a:lnTo>
              </a:path>
              <a:path w="0" h="932179">
                <a:moveTo>
                  <a:pt x="0" y="229234"/>
                </a:moveTo>
                <a:lnTo>
                  <a:pt x="0" y="230504"/>
                </a:lnTo>
              </a:path>
              <a:path w="0" h="932179">
                <a:moveTo>
                  <a:pt x="0" y="231139"/>
                </a:moveTo>
                <a:lnTo>
                  <a:pt x="0" y="232409"/>
                </a:lnTo>
              </a:path>
              <a:path w="0" h="932179">
                <a:moveTo>
                  <a:pt x="0" y="232409"/>
                </a:moveTo>
                <a:lnTo>
                  <a:pt x="0" y="234314"/>
                </a:lnTo>
              </a:path>
              <a:path w="0" h="932179">
                <a:moveTo>
                  <a:pt x="0" y="234314"/>
                </a:moveTo>
                <a:lnTo>
                  <a:pt x="0" y="235584"/>
                </a:lnTo>
              </a:path>
              <a:path w="0" h="932179">
                <a:moveTo>
                  <a:pt x="0" y="236219"/>
                </a:moveTo>
                <a:lnTo>
                  <a:pt x="0" y="237489"/>
                </a:lnTo>
              </a:path>
              <a:path w="0" h="932179">
                <a:moveTo>
                  <a:pt x="0" y="238125"/>
                </a:moveTo>
                <a:lnTo>
                  <a:pt x="0" y="239394"/>
                </a:lnTo>
              </a:path>
              <a:path w="0" h="932179">
                <a:moveTo>
                  <a:pt x="0" y="240029"/>
                </a:moveTo>
                <a:lnTo>
                  <a:pt x="0" y="241300"/>
                </a:lnTo>
              </a:path>
              <a:path w="0" h="932179">
                <a:moveTo>
                  <a:pt x="0" y="241300"/>
                </a:moveTo>
                <a:lnTo>
                  <a:pt x="0" y="243204"/>
                </a:lnTo>
              </a:path>
              <a:path w="0" h="932179">
                <a:moveTo>
                  <a:pt x="0" y="243204"/>
                </a:moveTo>
                <a:lnTo>
                  <a:pt x="0" y="244475"/>
                </a:lnTo>
              </a:path>
              <a:path w="0" h="932179">
                <a:moveTo>
                  <a:pt x="0" y="245109"/>
                </a:moveTo>
                <a:lnTo>
                  <a:pt x="0" y="246379"/>
                </a:lnTo>
              </a:path>
              <a:path w="0" h="932179">
                <a:moveTo>
                  <a:pt x="0" y="247014"/>
                </a:moveTo>
                <a:lnTo>
                  <a:pt x="0" y="248284"/>
                </a:lnTo>
              </a:path>
              <a:path w="0" h="932179">
                <a:moveTo>
                  <a:pt x="0" y="248919"/>
                </a:moveTo>
                <a:lnTo>
                  <a:pt x="0" y="250189"/>
                </a:lnTo>
              </a:path>
              <a:path w="0" h="932179">
                <a:moveTo>
                  <a:pt x="0" y="250189"/>
                </a:moveTo>
                <a:lnTo>
                  <a:pt x="0" y="252094"/>
                </a:lnTo>
              </a:path>
              <a:path w="0" h="932179">
                <a:moveTo>
                  <a:pt x="0" y="252094"/>
                </a:moveTo>
                <a:lnTo>
                  <a:pt x="0" y="253364"/>
                </a:lnTo>
              </a:path>
              <a:path w="0" h="932179">
                <a:moveTo>
                  <a:pt x="0" y="254000"/>
                </a:moveTo>
                <a:lnTo>
                  <a:pt x="0" y="255269"/>
                </a:lnTo>
              </a:path>
              <a:path w="0" h="932179">
                <a:moveTo>
                  <a:pt x="0" y="255904"/>
                </a:moveTo>
                <a:lnTo>
                  <a:pt x="0" y="257175"/>
                </a:lnTo>
              </a:path>
              <a:path w="0" h="932179">
                <a:moveTo>
                  <a:pt x="0" y="257809"/>
                </a:moveTo>
                <a:lnTo>
                  <a:pt x="0" y="259079"/>
                </a:lnTo>
              </a:path>
              <a:path w="0" h="932179">
                <a:moveTo>
                  <a:pt x="0" y="259079"/>
                </a:moveTo>
                <a:lnTo>
                  <a:pt x="0" y="260984"/>
                </a:lnTo>
              </a:path>
              <a:path w="0" h="932179">
                <a:moveTo>
                  <a:pt x="0" y="260984"/>
                </a:moveTo>
                <a:lnTo>
                  <a:pt x="0" y="262254"/>
                </a:lnTo>
              </a:path>
              <a:path w="0" h="932179">
                <a:moveTo>
                  <a:pt x="0" y="262889"/>
                </a:moveTo>
                <a:lnTo>
                  <a:pt x="0" y="264159"/>
                </a:lnTo>
              </a:path>
              <a:path w="0" h="932179">
                <a:moveTo>
                  <a:pt x="0" y="264794"/>
                </a:moveTo>
                <a:lnTo>
                  <a:pt x="0" y="266064"/>
                </a:lnTo>
              </a:path>
              <a:path w="0" h="932179">
                <a:moveTo>
                  <a:pt x="0" y="266700"/>
                </a:moveTo>
                <a:lnTo>
                  <a:pt x="0" y="267969"/>
                </a:lnTo>
              </a:path>
              <a:path w="0" h="932179">
                <a:moveTo>
                  <a:pt x="0" y="267969"/>
                </a:moveTo>
                <a:lnTo>
                  <a:pt x="0" y="269875"/>
                </a:lnTo>
              </a:path>
              <a:path w="0" h="932179">
                <a:moveTo>
                  <a:pt x="0" y="269875"/>
                </a:moveTo>
                <a:lnTo>
                  <a:pt x="0" y="271144"/>
                </a:lnTo>
              </a:path>
              <a:path w="0" h="932179">
                <a:moveTo>
                  <a:pt x="0" y="271779"/>
                </a:moveTo>
                <a:lnTo>
                  <a:pt x="0" y="273050"/>
                </a:lnTo>
              </a:path>
              <a:path w="0" h="932179">
                <a:moveTo>
                  <a:pt x="0" y="273684"/>
                </a:moveTo>
                <a:lnTo>
                  <a:pt x="0" y="274954"/>
                </a:lnTo>
              </a:path>
              <a:path w="0" h="932179">
                <a:moveTo>
                  <a:pt x="0" y="275589"/>
                </a:moveTo>
                <a:lnTo>
                  <a:pt x="0" y="276859"/>
                </a:lnTo>
              </a:path>
              <a:path w="0" h="932179">
                <a:moveTo>
                  <a:pt x="0" y="276859"/>
                </a:moveTo>
                <a:lnTo>
                  <a:pt x="0" y="278764"/>
                </a:lnTo>
              </a:path>
              <a:path w="0" h="932179">
                <a:moveTo>
                  <a:pt x="0" y="278764"/>
                </a:moveTo>
                <a:lnTo>
                  <a:pt x="0" y="280034"/>
                </a:lnTo>
              </a:path>
              <a:path w="0" h="932179">
                <a:moveTo>
                  <a:pt x="0" y="280669"/>
                </a:moveTo>
                <a:lnTo>
                  <a:pt x="0" y="281939"/>
                </a:lnTo>
              </a:path>
              <a:path w="0" h="932179">
                <a:moveTo>
                  <a:pt x="0" y="282575"/>
                </a:moveTo>
                <a:lnTo>
                  <a:pt x="0" y="283844"/>
                </a:lnTo>
              </a:path>
              <a:path w="0" h="932179">
                <a:moveTo>
                  <a:pt x="0" y="284479"/>
                </a:moveTo>
                <a:lnTo>
                  <a:pt x="0" y="285750"/>
                </a:lnTo>
              </a:path>
              <a:path w="0" h="932179">
                <a:moveTo>
                  <a:pt x="0" y="285750"/>
                </a:moveTo>
                <a:lnTo>
                  <a:pt x="0" y="287654"/>
                </a:lnTo>
              </a:path>
              <a:path w="0" h="932179">
                <a:moveTo>
                  <a:pt x="0" y="287654"/>
                </a:moveTo>
                <a:lnTo>
                  <a:pt x="0" y="288925"/>
                </a:lnTo>
              </a:path>
              <a:path w="0" h="932179">
                <a:moveTo>
                  <a:pt x="0" y="289559"/>
                </a:moveTo>
                <a:lnTo>
                  <a:pt x="0" y="290829"/>
                </a:lnTo>
              </a:path>
              <a:path w="0" h="932179">
                <a:moveTo>
                  <a:pt x="0" y="291464"/>
                </a:moveTo>
                <a:lnTo>
                  <a:pt x="0" y="292734"/>
                </a:lnTo>
              </a:path>
              <a:path w="0" h="932179">
                <a:moveTo>
                  <a:pt x="0" y="293369"/>
                </a:moveTo>
                <a:lnTo>
                  <a:pt x="0" y="294639"/>
                </a:lnTo>
              </a:path>
              <a:path w="0" h="932179">
                <a:moveTo>
                  <a:pt x="0" y="294639"/>
                </a:moveTo>
                <a:lnTo>
                  <a:pt x="0" y="296544"/>
                </a:lnTo>
              </a:path>
              <a:path w="0" h="932179">
                <a:moveTo>
                  <a:pt x="0" y="296544"/>
                </a:moveTo>
                <a:lnTo>
                  <a:pt x="0" y="297814"/>
                </a:lnTo>
              </a:path>
              <a:path w="0" h="932179">
                <a:moveTo>
                  <a:pt x="0" y="298450"/>
                </a:moveTo>
                <a:lnTo>
                  <a:pt x="0" y="299719"/>
                </a:lnTo>
              </a:path>
              <a:path w="0" h="932179">
                <a:moveTo>
                  <a:pt x="0" y="300354"/>
                </a:moveTo>
                <a:lnTo>
                  <a:pt x="0" y="301625"/>
                </a:lnTo>
              </a:path>
              <a:path w="0" h="932179">
                <a:moveTo>
                  <a:pt x="0" y="302259"/>
                </a:moveTo>
                <a:lnTo>
                  <a:pt x="0" y="303529"/>
                </a:lnTo>
              </a:path>
              <a:path w="0" h="932179">
                <a:moveTo>
                  <a:pt x="0" y="303529"/>
                </a:moveTo>
                <a:lnTo>
                  <a:pt x="0" y="305434"/>
                </a:lnTo>
              </a:path>
              <a:path w="0" h="932179">
                <a:moveTo>
                  <a:pt x="0" y="305434"/>
                </a:moveTo>
                <a:lnTo>
                  <a:pt x="0" y="306704"/>
                </a:lnTo>
              </a:path>
              <a:path w="0" h="932179">
                <a:moveTo>
                  <a:pt x="0" y="307339"/>
                </a:moveTo>
                <a:lnTo>
                  <a:pt x="0" y="308609"/>
                </a:lnTo>
              </a:path>
              <a:path w="0" h="932179">
                <a:moveTo>
                  <a:pt x="0" y="309244"/>
                </a:moveTo>
                <a:lnTo>
                  <a:pt x="0" y="310514"/>
                </a:lnTo>
              </a:path>
              <a:path w="0" h="932179">
                <a:moveTo>
                  <a:pt x="0" y="311150"/>
                </a:moveTo>
                <a:lnTo>
                  <a:pt x="0" y="312419"/>
                </a:lnTo>
              </a:path>
              <a:path w="0" h="932179">
                <a:moveTo>
                  <a:pt x="0" y="312419"/>
                </a:moveTo>
                <a:lnTo>
                  <a:pt x="0" y="314325"/>
                </a:lnTo>
              </a:path>
              <a:path w="0" h="932179">
                <a:moveTo>
                  <a:pt x="0" y="314325"/>
                </a:moveTo>
                <a:lnTo>
                  <a:pt x="0" y="315594"/>
                </a:lnTo>
              </a:path>
              <a:path w="0" h="932179">
                <a:moveTo>
                  <a:pt x="0" y="316229"/>
                </a:moveTo>
                <a:lnTo>
                  <a:pt x="0" y="317500"/>
                </a:lnTo>
              </a:path>
              <a:path w="0" h="932179">
                <a:moveTo>
                  <a:pt x="0" y="318134"/>
                </a:moveTo>
                <a:lnTo>
                  <a:pt x="0" y="319404"/>
                </a:lnTo>
              </a:path>
              <a:path w="0" h="932179">
                <a:moveTo>
                  <a:pt x="0" y="320039"/>
                </a:moveTo>
                <a:lnTo>
                  <a:pt x="0" y="321309"/>
                </a:lnTo>
              </a:path>
              <a:path w="0" h="932179">
                <a:moveTo>
                  <a:pt x="0" y="321309"/>
                </a:moveTo>
                <a:lnTo>
                  <a:pt x="0" y="323214"/>
                </a:lnTo>
              </a:path>
              <a:path w="0" h="932179">
                <a:moveTo>
                  <a:pt x="0" y="323214"/>
                </a:moveTo>
                <a:lnTo>
                  <a:pt x="0" y="324484"/>
                </a:lnTo>
              </a:path>
              <a:path w="0" h="932179">
                <a:moveTo>
                  <a:pt x="0" y="325119"/>
                </a:moveTo>
                <a:lnTo>
                  <a:pt x="0" y="326389"/>
                </a:lnTo>
              </a:path>
              <a:path w="0" h="932179">
                <a:moveTo>
                  <a:pt x="0" y="327025"/>
                </a:moveTo>
                <a:lnTo>
                  <a:pt x="0" y="328294"/>
                </a:lnTo>
              </a:path>
              <a:path w="0" h="932179">
                <a:moveTo>
                  <a:pt x="0" y="328929"/>
                </a:moveTo>
                <a:lnTo>
                  <a:pt x="0" y="330200"/>
                </a:lnTo>
              </a:path>
              <a:path w="0" h="932179">
                <a:moveTo>
                  <a:pt x="0" y="330200"/>
                </a:moveTo>
                <a:lnTo>
                  <a:pt x="0" y="332104"/>
                </a:lnTo>
              </a:path>
              <a:path w="0" h="932179">
                <a:moveTo>
                  <a:pt x="0" y="332104"/>
                </a:moveTo>
                <a:lnTo>
                  <a:pt x="0" y="333375"/>
                </a:lnTo>
              </a:path>
              <a:path w="0" h="932179">
                <a:moveTo>
                  <a:pt x="0" y="334009"/>
                </a:moveTo>
                <a:lnTo>
                  <a:pt x="0" y="335279"/>
                </a:lnTo>
              </a:path>
              <a:path w="0" h="932179">
                <a:moveTo>
                  <a:pt x="0" y="335914"/>
                </a:moveTo>
                <a:lnTo>
                  <a:pt x="0" y="337184"/>
                </a:lnTo>
              </a:path>
              <a:path w="0" h="932179">
                <a:moveTo>
                  <a:pt x="0" y="337819"/>
                </a:moveTo>
                <a:lnTo>
                  <a:pt x="0" y="339089"/>
                </a:lnTo>
              </a:path>
              <a:path w="0" h="932179">
                <a:moveTo>
                  <a:pt x="0" y="339089"/>
                </a:moveTo>
                <a:lnTo>
                  <a:pt x="0" y="340994"/>
                </a:lnTo>
              </a:path>
              <a:path w="0" h="932179">
                <a:moveTo>
                  <a:pt x="0" y="340994"/>
                </a:moveTo>
                <a:lnTo>
                  <a:pt x="0" y="342264"/>
                </a:lnTo>
              </a:path>
              <a:path w="0" h="932179">
                <a:moveTo>
                  <a:pt x="0" y="342900"/>
                </a:moveTo>
                <a:lnTo>
                  <a:pt x="0" y="344169"/>
                </a:lnTo>
              </a:path>
              <a:path w="0" h="932179">
                <a:moveTo>
                  <a:pt x="0" y="344804"/>
                </a:moveTo>
                <a:lnTo>
                  <a:pt x="0" y="346075"/>
                </a:lnTo>
              </a:path>
              <a:path w="0" h="932179">
                <a:moveTo>
                  <a:pt x="0" y="346709"/>
                </a:moveTo>
                <a:lnTo>
                  <a:pt x="0" y="347979"/>
                </a:lnTo>
              </a:path>
              <a:path w="0" h="932179">
                <a:moveTo>
                  <a:pt x="0" y="347979"/>
                </a:moveTo>
                <a:lnTo>
                  <a:pt x="0" y="349884"/>
                </a:lnTo>
              </a:path>
              <a:path w="0" h="932179">
                <a:moveTo>
                  <a:pt x="0" y="349884"/>
                </a:moveTo>
                <a:lnTo>
                  <a:pt x="0" y="351154"/>
                </a:lnTo>
              </a:path>
              <a:path w="0" h="932179">
                <a:moveTo>
                  <a:pt x="0" y="351789"/>
                </a:moveTo>
                <a:lnTo>
                  <a:pt x="0" y="353059"/>
                </a:lnTo>
              </a:path>
              <a:path w="0" h="932179">
                <a:moveTo>
                  <a:pt x="0" y="353694"/>
                </a:moveTo>
                <a:lnTo>
                  <a:pt x="0" y="354964"/>
                </a:lnTo>
              </a:path>
              <a:path w="0" h="932179">
                <a:moveTo>
                  <a:pt x="0" y="355600"/>
                </a:moveTo>
                <a:lnTo>
                  <a:pt x="0" y="356869"/>
                </a:lnTo>
              </a:path>
              <a:path w="0" h="932179">
                <a:moveTo>
                  <a:pt x="0" y="356869"/>
                </a:moveTo>
                <a:lnTo>
                  <a:pt x="0" y="358775"/>
                </a:lnTo>
              </a:path>
              <a:path w="0" h="932179">
                <a:moveTo>
                  <a:pt x="0" y="358775"/>
                </a:moveTo>
                <a:lnTo>
                  <a:pt x="0" y="360044"/>
                </a:lnTo>
              </a:path>
              <a:path w="0" h="932179">
                <a:moveTo>
                  <a:pt x="0" y="360679"/>
                </a:moveTo>
                <a:lnTo>
                  <a:pt x="0" y="361950"/>
                </a:lnTo>
              </a:path>
              <a:path w="0" h="932179">
                <a:moveTo>
                  <a:pt x="0" y="362584"/>
                </a:moveTo>
                <a:lnTo>
                  <a:pt x="0" y="363854"/>
                </a:lnTo>
              </a:path>
              <a:path w="0" h="932179">
                <a:moveTo>
                  <a:pt x="0" y="364489"/>
                </a:moveTo>
                <a:lnTo>
                  <a:pt x="0" y="365759"/>
                </a:lnTo>
              </a:path>
              <a:path w="0" h="932179">
                <a:moveTo>
                  <a:pt x="0" y="365759"/>
                </a:moveTo>
                <a:lnTo>
                  <a:pt x="0" y="367664"/>
                </a:lnTo>
              </a:path>
              <a:path w="0" h="932179">
                <a:moveTo>
                  <a:pt x="0" y="367664"/>
                </a:moveTo>
                <a:lnTo>
                  <a:pt x="0" y="368934"/>
                </a:lnTo>
              </a:path>
              <a:path w="0" h="932179">
                <a:moveTo>
                  <a:pt x="0" y="369569"/>
                </a:moveTo>
                <a:lnTo>
                  <a:pt x="0" y="370839"/>
                </a:lnTo>
              </a:path>
              <a:path w="0" h="932179">
                <a:moveTo>
                  <a:pt x="0" y="371475"/>
                </a:moveTo>
                <a:lnTo>
                  <a:pt x="0" y="372744"/>
                </a:lnTo>
              </a:path>
              <a:path w="0" h="932179">
                <a:moveTo>
                  <a:pt x="0" y="373379"/>
                </a:moveTo>
                <a:lnTo>
                  <a:pt x="0" y="374650"/>
                </a:lnTo>
              </a:path>
              <a:path w="0" h="932179">
                <a:moveTo>
                  <a:pt x="0" y="374650"/>
                </a:moveTo>
                <a:lnTo>
                  <a:pt x="0" y="376554"/>
                </a:lnTo>
              </a:path>
              <a:path w="0" h="932179">
                <a:moveTo>
                  <a:pt x="0" y="376554"/>
                </a:moveTo>
                <a:lnTo>
                  <a:pt x="0" y="377825"/>
                </a:lnTo>
              </a:path>
              <a:path w="0" h="932179">
                <a:moveTo>
                  <a:pt x="0" y="378459"/>
                </a:moveTo>
                <a:lnTo>
                  <a:pt x="0" y="379729"/>
                </a:lnTo>
              </a:path>
              <a:path w="0" h="932179">
                <a:moveTo>
                  <a:pt x="0" y="380364"/>
                </a:moveTo>
                <a:lnTo>
                  <a:pt x="0" y="381634"/>
                </a:lnTo>
              </a:path>
              <a:path w="0" h="932179">
                <a:moveTo>
                  <a:pt x="0" y="382269"/>
                </a:moveTo>
                <a:lnTo>
                  <a:pt x="0" y="383539"/>
                </a:lnTo>
              </a:path>
              <a:path w="0" h="932179">
                <a:moveTo>
                  <a:pt x="0" y="383539"/>
                </a:moveTo>
                <a:lnTo>
                  <a:pt x="0" y="385444"/>
                </a:lnTo>
              </a:path>
              <a:path w="0" h="932179">
                <a:moveTo>
                  <a:pt x="0" y="385444"/>
                </a:moveTo>
                <a:lnTo>
                  <a:pt x="0" y="386714"/>
                </a:lnTo>
              </a:path>
              <a:path w="0" h="932179">
                <a:moveTo>
                  <a:pt x="0" y="387350"/>
                </a:moveTo>
                <a:lnTo>
                  <a:pt x="0" y="388619"/>
                </a:lnTo>
              </a:path>
              <a:path w="0" h="932179">
                <a:moveTo>
                  <a:pt x="0" y="389254"/>
                </a:moveTo>
                <a:lnTo>
                  <a:pt x="0" y="390525"/>
                </a:lnTo>
              </a:path>
              <a:path w="0" h="932179">
                <a:moveTo>
                  <a:pt x="0" y="391159"/>
                </a:moveTo>
                <a:lnTo>
                  <a:pt x="0" y="392429"/>
                </a:lnTo>
              </a:path>
              <a:path w="0" h="932179">
                <a:moveTo>
                  <a:pt x="0" y="392429"/>
                </a:moveTo>
                <a:lnTo>
                  <a:pt x="0" y="394334"/>
                </a:lnTo>
              </a:path>
              <a:path w="0" h="932179">
                <a:moveTo>
                  <a:pt x="0" y="394334"/>
                </a:moveTo>
                <a:lnTo>
                  <a:pt x="0" y="395604"/>
                </a:lnTo>
              </a:path>
              <a:path w="0" h="932179">
                <a:moveTo>
                  <a:pt x="0" y="396239"/>
                </a:moveTo>
                <a:lnTo>
                  <a:pt x="0" y="397509"/>
                </a:lnTo>
              </a:path>
              <a:path w="0" h="932179">
                <a:moveTo>
                  <a:pt x="0" y="398144"/>
                </a:moveTo>
                <a:lnTo>
                  <a:pt x="0" y="399414"/>
                </a:lnTo>
              </a:path>
              <a:path w="0" h="932179">
                <a:moveTo>
                  <a:pt x="0" y="400050"/>
                </a:moveTo>
                <a:lnTo>
                  <a:pt x="0" y="401319"/>
                </a:lnTo>
              </a:path>
              <a:path w="0" h="932179">
                <a:moveTo>
                  <a:pt x="0" y="401319"/>
                </a:moveTo>
                <a:lnTo>
                  <a:pt x="0" y="403225"/>
                </a:lnTo>
              </a:path>
              <a:path w="0" h="932179">
                <a:moveTo>
                  <a:pt x="0" y="403225"/>
                </a:moveTo>
                <a:lnTo>
                  <a:pt x="0" y="404494"/>
                </a:lnTo>
              </a:path>
              <a:path w="0" h="932179">
                <a:moveTo>
                  <a:pt x="0" y="405129"/>
                </a:moveTo>
                <a:lnTo>
                  <a:pt x="0" y="406400"/>
                </a:lnTo>
              </a:path>
              <a:path w="0" h="932179">
                <a:moveTo>
                  <a:pt x="0" y="407034"/>
                </a:moveTo>
                <a:lnTo>
                  <a:pt x="0" y="408304"/>
                </a:lnTo>
              </a:path>
              <a:path w="0" h="932179">
                <a:moveTo>
                  <a:pt x="0" y="408939"/>
                </a:moveTo>
                <a:lnTo>
                  <a:pt x="0" y="410209"/>
                </a:lnTo>
              </a:path>
              <a:path w="0" h="932179">
                <a:moveTo>
                  <a:pt x="0" y="410209"/>
                </a:moveTo>
                <a:lnTo>
                  <a:pt x="0" y="412114"/>
                </a:lnTo>
              </a:path>
              <a:path w="0" h="932179">
                <a:moveTo>
                  <a:pt x="0" y="412114"/>
                </a:moveTo>
                <a:lnTo>
                  <a:pt x="0" y="413384"/>
                </a:lnTo>
              </a:path>
              <a:path w="0" h="932179">
                <a:moveTo>
                  <a:pt x="0" y="414019"/>
                </a:moveTo>
                <a:lnTo>
                  <a:pt x="0" y="415289"/>
                </a:lnTo>
              </a:path>
              <a:path w="0" h="932179">
                <a:moveTo>
                  <a:pt x="0" y="415925"/>
                </a:moveTo>
                <a:lnTo>
                  <a:pt x="0" y="417194"/>
                </a:lnTo>
              </a:path>
              <a:path w="0" h="932179">
                <a:moveTo>
                  <a:pt x="0" y="417829"/>
                </a:moveTo>
                <a:lnTo>
                  <a:pt x="0" y="419100"/>
                </a:lnTo>
              </a:path>
              <a:path w="0" h="932179">
                <a:moveTo>
                  <a:pt x="0" y="419100"/>
                </a:moveTo>
                <a:lnTo>
                  <a:pt x="0" y="421004"/>
                </a:lnTo>
              </a:path>
              <a:path w="0" h="932179">
                <a:moveTo>
                  <a:pt x="0" y="421004"/>
                </a:moveTo>
                <a:lnTo>
                  <a:pt x="0" y="422275"/>
                </a:lnTo>
              </a:path>
              <a:path w="0" h="932179">
                <a:moveTo>
                  <a:pt x="0" y="422909"/>
                </a:moveTo>
                <a:lnTo>
                  <a:pt x="0" y="424179"/>
                </a:lnTo>
              </a:path>
              <a:path w="0" h="932179">
                <a:moveTo>
                  <a:pt x="0" y="424814"/>
                </a:moveTo>
                <a:lnTo>
                  <a:pt x="0" y="426084"/>
                </a:lnTo>
              </a:path>
              <a:path w="0" h="932179">
                <a:moveTo>
                  <a:pt x="0" y="426719"/>
                </a:moveTo>
                <a:lnTo>
                  <a:pt x="0" y="427989"/>
                </a:lnTo>
              </a:path>
              <a:path w="0" h="932179">
                <a:moveTo>
                  <a:pt x="0" y="427989"/>
                </a:moveTo>
                <a:lnTo>
                  <a:pt x="0" y="429894"/>
                </a:lnTo>
              </a:path>
              <a:path w="0" h="932179">
                <a:moveTo>
                  <a:pt x="0" y="429894"/>
                </a:moveTo>
                <a:lnTo>
                  <a:pt x="0" y="431164"/>
                </a:lnTo>
              </a:path>
              <a:path w="0" h="932179">
                <a:moveTo>
                  <a:pt x="0" y="431800"/>
                </a:moveTo>
                <a:lnTo>
                  <a:pt x="0" y="433069"/>
                </a:lnTo>
              </a:path>
              <a:path w="0" h="932179">
                <a:moveTo>
                  <a:pt x="0" y="433704"/>
                </a:moveTo>
                <a:lnTo>
                  <a:pt x="0" y="434975"/>
                </a:lnTo>
              </a:path>
              <a:path w="0" h="932179">
                <a:moveTo>
                  <a:pt x="0" y="435609"/>
                </a:moveTo>
                <a:lnTo>
                  <a:pt x="0" y="436879"/>
                </a:lnTo>
              </a:path>
              <a:path w="0" h="932179">
                <a:moveTo>
                  <a:pt x="0" y="436879"/>
                </a:moveTo>
                <a:lnTo>
                  <a:pt x="0" y="438784"/>
                </a:lnTo>
              </a:path>
              <a:path w="0" h="932179">
                <a:moveTo>
                  <a:pt x="0" y="438784"/>
                </a:moveTo>
                <a:lnTo>
                  <a:pt x="0" y="440054"/>
                </a:lnTo>
              </a:path>
              <a:path w="0" h="932179">
                <a:moveTo>
                  <a:pt x="0" y="440689"/>
                </a:moveTo>
                <a:lnTo>
                  <a:pt x="0" y="441959"/>
                </a:lnTo>
              </a:path>
              <a:path w="0" h="932179">
                <a:moveTo>
                  <a:pt x="0" y="442594"/>
                </a:moveTo>
                <a:lnTo>
                  <a:pt x="0" y="443864"/>
                </a:lnTo>
              </a:path>
              <a:path w="0" h="932179">
                <a:moveTo>
                  <a:pt x="0" y="444500"/>
                </a:moveTo>
                <a:lnTo>
                  <a:pt x="0" y="445769"/>
                </a:lnTo>
              </a:path>
              <a:path w="0" h="932179">
                <a:moveTo>
                  <a:pt x="0" y="445769"/>
                </a:moveTo>
                <a:lnTo>
                  <a:pt x="0" y="447675"/>
                </a:lnTo>
              </a:path>
              <a:path w="0" h="932179">
                <a:moveTo>
                  <a:pt x="0" y="447675"/>
                </a:moveTo>
                <a:lnTo>
                  <a:pt x="0" y="448944"/>
                </a:lnTo>
              </a:path>
              <a:path w="0" h="932179">
                <a:moveTo>
                  <a:pt x="0" y="449579"/>
                </a:moveTo>
                <a:lnTo>
                  <a:pt x="0" y="450850"/>
                </a:lnTo>
              </a:path>
              <a:path w="0" h="932179">
                <a:moveTo>
                  <a:pt x="0" y="451484"/>
                </a:moveTo>
                <a:lnTo>
                  <a:pt x="0" y="452754"/>
                </a:lnTo>
              </a:path>
              <a:path w="0" h="932179">
                <a:moveTo>
                  <a:pt x="0" y="453389"/>
                </a:moveTo>
                <a:lnTo>
                  <a:pt x="0" y="454659"/>
                </a:lnTo>
              </a:path>
              <a:path w="0" h="932179">
                <a:moveTo>
                  <a:pt x="0" y="454659"/>
                </a:moveTo>
                <a:lnTo>
                  <a:pt x="0" y="456564"/>
                </a:lnTo>
              </a:path>
              <a:path w="0" h="932179">
                <a:moveTo>
                  <a:pt x="0" y="456564"/>
                </a:moveTo>
                <a:lnTo>
                  <a:pt x="0" y="457834"/>
                </a:lnTo>
              </a:path>
              <a:path w="0" h="932179">
                <a:moveTo>
                  <a:pt x="0" y="458469"/>
                </a:moveTo>
                <a:lnTo>
                  <a:pt x="0" y="459739"/>
                </a:lnTo>
              </a:path>
              <a:path w="0" h="932179">
                <a:moveTo>
                  <a:pt x="0" y="460375"/>
                </a:moveTo>
                <a:lnTo>
                  <a:pt x="0" y="461644"/>
                </a:lnTo>
              </a:path>
              <a:path w="0" h="932179">
                <a:moveTo>
                  <a:pt x="0" y="462279"/>
                </a:moveTo>
                <a:lnTo>
                  <a:pt x="0" y="463550"/>
                </a:lnTo>
              </a:path>
              <a:path w="0" h="932179">
                <a:moveTo>
                  <a:pt x="0" y="463550"/>
                </a:moveTo>
                <a:lnTo>
                  <a:pt x="0" y="465454"/>
                </a:lnTo>
              </a:path>
              <a:path w="0" h="932179">
                <a:moveTo>
                  <a:pt x="0" y="465454"/>
                </a:moveTo>
                <a:lnTo>
                  <a:pt x="0" y="466725"/>
                </a:lnTo>
              </a:path>
              <a:path w="0" h="932179">
                <a:moveTo>
                  <a:pt x="0" y="467359"/>
                </a:moveTo>
                <a:lnTo>
                  <a:pt x="0" y="468629"/>
                </a:lnTo>
              </a:path>
              <a:path w="0" h="932179">
                <a:moveTo>
                  <a:pt x="0" y="469264"/>
                </a:moveTo>
                <a:lnTo>
                  <a:pt x="0" y="470534"/>
                </a:lnTo>
              </a:path>
              <a:path w="0" h="932179">
                <a:moveTo>
                  <a:pt x="0" y="471169"/>
                </a:moveTo>
                <a:lnTo>
                  <a:pt x="0" y="472439"/>
                </a:lnTo>
              </a:path>
              <a:path w="0" h="932179">
                <a:moveTo>
                  <a:pt x="0" y="472439"/>
                </a:moveTo>
                <a:lnTo>
                  <a:pt x="0" y="474344"/>
                </a:lnTo>
              </a:path>
              <a:path w="0" h="932179">
                <a:moveTo>
                  <a:pt x="0" y="474344"/>
                </a:moveTo>
                <a:lnTo>
                  <a:pt x="0" y="475614"/>
                </a:lnTo>
              </a:path>
              <a:path w="0" h="932179">
                <a:moveTo>
                  <a:pt x="0" y="476250"/>
                </a:moveTo>
                <a:lnTo>
                  <a:pt x="0" y="477519"/>
                </a:lnTo>
              </a:path>
              <a:path w="0" h="932179">
                <a:moveTo>
                  <a:pt x="0" y="478154"/>
                </a:moveTo>
                <a:lnTo>
                  <a:pt x="0" y="479425"/>
                </a:lnTo>
              </a:path>
              <a:path w="0" h="932179">
                <a:moveTo>
                  <a:pt x="0" y="480059"/>
                </a:moveTo>
                <a:lnTo>
                  <a:pt x="0" y="481329"/>
                </a:lnTo>
              </a:path>
              <a:path w="0" h="932179">
                <a:moveTo>
                  <a:pt x="0" y="481329"/>
                </a:moveTo>
                <a:lnTo>
                  <a:pt x="0" y="483234"/>
                </a:lnTo>
              </a:path>
              <a:path w="0" h="932179">
                <a:moveTo>
                  <a:pt x="0" y="483234"/>
                </a:moveTo>
                <a:lnTo>
                  <a:pt x="0" y="484504"/>
                </a:lnTo>
              </a:path>
              <a:path w="0" h="932179">
                <a:moveTo>
                  <a:pt x="0" y="485139"/>
                </a:moveTo>
                <a:lnTo>
                  <a:pt x="0" y="486409"/>
                </a:lnTo>
              </a:path>
              <a:path w="0" h="932179">
                <a:moveTo>
                  <a:pt x="0" y="487044"/>
                </a:moveTo>
                <a:lnTo>
                  <a:pt x="0" y="488314"/>
                </a:lnTo>
              </a:path>
              <a:path w="0" h="932179">
                <a:moveTo>
                  <a:pt x="0" y="488950"/>
                </a:moveTo>
                <a:lnTo>
                  <a:pt x="0" y="490219"/>
                </a:lnTo>
              </a:path>
              <a:path w="0" h="932179">
                <a:moveTo>
                  <a:pt x="0" y="490219"/>
                </a:moveTo>
                <a:lnTo>
                  <a:pt x="0" y="492125"/>
                </a:lnTo>
              </a:path>
              <a:path w="0" h="932179">
                <a:moveTo>
                  <a:pt x="0" y="492125"/>
                </a:moveTo>
                <a:lnTo>
                  <a:pt x="0" y="493394"/>
                </a:lnTo>
              </a:path>
              <a:path w="0" h="932179">
                <a:moveTo>
                  <a:pt x="0" y="494029"/>
                </a:moveTo>
                <a:lnTo>
                  <a:pt x="0" y="495300"/>
                </a:lnTo>
              </a:path>
              <a:path w="0" h="932179">
                <a:moveTo>
                  <a:pt x="0" y="495934"/>
                </a:moveTo>
                <a:lnTo>
                  <a:pt x="0" y="497204"/>
                </a:lnTo>
              </a:path>
              <a:path w="0" h="932179">
                <a:moveTo>
                  <a:pt x="0" y="497839"/>
                </a:moveTo>
                <a:lnTo>
                  <a:pt x="0" y="499109"/>
                </a:lnTo>
              </a:path>
              <a:path w="0" h="932179">
                <a:moveTo>
                  <a:pt x="0" y="499109"/>
                </a:moveTo>
                <a:lnTo>
                  <a:pt x="0" y="501014"/>
                </a:lnTo>
              </a:path>
              <a:path w="0" h="932179">
                <a:moveTo>
                  <a:pt x="0" y="501014"/>
                </a:moveTo>
                <a:lnTo>
                  <a:pt x="0" y="502284"/>
                </a:lnTo>
              </a:path>
              <a:path w="0" h="932179">
                <a:moveTo>
                  <a:pt x="0" y="502919"/>
                </a:moveTo>
                <a:lnTo>
                  <a:pt x="0" y="504189"/>
                </a:lnTo>
              </a:path>
              <a:path w="0" h="932179">
                <a:moveTo>
                  <a:pt x="0" y="504825"/>
                </a:moveTo>
                <a:lnTo>
                  <a:pt x="0" y="506094"/>
                </a:lnTo>
              </a:path>
              <a:path w="0" h="932179">
                <a:moveTo>
                  <a:pt x="0" y="506729"/>
                </a:moveTo>
                <a:lnTo>
                  <a:pt x="0" y="508000"/>
                </a:lnTo>
              </a:path>
              <a:path w="0" h="932179">
                <a:moveTo>
                  <a:pt x="0" y="508000"/>
                </a:moveTo>
                <a:lnTo>
                  <a:pt x="0" y="509904"/>
                </a:lnTo>
              </a:path>
              <a:path w="0" h="932179">
                <a:moveTo>
                  <a:pt x="0" y="509904"/>
                </a:moveTo>
                <a:lnTo>
                  <a:pt x="0" y="511175"/>
                </a:lnTo>
              </a:path>
              <a:path w="0" h="932179">
                <a:moveTo>
                  <a:pt x="0" y="511809"/>
                </a:moveTo>
                <a:lnTo>
                  <a:pt x="0" y="513079"/>
                </a:lnTo>
              </a:path>
              <a:path w="0" h="932179">
                <a:moveTo>
                  <a:pt x="0" y="513714"/>
                </a:moveTo>
                <a:lnTo>
                  <a:pt x="0" y="514984"/>
                </a:lnTo>
              </a:path>
              <a:path w="0" h="932179">
                <a:moveTo>
                  <a:pt x="0" y="515619"/>
                </a:moveTo>
                <a:lnTo>
                  <a:pt x="0" y="516889"/>
                </a:lnTo>
              </a:path>
              <a:path w="0" h="932179">
                <a:moveTo>
                  <a:pt x="0" y="516889"/>
                </a:moveTo>
                <a:lnTo>
                  <a:pt x="0" y="518794"/>
                </a:lnTo>
              </a:path>
              <a:path w="0" h="932179">
                <a:moveTo>
                  <a:pt x="0" y="518794"/>
                </a:moveTo>
                <a:lnTo>
                  <a:pt x="0" y="520064"/>
                </a:lnTo>
              </a:path>
              <a:path w="0" h="932179">
                <a:moveTo>
                  <a:pt x="0" y="520700"/>
                </a:moveTo>
                <a:lnTo>
                  <a:pt x="0" y="521969"/>
                </a:lnTo>
              </a:path>
              <a:path w="0" h="932179">
                <a:moveTo>
                  <a:pt x="0" y="522604"/>
                </a:moveTo>
                <a:lnTo>
                  <a:pt x="0" y="523875"/>
                </a:lnTo>
              </a:path>
              <a:path w="0" h="932179">
                <a:moveTo>
                  <a:pt x="0" y="524509"/>
                </a:moveTo>
                <a:lnTo>
                  <a:pt x="0" y="525779"/>
                </a:lnTo>
              </a:path>
              <a:path w="0" h="932179">
                <a:moveTo>
                  <a:pt x="0" y="525779"/>
                </a:moveTo>
                <a:lnTo>
                  <a:pt x="0" y="527684"/>
                </a:lnTo>
              </a:path>
              <a:path w="0" h="932179">
                <a:moveTo>
                  <a:pt x="0" y="527684"/>
                </a:moveTo>
                <a:lnTo>
                  <a:pt x="0" y="528954"/>
                </a:lnTo>
              </a:path>
              <a:path w="0" h="932179">
                <a:moveTo>
                  <a:pt x="0" y="529589"/>
                </a:moveTo>
                <a:lnTo>
                  <a:pt x="0" y="530859"/>
                </a:lnTo>
              </a:path>
              <a:path w="0" h="932179">
                <a:moveTo>
                  <a:pt x="0" y="531494"/>
                </a:moveTo>
                <a:lnTo>
                  <a:pt x="0" y="532764"/>
                </a:lnTo>
              </a:path>
              <a:path w="0" h="932179">
                <a:moveTo>
                  <a:pt x="0" y="533400"/>
                </a:moveTo>
                <a:lnTo>
                  <a:pt x="0" y="534669"/>
                </a:lnTo>
              </a:path>
              <a:path w="0" h="932179">
                <a:moveTo>
                  <a:pt x="0" y="534669"/>
                </a:moveTo>
                <a:lnTo>
                  <a:pt x="0" y="536575"/>
                </a:lnTo>
              </a:path>
              <a:path w="0" h="932179">
                <a:moveTo>
                  <a:pt x="0" y="536575"/>
                </a:moveTo>
                <a:lnTo>
                  <a:pt x="0" y="537844"/>
                </a:lnTo>
              </a:path>
              <a:path w="0" h="932179">
                <a:moveTo>
                  <a:pt x="0" y="538479"/>
                </a:moveTo>
                <a:lnTo>
                  <a:pt x="0" y="539750"/>
                </a:lnTo>
              </a:path>
              <a:path w="0" h="932179">
                <a:moveTo>
                  <a:pt x="0" y="540384"/>
                </a:moveTo>
                <a:lnTo>
                  <a:pt x="0" y="541654"/>
                </a:lnTo>
              </a:path>
              <a:path w="0" h="932179">
                <a:moveTo>
                  <a:pt x="0" y="542289"/>
                </a:moveTo>
                <a:lnTo>
                  <a:pt x="0" y="543559"/>
                </a:lnTo>
              </a:path>
              <a:path w="0" h="932179">
                <a:moveTo>
                  <a:pt x="0" y="543559"/>
                </a:moveTo>
                <a:lnTo>
                  <a:pt x="0" y="545464"/>
                </a:lnTo>
              </a:path>
              <a:path w="0" h="932179">
                <a:moveTo>
                  <a:pt x="0" y="545464"/>
                </a:moveTo>
                <a:lnTo>
                  <a:pt x="0" y="546734"/>
                </a:lnTo>
              </a:path>
              <a:path w="0" h="932179">
                <a:moveTo>
                  <a:pt x="0" y="547369"/>
                </a:moveTo>
                <a:lnTo>
                  <a:pt x="0" y="548639"/>
                </a:lnTo>
              </a:path>
              <a:path w="0" h="932179">
                <a:moveTo>
                  <a:pt x="0" y="549275"/>
                </a:moveTo>
                <a:lnTo>
                  <a:pt x="0" y="550544"/>
                </a:lnTo>
              </a:path>
              <a:path w="0" h="932179">
                <a:moveTo>
                  <a:pt x="0" y="551179"/>
                </a:moveTo>
                <a:lnTo>
                  <a:pt x="0" y="552450"/>
                </a:lnTo>
              </a:path>
              <a:path w="0" h="932179">
                <a:moveTo>
                  <a:pt x="0" y="552450"/>
                </a:moveTo>
                <a:lnTo>
                  <a:pt x="0" y="554354"/>
                </a:lnTo>
              </a:path>
              <a:path w="0" h="932179">
                <a:moveTo>
                  <a:pt x="0" y="554354"/>
                </a:moveTo>
                <a:lnTo>
                  <a:pt x="0" y="555625"/>
                </a:lnTo>
              </a:path>
              <a:path w="0" h="932179">
                <a:moveTo>
                  <a:pt x="0" y="556259"/>
                </a:moveTo>
                <a:lnTo>
                  <a:pt x="0" y="557529"/>
                </a:lnTo>
              </a:path>
              <a:path w="0" h="932179">
                <a:moveTo>
                  <a:pt x="0" y="558164"/>
                </a:moveTo>
                <a:lnTo>
                  <a:pt x="0" y="559434"/>
                </a:lnTo>
              </a:path>
              <a:path w="0" h="932179">
                <a:moveTo>
                  <a:pt x="0" y="560069"/>
                </a:moveTo>
                <a:lnTo>
                  <a:pt x="0" y="561339"/>
                </a:lnTo>
              </a:path>
              <a:path w="0" h="932179">
                <a:moveTo>
                  <a:pt x="0" y="561339"/>
                </a:moveTo>
                <a:lnTo>
                  <a:pt x="0" y="563244"/>
                </a:lnTo>
              </a:path>
              <a:path w="0" h="932179">
                <a:moveTo>
                  <a:pt x="0" y="563244"/>
                </a:moveTo>
                <a:lnTo>
                  <a:pt x="0" y="564514"/>
                </a:lnTo>
              </a:path>
              <a:path w="0" h="932179">
                <a:moveTo>
                  <a:pt x="0" y="565150"/>
                </a:moveTo>
                <a:lnTo>
                  <a:pt x="0" y="566419"/>
                </a:lnTo>
              </a:path>
              <a:path w="0" h="932179">
                <a:moveTo>
                  <a:pt x="0" y="567054"/>
                </a:moveTo>
                <a:lnTo>
                  <a:pt x="0" y="568325"/>
                </a:lnTo>
              </a:path>
              <a:path w="0" h="932179">
                <a:moveTo>
                  <a:pt x="0" y="568959"/>
                </a:moveTo>
                <a:lnTo>
                  <a:pt x="0" y="570229"/>
                </a:lnTo>
              </a:path>
              <a:path w="0" h="932179">
                <a:moveTo>
                  <a:pt x="0" y="570229"/>
                </a:moveTo>
                <a:lnTo>
                  <a:pt x="0" y="572134"/>
                </a:lnTo>
              </a:path>
              <a:path w="0" h="932179">
                <a:moveTo>
                  <a:pt x="0" y="572134"/>
                </a:moveTo>
                <a:lnTo>
                  <a:pt x="0" y="573404"/>
                </a:lnTo>
              </a:path>
              <a:path w="0" h="932179">
                <a:moveTo>
                  <a:pt x="0" y="574039"/>
                </a:moveTo>
                <a:lnTo>
                  <a:pt x="0" y="575309"/>
                </a:lnTo>
              </a:path>
              <a:path w="0" h="932179">
                <a:moveTo>
                  <a:pt x="0" y="575944"/>
                </a:moveTo>
                <a:lnTo>
                  <a:pt x="0" y="577214"/>
                </a:lnTo>
              </a:path>
              <a:path w="0" h="932179">
                <a:moveTo>
                  <a:pt x="0" y="577850"/>
                </a:moveTo>
                <a:lnTo>
                  <a:pt x="0" y="579119"/>
                </a:lnTo>
              </a:path>
              <a:path w="0" h="932179">
                <a:moveTo>
                  <a:pt x="0" y="579119"/>
                </a:moveTo>
                <a:lnTo>
                  <a:pt x="0" y="581025"/>
                </a:lnTo>
              </a:path>
              <a:path w="0" h="932179">
                <a:moveTo>
                  <a:pt x="0" y="581025"/>
                </a:moveTo>
                <a:lnTo>
                  <a:pt x="0" y="582294"/>
                </a:lnTo>
              </a:path>
              <a:path w="0" h="932179">
                <a:moveTo>
                  <a:pt x="0" y="582929"/>
                </a:moveTo>
                <a:lnTo>
                  <a:pt x="0" y="584200"/>
                </a:lnTo>
              </a:path>
              <a:path w="0" h="932179">
                <a:moveTo>
                  <a:pt x="0" y="584834"/>
                </a:moveTo>
                <a:lnTo>
                  <a:pt x="0" y="586104"/>
                </a:lnTo>
              </a:path>
              <a:path w="0" h="932179">
                <a:moveTo>
                  <a:pt x="0" y="586739"/>
                </a:moveTo>
                <a:lnTo>
                  <a:pt x="0" y="588009"/>
                </a:lnTo>
              </a:path>
              <a:path w="0" h="932179">
                <a:moveTo>
                  <a:pt x="0" y="588009"/>
                </a:moveTo>
                <a:lnTo>
                  <a:pt x="0" y="589914"/>
                </a:lnTo>
              </a:path>
              <a:path w="0" h="932179">
                <a:moveTo>
                  <a:pt x="0" y="589914"/>
                </a:moveTo>
                <a:lnTo>
                  <a:pt x="0" y="591184"/>
                </a:lnTo>
              </a:path>
              <a:path w="0" h="932179">
                <a:moveTo>
                  <a:pt x="0" y="591819"/>
                </a:moveTo>
                <a:lnTo>
                  <a:pt x="0" y="593089"/>
                </a:lnTo>
              </a:path>
              <a:path w="0" h="932179">
                <a:moveTo>
                  <a:pt x="0" y="593725"/>
                </a:moveTo>
                <a:lnTo>
                  <a:pt x="0" y="594994"/>
                </a:lnTo>
              </a:path>
              <a:path w="0" h="932179">
                <a:moveTo>
                  <a:pt x="0" y="595629"/>
                </a:moveTo>
                <a:lnTo>
                  <a:pt x="0" y="596900"/>
                </a:lnTo>
              </a:path>
              <a:path w="0" h="932179">
                <a:moveTo>
                  <a:pt x="0" y="596900"/>
                </a:moveTo>
                <a:lnTo>
                  <a:pt x="0" y="598804"/>
                </a:lnTo>
              </a:path>
              <a:path w="0" h="932179">
                <a:moveTo>
                  <a:pt x="0" y="598804"/>
                </a:moveTo>
                <a:lnTo>
                  <a:pt x="0" y="600075"/>
                </a:lnTo>
              </a:path>
              <a:path w="0" h="932179">
                <a:moveTo>
                  <a:pt x="0" y="600709"/>
                </a:moveTo>
                <a:lnTo>
                  <a:pt x="0" y="601979"/>
                </a:lnTo>
              </a:path>
              <a:path w="0" h="932179">
                <a:moveTo>
                  <a:pt x="0" y="602614"/>
                </a:moveTo>
                <a:lnTo>
                  <a:pt x="0" y="603884"/>
                </a:lnTo>
              </a:path>
              <a:path w="0" h="932179">
                <a:moveTo>
                  <a:pt x="0" y="604519"/>
                </a:moveTo>
                <a:lnTo>
                  <a:pt x="0" y="605789"/>
                </a:lnTo>
              </a:path>
              <a:path w="0" h="932179">
                <a:moveTo>
                  <a:pt x="0" y="605789"/>
                </a:moveTo>
                <a:lnTo>
                  <a:pt x="0" y="607694"/>
                </a:lnTo>
              </a:path>
              <a:path w="0" h="932179">
                <a:moveTo>
                  <a:pt x="0" y="607694"/>
                </a:moveTo>
                <a:lnTo>
                  <a:pt x="0" y="608964"/>
                </a:lnTo>
              </a:path>
              <a:path w="0" h="932179">
                <a:moveTo>
                  <a:pt x="0" y="609600"/>
                </a:moveTo>
                <a:lnTo>
                  <a:pt x="0" y="610869"/>
                </a:lnTo>
              </a:path>
              <a:path w="0" h="932179">
                <a:moveTo>
                  <a:pt x="0" y="611504"/>
                </a:moveTo>
                <a:lnTo>
                  <a:pt x="0" y="612775"/>
                </a:lnTo>
              </a:path>
              <a:path w="0" h="932179">
                <a:moveTo>
                  <a:pt x="0" y="613409"/>
                </a:moveTo>
                <a:lnTo>
                  <a:pt x="0" y="614679"/>
                </a:lnTo>
              </a:path>
              <a:path w="0" h="932179">
                <a:moveTo>
                  <a:pt x="0" y="614679"/>
                </a:moveTo>
                <a:lnTo>
                  <a:pt x="0" y="616584"/>
                </a:lnTo>
              </a:path>
              <a:path w="0" h="932179">
                <a:moveTo>
                  <a:pt x="0" y="616584"/>
                </a:moveTo>
                <a:lnTo>
                  <a:pt x="0" y="617854"/>
                </a:lnTo>
              </a:path>
              <a:path w="0" h="932179">
                <a:moveTo>
                  <a:pt x="0" y="618489"/>
                </a:moveTo>
                <a:lnTo>
                  <a:pt x="0" y="619759"/>
                </a:lnTo>
              </a:path>
              <a:path w="0" h="932179">
                <a:moveTo>
                  <a:pt x="0" y="620394"/>
                </a:moveTo>
                <a:lnTo>
                  <a:pt x="0" y="621664"/>
                </a:lnTo>
              </a:path>
              <a:path w="0" h="932179">
                <a:moveTo>
                  <a:pt x="0" y="622300"/>
                </a:moveTo>
                <a:lnTo>
                  <a:pt x="0" y="623569"/>
                </a:lnTo>
              </a:path>
              <a:path w="0" h="932179">
                <a:moveTo>
                  <a:pt x="0" y="623569"/>
                </a:moveTo>
                <a:lnTo>
                  <a:pt x="0" y="625475"/>
                </a:lnTo>
              </a:path>
              <a:path w="0" h="932179">
                <a:moveTo>
                  <a:pt x="0" y="625475"/>
                </a:moveTo>
                <a:lnTo>
                  <a:pt x="0" y="626744"/>
                </a:lnTo>
              </a:path>
              <a:path w="0" h="932179">
                <a:moveTo>
                  <a:pt x="0" y="627379"/>
                </a:moveTo>
                <a:lnTo>
                  <a:pt x="0" y="628650"/>
                </a:lnTo>
              </a:path>
              <a:path w="0" h="932179">
                <a:moveTo>
                  <a:pt x="0" y="629284"/>
                </a:moveTo>
                <a:lnTo>
                  <a:pt x="0" y="630554"/>
                </a:lnTo>
              </a:path>
              <a:path w="0" h="932179">
                <a:moveTo>
                  <a:pt x="0" y="631189"/>
                </a:moveTo>
                <a:lnTo>
                  <a:pt x="0" y="632459"/>
                </a:lnTo>
              </a:path>
              <a:path w="0" h="932179">
                <a:moveTo>
                  <a:pt x="0" y="632459"/>
                </a:moveTo>
                <a:lnTo>
                  <a:pt x="0" y="634364"/>
                </a:lnTo>
              </a:path>
              <a:path w="0" h="932179">
                <a:moveTo>
                  <a:pt x="0" y="634364"/>
                </a:moveTo>
                <a:lnTo>
                  <a:pt x="0" y="635634"/>
                </a:lnTo>
              </a:path>
              <a:path w="0" h="932179">
                <a:moveTo>
                  <a:pt x="0" y="636269"/>
                </a:moveTo>
                <a:lnTo>
                  <a:pt x="0" y="637539"/>
                </a:lnTo>
              </a:path>
              <a:path w="0" h="932179">
                <a:moveTo>
                  <a:pt x="0" y="638175"/>
                </a:moveTo>
                <a:lnTo>
                  <a:pt x="0" y="639444"/>
                </a:lnTo>
              </a:path>
              <a:path w="0" h="932179">
                <a:moveTo>
                  <a:pt x="0" y="640079"/>
                </a:moveTo>
                <a:lnTo>
                  <a:pt x="0" y="641350"/>
                </a:lnTo>
              </a:path>
              <a:path w="0" h="932179">
                <a:moveTo>
                  <a:pt x="0" y="641350"/>
                </a:moveTo>
                <a:lnTo>
                  <a:pt x="0" y="643254"/>
                </a:lnTo>
              </a:path>
              <a:path w="0" h="932179">
                <a:moveTo>
                  <a:pt x="0" y="643254"/>
                </a:moveTo>
                <a:lnTo>
                  <a:pt x="0" y="644525"/>
                </a:lnTo>
              </a:path>
              <a:path w="0" h="932179">
                <a:moveTo>
                  <a:pt x="0" y="645159"/>
                </a:moveTo>
                <a:lnTo>
                  <a:pt x="0" y="646429"/>
                </a:lnTo>
              </a:path>
              <a:path w="0" h="932179">
                <a:moveTo>
                  <a:pt x="0" y="647064"/>
                </a:moveTo>
                <a:lnTo>
                  <a:pt x="0" y="648334"/>
                </a:lnTo>
              </a:path>
              <a:path w="0" h="932179">
                <a:moveTo>
                  <a:pt x="0" y="648969"/>
                </a:moveTo>
                <a:lnTo>
                  <a:pt x="0" y="650239"/>
                </a:lnTo>
              </a:path>
              <a:path w="0" h="932179">
                <a:moveTo>
                  <a:pt x="0" y="650239"/>
                </a:moveTo>
                <a:lnTo>
                  <a:pt x="0" y="652144"/>
                </a:lnTo>
              </a:path>
              <a:path w="0" h="932179">
                <a:moveTo>
                  <a:pt x="0" y="652144"/>
                </a:moveTo>
                <a:lnTo>
                  <a:pt x="0" y="653414"/>
                </a:lnTo>
              </a:path>
              <a:path w="0" h="932179">
                <a:moveTo>
                  <a:pt x="0" y="654050"/>
                </a:moveTo>
                <a:lnTo>
                  <a:pt x="0" y="655319"/>
                </a:lnTo>
              </a:path>
              <a:path w="0" h="932179">
                <a:moveTo>
                  <a:pt x="0" y="655954"/>
                </a:moveTo>
                <a:lnTo>
                  <a:pt x="0" y="657225"/>
                </a:lnTo>
              </a:path>
              <a:path w="0" h="932179">
                <a:moveTo>
                  <a:pt x="0" y="657859"/>
                </a:moveTo>
                <a:lnTo>
                  <a:pt x="0" y="659129"/>
                </a:lnTo>
              </a:path>
              <a:path w="0" h="932179">
                <a:moveTo>
                  <a:pt x="0" y="659129"/>
                </a:moveTo>
                <a:lnTo>
                  <a:pt x="0" y="661034"/>
                </a:lnTo>
              </a:path>
              <a:path w="0" h="932179">
                <a:moveTo>
                  <a:pt x="0" y="661034"/>
                </a:moveTo>
                <a:lnTo>
                  <a:pt x="0" y="662304"/>
                </a:lnTo>
              </a:path>
              <a:path w="0" h="932179">
                <a:moveTo>
                  <a:pt x="0" y="662939"/>
                </a:moveTo>
                <a:lnTo>
                  <a:pt x="0" y="664209"/>
                </a:lnTo>
              </a:path>
              <a:path w="0" h="932179">
                <a:moveTo>
                  <a:pt x="0" y="664844"/>
                </a:moveTo>
                <a:lnTo>
                  <a:pt x="0" y="666114"/>
                </a:lnTo>
              </a:path>
              <a:path w="0" h="932179">
                <a:moveTo>
                  <a:pt x="0" y="666750"/>
                </a:moveTo>
                <a:lnTo>
                  <a:pt x="0" y="668019"/>
                </a:lnTo>
              </a:path>
              <a:path w="0" h="932179">
                <a:moveTo>
                  <a:pt x="0" y="668019"/>
                </a:moveTo>
                <a:lnTo>
                  <a:pt x="0" y="669925"/>
                </a:lnTo>
              </a:path>
              <a:path w="0" h="932179">
                <a:moveTo>
                  <a:pt x="0" y="669925"/>
                </a:moveTo>
                <a:lnTo>
                  <a:pt x="0" y="671194"/>
                </a:lnTo>
              </a:path>
              <a:path w="0" h="932179">
                <a:moveTo>
                  <a:pt x="0" y="671829"/>
                </a:moveTo>
                <a:lnTo>
                  <a:pt x="0" y="673100"/>
                </a:lnTo>
              </a:path>
              <a:path w="0" h="932179">
                <a:moveTo>
                  <a:pt x="0" y="673734"/>
                </a:moveTo>
                <a:lnTo>
                  <a:pt x="0" y="675004"/>
                </a:lnTo>
              </a:path>
              <a:path w="0" h="932179">
                <a:moveTo>
                  <a:pt x="0" y="675639"/>
                </a:moveTo>
                <a:lnTo>
                  <a:pt x="0" y="676909"/>
                </a:lnTo>
              </a:path>
              <a:path w="0" h="932179">
                <a:moveTo>
                  <a:pt x="0" y="676909"/>
                </a:moveTo>
                <a:lnTo>
                  <a:pt x="0" y="678814"/>
                </a:lnTo>
              </a:path>
              <a:path w="0" h="932179">
                <a:moveTo>
                  <a:pt x="0" y="678814"/>
                </a:moveTo>
                <a:lnTo>
                  <a:pt x="0" y="680084"/>
                </a:lnTo>
              </a:path>
              <a:path w="0" h="932179">
                <a:moveTo>
                  <a:pt x="0" y="680719"/>
                </a:moveTo>
                <a:lnTo>
                  <a:pt x="0" y="681989"/>
                </a:lnTo>
              </a:path>
              <a:path w="0" h="932179">
                <a:moveTo>
                  <a:pt x="0" y="682625"/>
                </a:moveTo>
                <a:lnTo>
                  <a:pt x="0" y="683894"/>
                </a:lnTo>
              </a:path>
              <a:path w="0" h="932179">
                <a:moveTo>
                  <a:pt x="0" y="684529"/>
                </a:moveTo>
                <a:lnTo>
                  <a:pt x="0" y="685800"/>
                </a:lnTo>
              </a:path>
              <a:path w="0" h="932179">
                <a:moveTo>
                  <a:pt x="0" y="685800"/>
                </a:moveTo>
                <a:lnTo>
                  <a:pt x="0" y="687704"/>
                </a:lnTo>
              </a:path>
              <a:path w="0" h="932179">
                <a:moveTo>
                  <a:pt x="0" y="687704"/>
                </a:moveTo>
                <a:lnTo>
                  <a:pt x="0" y="688975"/>
                </a:lnTo>
              </a:path>
              <a:path w="0" h="932179">
                <a:moveTo>
                  <a:pt x="0" y="689609"/>
                </a:moveTo>
                <a:lnTo>
                  <a:pt x="0" y="690879"/>
                </a:lnTo>
              </a:path>
              <a:path w="0" h="932179">
                <a:moveTo>
                  <a:pt x="0" y="691514"/>
                </a:moveTo>
                <a:lnTo>
                  <a:pt x="0" y="692784"/>
                </a:lnTo>
              </a:path>
              <a:path w="0" h="932179">
                <a:moveTo>
                  <a:pt x="0" y="693419"/>
                </a:moveTo>
                <a:lnTo>
                  <a:pt x="0" y="694689"/>
                </a:lnTo>
              </a:path>
              <a:path w="0" h="932179">
                <a:moveTo>
                  <a:pt x="0" y="694689"/>
                </a:moveTo>
                <a:lnTo>
                  <a:pt x="0" y="696594"/>
                </a:lnTo>
              </a:path>
              <a:path w="0" h="932179">
                <a:moveTo>
                  <a:pt x="0" y="696594"/>
                </a:moveTo>
                <a:lnTo>
                  <a:pt x="0" y="697864"/>
                </a:lnTo>
              </a:path>
              <a:path w="0" h="932179">
                <a:moveTo>
                  <a:pt x="0" y="698500"/>
                </a:moveTo>
                <a:lnTo>
                  <a:pt x="0" y="699769"/>
                </a:lnTo>
              </a:path>
              <a:path w="0" h="932179">
                <a:moveTo>
                  <a:pt x="0" y="700404"/>
                </a:moveTo>
                <a:lnTo>
                  <a:pt x="0" y="701675"/>
                </a:lnTo>
              </a:path>
              <a:path w="0" h="932179">
                <a:moveTo>
                  <a:pt x="0" y="702309"/>
                </a:moveTo>
                <a:lnTo>
                  <a:pt x="0" y="703579"/>
                </a:lnTo>
              </a:path>
              <a:path w="0" h="932179">
                <a:moveTo>
                  <a:pt x="0" y="703579"/>
                </a:moveTo>
                <a:lnTo>
                  <a:pt x="0" y="705484"/>
                </a:lnTo>
              </a:path>
              <a:path w="0" h="932179">
                <a:moveTo>
                  <a:pt x="0" y="705484"/>
                </a:moveTo>
                <a:lnTo>
                  <a:pt x="0" y="706754"/>
                </a:lnTo>
              </a:path>
              <a:path w="0" h="932179">
                <a:moveTo>
                  <a:pt x="0" y="707389"/>
                </a:moveTo>
                <a:lnTo>
                  <a:pt x="0" y="708659"/>
                </a:lnTo>
              </a:path>
              <a:path w="0" h="932179">
                <a:moveTo>
                  <a:pt x="0" y="709294"/>
                </a:moveTo>
                <a:lnTo>
                  <a:pt x="0" y="710564"/>
                </a:lnTo>
              </a:path>
              <a:path w="0" h="932179">
                <a:moveTo>
                  <a:pt x="0" y="711200"/>
                </a:moveTo>
                <a:lnTo>
                  <a:pt x="0" y="712469"/>
                </a:lnTo>
              </a:path>
              <a:path w="0" h="932179">
                <a:moveTo>
                  <a:pt x="0" y="712469"/>
                </a:moveTo>
                <a:lnTo>
                  <a:pt x="0" y="714375"/>
                </a:lnTo>
              </a:path>
              <a:path w="0" h="932179">
                <a:moveTo>
                  <a:pt x="0" y="714375"/>
                </a:moveTo>
                <a:lnTo>
                  <a:pt x="0" y="715644"/>
                </a:lnTo>
              </a:path>
              <a:path w="0" h="932179">
                <a:moveTo>
                  <a:pt x="0" y="716279"/>
                </a:moveTo>
                <a:lnTo>
                  <a:pt x="0" y="717550"/>
                </a:lnTo>
              </a:path>
              <a:path w="0" h="932179">
                <a:moveTo>
                  <a:pt x="0" y="718184"/>
                </a:moveTo>
                <a:lnTo>
                  <a:pt x="0" y="719454"/>
                </a:lnTo>
              </a:path>
              <a:path w="0" h="932179">
                <a:moveTo>
                  <a:pt x="0" y="720089"/>
                </a:moveTo>
                <a:lnTo>
                  <a:pt x="0" y="721359"/>
                </a:lnTo>
              </a:path>
              <a:path w="0" h="932179">
                <a:moveTo>
                  <a:pt x="0" y="721359"/>
                </a:moveTo>
                <a:lnTo>
                  <a:pt x="0" y="723264"/>
                </a:lnTo>
              </a:path>
              <a:path w="0" h="932179">
                <a:moveTo>
                  <a:pt x="0" y="723264"/>
                </a:moveTo>
                <a:lnTo>
                  <a:pt x="0" y="724534"/>
                </a:lnTo>
              </a:path>
              <a:path w="0" h="932179">
                <a:moveTo>
                  <a:pt x="0" y="725169"/>
                </a:moveTo>
                <a:lnTo>
                  <a:pt x="0" y="726439"/>
                </a:lnTo>
              </a:path>
              <a:path w="0" h="932179">
                <a:moveTo>
                  <a:pt x="0" y="727075"/>
                </a:moveTo>
                <a:lnTo>
                  <a:pt x="0" y="728344"/>
                </a:lnTo>
              </a:path>
              <a:path w="0" h="932179">
                <a:moveTo>
                  <a:pt x="0" y="728979"/>
                </a:moveTo>
                <a:lnTo>
                  <a:pt x="0" y="730250"/>
                </a:lnTo>
              </a:path>
              <a:path w="0" h="932179">
                <a:moveTo>
                  <a:pt x="0" y="730250"/>
                </a:moveTo>
                <a:lnTo>
                  <a:pt x="0" y="732154"/>
                </a:lnTo>
              </a:path>
              <a:path w="0" h="932179">
                <a:moveTo>
                  <a:pt x="0" y="732154"/>
                </a:moveTo>
                <a:lnTo>
                  <a:pt x="0" y="733425"/>
                </a:lnTo>
              </a:path>
              <a:path w="0" h="932179">
                <a:moveTo>
                  <a:pt x="0" y="734059"/>
                </a:moveTo>
                <a:lnTo>
                  <a:pt x="0" y="735329"/>
                </a:lnTo>
              </a:path>
              <a:path w="0" h="932179">
                <a:moveTo>
                  <a:pt x="0" y="735964"/>
                </a:moveTo>
                <a:lnTo>
                  <a:pt x="0" y="737234"/>
                </a:lnTo>
              </a:path>
              <a:path w="0" h="932179">
                <a:moveTo>
                  <a:pt x="0" y="737869"/>
                </a:moveTo>
                <a:lnTo>
                  <a:pt x="0" y="739139"/>
                </a:lnTo>
              </a:path>
              <a:path w="0" h="932179">
                <a:moveTo>
                  <a:pt x="0" y="739139"/>
                </a:moveTo>
                <a:lnTo>
                  <a:pt x="0" y="741044"/>
                </a:lnTo>
              </a:path>
              <a:path w="0" h="932179">
                <a:moveTo>
                  <a:pt x="0" y="741044"/>
                </a:moveTo>
                <a:lnTo>
                  <a:pt x="0" y="742314"/>
                </a:lnTo>
              </a:path>
              <a:path w="0" h="932179">
                <a:moveTo>
                  <a:pt x="0" y="742950"/>
                </a:moveTo>
                <a:lnTo>
                  <a:pt x="0" y="744219"/>
                </a:lnTo>
              </a:path>
              <a:path w="0" h="932179">
                <a:moveTo>
                  <a:pt x="0" y="744854"/>
                </a:moveTo>
                <a:lnTo>
                  <a:pt x="0" y="746125"/>
                </a:lnTo>
              </a:path>
              <a:path w="0" h="932179">
                <a:moveTo>
                  <a:pt x="0" y="746759"/>
                </a:moveTo>
                <a:lnTo>
                  <a:pt x="0" y="748029"/>
                </a:lnTo>
              </a:path>
              <a:path w="0" h="932179">
                <a:moveTo>
                  <a:pt x="0" y="748029"/>
                </a:moveTo>
                <a:lnTo>
                  <a:pt x="0" y="749934"/>
                </a:lnTo>
              </a:path>
              <a:path w="0" h="932179">
                <a:moveTo>
                  <a:pt x="0" y="749934"/>
                </a:moveTo>
                <a:lnTo>
                  <a:pt x="0" y="751204"/>
                </a:lnTo>
              </a:path>
              <a:path w="0" h="932179">
                <a:moveTo>
                  <a:pt x="0" y="751839"/>
                </a:moveTo>
                <a:lnTo>
                  <a:pt x="0" y="753109"/>
                </a:lnTo>
              </a:path>
              <a:path w="0" h="932179">
                <a:moveTo>
                  <a:pt x="0" y="753744"/>
                </a:moveTo>
                <a:lnTo>
                  <a:pt x="0" y="755014"/>
                </a:lnTo>
              </a:path>
              <a:path w="0" h="932179">
                <a:moveTo>
                  <a:pt x="0" y="755650"/>
                </a:moveTo>
                <a:lnTo>
                  <a:pt x="0" y="756919"/>
                </a:lnTo>
              </a:path>
              <a:path w="0" h="932179">
                <a:moveTo>
                  <a:pt x="0" y="756919"/>
                </a:moveTo>
                <a:lnTo>
                  <a:pt x="0" y="758825"/>
                </a:lnTo>
              </a:path>
              <a:path w="0" h="932179">
                <a:moveTo>
                  <a:pt x="0" y="758825"/>
                </a:moveTo>
                <a:lnTo>
                  <a:pt x="0" y="760094"/>
                </a:lnTo>
              </a:path>
              <a:path w="0" h="932179">
                <a:moveTo>
                  <a:pt x="0" y="760729"/>
                </a:moveTo>
                <a:lnTo>
                  <a:pt x="0" y="762000"/>
                </a:lnTo>
              </a:path>
              <a:path w="0" h="932179">
                <a:moveTo>
                  <a:pt x="0" y="762634"/>
                </a:moveTo>
                <a:lnTo>
                  <a:pt x="0" y="763904"/>
                </a:lnTo>
              </a:path>
              <a:path w="0" h="932179">
                <a:moveTo>
                  <a:pt x="0" y="764539"/>
                </a:moveTo>
                <a:lnTo>
                  <a:pt x="0" y="765809"/>
                </a:lnTo>
              </a:path>
              <a:path w="0" h="932179">
                <a:moveTo>
                  <a:pt x="0" y="765809"/>
                </a:moveTo>
                <a:lnTo>
                  <a:pt x="0" y="767714"/>
                </a:lnTo>
              </a:path>
              <a:path w="0" h="932179">
                <a:moveTo>
                  <a:pt x="0" y="767714"/>
                </a:moveTo>
                <a:lnTo>
                  <a:pt x="0" y="768984"/>
                </a:lnTo>
              </a:path>
              <a:path w="0" h="932179">
                <a:moveTo>
                  <a:pt x="0" y="769619"/>
                </a:moveTo>
                <a:lnTo>
                  <a:pt x="0" y="770889"/>
                </a:lnTo>
              </a:path>
              <a:path w="0" h="932179">
                <a:moveTo>
                  <a:pt x="0" y="771525"/>
                </a:moveTo>
                <a:lnTo>
                  <a:pt x="0" y="772794"/>
                </a:lnTo>
              </a:path>
              <a:path w="0" h="932179">
                <a:moveTo>
                  <a:pt x="0" y="773429"/>
                </a:moveTo>
                <a:lnTo>
                  <a:pt x="0" y="774700"/>
                </a:lnTo>
              </a:path>
              <a:path w="0" h="932179">
                <a:moveTo>
                  <a:pt x="0" y="774700"/>
                </a:moveTo>
                <a:lnTo>
                  <a:pt x="0" y="776604"/>
                </a:lnTo>
              </a:path>
              <a:path w="0" h="932179">
                <a:moveTo>
                  <a:pt x="0" y="776604"/>
                </a:moveTo>
                <a:lnTo>
                  <a:pt x="0" y="777875"/>
                </a:lnTo>
              </a:path>
              <a:path w="0" h="932179">
                <a:moveTo>
                  <a:pt x="0" y="778509"/>
                </a:moveTo>
                <a:lnTo>
                  <a:pt x="0" y="779779"/>
                </a:lnTo>
              </a:path>
              <a:path w="0" h="932179">
                <a:moveTo>
                  <a:pt x="0" y="780414"/>
                </a:moveTo>
                <a:lnTo>
                  <a:pt x="0" y="781684"/>
                </a:lnTo>
              </a:path>
              <a:path w="0" h="932179">
                <a:moveTo>
                  <a:pt x="0" y="782319"/>
                </a:moveTo>
                <a:lnTo>
                  <a:pt x="0" y="783589"/>
                </a:lnTo>
              </a:path>
              <a:path w="0" h="932179">
                <a:moveTo>
                  <a:pt x="0" y="783589"/>
                </a:moveTo>
                <a:lnTo>
                  <a:pt x="0" y="785494"/>
                </a:lnTo>
              </a:path>
              <a:path w="0" h="932179">
                <a:moveTo>
                  <a:pt x="0" y="785494"/>
                </a:moveTo>
                <a:lnTo>
                  <a:pt x="0" y="786764"/>
                </a:lnTo>
              </a:path>
              <a:path w="0" h="932179">
                <a:moveTo>
                  <a:pt x="0" y="787400"/>
                </a:moveTo>
                <a:lnTo>
                  <a:pt x="0" y="788669"/>
                </a:lnTo>
              </a:path>
              <a:path w="0" h="932179">
                <a:moveTo>
                  <a:pt x="0" y="789304"/>
                </a:moveTo>
                <a:lnTo>
                  <a:pt x="0" y="790575"/>
                </a:lnTo>
              </a:path>
              <a:path w="0" h="932179">
                <a:moveTo>
                  <a:pt x="0" y="791209"/>
                </a:moveTo>
                <a:lnTo>
                  <a:pt x="0" y="792479"/>
                </a:lnTo>
              </a:path>
              <a:path w="0" h="932179">
                <a:moveTo>
                  <a:pt x="0" y="792479"/>
                </a:moveTo>
                <a:lnTo>
                  <a:pt x="0" y="794384"/>
                </a:lnTo>
              </a:path>
              <a:path w="0" h="932179">
                <a:moveTo>
                  <a:pt x="0" y="794384"/>
                </a:moveTo>
                <a:lnTo>
                  <a:pt x="0" y="795654"/>
                </a:lnTo>
              </a:path>
              <a:path w="0" h="932179">
                <a:moveTo>
                  <a:pt x="0" y="796289"/>
                </a:moveTo>
                <a:lnTo>
                  <a:pt x="0" y="797559"/>
                </a:lnTo>
              </a:path>
              <a:path w="0" h="932179">
                <a:moveTo>
                  <a:pt x="0" y="798194"/>
                </a:moveTo>
                <a:lnTo>
                  <a:pt x="0" y="799464"/>
                </a:lnTo>
              </a:path>
              <a:path w="0" h="932179">
                <a:moveTo>
                  <a:pt x="0" y="800100"/>
                </a:moveTo>
                <a:lnTo>
                  <a:pt x="0" y="801369"/>
                </a:lnTo>
              </a:path>
              <a:path w="0" h="932179">
                <a:moveTo>
                  <a:pt x="0" y="801369"/>
                </a:moveTo>
                <a:lnTo>
                  <a:pt x="0" y="803275"/>
                </a:lnTo>
              </a:path>
              <a:path w="0" h="932179">
                <a:moveTo>
                  <a:pt x="0" y="803275"/>
                </a:moveTo>
                <a:lnTo>
                  <a:pt x="0" y="804544"/>
                </a:lnTo>
              </a:path>
              <a:path w="0" h="932179">
                <a:moveTo>
                  <a:pt x="0" y="805179"/>
                </a:moveTo>
                <a:lnTo>
                  <a:pt x="0" y="806450"/>
                </a:lnTo>
              </a:path>
              <a:path w="0" h="932179">
                <a:moveTo>
                  <a:pt x="0" y="807084"/>
                </a:moveTo>
                <a:lnTo>
                  <a:pt x="0" y="808354"/>
                </a:lnTo>
              </a:path>
              <a:path w="0" h="932179">
                <a:moveTo>
                  <a:pt x="0" y="808989"/>
                </a:moveTo>
                <a:lnTo>
                  <a:pt x="0" y="810259"/>
                </a:lnTo>
              </a:path>
              <a:path w="0" h="932179">
                <a:moveTo>
                  <a:pt x="0" y="810259"/>
                </a:moveTo>
                <a:lnTo>
                  <a:pt x="0" y="812164"/>
                </a:lnTo>
              </a:path>
              <a:path w="0" h="932179">
                <a:moveTo>
                  <a:pt x="0" y="812164"/>
                </a:moveTo>
                <a:lnTo>
                  <a:pt x="0" y="813434"/>
                </a:lnTo>
              </a:path>
              <a:path w="0" h="932179">
                <a:moveTo>
                  <a:pt x="0" y="814069"/>
                </a:moveTo>
                <a:lnTo>
                  <a:pt x="0" y="815339"/>
                </a:lnTo>
              </a:path>
              <a:path w="0" h="932179">
                <a:moveTo>
                  <a:pt x="0" y="815975"/>
                </a:moveTo>
                <a:lnTo>
                  <a:pt x="0" y="817244"/>
                </a:lnTo>
              </a:path>
              <a:path w="0" h="932179">
                <a:moveTo>
                  <a:pt x="0" y="817879"/>
                </a:moveTo>
                <a:lnTo>
                  <a:pt x="0" y="819150"/>
                </a:lnTo>
              </a:path>
              <a:path w="0" h="932179">
                <a:moveTo>
                  <a:pt x="0" y="819150"/>
                </a:moveTo>
                <a:lnTo>
                  <a:pt x="0" y="821054"/>
                </a:lnTo>
              </a:path>
              <a:path w="0" h="932179">
                <a:moveTo>
                  <a:pt x="0" y="821054"/>
                </a:moveTo>
                <a:lnTo>
                  <a:pt x="0" y="822325"/>
                </a:lnTo>
              </a:path>
              <a:path w="0" h="932179">
                <a:moveTo>
                  <a:pt x="0" y="822959"/>
                </a:moveTo>
                <a:lnTo>
                  <a:pt x="0" y="824229"/>
                </a:lnTo>
              </a:path>
              <a:path w="0" h="932179">
                <a:moveTo>
                  <a:pt x="0" y="824864"/>
                </a:moveTo>
                <a:lnTo>
                  <a:pt x="0" y="826134"/>
                </a:lnTo>
              </a:path>
              <a:path w="0" h="932179">
                <a:moveTo>
                  <a:pt x="0" y="826769"/>
                </a:moveTo>
                <a:lnTo>
                  <a:pt x="0" y="828039"/>
                </a:lnTo>
              </a:path>
              <a:path w="0" h="932179">
                <a:moveTo>
                  <a:pt x="0" y="828039"/>
                </a:moveTo>
                <a:lnTo>
                  <a:pt x="0" y="829944"/>
                </a:lnTo>
              </a:path>
              <a:path w="0" h="932179">
                <a:moveTo>
                  <a:pt x="0" y="829944"/>
                </a:moveTo>
                <a:lnTo>
                  <a:pt x="0" y="831214"/>
                </a:lnTo>
              </a:path>
              <a:path w="0" h="932179">
                <a:moveTo>
                  <a:pt x="0" y="831850"/>
                </a:moveTo>
                <a:lnTo>
                  <a:pt x="0" y="833119"/>
                </a:lnTo>
              </a:path>
              <a:path w="0" h="932179">
                <a:moveTo>
                  <a:pt x="0" y="833754"/>
                </a:moveTo>
                <a:lnTo>
                  <a:pt x="0" y="835025"/>
                </a:lnTo>
              </a:path>
              <a:path w="0" h="932179">
                <a:moveTo>
                  <a:pt x="0" y="835659"/>
                </a:moveTo>
                <a:lnTo>
                  <a:pt x="0" y="836929"/>
                </a:lnTo>
              </a:path>
              <a:path w="0" h="932179">
                <a:moveTo>
                  <a:pt x="0" y="836929"/>
                </a:moveTo>
                <a:lnTo>
                  <a:pt x="0" y="838834"/>
                </a:lnTo>
              </a:path>
              <a:path w="0" h="932179">
                <a:moveTo>
                  <a:pt x="0" y="838834"/>
                </a:moveTo>
                <a:lnTo>
                  <a:pt x="0" y="840104"/>
                </a:lnTo>
              </a:path>
              <a:path w="0" h="932179">
                <a:moveTo>
                  <a:pt x="0" y="840739"/>
                </a:moveTo>
                <a:lnTo>
                  <a:pt x="0" y="842009"/>
                </a:lnTo>
              </a:path>
              <a:path w="0" h="932179">
                <a:moveTo>
                  <a:pt x="0" y="842644"/>
                </a:moveTo>
                <a:lnTo>
                  <a:pt x="0" y="843914"/>
                </a:lnTo>
              </a:path>
              <a:path w="0" h="932179">
                <a:moveTo>
                  <a:pt x="0" y="844550"/>
                </a:moveTo>
                <a:lnTo>
                  <a:pt x="0" y="845819"/>
                </a:lnTo>
              </a:path>
              <a:path w="0" h="932179">
                <a:moveTo>
                  <a:pt x="0" y="845819"/>
                </a:moveTo>
                <a:lnTo>
                  <a:pt x="0" y="847725"/>
                </a:lnTo>
              </a:path>
              <a:path w="0" h="932179">
                <a:moveTo>
                  <a:pt x="0" y="847725"/>
                </a:moveTo>
                <a:lnTo>
                  <a:pt x="0" y="848994"/>
                </a:lnTo>
              </a:path>
              <a:path w="0" h="932179">
                <a:moveTo>
                  <a:pt x="0" y="849629"/>
                </a:moveTo>
                <a:lnTo>
                  <a:pt x="0" y="850900"/>
                </a:lnTo>
              </a:path>
              <a:path w="0" h="932179">
                <a:moveTo>
                  <a:pt x="0" y="851534"/>
                </a:moveTo>
                <a:lnTo>
                  <a:pt x="0" y="852804"/>
                </a:lnTo>
              </a:path>
              <a:path w="0" h="932179">
                <a:moveTo>
                  <a:pt x="0" y="853439"/>
                </a:moveTo>
                <a:lnTo>
                  <a:pt x="0" y="854709"/>
                </a:lnTo>
              </a:path>
              <a:path w="0" h="932179">
                <a:moveTo>
                  <a:pt x="0" y="854709"/>
                </a:moveTo>
                <a:lnTo>
                  <a:pt x="0" y="856614"/>
                </a:lnTo>
              </a:path>
              <a:path w="0" h="932179">
                <a:moveTo>
                  <a:pt x="0" y="856614"/>
                </a:moveTo>
                <a:lnTo>
                  <a:pt x="0" y="857884"/>
                </a:lnTo>
              </a:path>
              <a:path w="0" h="932179">
                <a:moveTo>
                  <a:pt x="0" y="858519"/>
                </a:moveTo>
                <a:lnTo>
                  <a:pt x="0" y="859789"/>
                </a:lnTo>
              </a:path>
              <a:path w="0" h="932179">
                <a:moveTo>
                  <a:pt x="0" y="860425"/>
                </a:moveTo>
                <a:lnTo>
                  <a:pt x="0" y="861694"/>
                </a:lnTo>
              </a:path>
              <a:path w="0" h="932179">
                <a:moveTo>
                  <a:pt x="0" y="862329"/>
                </a:moveTo>
                <a:lnTo>
                  <a:pt x="0" y="863600"/>
                </a:lnTo>
              </a:path>
              <a:path w="0" h="932179">
                <a:moveTo>
                  <a:pt x="0" y="863600"/>
                </a:moveTo>
                <a:lnTo>
                  <a:pt x="0" y="865504"/>
                </a:lnTo>
              </a:path>
              <a:path w="0" h="932179">
                <a:moveTo>
                  <a:pt x="0" y="865504"/>
                </a:moveTo>
                <a:lnTo>
                  <a:pt x="0" y="866775"/>
                </a:lnTo>
              </a:path>
              <a:path w="0" h="932179">
                <a:moveTo>
                  <a:pt x="0" y="867409"/>
                </a:moveTo>
                <a:lnTo>
                  <a:pt x="0" y="868679"/>
                </a:lnTo>
              </a:path>
              <a:path w="0" h="932179">
                <a:moveTo>
                  <a:pt x="0" y="869314"/>
                </a:moveTo>
                <a:lnTo>
                  <a:pt x="0" y="870584"/>
                </a:lnTo>
              </a:path>
              <a:path w="0" h="932179">
                <a:moveTo>
                  <a:pt x="0" y="871219"/>
                </a:moveTo>
                <a:lnTo>
                  <a:pt x="0" y="872489"/>
                </a:lnTo>
              </a:path>
              <a:path w="0" h="932179">
                <a:moveTo>
                  <a:pt x="0" y="872489"/>
                </a:moveTo>
                <a:lnTo>
                  <a:pt x="0" y="874394"/>
                </a:lnTo>
              </a:path>
              <a:path w="0" h="932179">
                <a:moveTo>
                  <a:pt x="0" y="874394"/>
                </a:moveTo>
                <a:lnTo>
                  <a:pt x="0" y="875664"/>
                </a:lnTo>
              </a:path>
              <a:path w="0" h="932179">
                <a:moveTo>
                  <a:pt x="0" y="876300"/>
                </a:moveTo>
                <a:lnTo>
                  <a:pt x="0" y="877569"/>
                </a:lnTo>
              </a:path>
              <a:path w="0" h="932179">
                <a:moveTo>
                  <a:pt x="0" y="878204"/>
                </a:moveTo>
                <a:lnTo>
                  <a:pt x="0" y="879475"/>
                </a:lnTo>
              </a:path>
              <a:path w="0" h="932179">
                <a:moveTo>
                  <a:pt x="0" y="880109"/>
                </a:moveTo>
                <a:lnTo>
                  <a:pt x="0" y="881379"/>
                </a:lnTo>
              </a:path>
              <a:path w="0" h="932179">
                <a:moveTo>
                  <a:pt x="0" y="881379"/>
                </a:moveTo>
                <a:lnTo>
                  <a:pt x="0" y="883284"/>
                </a:lnTo>
              </a:path>
              <a:path w="0" h="932179">
                <a:moveTo>
                  <a:pt x="0" y="883284"/>
                </a:moveTo>
                <a:lnTo>
                  <a:pt x="0" y="884554"/>
                </a:lnTo>
              </a:path>
              <a:path w="0" h="932179">
                <a:moveTo>
                  <a:pt x="0" y="885189"/>
                </a:moveTo>
                <a:lnTo>
                  <a:pt x="0" y="886459"/>
                </a:lnTo>
              </a:path>
              <a:path w="0" h="932179">
                <a:moveTo>
                  <a:pt x="0" y="887094"/>
                </a:moveTo>
                <a:lnTo>
                  <a:pt x="0" y="888364"/>
                </a:lnTo>
              </a:path>
              <a:path w="0" h="932179">
                <a:moveTo>
                  <a:pt x="0" y="889000"/>
                </a:moveTo>
                <a:lnTo>
                  <a:pt x="0" y="890269"/>
                </a:lnTo>
              </a:path>
              <a:path w="0" h="932179">
                <a:moveTo>
                  <a:pt x="0" y="890269"/>
                </a:moveTo>
                <a:lnTo>
                  <a:pt x="0" y="892175"/>
                </a:lnTo>
              </a:path>
              <a:path w="0" h="932179">
                <a:moveTo>
                  <a:pt x="0" y="892175"/>
                </a:moveTo>
                <a:lnTo>
                  <a:pt x="0" y="893444"/>
                </a:lnTo>
              </a:path>
              <a:path w="0" h="932179">
                <a:moveTo>
                  <a:pt x="0" y="894079"/>
                </a:moveTo>
                <a:lnTo>
                  <a:pt x="0" y="895350"/>
                </a:lnTo>
              </a:path>
              <a:path w="0" h="932179">
                <a:moveTo>
                  <a:pt x="0" y="895984"/>
                </a:moveTo>
                <a:lnTo>
                  <a:pt x="0" y="897254"/>
                </a:lnTo>
              </a:path>
              <a:path w="0" h="932179">
                <a:moveTo>
                  <a:pt x="0" y="897889"/>
                </a:moveTo>
                <a:lnTo>
                  <a:pt x="0" y="899159"/>
                </a:lnTo>
              </a:path>
              <a:path w="0" h="932179">
                <a:moveTo>
                  <a:pt x="0" y="899159"/>
                </a:moveTo>
                <a:lnTo>
                  <a:pt x="0" y="901064"/>
                </a:lnTo>
              </a:path>
              <a:path w="0" h="932179">
                <a:moveTo>
                  <a:pt x="0" y="901064"/>
                </a:moveTo>
                <a:lnTo>
                  <a:pt x="0" y="902334"/>
                </a:lnTo>
              </a:path>
              <a:path w="0" h="932179">
                <a:moveTo>
                  <a:pt x="0" y="902969"/>
                </a:moveTo>
                <a:lnTo>
                  <a:pt x="0" y="904239"/>
                </a:lnTo>
              </a:path>
              <a:path w="0" h="932179">
                <a:moveTo>
                  <a:pt x="0" y="904875"/>
                </a:moveTo>
                <a:lnTo>
                  <a:pt x="0" y="906144"/>
                </a:lnTo>
              </a:path>
              <a:path w="0" h="932179">
                <a:moveTo>
                  <a:pt x="0" y="906779"/>
                </a:moveTo>
                <a:lnTo>
                  <a:pt x="0" y="908050"/>
                </a:lnTo>
              </a:path>
              <a:path w="0" h="932179">
                <a:moveTo>
                  <a:pt x="0" y="908050"/>
                </a:moveTo>
                <a:lnTo>
                  <a:pt x="0" y="909954"/>
                </a:lnTo>
              </a:path>
              <a:path w="0" h="932179">
                <a:moveTo>
                  <a:pt x="0" y="909954"/>
                </a:moveTo>
                <a:lnTo>
                  <a:pt x="0" y="911225"/>
                </a:lnTo>
              </a:path>
              <a:path w="0" h="932179">
                <a:moveTo>
                  <a:pt x="0" y="911859"/>
                </a:moveTo>
                <a:lnTo>
                  <a:pt x="0" y="913129"/>
                </a:lnTo>
              </a:path>
              <a:path w="0" h="932179">
                <a:moveTo>
                  <a:pt x="0" y="913764"/>
                </a:moveTo>
                <a:lnTo>
                  <a:pt x="0" y="915034"/>
                </a:lnTo>
              </a:path>
              <a:path w="0" h="932179">
                <a:moveTo>
                  <a:pt x="0" y="915669"/>
                </a:moveTo>
                <a:lnTo>
                  <a:pt x="0" y="916939"/>
                </a:lnTo>
              </a:path>
              <a:path w="0" h="932179">
                <a:moveTo>
                  <a:pt x="0" y="916939"/>
                </a:moveTo>
                <a:lnTo>
                  <a:pt x="0" y="918844"/>
                </a:lnTo>
              </a:path>
              <a:path w="0" h="932179">
                <a:moveTo>
                  <a:pt x="0" y="918844"/>
                </a:moveTo>
                <a:lnTo>
                  <a:pt x="0" y="920114"/>
                </a:lnTo>
              </a:path>
              <a:path w="0" h="932179">
                <a:moveTo>
                  <a:pt x="0" y="920750"/>
                </a:moveTo>
                <a:lnTo>
                  <a:pt x="0" y="922019"/>
                </a:lnTo>
              </a:path>
              <a:path w="0" h="932179">
                <a:moveTo>
                  <a:pt x="0" y="922654"/>
                </a:moveTo>
                <a:lnTo>
                  <a:pt x="0" y="923925"/>
                </a:lnTo>
              </a:path>
              <a:path w="0" h="932179">
                <a:moveTo>
                  <a:pt x="0" y="924559"/>
                </a:moveTo>
                <a:lnTo>
                  <a:pt x="0" y="925829"/>
                </a:lnTo>
              </a:path>
              <a:path w="0" h="932179">
                <a:moveTo>
                  <a:pt x="0" y="925829"/>
                </a:moveTo>
                <a:lnTo>
                  <a:pt x="0" y="927734"/>
                </a:lnTo>
              </a:path>
              <a:path w="0" h="932179">
                <a:moveTo>
                  <a:pt x="0" y="927734"/>
                </a:moveTo>
                <a:lnTo>
                  <a:pt x="0" y="929004"/>
                </a:lnTo>
              </a:path>
              <a:path w="0" h="932179">
                <a:moveTo>
                  <a:pt x="0" y="929639"/>
                </a:moveTo>
                <a:lnTo>
                  <a:pt x="0" y="930909"/>
                </a:lnTo>
              </a:path>
              <a:path w="0" h="932179">
                <a:moveTo>
                  <a:pt x="0" y="931544"/>
                </a:moveTo>
                <a:lnTo>
                  <a:pt x="0" y="932179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3" name="object 123" descr=""/>
          <p:cNvSpPr/>
          <p:nvPr/>
        </p:nvSpPr>
        <p:spPr>
          <a:xfrm>
            <a:off x="5828665" y="7057402"/>
            <a:ext cx="68580" cy="76200"/>
          </a:xfrm>
          <a:custGeom>
            <a:avLst/>
            <a:gdLst/>
            <a:ahLst/>
            <a:cxnLst/>
            <a:rect l="l" t="t" r="r" b="b"/>
            <a:pathLst>
              <a:path w="68579" h="76200">
                <a:moveTo>
                  <a:pt x="10160" y="0"/>
                </a:moveTo>
                <a:lnTo>
                  <a:pt x="10160" y="76200"/>
                </a:lnTo>
              </a:path>
              <a:path w="68579" h="76200">
                <a:moveTo>
                  <a:pt x="12700" y="0"/>
                </a:moveTo>
                <a:lnTo>
                  <a:pt x="12700" y="76200"/>
                </a:lnTo>
              </a:path>
              <a:path w="68579" h="76200">
                <a:moveTo>
                  <a:pt x="54610" y="0"/>
                </a:moveTo>
                <a:lnTo>
                  <a:pt x="54610" y="76200"/>
                </a:lnTo>
              </a:path>
              <a:path w="68579" h="76200">
                <a:moveTo>
                  <a:pt x="57785" y="0"/>
                </a:moveTo>
                <a:lnTo>
                  <a:pt x="57785" y="76200"/>
                </a:lnTo>
              </a:path>
              <a:path w="68579" h="76200">
                <a:moveTo>
                  <a:pt x="0" y="0"/>
                </a:moveTo>
                <a:lnTo>
                  <a:pt x="22860" y="0"/>
                </a:lnTo>
              </a:path>
              <a:path w="68579" h="76200">
                <a:moveTo>
                  <a:pt x="44450" y="0"/>
                </a:moveTo>
                <a:lnTo>
                  <a:pt x="68580" y="0"/>
                </a:lnTo>
              </a:path>
              <a:path w="68579" h="76200">
                <a:moveTo>
                  <a:pt x="12700" y="36830"/>
                </a:moveTo>
                <a:lnTo>
                  <a:pt x="54610" y="36830"/>
                </a:lnTo>
              </a:path>
              <a:path w="68579" h="76200">
                <a:moveTo>
                  <a:pt x="0" y="76200"/>
                </a:moveTo>
                <a:lnTo>
                  <a:pt x="22860" y="76200"/>
                </a:lnTo>
              </a:path>
              <a:path w="68579" h="76200">
                <a:moveTo>
                  <a:pt x="44450" y="76200"/>
                </a:moveTo>
                <a:lnTo>
                  <a:pt x="68580" y="7620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4" name="object 124" descr=""/>
          <p:cNvSpPr/>
          <p:nvPr/>
        </p:nvSpPr>
        <p:spPr>
          <a:xfrm>
            <a:off x="3445509" y="5170817"/>
            <a:ext cx="0" cy="932180"/>
          </a:xfrm>
          <a:custGeom>
            <a:avLst/>
            <a:gdLst/>
            <a:ahLst/>
            <a:cxnLst/>
            <a:rect l="l" t="t" r="r" b="b"/>
            <a:pathLst>
              <a:path w="0" h="932179">
                <a:moveTo>
                  <a:pt x="0" y="0"/>
                </a:moveTo>
                <a:lnTo>
                  <a:pt x="0" y="1269"/>
                </a:lnTo>
              </a:path>
              <a:path w="0" h="932179">
                <a:moveTo>
                  <a:pt x="0" y="1269"/>
                </a:moveTo>
                <a:lnTo>
                  <a:pt x="0" y="3175"/>
                </a:lnTo>
              </a:path>
              <a:path w="0" h="932179">
                <a:moveTo>
                  <a:pt x="0" y="3175"/>
                </a:moveTo>
                <a:lnTo>
                  <a:pt x="0" y="4444"/>
                </a:lnTo>
              </a:path>
              <a:path w="0" h="932179">
                <a:moveTo>
                  <a:pt x="0" y="5079"/>
                </a:moveTo>
                <a:lnTo>
                  <a:pt x="0" y="6350"/>
                </a:lnTo>
              </a:path>
              <a:path w="0" h="932179">
                <a:moveTo>
                  <a:pt x="0" y="6984"/>
                </a:moveTo>
                <a:lnTo>
                  <a:pt x="0" y="8254"/>
                </a:lnTo>
              </a:path>
              <a:path w="0" h="932179">
                <a:moveTo>
                  <a:pt x="0" y="8889"/>
                </a:moveTo>
                <a:lnTo>
                  <a:pt x="0" y="10159"/>
                </a:lnTo>
              </a:path>
              <a:path w="0" h="932179">
                <a:moveTo>
                  <a:pt x="0" y="10159"/>
                </a:moveTo>
                <a:lnTo>
                  <a:pt x="0" y="12064"/>
                </a:lnTo>
              </a:path>
              <a:path w="0" h="932179">
                <a:moveTo>
                  <a:pt x="0" y="12064"/>
                </a:moveTo>
                <a:lnTo>
                  <a:pt x="0" y="13334"/>
                </a:lnTo>
              </a:path>
              <a:path w="0" h="932179">
                <a:moveTo>
                  <a:pt x="0" y="13969"/>
                </a:moveTo>
                <a:lnTo>
                  <a:pt x="0" y="15239"/>
                </a:lnTo>
              </a:path>
              <a:path w="0" h="932179">
                <a:moveTo>
                  <a:pt x="0" y="15875"/>
                </a:moveTo>
                <a:lnTo>
                  <a:pt x="0" y="17144"/>
                </a:lnTo>
              </a:path>
              <a:path w="0" h="932179">
                <a:moveTo>
                  <a:pt x="0" y="17779"/>
                </a:moveTo>
                <a:lnTo>
                  <a:pt x="0" y="19050"/>
                </a:lnTo>
              </a:path>
              <a:path w="0" h="932179">
                <a:moveTo>
                  <a:pt x="0" y="19050"/>
                </a:moveTo>
                <a:lnTo>
                  <a:pt x="0" y="20954"/>
                </a:lnTo>
              </a:path>
              <a:path w="0" h="932179">
                <a:moveTo>
                  <a:pt x="0" y="20954"/>
                </a:moveTo>
                <a:lnTo>
                  <a:pt x="0" y="22225"/>
                </a:lnTo>
              </a:path>
              <a:path w="0" h="932179">
                <a:moveTo>
                  <a:pt x="0" y="22859"/>
                </a:moveTo>
                <a:lnTo>
                  <a:pt x="0" y="24129"/>
                </a:lnTo>
              </a:path>
              <a:path w="0" h="932179">
                <a:moveTo>
                  <a:pt x="0" y="24764"/>
                </a:moveTo>
                <a:lnTo>
                  <a:pt x="0" y="26034"/>
                </a:lnTo>
              </a:path>
              <a:path w="0" h="932179">
                <a:moveTo>
                  <a:pt x="0" y="26669"/>
                </a:moveTo>
                <a:lnTo>
                  <a:pt x="0" y="27939"/>
                </a:lnTo>
              </a:path>
              <a:path w="0" h="932179">
                <a:moveTo>
                  <a:pt x="0" y="27939"/>
                </a:moveTo>
                <a:lnTo>
                  <a:pt x="0" y="29844"/>
                </a:lnTo>
              </a:path>
              <a:path w="0" h="932179">
                <a:moveTo>
                  <a:pt x="0" y="29844"/>
                </a:moveTo>
                <a:lnTo>
                  <a:pt x="0" y="31114"/>
                </a:lnTo>
              </a:path>
              <a:path w="0" h="932179">
                <a:moveTo>
                  <a:pt x="0" y="31750"/>
                </a:moveTo>
                <a:lnTo>
                  <a:pt x="0" y="33019"/>
                </a:lnTo>
              </a:path>
              <a:path w="0" h="932179">
                <a:moveTo>
                  <a:pt x="0" y="33654"/>
                </a:moveTo>
                <a:lnTo>
                  <a:pt x="0" y="34925"/>
                </a:lnTo>
              </a:path>
              <a:path w="0" h="932179">
                <a:moveTo>
                  <a:pt x="0" y="35559"/>
                </a:moveTo>
                <a:lnTo>
                  <a:pt x="0" y="36829"/>
                </a:lnTo>
              </a:path>
              <a:path w="0" h="932179">
                <a:moveTo>
                  <a:pt x="0" y="36829"/>
                </a:moveTo>
                <a:lnTo>
                  <a:pt x="0" y="38734"/>
                </a:lnTo>
              </a:path>
              <a:path w="0" h="932179">
                <a:moveTo>
                  <a:pt x="0" y="38734"/>
                </a:moveTo>
                <a:lnTo>
                  <a:pt x="0" y="40004"/>
                </a:lnTo>
              </a:path>
              <a:path w="0" h="932179">
                <a:moveTo>
                  <a:pt x="0" y="40639"/>
                </a:moveTo>
                <a:lnTo>
                  <a:pt x="0" y="41909"/>
                </a:lnTo>
              </a:path>
              <a:path w="0" h="932179">
                <a:moveTo>
                  <a:pt x="0" y="42544"/>
                </a:moveTo>
                <a:lnTo>
                  <a:pt x="0" y="43814"/>
                </a:lnTo>
              </a:path>
              <a:path w="0" h="932179">
                <a:moveTo>
                  <a:pt x="0" y="44450"/>
                </a:moveTo>
                <a:lnTo>
                  <a:pt x="0" y="45719"/>
                </a:lnTo>
              </a:path>
              <a:path w="0" h="932179">
                <a:moveTo>
                  <a:pt x="0" y="45719"/>
                </a:moveTo>
                <a:lnTo>
                  <a:pt x="0" y="47625"/>
                </a:lnTo>
              </a:path>
              <a:path w="0" h="932179">
                <a:moveTo>
                  <a:pt x="0" y="47625"/>
                </a:moveTo>
                <a:lnTo>
                  <a:pt x="0" y="48894"/>
                </a:lnTo>
              </a:path>
              <a:path w="0" h="932179">
                <a:moveTo>
                  <a:pt x="0" y="49529"/>
                </a:moveTo>
                <a:lnTo>
                  <a:pt x="0" y="50800"/>
                </a:lnTo>
              </a:path>
              <a:path w="0" h="932179">
                <a:moveTo>
                  <a:pt x="0" y="51434"/>
                </a:moveTo>
                <a:lnTo>
                  <a:pt x="0" y="52704"/>
                </a:lnTo>
              </a:path>
              <a:path w="0" h="932179">
                <a:moveTo>
                  <a:pt x="0" y="53339"/>
                </a:moveTo>
                <a:lnTo>
                  <a:pt x="0" y="54609"/>
                </a:lnTo>
              </a:path>
              <a:path w="0" h="932179">
                <a:moveTo>
                  <a:pt x="0" y="54609"/>
                </a:moveTo>
                <a:lnTo>
                  <a:pt x="0" y="56514"/>
                </a:lnTo>
              </a:path>
              <a:path w="0" h="932179">
                <a:moveTo>
                  <a:pt x="0" y="56514"/>
                </a:moveTo>
                <a:lnTo>
                  <a:pt x="0" y="57784"/>
                </a:lnTo>
              </a:path>
              <a:path w="0" h="932179">
                <a:moveTo>
                  <a:pt x="0" y="58419"/>
                </a:moveTo>
                <a:lnTo>
                  <a:pt x="0" y="59689"/>
                </a:lnTo>
              </a:path>
              <a:path w="0" h="932179">
                <a:moveTo>
                  <a:pt x="0" y="60325"/>
                </a:moveTo>
                <a:lnTo>
                  <a:pt x="0" y="61594"/>
                </a:lnTo>
              </a:path>
              <a:path w="0" h="932179">
                <a:moveTo>
                  <a:pt x="0" y="62229"/>
                </a:moveTo>
                <a:lnTo>
                  <a:pt x="0" y="63500"/>
                </a:lnTo>
              </a:path>
              <a:path w="0" h="932179">
                <a:moveTo>
                  <a:pt x="0" y="63500"/>
                </a:moveTo>
                <a:lnTo>
                  <a:pt x="0" y="65404"/>
                </a:lnTo>
              </a:path>
              <a:path w="0" h="932179">
                <a:moveTo>
                  <a:pt x="0" y="65404"/>
                </a:moveTo>
                <a:lnTo>
                  <a:pt x="0" y="66675"/>
                </a:lnTo>
              </a:path>
              <a:path w="0" h="932179">
                <a:moveTo>
                  <a:pt x="0" y="67309"/>
                </a:moveTo>
                <a:lnTo>
                  <a:pt x="0" y="68579"/>
                </a:lnTo>
              </a:path>
              <a:path w="0" h="932179">
                <a:moveTo>
                  <a:pt x="0" y="69214"/>
                </a:moveTo>
                <a:lnTo>
                  <a:pt x="0" y="70484"/>
                </a:lnTo>
              </a:path>
              <a:path w="0" h="932179">
                <a:moveTo>
                  <a:pt x="0" y="71119"/>
                </a:moveTo>
                <a:lnTo>
                  <a:pt x="0" y="72389"/>
                </a:lnTo>
              </a:path>
              <a:path w="0" h="932179">
                <a:moveTo>
                  <a:pt x="0" y="72389"/>
                </a:moveTo>
                <a:lnTo>
                  <a:pt x="0" y="74294"/>
                </a:lnTo>
              </a:path>
              <a:path w="0" h="932179">
                <a:moveTo>
                  <a:pt x="0" y="74294"/>
                </a:moveTo>
                <a:lnTo>
                  <a:pt x="0" y="75564"/>
                </a:lnTo>
              </a:path>
              <a:path w="0" h="932179">
                <a:moveTo>
                  <a:pt x="0" y="76200"/>
                </a:moveTo>
                <a:lnTo>
                  <a:pt x="0" y="77469"/>
                </a:lnTo>
              </a:path>
              <a:path w="0" h="932179">
                <a:moveTo>
                  <a:pt x="0" y="78104"/>
                </a:moveTo>
                <a:lnTo>
                  <a:pt x="0" y="79375"/>
                </a:lnTo>
              </a:path>
              <a:path w="0" h="932179">
                <a:moveTo>
                  <a:pt x="0" y="80009"/>
                </a:moveTo>
                <a:lnTo>
                  <a:pt x="0" y="81279"/>
                </a:lnTo>
              </a:path>
              <a:path w="0" h="932179">
                <a:moveTo>
                  <a:pt x="0" y="81279"/>
                </a:moveTo>
                <a:lnTo>
                  <a:pt x="0" y="83184"/>
                </a:lnTo>
              </a:path>
              <a:path w="0" h="932179">
                <a:moveTo>
                  <a:pt x="0" y="83184"/>
                </a:moveTo>
                <a:lnTo>
                  <a:pt x="0" y="84454"/>
                </a:lnTo>
              </a:path>
              <a:path w="0" h="932179">
                <a:moveTo>
                  <a:pt x="0" y="85089"/>
                </a:moveTo>
                <a:lnTo>
                  <a:pt x="0" y="86359"/>
                </a:lnTo>
              </a:path>
              <a:path w="0" h="932179">
                <a:moveTo>
                  <a:pt x="0" y="86994"/>
                </a:moveTo>
                <a:lnTo>
                  <a:pt x="0" y="88264"/>
                </a:lnTo>
              </a:path>
              <a:path w="0" h="932179">
                <a:moveTo>
                  <a:pt x="0" y="88900"/>
                </a:moveTo>
                <a:lnTo>
                  <a:pt x="0" y="90169"/>
                </a:lnTo>
              </a:path>
              <a:path w="0" h="932179">
                <a:moveTo>
                  <a:pt x="0" y="90169"/>
                </a:moveTo>
                <a:lnTo>
                  <a:pt x="0" y="92075"/>
                </a:lnTo>
              </a:path>
              <a:path w="0" h="932179">
                <a:moveTo>
                  <a:pt x="0" y="92075"/>
                </a:moveTo>
                <a:lnTo>
                  <a:pt x="0" y="93344"/>
                </a:lnTo>
              </a:path>
              <a:path w="0" h="932179">
                <a:moveTo>
                  <a:pt x="0" y="93979"/>
                </a:moveTo>
                <a:lnTo>
                  <a:pt x="0" y="95250"/>
                </a:lnTo>
              </a:path>
              <a:path w="0" h="932179">
                <a:moveTo>
                  <a:pt x="0" y="95884"/>
                </a:moveTo>
                <a:lnTo>
                  <a:pt x="0" y="97154"/>
                </a:lnTo>
              </a:path>
              <a:path w="0" h="932179">
                <a:moveTo>
                  <a:pt x="0" y="97789"/>
                </a:moveTo>
                <a:lnTo>
                  <a:pt x="0" y="99059"/>
                </a:lnTo>
              </a:path>
              <a:path w="0" h="932179">
                <a:moveTo>
                  <a:pt x="0" y="99059"/>
                </a:moveTo>
                <a:lnTo>
                  <a:pt x="0" y="100964"/>
                </a:lnTo>
              </a:path>
              <a:path w="0" h="932179">
                <a:moveTo>
                  <a:pt x="0" y="100964"/>
                </a:moveTo>
                <a:lnTo>
                  <a:pt x="0" y="102234"/>
                </a:lnTo>
              </a:path>
              <a:path w="0" h="932179">
                <a:moveTo>
                  <a:pt x="0" y="102869"/>
                </a:moveTo>
                <a:lnTo>
                  <a:pt x="0" y="104139"/>
                </a:lnTo>
              </a:path>
              <a:path w="0" h="932179">
                <a:moveTo>
                  <a:pt x="0" y="104775"/>
                </a:moveTo>
                <a:lnTo>
                  <a:pt x="0" y="106044"/>
                </a:lnTo>
              </a:path>
              <a:path w="0" h="932179">
                <a:moveTo>
                  <a:pt x="0" y="106679"/>
                </a:moveTo>
                <a:lnTo>
                  <a:pt x="0" y="107950"/>
                </a:lnTo>
              </a:path>
              <a:path w="0" h="932179">
                <a:moveTo>
                  <a:pt x="0" y="107950"/>
                </a:moveTo>
                <a:lnTo>
                  <a:pt x="0" y="109854"/>
                </a:lnTo>
              </a:path>
              <a:path w="0" h="932179">
                <a:moveTo>
                  <a:pt x="0" y="109854"/>
                </a:moveTo>
                <a:lnTo>
                  <a:pt x="0" y="111125"/>
                </a:lnTo>
              </a:path>
              <a:path w="0" h="932179">
                <a:moveTo>
                  <a:pt x="0" y="111759"/>
                </a:moveTo>
                <a:lnTo>
                  <a:pt x="0" y="113029"/>
                </a:lnTo>
              </a:path>
              <a:path w="0" h="932179">
                <a:moveTo>
                  <a:pt x="0" y="113664"/>
                </a:moveTo>
                <a:lnTo>
                  <a:pt x="0" y="114934"/>
                </a:lnTo>
              </a:path>
              <a:path w="0" h="932179">
                <a:moveTo>
                  <a:pt x="0" y="115569"/>
                </a:moveTo>
                <a:lnTo>
                  <a:pt x="0" y="116839"/>
                </a:lnTo>
              </a:path>
              <a:path w="0" h="932179">
                <a:moveTo>
                  <a:pt x="0" y="116839"/>
                </a:moveTo>
                <a:lnTo>
                  <a:pt x="0" y="118744"/>
                </a:lnTo>
              </a:path>
              <a:path w="0" h="932179">
                <a:moveTo>
                  <a:pt x="0" y="118744"/>
                </a:moveTo>
                <a:lnTo>
                  <a:pt x="0" y="120014"/>
                </a:lnTo>
              </a:path>
              <a:path w="0" h="932179">
                <a:moveTo>
                  <a:pt x="0" y="120650"/>
                </a:moveTo>
                <a:lnTo>
                  <a:pt x="0" y="121919"/>
                </a:lnTo>
              </a:path>
              <a:path w="0" h="932179">
                <a:moveTo>
                  <a:pt x="0" y="122554"/>
                </a:moveTo>
                <a:lnTo>
                  <a:pt x="0" y="123825"/>
                </a:lnTo>
              </a:path>
              <a:path w="0" h="932179">
                <a:moveTo>
                  <a:pt x="0" y="124459"/>
                </a:moveTo>
                <a:lnTo>
                  <a:pt x="0" y="125729"/>
                </a:lnTo>
              </a:path>
              <a:path w="0" h="932179">
                <a:moveTo>
                  <a:pt x="0" y="125729"/>
                </a:moveTo>
                <a:lnTo>
                  <a:pt x="0" y="127634"/>
                </a:lnTo>
              </a:path>
              <a:path w="0" h="932179">
                <a:moveTo>
                  <a:pt x="0" y="127634"/>
                </a:moveTo>
                <a:lnTo>
                  <a:pt x="0" y="128904"/>
                </a:lnTo>
              </a:path>
              <a:path w="0" h="932179">
                <a:moveTo>
                  <a:pt x="0" y="129539"/>
                </a:moveTo>
                <a:lnTo>
                  <a:pt x="0" y="130809"/>
                </a:lnTo>
              </a:path>
              <a:path w="0" h="932179">
                <a:moveTo>
                  <a:pt x="0" y="131444"/>
                </a:moveTo>
                <a:lnTo>
                  <a:pt x="0" y="132714"/>
                </a:lnTo>
              </a:path>
              <a:path w="0" h="932179">
                <a:moveTo>
                  <a:pt x="0" y="133350"/>
                </a:moveTo>
                <a:lnTo>
                  <a:pt x="0" y="134619"/>
                </a:lnTo>
              </a:path>
              <a:path w="0" h="932179">
                <a:moveTo>
                  <a:pt x="0" y="134619"/>
                </a:moveTo>
                <a:lnTo>
                  <a:pt x="0" y="136525"/>
                </a:lnTo>
              </a:path>
              <a:path w="0" h="932179">
                <a:moveTo>
                  <a:pt x="0" y="136525"/>
                </a:moveTo>
                <a:lnTo>
                  <a:pt x="0" y="137794"/>
                </a:lnTo>
              </a:path>
              <a:path w="0" h="932179">
                <a:moveTo>
                  <a:pt x="0" y="138429"/>
                </a:moveTo>
                <a:lnTo>
                  <a:pt x="0" y="139700"/>
                </a:lnTo>
              </a:path>
              <a:path w="0" h="932179">
                <a:moveTo>
                  <a:pt x="0" y="140334"/>
                </a:moveTo>
                <a:lnTo>
                  <a:pt x="0" y="141604"/>
                </a:lnTo>
              </a:path>
              <a:path w="0" h="932179">
                <a:moveTo>
                  <a:pt x="0" y="142239"/>
                </a:moveTo>
                <a:lnTo>
                  <a:pt x="0" y="143509"/>
                </a:lnTo>
              </a:path>
              <a:path w="0" h="932179">
                <a:moveTo>
                  <a:pt x="0" y="143509"/>
                </a:moveTo>
                <a:lnTo>
                  <a:pt x="0" y="145414"/>
                </a:lnTo>
              </a:path>
              <a:path w="0" h="932179">
                <a:moveTo>
                  <a:pt x="0" y="145414"/>
                </a:moveTo>
                <a:lnTo>
                  <a:pt x="0" y="146684"/>
                </a:lnTo>
              </a:path>
              <a:path w="0" h="932179">
                <a:moveTo>
                  <a:pt x="0" y="147319"/>
                </a:moveTo>
                <a:lnTo>
                  <a:pt x="0" y="148589"/>
                </a:lnTo>
              </a:path>
              <a:path w="0" h="932179">
                <a:moveTo>
                  <a:pt x="0" y="149225"/>
                </a:moveTo>
                <a:lnTo>
                  <a:pt x="0" y="150494"/>
                </a:lnTo>
              </a:path>
              <a:path w="0" h="932179">
                <a:moveTo>
                  <a:pt x="0" y="151129"/>
                </a:moveTo>
                <a:lnTo>
                  <a:pt x="0" y="152400"/>
                </a:lnTo>
              </a:path>
              <a:path w="0" h="932179">
                <a:moveTo>
                  <a:pt x="0" y="152400"/>
                </a:moveTo>
                <a:lnTo>
                  <a:pt x="0" y="154304"/>
                </a:lnTo>
              </a:path>
              <a:path w="0" h="932179">
                <a:moveTo>
                  <a:pt x="0" y="154304"/>
                </a:moveTo>
                <a:lnTo>
                  <a:pt x="0" y="155575"/>
                </a:lnTo>
              </a:path>
              <a:path w="0" h="932179">
                <a:moveTo>
                  <a:pt x="0" y="156209"/>
                </a:moveTo>
                <a:lnTo>
                  <a:pt x="0" y="157479"/>
                </a:lnTo>
              </a:path>
              <a:path w="0" h="932179">
                <a:moveTo>
                  <a:pt x="0" y="158114"/>
                </a:moveTo>
                <a:lnTo>
                  <a:pt x="0" y="159384"/>
                </a:lnTo>
              </a:path>
              <a:path w="0" h="932179">
                <a:moveTo>
                  <a:pt x="0" y="160019"/>
                </a:moveTo>
                <a:lnTo>
                  <a:pt x="0" y="161289"/>
                </a:lnTo>
              </a:path>
              <a:path w="0" h="932179">
                <a:moveTo>
                  <a:pt x="0" y="161289"/>
                </a:moveTo>
                <a:lnTo>
                  <a:pt x="0" y="163194"/>
                </a:lnTo>
              </a:path>
              <a:path w="0" h="932179">
                <a:moveTo>
                  <a:pt x="0" y="163194"/>
                </a:moveTo>
                <a:lnTo>
                  <a:pt x="0" y="164464"/>
                </a:lnTo>
              </a:path>
              <a:path w="0" h="932179">
                <a:moveTo>
                  <a:pt x="0" y="165100"/>
                </a:moveTo>
                <a:lnTo>
                  <a:pt x="0" y="166369"/>
                </a:lnTo>
              </a:path>
              <a:path w="0" h="932179">
                <a:moveTo>
                  <a:pt x="0" y="167004"/>
                </a:moveTo>
                <a:lnTo>
                  <a:pt x="0" y="168275"/>
                </a:lnTo>
              </a:path>
              <a:path w="0" h="932179">
                <a:moveTo>
                  <a:pt x="0" y="168909"/>
                </a:moveTo>
                <a:lnTo>
                  <a:pt x="0" y="170179"/>
                </a:lnTo>
              </a:path>
              <a:path w="0" h="932179">
                <a:moveTo>
                  <a:pt x="0" y="170179"/>
                </a:moveTo>
                <a:lnTo>
                  <a:pt x="0" y="172084"/>
                </a:lnTo>
              </a:path>
              <a:path w="0" h="932179">
                <a:moveTo>
                  <a:pt x="0" y="172084"/>
                </a:moveTo>
                <a:lnTo>
                  <a:pt x="0" y="173354"/>
                </a:lnTo>
              </a:path>
              <a:path w="0" h="932179">
                <a:moveTo>
                  <a:pt x="0" y="173989"/>
                </a:moveTo>
                <a:lnTo>
                  <a:pt x="0" y="175259"/>
                </a:lnTo>
              </a:path>
              <a:path w="0" h="932179">
                <a:moveTo>
                  <a:pt x="0" y="175894"/>
                </a:moveTo>
                <a:lnTo>
                  <a:pt x="0" y="177164"/>
                </a:lnTo>
              </a:path>
              <a:path w="0" h="932179">
                <a:moveTo>
                  <a:pt x="0" y="177800"/>
                </a:moveTo>
                <a:lnTo>
                  <a:pt x="0" y="179069"/>
                </a:lnTo>
              </a:path>
              <a:path w="0" h="932179">
                <a:moveTo>
                  <a:pt x="0" y="179069"/>
                </a:moveTo>
                <a:lnTo>
                  <a:pt x="0" y="180975"/>
                </a:lnTo>
              </a:path>
              <a:path w="0" h="932179">
                <a:moveTo>
                  <a:pt x="0" y="180975"/>
                </a:moveTo>
                <a:lnTo>
                  <a:pt x="0" y="182244"/>
                </a:lnTo>
              </a:path>
              <a:path w="0" h="932179">
                <a:moveTo>
                  <a:pt x="0" y="182879"/>
                </a:moveTo>
                <a:lnTo>
                  <a:pt x="0" y="184150"/>
                </a:lnTo>
              </a:path>
              <a:path w="0" h="932179">
                <a:moveTo>
                  <a:pt x="0" y="184784"/>
                </a:moveTo>
                <a:lnTo>
                  <a:pt x="0" y="186054"/>
                </a:lnTo>
              </a:path>
              <a:path w="0" h="932179">
                <a:moveTo>
                  <a:pt x="0" y="186689"/>
                </a:moveTo>
                <a:lnTo>
                  <a:pt x="0" y="187959"/>
                </a:lnTo>
              </a:path>
              <a:path w="0" h="932179">
                <a:moveTo>
                  <a:pt x="0" y="187959"/>
                </a:moveTo>
                <a:lnTo>
                  <a:pt x="0" y="189864"/>
                </a:lnTo>
              </a:path>
              <a:path w="0" h="932179">
                <a:moveTo>
                  <a:pt x="0" y="189864"/>
                </a:moveTo>
                <a:lnTo>
                  <a:pt x="0" y="191134"/>
                </a:lnTo>
              </a:path>
              <a:path w="0" h="932179">
                <a:moveTo>
                  <a:pt x="0" y="191769"/>
                </a:moveTo>
                <a:lnTo>
                  <a:pt x="0" y="193039"/>
                </a:lnTo>
              </a:path>
              <a:path w="0" h="932179">
                <a:moveTo>
                  <a:pt x="0" y="193675"/>
                </a:moveTo>
                <a:lnTo>
                  <a:pt x="0" y="194944"/>
                </a:lnTo>
              </a:path>
              <a:path w="0" h="932179">
                <a:moveTo>
                  <a:pt x="0" y="195579"/>
                </a:moveTo>
                <a:lnTo>
                  <a:pt x="0" y="196850"/>
                </a:lnTo>
              </a:path>
              <a:path w="0" h="932179">
                <a:moveTo>
                  <a:pt x="0" y="196850"/>
                </a:moveTo>
                <a:lnTo>
                  <a:pt x="0" y="198754"/>
                </a:lnTo>
              </a:path>
              <a:path w="0" h="932179">
                <a:moveTo>
                  <a:pt x="0" y="198754"/>
                </a:moveTo>
                <a:lnTo>
                  <a:pt x="0" y="200025"/>
                </a:lnTo>
              </a:path>
              <a:path w="0" h="932179">
                <a:moveTo>
                  <a:pt x="0" y="200659"/>
                </a:moveTo>
                <a:lnTo>
                  <a:pt x="0" y="201929"/>
                </a:lnTo>
              </a:path>
              <a:path w="0" h="932179">
                <a:moveTo>
                  <a:pt x="0" y="202564"/>
                </a:moveTo>
                <a:lnTo>
                  <a:pt x="0" y="203834"/>
                </a:lnTo>
              </a:path>
              <a:path w="0" h="932179">
                <a:moveTo>
                  <a:pt x="0" y="204469"/>
                </a:moveTo>
                <a:lnTo>
                  <a:pt x="0" y="205739"/>
                </a:lnTo>
              </a:path>
              <a:path w="0" h="932179">
                <a:moveTo>
                  <a:pt x="0" y="205739"/>
                </a:moveTo>
                <a:lnTo>
                  <a:pt x="0" y="207644"/>
                </a:lnTo>
              </a:path>
              <a:path w="0" h="932179">
                <a:moveTo>
                  <a:pt x="0" y="207644"/>
                </a:moveTo>
                <a:lnTo>
                  <a:pt x="0" y="208914"/>
                </a:lnTo>
              </a:path>
              <a:path w="0" h="932179">
                <a:moveTo>
                  <a:pt x="0" y="209550"/>
                </a:moveTo>
                <a:lnTo>
                  <a:pt x="0" y="210819"/>
                </a:lnTo>
              </a:path>
              <a:path w="0" h="932179">
                <a:moveTo>
                  <a:pt x="0" y="211454"/>
                </a:moveTo>
                <a:lnTo>
                  <a:pt x="0" y="212725"/>
                </a:lnTo>
              </a:path>
              <a:path w="0" h="932179">
                <a:moveTo>
                  <a:pt x="0" y="213359"/>
                </a:moveTo>
                <a:lnTo>
                  <a:pt x="0" y="214629"/>
                </a:lnTo>
              </a:path>
              <a:path w="0" h="932179">
                <a:moveTo>
                  <a:pt x="0" y="214629"/>
                </a:moveTo>
                <a:lnTo>
                  <a:pt x="0" y="216534"/>
                </a:lnTo>
              </a:path>
              <a:path w="0" h="932179">
                <a:moveTo>
                  <a:pt x="0" y="216534"/>
                </a:moveTo>
                <a:lnTo>
                  <a:pt x="0" y="217804"/>
                </a:lnTo>
              </a:path>
              <a:path w="0" h="932179">
                <a:moveTo>
                  <a:pt x="0" y="218439"/>
                </a:moveTo>
                <a:lnTo>
                  <a:pt x="0" y="219709"/>
                </a:lnTo>
              </a:path>
              <a:path w="0" h="932179">
                <a:moveTo>
                  <a:pt x="0" y="220344"/>
                </a:moveTo>
                <a:lnTo>
                  <a:pt x="0" y="221614"/>
                </a:lnTo>
              </a:path>
              <a:path w="0" h="932179">
                <a:moveTo>
                  <a:pt x="0" y="222250"/>
                </a:moveTo>
                <a:lnTo>
                  <a:pt x="0" y="223519"/>
                </a:lnTo>
              </a:path>
              <a:path w="0" h="932179">
                <a:moveTo>
                  <a:pt x="0" y="223519"/>
                </a:moveTo>
                <a:lnTo>
                  <a:pt x="0" y="225425"/>
                </a:lnTo>
              </a:path>
              <a:path w="0" h="932179">
                <a:moveTo>
                  <a:pt x="0" y="225425"/>
                </a:moveTo>
                <a:lnTo>
                  <a:pt x="0" y="226694"/>
                </a:lnTo>
              </a:path>
              <a:path w="0" h="932179">
                <a:moveTo>
                  <a:pt x="0" y="227329"/>
                </a:moveTo>
                <a:lnTo>
                  <a:pt x="0" y="228600"/>
                </a:lnTo>
              </a:path>
              <a:path w="0" h="932179">
                <a:moveTo>
                  <a:pt x="0" y="229234"/>
                </a:moveTo>
                <a:lnTo>
                  <a:pt x="0" y="230504"/>
                </a:lnTo>
              </a:path>
              <a:path w="0" h="932179">
                <a:moveTo>
                  <a:pt x="0" y="231139"/>
                </a:moveTo>
                <a:lnTo>
                  <a:pt x="0" y="232409"/>
                </a:lnTo>
              </a:path>
              <a:path w="0" h="932179">
                <a:moveTo>
                  <a:pt x="0" y="232409"/>
                </a:moveTo>
                <a:lnTo>
                  <a:pt x="0" y="234314"/>
                </a:lnTo>
              </a:path>
              <a:path w="0" h="932179">
                <a:moveTo>
                  <a:pt x="0" y="234314"/>
                </a:moveTo>
                <a:lnTo>
                  <a:pt x="0" y="235584"/>
                </a:lnTo>
              </a:path>
              <a:path w="0" h="932179">
                <a:moveTo>
                  <a:pt x="0" y="236219"/>
                </a:moveTo>
                <a:lnTo>
                  <a:pt x="0" y="237489"/>
                </a:lnTo>
              </a:path>
              <a:path w="0" h="932179">
                <a:moveTo>
                  <a:pt x="0" y="238125"/>
                </a:moveTo>
                <a:lnTo>
                  <a:pt x="0" y="239394"/>
                </a:lnTo>
              </a:path>
              <a:path w="0" h="932179">
                <a:moveTo>
                  <a:pt x="0" y="240029"/>
                </a:moveTo>
                <a:lnTo>
                  <a:pt x="0" y="241300"/>
                </a:lnTo>
              </a:path>
              <a:path w="0" h="932179">
                <a:moveTo>
                  <a:pt x="0" y="241300"/>
                </a:moveTo>
                <a:lnTo>
                  <a:pt x="0" y="243204"/>
                </a:lnTo>
              </a:path>
              <a:path w="0" h="932179">
                <a:moveTo>
                  <a:pt x="0" y="243204"/>
                </a:moveTo>
                <a:lnTo>
                  <a:pt x="0" y="244475"/>
                </a:lnTo>
              </a:path>
              <a:path w="0" h="932179">
                <a:moveTo>
                  <a:pt x="0" y="245109"/>
                </a:moveTo>
                <a:lnTo>
                  <a:pt x="0" y="246379"/>
                </a:lnTo>
              </a:path>
              <a:path w="0" h="932179">
                <a:moveTo>
                  <a:pt x="0" y="247014"/>
                </a:moveTo>
                <a:lnTo>
                  <a:pt x="0" y="248284"/>
                </a:lnTo>
              </a:path>
              <a:path w="0" h="932179">
                <a:moveTo>
                  <a:pt x="0" y="248919"/>
                </a:moveTo>
                <a:lnTo>
                  <a:pt x="0" y="250189"/>
                </a:lnTo>
              </a:path>
              <a:path w="0" h="932179">
                <a:moveTo>
                  <a:pt x="0" y="250189"/>
                </a:moveTo>
                <a:lnTo>
                  <a:pt x="0" y="252094"/>
                </a:lnTo>
              </a:path>
              <a:path w="0" h="932179">
                <a:moveTo>
                  <a:pt x="0" y="252094"/>
                </a:moveTo>
                <a:lnTo>
                  <a:pt x="0" y="253364"/>
                </a:lnTo>
              </a:path>
              <a:path w="0" h="932179">
                <a:moveTo>
                  <a:pt x="0" y="254000"/>
                </a:moveTo>
                <a:lnTo>
                  <a:pt x="0" y="255269"/>
                </a:lnTo>
              </a:path>
              <a:path w="0" h="932179">
                <a:moveTo>
                  <a:pt x="0" y="255904"/>
                </a:moveTo>
                <a:lnTo>
                  <a:pt x="0" y="257175"/>
                </a:lnTo>
              </a:path>
              <a:path w="0" h="932179">
                <a:moveTo>
                  <a:pt x="0" y="257809"/>
                </a:moveTo>
                <a:lnTo>
                  <a:pt x="0" y="259079"/>
                </a:lnTo>
              </a:path>
              <a:path w="0" h="932179">
                <a:moveTo>
                  <a:pt x="0" y="259079"/>
                </a:moveTo>
                <a:lnTo>
                  <a:pt x="0" y="260984"/>
                </a:lnTo>
              </a:path>
              <a:path w="0" h="932179">
                <a:moveTo>
                  <a:pt x="0" y="260984"/>
                </a:moveTo>
                <a:lnTo>
                  <a:pt x="0" y="262254"/>
                </a:lnTo>
              </a:path>
              <a:path w="0" h="932179">
                <a:moveTo>
                  <a:pt x="0" y="262889"/>
                </a:moveTo>
                <a:lnTo>
                  <a:pt x="0" y="264159"/>
                </a:lnTo>
              </a:path>
              <a:path w="0" h="932179">
                <a:moveTo>
                  <a:pt x="0" y="264794"/>
                </a:moveTo>
                <a:lnTo>
                  <a:pt x="0" y="266064"/>
                </a:lnTo>
              </a:path>
              <a:path w="0" h="932179">
                <a:moveTo>
                  <a:pt x="0" y="266700"/>
                </a:moveTo>
                <a:lnTo>
                  <a:pt x="0" y="267969"/>
                </a:lnTo>
              </a:path>
              <a:path w="0" h="932179">
                <a:moveTo>
                  <a:pt x="0" y="267969"/>
                </a:moveTo>
                <a:lnTo>
                  <a:pt x="0" y="269875"/>
                </a:lnTo>
              </a:path>
              <a:path w="0" h="932179">
                <a:moveTo>
                  <a:pt x="0" y="269875"/>
                </a:moveTo>
                <a:lnTo>
                  <a:pt x="0" y="271144"/>
                </a:lnTo>
              </a:path>
              <a:path w="0" h="932179">
                <a:moveTo>
                  <a:pt x="0" y="271779"/>
                </a:moveTo>
                <a:lnTo>
                  <a:pt x="0" y="273050"/>
                </a:lnTo>
              </a:path>
              <a:path w="0" h="932179">
                <a:moveTo>
                  <a:pt x="0" y="273684"/>
                </a:moveTo>
                <a:lnTo>
                  <a:pt x="0" y="274954"/>
                </a:lnTo>
              </a:path>
              <a:path w="0" h="932179">
                <a:moveTo>
                  <a:pt x="0" y="275589"/>
                </a:moveTo>
                <a:lnTo>
                  <a:pt x="0" y="276859"/>
                </a:lnTo>
              </a:path>
              <a:path w="0" h="932179">
                <a:moveTo>
                  <a:pt x="0" y="276859"/>
                </a:moveTo>
                <a:lnTo>
                  <a:pt x="0" y="278764"/>
                </a:lnTo>
              </a:path>
              <a:path w="0" h="932179">
                <a:moveTo>
                  <a:pt x="0" y="278764"/>
                </a:moveTo>
                <a:lnTo>
                  <a:pt x="0" y="280034"/>
                </a:lnTo>
              </a:path>
              <a:path w="0" h="932179">
                <a:moveTo>
                  <a:pt x="0" y="280669"/>
                </a:moveTo>
                <a:lnTo>
                  <a:pt x="0" y="281939"/>
                </a:lnTo>
              </a:path>
              <a:path w="0" h="932179">
                <a:moveTo>
                  <a:pt x="0" y="282575"/>
                </a:moveTo>
                <a:lnTo>
                  <a:pt x="0" y="283844"/>
                </a:lnTo>
              </a:path>
              <a:path w="0" h="932179">
                <a:moveTo>
                  <a:pt x="0" y="284479"/>
                </a:moveTo>
                <a:lnTo>
                  <a:pt x="0" y="285750"/>
                </a:lnTo>
              </a:path>
              <a:path w="0" h="932179">
                <a:moveTo>
                  <a:pt x="0" y="285750"/>
                </a:moveTo>
                <a:lnTo>
                  <a:pt x="0" y="287654"/>
                </a:lnTo>
              </a:path>
              <a:path w="0" h="932179">
                <a:moveTo>
                  <a:pt x="0" y="287654"/>
                </a:moveTo>
                <a:lnTo>
                  <a:pt x="0" y="288925"/>
                </a:lnTo>
              </a:path>
              <a:path w="0" h="932179">
                <a:moveTo>
                  <a:pt x="0" y="289559"/>
                </a:moveTo>
                <a:lnTo>
                  <a:pt x="0" y="290829"/>
                </a:lnTo>
              </a:path>
              <a:path w="0" h="932179">
                <a:moveTo>
                  <a:pt x="0" y="291464"/>
                </a:moveTo>
                <a:lnTo>
                  <a:pt x="0" y="292734"/>
                </a:lnTo>
              </a:path>
              <a:path w="0" h="932179">
                <a:moveTo>
                  <a:pt x="0" y="293369"/>
                </a:moveTo>
                <a:lnTo>
                  <a:pt x="0" y="294639"/>
                </a:lnTo>
              </a:path>
              <a:path w="0" h="932179">
                <a:moveTo>
                  <a:pt x="0" y="294639"/>
                </a:moveTo>
                <a:lnTo>
                  <a:pt x="0" y="296544"/>
                </a:lnTo>
              </a:path>
              <a:path w="0" h="932179">
                <a:moveTo>
                  <a:pt x="0" y="296544"/>
                </a:moveTo>
                <a:lnTo>
                  <a:pt x="0" y="297814"/>
                </a:lnTo>
              </a:path>
              <a:path w="0" h="932179">
                <a:moveTo>
                  <a:pt x="0" y="298450"/>
                </a:moveTo>
                <a:lnTo>
                  <a:pt x="0" y="299719"/>
                </a:lnTo>
              </a:path>
              <a:path w="0" h="932179">
                <a:moveTo>
                  <a:pt x="0" y="300354"/>
                </a:moveTo>
                <a:lnTo>
                  <a:pt x="0" y="301625"/>
                </a:lnTo>
              </a:path>
              <a:path w="0" h="932179">
                <a:moveTo>
                  <a:pt x="0" y="302259"/>
                </a:moveTo>
                <a:lnTo>
                  <a:pt x="0" y="303529"/>
                </a:lnTo>
              </a:path>
              <a:path w="0" h="932179">
                <a:moveTo>
                  <a:pt x="0" y="303529"/>
                </a:moveTo>
                <a:lnTo>
                  <a:pt x="0" y="305434"/>
                </a:lnTo>
              </a:path>
              <a:path w="0" h="932179">
                <a:moveTo>
                  <a:pt x="0" y="305434"/>
                </a:moveTo>
                <a:lnTo>
                  <a:pt x="0" y="306704"/>
                </a:lnTo>
              </a:path>
              <a:path w="0" h="932179">
                <a:moveTo>
                  <a:pt x="0" y="307339"/>
                </a:moveTo>
                <a:lnTo>
                  <a:pt x="0" y="308609"/>
                </a:lnTo>
              </a:path>
              <a:path w="0" h="932179">
                <a:moveTo>
                  <a:pt x="0" y="309244"/>
                </a:moveTo>
                <a:lnTo>
                  <a:pt x="0" y="310514"/>
                </a:lnTo>
              </a:path>
              <a:path w="0" h="932179">
                <a:moveTo>
                  <a:pt x="0" y="311150"/>
                </a:moveTo>
                <a:lnTo>
                  <a:pt x="0" y="312419"/>
                </a:lnTo>
              </a:path>
              <a:path w="0" h="932179">
                <a:moveTo>
                  <a:pt x="0" y="312419"/>
                </a:moveTo>
                <a:lnTo>
                  <a:pt x="0" y="314325"/>
                </a:lnTo>
              </a:path>
              <a:path w="0" h="932179">
                <a:moveTo>
                  <a:pt x="0" y="314325"/>
                </a:moveTo>
                <a:lnTo>
                  <a:pt x="0" y="315594"/>
                </a:lnTo>
              </a:path>
              <a:path w="0" h="932179">
                <a:moveTo>
                  <a:pt x="0" y="316229"/>
                </a:moveTo>
                <a:lnTo>
                  <a:pt x="0" y="317500"/>
                </a:lnTo>
              </a:path>
              <a:path w="0" h="932179">
                <a:moveTo>
                  <a:pt x="0" y="318134"/>
                </a:moveTo>
                <a:lnTo>
                  <a:pt x="0" y="319404"/>
                </a:lnTo>
              </a:path>
              <a:path w="0" h="932179">
                <a:moveTo>
                  <a:pt x="0" y="320039"/>
                </a:moveTo>
                <a:lnTo>
                  <a:pt x="0" y="321309"/>
                </a:lnTo>
              </a:path>
              <a:path w="0" h="932179">
                <a:moveTo>
                  <a:pt x="0" y="321309"/>
                </a:moveTo>
                <a:lnTo>
                  <a:pt x="0" y="323214"/>
                </a:lnTo>
              </a:path>
              <a:path w="0" h="932179">
                <a:moveTo>
                  <a:pt x="0" y="323214"/>
                </a:moveTo>
                <a:lnTo>
                  <a:pt x="0" y="324484"/>
                </a:lnTo>
              </a:path>
              <a:path w="0" h="932179">
                <a:moveTo>
                  <a:pt x="0" y="325119"/>
                </a:moveTo>
                <a:lnTo>
                  <a:pt x="0" y="326389"/>
                </a:lnTo>
              </a:path>
              <a:path w="0" h="932179">
                <a:moveTo>
                  <a:pt x="0" y="327025"/>
                </a:moveTo>
                <a:lnTo>
                  <a:pt x="0" y="328294"/>
                </a:lnTo>
              </a:path>
              <a:path w="0" h="932179">
                <a:moveTo>
                  <a:pt x="0" y="328929"/>
                </a:moveTo>
                <a:lnTo>
                  <a:pt x="0" y="330200"/>
                </a:lnTo>
              </a:path>
              <a:path w="0" h="932179">
                <a:moveTo>
                  <a:pt x="0" y="330200"/>
                </a:moveTo>
                <a:lnTo>
                  <a:pt x="0" y="332104"/>
                </a:lnTo>
              </a:path>
              <a:path w="0" h="932179">
                <a:moveTo>
                  <a:pt x="0" y="332104"/>
                </a:moveTo>
                <a:lnTo>
                  <a:pt x="0" y="333375"/>
                </a:lnTo>
              </a:path>
              <a:path w="0" h="932179">
                <a:moveTo>
                  <a:pt x="0" y="334009"/>
                </a:moveTo>
                <a:lnTo>
                  <a:pt x="0" y="335279"/>
                </a:lnTo>
              </a:path>
              <a:path w="0" h="932179">
                <a:moveTo>
                  <a:pt x="0" y="335914"/>
                </a:moveTo>
                <a:lnTo>
                  <a:pt x="0" y="337184"/>
                </a:lnTo>
              </a:path>
              <a:path w="0" h="932179">
                <a:moveTo>
                  <a:pt x="0" y="337819"/>
                </a:moveTo>
                <a:lnTo>
                  <a:pt x="0" y="339089"/>
                </a:lnTo>
              </a:path>
              <a:path w="0" h="932179">
                <a:moveTo>
                  <a:pt x="0" y="339089"/>
                </a:moveTo>
                <a:lnTo>
                  <a:pt x="0" y="340994"/>
                </a:lnTo>
              </a:path>
              <a:path w="0" h="932179">
                <a:moveTo>
                  <a:pt x="0" y="340994"/>
                </a:moveTo>
                <a:lnTo>
                  <a:pt x="0" y="342264"/>
                </a:lnTo>
              </a:path>
              <a:path w="0" h="932179">
                <a:moveTo>
                  <a:pt x="0" y="342900"/>
                </a:moveTo>
                <a:lnTo>
                  <a:pt x="0" y="344169"/>
                </a:lnTo>
              </a:path>
              <a:path w="0" h="932179">
                <a:moveTo>
                  <a:pt x="0" y="344804"/>
                </a:moveTo>
                <a:lnTo>
                  <a:pt x="0" y="346075"/>
                </a:lnTo>
              </a:path>
              <a:path w="0" h="932179">
                <a:moveTo>
                  <a:pt x="0" y="346709"/>
                </a:moveTo>
                <a:lnTo>
                  <a:pt x="0" y="347979"/>
                </a:lnTo>
              </a:path>
              <a:path w="0" h="932179">
                <a:moveTo>
                  <a:pt x="0" y="347979"/>
                </a:moveTo>
                <a:lnTo>
                  <a:pt x="0" y="349884"/>
                </a:lnTo>
              </a:path>
              <a:path w="0" h="932179">
                <a:moveTo>
                  <a:pt x="0" y="349884"/>
                </a:moveTo>
                <a:lnTo>
                  <a:pt x="0" y="351154"/>
                </a:lnTo>
              </a:path>
              <a:path w="0" h="932179">
                <a:moveTo>
                  <a:pt x="0" y="351789"/>
                </a:moveTo>
                <a:lnTo>
                  <a:pt x="0" y="353059"/>
                </a:lnTo>
              </a:path>
              <a:path w="0" h="932179">
                <a:moveTo>
                  <a:pt x="0" y="353694"/>
                </a:moveTo>
                <a:lnTo>
                  <a:pt x="0" y="354964"/>
                </a:lnTo>
              </a:path>
              <a:path w="0" h="932179">
                <a:moveTo>
                  <a:pt x="0" y="355600"/>
                </a:moveTo>
                <a:lnTo>
                  <a:pt x="0" y="356869"/>
                </a:lnTo>
              </a:path>
              <a:path w="0" h="932179">
                <a:moveTo>
                  <a:pt x="0" y="356869"/>
                </a:moveTo>
                <a:lnTo>
                  <a:pt x="0" y="358775"/>
                </a:lnTo>
              </a:path>
              <a:path w="0" h="932179">
                <a:moveTo>
                  <a:pt x="0" y="358775"/>
                </a:moveTo>
                <a:lnTo>
                  <a:pt x="0" y="360044"/>
                </a:lnTo>
              </a:path>
              <a:path w="0" h="932179">
                <a:moveTo>
                  <a:pt x="0" y="360679"/>
                </a:moveTo>
                <a:lnTo>
                  <a:pt x="0" y="361950"/>
                </a:lnTo>
              </a:path>
              <a:path w="0" h="932179">
                <a:moveTo>
                  <a:pt x="0" y="362584"/>
                </a:moveTo>
                <a:lnTo>
                  <a:pt x="0" y="363854"/>
                </a:lnTo>
              </a:path>
              <a:path w="0" h="932179">
                <a:moveTo>
                  <a:pt x="0" y="364489"/>
                </a:moveTo>
                <a:lnTo>
                  <a:pt x="0" y="365759"/>
                </a:lnTo>
              </a:path>
              <a:path w="0" h="932179">
                <a:moveTo>
                  <a:pt x="0" y="365759"/>
                </a:moveTo>
                <a:lnTo>
                  <a:pt x="0" y="367664"/>
                </a:lnTo>
              </a:path>
              <a:path w="0" h="932179">
                <a:moveTo>
                  <a:pt x="0" y="367664"/>
                </a:moveTo>
                <a:lnTo>
                  <a:pt x="0" y="368934"/>
                </a:lnTo>
              </a:path>
              <a:path w="0" h="932179">
                <a:moveTo>
                  <a:pt x="0" y="369569"/>
                </a:moveTo>
                <a:lnTo>
                  <a:pt x="0" y="370839"/>
                </a:lnTo>
              </a:path>
              <a:path w="0" h="932179">
                <a:moveTo>
                  <a:pt x="0" y="371475"/>
                </a:moveTo>
                <a:lnTo>
                  <a:pt x="0" y="372744"/>
                </a:lnTo>
              </a:path>
              <a:path w="0" h="932179">
                <a:moveTo>
                  <a:pt x="0" y="373379"/>
                </a:moveTo>
                <a:lnTo>
                  <a:pt x="0" y="374650"/>
                </a:lnTo>
              </a:path>
              <a:path w="0" h="932179">
                <a:moveTo>
                  <a:pt x="0" y="374650"/>
                </a:moveTo>
                <a:lnTo>
                  <a:pt x="0" y="376554"/>
                </a:lnTo>
              </a:path>
              <a:path w="0" h="932179">
                <a:moveTo>
                  <a:pt x="0" y="376554"/>
                </a:moveTo>
                <a:lnTo>
                  <a:pt x="0" y="377825"/>
                </a:lnTo>
              </a:path>
              <a:path w="0" h="932179">
                <a:moveTo>
                  <a:pt x="0" y="378459"/>
                </a:moveTo>
                <a:lnTo>
                  <a:pt x="0" y="379729"/>
                </a:lnTo>
              </a:path>
              <a:path w="0" h="932179">
                <a:moveTo>
                  <a:pt x="0" y="380364"/>
                </a:moveTo>
                <a:lnTo>
                  <a:pt x="0" y="381634"/>
                </a:lnTo>
              </a:path>
              <a:path w="0" h="932179">
                <a:moveTo>
                  <a:pt x="0" y="382269"/>
                </a:moveTo>
                <a:lnTo>
                  <a:pt x="0" y="383539"/>
                </a:lnTo>
              </a:path>
              <a:path w="0" h="932179">
                <a:moveTo>
                  <a:pt x="0" y="383539"/>
                </a:moveTo>
                <a:lnTo>
                  <a:pt x="0" y="385444"/>
                </a:lnTo>
              </a:path>
              <a:path w="0" h="932179">
                <a:moveTo>
                  <a:pt x="0" y="385444"/>
                </a:moveTo>
                <a:lnTo>
                  <a:pt x="0" y="386714"/>
                </a:lnTo>
              </a:path>
              <a:path w="0" h="932179">
                <a:moveTo>
                  <a:pt x="0" y="387350"/>
                </a:moveTo>
                <a:lnTo>
                  <a:pt x="0" y="388619"/>
                </a:lnTo>
              </a:path>
              <a:path w="0" h="932179">
                <a:moveTo>
                  <a:pt x="0" y="389254"/>
                </a:moveTo>
                <a:lnTo>
                  <a:pt x="0" y="390525"/>
                </a:lnTo>
              </a:path>
              <a:path w="0" h="932179">
                <a:moveTo>
                  <a:pt x="0" y="391159"/>
                </a:moveTo>
                <a:lnTo>
                  <a:pt x="0" y="392429"/>
                </a:lnTo>
              </a:path>
              <a:path w="0" h="932179">
                <a:moveTo>
                  <a:pt x="0" y="392429"/>
                </a:moveTo>
                <a:lnTo>
                  <a:pt x="0" y="394334"/>
                </a:lnTo>
              </a:path>
              <a:path w="0" h="932179">
                <a:moveTo>
                  <a:pt x="0" y="394334"/>
                </a:moveTo>
                <a:lnTo>
                  <a:pt x="0" y="395604"/>
                </a:lnTo>
              </a:path>
              <a:path w="0" h="932179">
                <a:moveTo>
                  <a:pt x="0" y="396239"/>
                </a:moveTo>
                <a:lnTo>
                  <a:pt x="0" y="397509"/>
                </a:lnTo>
              </a:path>
              <a:path w="0" h="932179">
                <a:moveTo>
                  <a:pt x="0" y="398144"/>
                </a:moveTo>
                <a:lnTo>
                  <a:pt x="0" y="399414"/>
                </a:lnTo>
              </a:path>
              <a:path w="0" h="932179">
                <a:moveTo>
                  <a:pt x="0" y="400050"/>
                </a:moveTo>
                <a:lnTo>
                  <a:pt x="0" y="401319"/>
                </a:lnTo>
              </a:path>
              <a:path w="0" h="932179">
                <a:moveTo>
                  <a:pt x="0" y="401319"/>
                </a:moveTo>
                <a:lnTo>
                  <a:pt x="0" y="403225"/>
                </a:lnTo>
              </a:path>
              <a:path w="0" h="932179">
                <a:moveTo>
                  <a:pt x="0" y="403225"/>
                </a:moveTo>
                <a:lnTo>
                  <a:pt x="0" y="404494"/>
                </a:lnTo>
              </a:path>
              <a:path w="0" h="932179">
                <a:moveTo>
                  <a:pt x="0" y="405129"/>
                </a:moveTo>
                <a:lnTo>
                  <a:pt x="0" y="406400"/>
                </a:lnTo>
              </a:path>
              <a:path w="0" h="932179">
                <a:moveTo>
                  <a:pt x="0" y="407034"/>
                </a:moveTo>
                <a:lnTo>
                  <a:pt x="0" y="408304"/>
                </a:lnTo>
              </a:path>
              <a:path w="0" h="932179">
                <a:moveTo>
                  <a:pt x="0" y="408939"/>
                </a:moveTo>
                <a:lnTo>
                  <a:pt x="0" y="410209"/>
                </a:lnTo>
              </a:path>
              <a:path w="0" h="932179">
                <a:moveTo>
                  <a:pt x="0" y="410209"/>
                </a:moveTo>
                <a:lnTo>
                  <a:pt x="0" y="412114"/>
                </a:lnTo>
              </a:path>
              <a:path w="0" h="932179">
                <a:moveTo>
                  <a:pt x="0" y="412114"/>
                </a:moveTo>
                <a:lnTo>
                  <a:pt x="0" y="413384"/>
                </a:lnTo>
              </a:path>
              <a:path w="0" h="932179">
                <a:moveTo>
                  <a:pt x="0" y="414019"/>
                </a:moveTo>
                <a:lnTo>
                  <a:pt x="0" y="415289"/>
                </a:lnTo>
              </a:path>
              <a:path w="0" h="932179">
                <a:moveTo>
                  <a:pt x="0" y="415925"/>
                </a:moveTo>
                <a:lnTo>
                  <a:pt x="0" y="417194"/>
                </a:lnTo>
              </a:path>
              <a:path w="0" h="932179">
                <a:moveTo>
                  <a:pt x="0" y="417829"/>
                </a:moveTo>
                <a:lnTo>
                  <a:pt x="0" y="419100"/>
                </a:lnTo>
              </a:path>
              <a:path w="0" h="932179">
                <a:moveTo>
                  <a:pt x="0" y="419100"/>
                </a:moveTo>
                <a:lnTo>
                  <a:pt x="0" y="421004"/>
                </a:lnTo>
              </a:path>
              <a:path w="0" h="932179">
                <a:moveTo>
                  <a:pt x="0" y="421004"/>
                </a:moveTo>
                <a:lnTo>
                  <a:pt x="0" y="422275"/>
                </a:lnTo>
              </a:path>
              <a:path w="0" h="932179">
                <a:moveTo>
                  <a:pt x="0" y="422909"/>
                </a:moveTo>
                <a:lnTo>
                  <a:pt x="0" y="424179"/>
                </a:lnTo>
              </a:path>
              <a:path w="0" h="932179">
                <a:moveTo>
                  <a:pt x="0" y="424814"/>
                </a:moveTo>
                <a:lnTo>
                  <a:pt x="0" y="426084"/>
                </a:lnTo>
              </a:path>
              <a:path w="0" h="932179">
                <a:moveTo>
                  <a:pt x="0" y="426719"/>
                </a:moveTo>
                <a:lnTo>
                  <a:pt x="0" y="427989"/>
                </a:lnTo>
              </a:path>
              <a:path w="0" h="932179">
                <a:moveTo>
                  <a:pt x="0" y="427989"/>
                </a:moveTo>
                <a:lnTo>
                  <a:pt x="0" y="429894"/>
                </a:lnTo>
              </a:path>
              <a:path w="0" h="932179">
                <a:moveTo>
                  <a:pt x="0" y="429894"/>
                </a:moveTo>
                <a:lnTo>
                  <a:pt x="0" y="431164"/>
                </a:lnTo>
              </a:path>
              <a:path w="0" h="932179">
                <a:moveTo>
                  <a:pt x="0" y="431800"/>
                </a:moveTo>
                <a:lnTo>
                  <a:pt x="0" y="433069"/>
                </a:lnTo>
              </a:path>
              <a:path w="0" h="932179">
                <a:moveTo>
                  <a:pt x="0" y="433704"/>
                </a:moveTo>
                <a:lnTo>
                  <a:pt x="0" y="434975"/>
                </a:lnTo>
              </a:path>
              <a:path w="0" h="932179">
                <a:moveTo>
                  <a:pt x="0" y="435609"/>
                </a:moveTo>
                <a:lnTo>
                  <a:pt x="0" y="436879"/>
                </a:lnTo>
              </a:path>
              <a:path w="0" h="932179">
                <a:moveTo>
                  <a:pt x="0" y="436879"/>
                </a:moveTo>
                <a:lnTo>
                  <a:pt x="0" y="438784"/>
                </a:lnTo>
              </a:path>
              <a:path w="0" h="932179">
                <a:moveTo>
                  <a:pt x="0" y="438784"/>
                </a:moveTo>
                <a:lnTo>
                  <a:pt x="0" y="440054"/>
                </a:lnTo>
              </a:path>
              <a:path w="0" h="932179">
                <a:moveTo>
                  <a:pt x="0" y="440689"/>
                </a:moveTo>
                <a:lnTo>
                  <a:pt x="0" y="441959"/>
                </a:lnTo>
              </a:path>
              <a:path w="0" h="932179">
                <a:moveTo>
                  <a:pt x="0" y="442594"/>
                </a:moveTo>
                <a:lnTo>
                  <a:pt x="0" y="443864"/>
                </a:lnTo>
              </a:path>
              <a:path w="0" h="932179">
                <a:moveTo>
                  <a:pt x="0" y="444500"/>
                </a:moveTo>
                <a:lnTo>
                  <a:pt x="0" y="445769"/>
                </a:lnTo>
              </a:path>
              <a:path w="0" h="932179">
                <a:moveTo>
                  <a:pt x="0" y="445769"/>
                </a:moveTo>
                <a:lnTo>
                  <a:pt x="0" y="447675"/>
                </a:lnTo>
              </a:path>
              <a:path w="0" h="932179">
                <a:moveTo>
                  <a:pt x="0" y="447675"/>
                </a:moveTo>
                <a:lnTo>
                  <a:pt x="0" y="448944"/>
                </a:lnTo>
              </a:path>
              <a:path w="0" h="932179">
                <a:moveTo>
                  <a:pt x="0" y="449579"/>
                </a:moveTo>
                <a:lnTo>
                  <a:pt x="0" y="450850"/>
                </a:lnTo>
              </a:path>
              <a:path w="0" h="932179">
                <a:moveTo>
                  <a:pt x="0" y="451484"/>
                </a:moveTo>
                <a:lnTo>
                  <a:pt x="0" y="452754"/>
                </a:lnTo>
              </a:path>
              <a:path w="0" h="932179">
                <a:moveTo>
                  <a:pt x="0" y="453389"/>
                </a:moveTo>
                <a:lnTo>
                  <a:pt x="0" y="454659"/>
                </a:lnTo>
              </a:path>
              <a:path w="0" h="932179">
                <a:moveTo>
                  <a:pt x="0" y="454659"/>
                </a:moveTo>
                <a:lnTo>
                  <a:pt x="0" y="456564"/>
                </a:lnTo>
              </a:path>
              <a:path w="0" h="932179">
                <a:moveTo>
                  <a:pt x="0" y="456564"/>
                </a:moveTo>
                <a:lnTo>
                  <a:pt x="0" y="457834"/>
                </a:lnTo>
              </a:path>
              <a:path w="0" h="932179">
                <a:moveTo>
                  <a:pt x="0" y="458469"/>
                </a:moveTo>
                <a:lnTo>
                  <a:pt x="0" y="459739"/>
                </a:lnTo>
              </a:path>
              <a:path w="0" h="932179">
                <a:moveTo>
                  <a:pt x="0" y="460375"/>
                </a:moveTo>
                <a:lnTo>
                  <a:pt x="0" y="461644"/>
                </a:lnTo>
              </a:path>
              <a:path w="0" h="932179">
                <a:moveTo>
                  <a:pt x="0" y="462279"/>
                </a:moveTo>
                <a:lnTo>
                  <a:pt x="0" y="463550"/>
                </a:lnTo>
              </a:path>
              <a:path w="0" h="932179">
                <a:moveTo>
                  <a:pt x="0" y="463550"/>
                </a:moveTo>
                <a:lnTo>
                  <a:pt x="0" y="465454"/>
                </a:lnTo>
              </a:path>
              <a:path w="0" h="932179">
                <a:moveTo>
                  <a:pt x="0" y="465454"/>
                </a:moveTo>
                <a:lnTo>
                  <a:pt x="0" y="466725"/>
                </a:lnTo>
              </a:path>
              <a:path w="0" h="932179">
                <a:moveTo>
                  <a:pt x="0" y="467359"/>
                </a:moveTo>
                <a:lnTo>
                  <a:pt x="0" y="468629"/>
                </a:lnTo>
              </a:path>
              <a:path w="0" h="932179">
                <a:moveTo>
                  <a:pt x="0" y="469264"/>
                </a:moveTo>
                <a:lnTo>
                  <a:pt x="0" y="470534"/>
                </a:lnTo>
              </a:path>
              <a:path w="0" h="932179">
                <a:moveTo>
                  <a:pt x="0" y="471169"/>
                </a:moveTo>
                <a:lnTo>
                  <a:pt x="0" y="472439"/>
                </a:lnTo>
              </a:path>
              <a:path w="0" h="932179">
                <a:moveTo>
                  <a:pt x="0" y="472439"/>
                </a:moveTo>
                <a:lnTo>
                  <a:pt x="0" y="474344"/>
                </a:lnTo>
              </a:path>
              <a:path w="0" h="932179">
                <a:moveTo>
                  <a:pt x="0" y="474344"/>
                </a:moveTo>
                <a:lnTo>
                  <a:pt x="0" y="475614"/>
                </a:lnTo>
              </a:path>
              <a:path w="0" h="932179">
                <a:moveTo>
                  <a:pt x="0" y="476250"/>
                </a:moveTo>
                <a:lnTo>
                  <a:pt x="0" y="477519"/>
                </a:lnTo>
              </a:path>
              <a:path w="0" h="932179">
                <a:moveTo>
                  <a:pt x="0" y="478154"/>
                </a:moveTo>
                <a:lnTo>
                  <a:pt x="0" y="479425"/>
                </a:lnTo>
              </a:path>
              <a:path w="0" h="932179">
                <a:moveTo>
                  <a:pt x="0" y="480059"/>
                </a:moveTo>
                <a:lnTo>
                  <a:pt x="0" y="481329"/>
                </a:lnTo>
              </a:path>
              <a:path w="0" h="932179">
                <a:moveTo>
                  <a:pt x="0" y="481329"/>
                </a:moveTo>
                <a:lnTo>
                  <a:pt x="0" y="483234"/>
                </a:lnTo>
              </a:path>
              <a:path w="0" h="932179">
                <a:moveTo>
                  <a:pt x="0" y="483234"/>
                </a:moveTo>
                <a:lnTo>
                  <a:pt x="0" y="484504"/>
                </a:lnTo>
              </a:path>
              <a:path w="0" h="932179">
                <a:moveTo>
                  <a:pt x="0" y="485139"/>
                </a:moveTo>
                <a:lnTo>
                  <a:pt x="0" y="486409"/>
                </a:lnTo>
              </a:path>
              <a:path w="0" h="932179">
                <a:moveTo>
                  <a:pt x="0" y="487044"/>
                </a:moveTo>
                <a:lnTo>
                  <a:pt x="0" y="488314"/>
                </a:lnTo>
              </a:path>
              <a:path w="0" h="932179">
                <a:moveTo>
                  <a:pt x="0" y="488950"/>
                </a:moveTo>
                <a:lnTo>
                  <a:pt x="0" y="490219"/>
                </a:lnTo>
              </a:path>
              <a:path w="0" h="932179">
                <a:moveTo>
                  <a:pt x="0" y="490219"/>
                </a:moveTo>
                <a:lnTo>
                  <a:pt x="0" y="492125"/>
                </a:lnTo>
              </a:path>
              <a:path w="0" h="932179">
                <a:moveTo>
                  <a:pt x="0" y="492125"/>
                </a:moveTo>
                <a:lnTo>
                  <a:pt x="0" y="493394"/>
                </a:lnTo>
              </a:path>
              <a:path w="0" h="932179">
                <a:moveTo>
                  <a:pt x="0" y="494029"/>
                </a:moveTo>
                <a:lnTo>
                  <a:pt x="0" y="495300"/>
                </a:lnTo>
              </a:path>
              <a:path w="0" h="932179">
                <a:moveTo>
                  <a:pt x="0" y="495934"/>
                </a:moveTo>
                <a:lnTo>
                  <a:pt x="0" y="497204"/>
                </a:lnTo>
              </a:path>
              <a:path w="0" h="932179">
                <a:moveTo>
                  <a:pt x="0" y="497839"/>
                </a:moveTo>
                <a:lnTo>
                  <a:pt x="0" y="499109"/>
                </a:lnTo>
              </a:path>
              <a:path w="0" h="932179">
                <a:moveTo>
                  <a:pt x="0" y="499109"/>
                </a:moveTo>
                <a:lnTo>
                  <a:pt x="0" y="501014"/>
                </a:lnTo>
              </a:path>
              <a:path w="0" h="932179">
                <a:moveTo>
                  <a:pt x="0" y="501014"/>
                </a:moveTo>
                <a:lnTo>
                  <a:pt x="0" y="502284"/>
                </a:lnTo>
              </a:path>
              <a:path w="0" h="932179">
                <a:moveTo>
                  <a:pt x="0" y="502919"/>
                </a:moveTo>
                <a:lnTo>
                  <a:pt x="0" y="504189"/>
                </a:lnTo>
              </a:path>
              <a:path w="0" h="932179">
                <a:moveTo>
                  <a:pt x="0" y="504825"/>
                </a:moveTo>
                <a:lnTo>
                  <a:pt x="0" y="506094"/>
                </a:lnTo>
              </a:path>
              <a:path w="0" h="932179">
                <a:moveTo>
                  <a:pt x="0" y="506729"/>
                </a:moveTo>
                <a:lnTo>
                  <a:pt x="0" y="508000"/>
                </a:lnTo>
              </a:path>
              <a:path w="0" h="932179">
                <a:moveTo>
                  <a:pt x="0" y="508000"/>
                </a:moveTo>
                <a:lnTo>
                  <a:pt x="0" y="509904"/>
                </a:lnTo>
              </a:path>
              <a:path w="0" h="932179">
                <a:moveTo>
                  <a:pt x="0" y="509904"/>
                </a:moveTo>
                <a:lnTo>
                  <a:pt x="0" y="511175"/>
                </a:lnTo>
              </a:path>
              <a:path w="0" h="932179">
                <a:moveTo>
                  <a:pt x="0" y="511809"/>
                </a:moveTo>
                <a:lnTo>
                  <a:pt x="0" y="513079"/>
                </a:lnTo>
              </a:path>
              <a:path w="0" h="932179">
                <a:moveTo>
                  <a:pt x="0" y="513714"/>
                </a:moveTo>
                <a:lnTo>
                  <a:pt x="0" y="514984"/>
                </a:lnTo>
              </a:path>
              <a:path w="0" h="932179">
                <a:moveTo>
                  <a:pt x="0" y="515619"/>
                </a:moveTo>
                <a:lnTo>
                  <a:pt x="0" y="516889"/>
                </a:lnTo>
              </a:path>
              <a:path w="0" h="932179">
                <a:moveTo>
                  <a:pt x="0" y="516889"/>
                </a:moveTo>
                <a:lnTo>
                  <a:pt x="0" y="518794"/>
                </a:lnTo>
              </a:path>
              <a:path w="0" h="932179">
                <a:moveTo>
                  <a:pt x="0" y="518794"/>
                </a:moveTo>
                <a:lnTo>
                  <a:pt x="0" y="520064"/>
                </a:lnTo>
              </a:path>
              <a:path w="0" h="932179">
                <a:moveTo>
                  <a:pt x="0" y="520700"/>
                </a:moveTo>
                <a:lnTo>
                  <a:pt x="0" y="521969"/>
                </a:lnTo>
              </a:path>
              <a:path w="0" h="932179">
                <a:moveTo>
                  <a:pt x="0" y="522604"/>
                </a:moveTo>
                <a:lnTo>
                  <a:pt x="0" y="523875"/>
                </a:lnTo>
              </a:path>
              <a:path w="0" h="932179">
                <a:moveTo>
                  <a:pt x="0" y="524509"/>
                </a:moveTo>
                <a:lnTo>
                  <a:pt x="0" y="525779"/>
                </a:lnTo>
              </a:path>
              <a:path w="0" h="932179">
                <a:moveTo>
                  <a:pt x="0" y="525779"/>
                </a:moveTo>
                <a:lnTo>
                  <a:pt x="0" y="527684"/>
                </a:lnTo>
              </a:path>
              <a:path w="0" h="932179">
                <a:moveTo>
                  <a:pt x="0" y="527684"/>
                </a:moveTo>
                <a:lnTo>
                  <a:pt x="0" y="528954"/>
                </a:lnTo>
              </a:path>
              <a:path w="0" h="932179">
                <a:moveTo>
                  <a:pt x="0" y="529589"/>
                </a:moveTo>
                <a:lnTo>
                  <a:pt x="0" y="530859"/>
                </a:lnTo>
              </a:path>
              <a:path w="0" h="932179">
                <a:moveTo>
                  <a:pt x="0" y="531494"/>
                </a:moveTo>
                <a:lnTo>
                  <a:pt x="0" y="532764"/>
                </a:lnTo>
              </a:path>
              <a:path w="0" h="932179">
                <a:moveTo>
                  <a:pt x="0" y="533400"/>
                </a:moveTo>
                <a:lnTo>
                  <a:pt x="0" y="534669"/>
                </a:lnTo>
              </a:path>
              <a:path w="0" h="932179">
                <a:moveTo>
                  <a:pt x="0" y="534669"/>
                </a:moveTo>
                <a:lnTo>
                  <a:pt x="0" y="536575"/>
                </a:lnTo>
              </a:path>
              <a:path w="0" h="932179">
                <a:moveTo>
                  <a:pt x="0" y="536575"/>
                </a:moveTo>
                <a:lnTo>
                  <a:pt x="0" y="537844"/>
                </a:lnTo>
              </a:path>
              <a:path w="0" h="932179">
                <a:moveTo>
                  <a:pt x="0" y="538479"/>
                </a:moveTo>
                <a:lnTo>
                  <a:pt x="0" y="539750"/>
                </a:lnTo>
              </a:path>
              <a:path w="0" h="932179">
                <a:moveTo>
                  <a:pt x="0" y="540384"/>
                </a:moveTo>
                <a:lnTo>
                  <a:pt x="0" y="541654"/>
                </a:lnTo>
              </a:path>
              <a:path w="0" h="932179">
                <a:moveTo>
                  <a:pt x="0" y="542289"/>
                </a:moveTo>
                <a:lnTo>
                  <a:pt x="0" y="543559"/>
                </a:lnTo>
              </a:path>
              <a:path w="0" h="932179">
                <a:moveTo>
                  <a:pt x="0" y="543559"/>
                </a:moveTo>
                <a:lnTo>
                  <a:pt x="0" y="545464"/>
                </a:lnTo>
              </a:path>
              <a:path w="0" h="932179">
                <a:moveTo>
                  <a:pt x="0" y="545464"/>
                </a:moveTo>
                <a:lnTo>
                  <a:pt x="0" y="546734"/>
                </a:lnTo>
              </a:path>
              <a:path w="0" h="932179">
                <a:moveTo>
                  <a:pt x="0" y="547369"/>
                </a:moveTo>
                <a:lnTo>
                  <a:pt x="0" y="548639"/>
                </a:lnTo>
              </a:path>
              <a:path w="0" h="932179">
                <a:moveTo>
                  <a:pt x="0" y="549275"/>
                </a:moveTo>
                <a:lnTo>
                  <a:pt x="0" y="550544"/>
                </a:lnTo>
              </a:path>
              <a:path w="0" h="932179">
                <a:moveTo>
                  <a:pt x="0" y="551179"/>
                </a:moveTo>
                <a:lnTo>
                  <a:pt x="0" y="552450"/>
                </a:lnTo>
              </a:path>
              <a:path w="0" h="932179">
                <a:moveTo>
                  <a:pt x="0" y="552450"/>
                </a:moveTo>
                <a:lnTo>
                  <a:pt x="0" y="554354"/>
                </a:lnTo>
              </a:path>
              <a:path w="0" h="932179">
                <a:moveTo>
                  <a:pt x="0" y="554354"/>
                </a:moveTo>
                <a:lnTo>
                  <a:pt x="0" y="555625"/>
                </a:lnTo>
              </a:path>
              <a:path w="0" h="932179">
                <a:moveTo>
                  <a:pt x="0" y="556259"/>
                </a:moveTo>
                <a:lnTo>
                  <a:pt x="0" y="557529"/>
                </a:lnTo>
              </a:path>
              <a:path w="0" h="932179">
                <a:moveTo>
                  <a:pt x="0" y="558164"/>
                </a:moveTo>
                <a:lnTo>
                  <a:pt x="0" y="559434"/>
                </a:lnTo>
              </a:path>
              <a:path w="0" h="932179">
                <a:moveTo>
                  <a:pt x="0" y="560069"/>
                </a:moveTo>
                <a:lnTo>
                  <a:pt x="0" y="561339"/>
                </a:lnTo>
              </a:path>
              <a:path w="0" h="932179">
                <a:moveTo>
                  <a:pt x="0" y="561339"/>
                </a:moveTo>
                <a:lnTo>
                  <a:pt x="0" y="563244"/>
                </a:lnTo>
              </a:path>
              <a:path w="0" h="932179">
                <a:moveTo>
                  <a:pt x="0" y="563244"/>
                </a:moveTo>
                <a:lnTo>
                  <a:pt x="0" y="564514"/>
                </a:lnTo>
              </a:path>
              <a:path w="0" h="932179">
                <a:moveTo>
                  <a:pt x="0" y="565150"/>
                </a:moveTo>
                <a:lnTo>
                  <a:pt x="0" y="566419"/>
                </a:lnTo>
              </a:path>
              <a:path w="0" h="932179">
                <a:moveTo>
                  <a:pt x="0" y="567054"/>
                </a:moveTo>
                <a:lnTo>
                  <a:pt x="0" y="568325"/>
                </a:lnTo>
              </a:path>
              <a:path w="0" h="932179">
                <a:moveTo>
                  <a:pt x="0" y="568959"/>
                </a:moveTo>
                <a:lnTo>
                  <a:pt x="0" y="570229"/>
                </a:lnTo>
              </a:path>
              <a:path w="0" h="932179">
                <a:moveTo>
                  <a:pt x="0" y="570229"/>
                </a:moveTo>
                <a:lnTo>
                  <a:pt x="0" y="572134"/>
                </a:lnTo>
              </a:path>
              <a:path w="0" h="932179">
                <a:moveTo>
                  <a:pt x="0" y="572134"/>
                </a:moveTo>
                <a:lnTo>
                  <a:pt x="0" y="573404"/>
                </a:lnTo>
              </a:path>
              <a:path w="0" h="932179">
                <a:moveTo>
                  <a:pt x="0" y="574039"/>
                </a:moveTo>
                <a:lnTo>
                  <a:pt x="0" y="575309"/>
                </a:lnTo>
              </a:path>
              <a:path w="0" h="932179">
                <a:moveTo>
                  <a:pt x="0" y="575944"/>
                </a:moveTo>
                <a:lnTo>
                  <a:pt x="0" y="577214"/>
                </a:lnTo>
              </a:path>
              <a:path w="0" h="932179">
                <a:moveTo>
                  <a:pt x="0" y="577850"/>
                </a:moveTo>
                <a:lnTo>
                  <a:pt x="0" y="579119"/>
                </a:lnTo>
              </a:path>
              <a:path w="0" h="932179">
                <a:moveTo>
                  <a:pt x="0" y="579119"/>
                </a:moveTo>
                <a:lnTo>
                  <a:pt x="0" y="581025"/>
                </a:lnTo>
              </a:path>
              <a:path w="0" h="932179">
                <a:moveTo>
                  <a:pt x="0" y="581025"/>
                </a:moveTo>
                <a:lnTo>
                  <a:pt x="0" y="582294"/>
                </a:lnTo>
              </a:path>
              <a:path w="0" h="932179">
                <a:moveTo>
                  <a:pt x="0" y="582929"/>
                </a:moveTo>
                <a:lnTo>
                  <a:pt x="0" y="584200"/>
                </a:lnTo>
              </a:path>
              <a:path w="0" h="932179">
                <a:moveTo>
                  <a:pt x="0" y="584834"/>
                </a:moveTo>
                <a:lnTo>
                  <a:pt x="0" y="586104"/>
                </a:lnTo>
              </a:path>
              <a:path w="0" h="932179">
                <a:moveTo>
                  <a:pt x="0" y="586739"/>
                </a:moveTo>
                <a:lnTo>
                  <a:pt x="0" y="588009"/>
                </a:lnTo>
              </a:path>
              <a:path w="0" h="932179">
                <a:moveTo>
                  <a:pt x="0" y="588009"/>
                </a:moveTo>
                <a:lnTo>
                  <a:pt x="0" y="589914"/>
                </a:lnTo>
              </a:path>
              <a:path w="0" h="932179">
                <a:moveTo>
                  <a:pt x="0" y="589914"/>
                </a:moveTo>
                <a:lnTo>
                  <a:pt x="0" y="591184"/>
                </a:lnTo>
              </a:path>
              <a:path w="0" h="932179">
                <a:moveTo>
                  <a:pt x="0" y="591819"/>
                </a:moveTo>
                <a:lnTo>
                  <a:pt x="0" y="593089"/>
                </a:lnTo>
              </a:path>
              <a:path w="0" h="932179">
                <a:moveTo>
                  <a:pt x="0" y="593725"/>
                </a:moveTo>
                <a:lnTo>
                  <a:pt x="0" y="594994"/>
                </a:lnTo>
              </a:path>
              <a:path w="0" h="932179">
                <a:moveTo>
                  <a:pt x="0" y="595629"/>
                </a:moveTo>
                <a:lnTo>
                  <a:pt x="0" y="596900"/>
                </a:lnTo>
              </a:path>
              <a:path w="0" h="932179">
                <a:moveTo>
                  <a:pt x="0" y="596900"/>
                </a:moveTo>
                <a:lnTo>
                  <a:pt x="0" y="598804"/>
                </a:lnTo>
              </a:path>
              <a:path w="0" h="932179">
                <a:moveTo>
                  <a:pt x="0" y="598804"/>
                </a:moveTo>
                <a:lnTo>
                  <a:pt x="0" y="600075"/>
                </a:lnTo>
              </a:path>
              <a:path w="0" h="932179">
                <a:moveTo>
                  <a:pt x="0" y="600709"/>
                </a:moveTo>
                <a:lnTo>
                  <a:pt x="0" y="601979"/>
                </a:lnTo>
              </a:path>
              <a:path w="0" h="932179">
                <a:moveTo>
                  <a:pt x="0" y="602614"/>
                </a:moveTo>
                <a:lnTo>
                  <a:pt x="0" y="603884"/>
                </a:lnTo>
              </a:path>
              <a:path w="0" h="932179">
                <a:moveTo>
                  <a:pt x="0" y="604519"/>
                </a:moveTo>
                <a:lnTo>
                  <a:pt x="0" y="605789"/>
                </a:lnTo>
              </a:path>
              <a:path w="0" h="932179">
                <a:moveTo>
                  <a:pt x="0" y="605789"/>
                </a:moveTo>
                <a:lnTo>
                  <a:pt x="0" y="607694"/>
                </a:lnTo>
              </a:path>
              <a:path w="0" h="932179">
                <a:moveTo>
                  <a:pt x="0" y="607694"/>
                </a:moveTo>
                <a:lnTo>
                  <a:pt x="0" y="608964"/>
                </a:lnTo>
              </a:path>
              <a:path w="0" h="932179">
                <a:moveTo>
                  <a:pt x="0" y="609600"/>
                </a:moveTo>
                <a:lnTo>
                  <a:pt x="0" y="610869"/>
                </a:lnTo>
              </a:path>
              <a:path w="0" h="932179">
                <a:moveTo>
                  <a:pt x="0" y="611504"/>
                </a:moveTo>
                <a:lnTo>
                  <a:pt x="0" y="612775"/>
                </a:lnTo>
              </a:path>
              <a:path w="0" h="932179">
                <a:moveTo>
                  <a:pt x="0" y="613409"/>
                </a:moveTo>
                <a:lnTo>
                  <a:pt x="0" y="614679"/>
                </a:lnTo>
              </a:path>
              <a:path w="0" h="932179">
                <a:moveTo>
                  <a:pt x="0" y="614679"/>
                </a:moveTo>
                <a:lnTo>
                  <a:pt x="0" y="616584"/>
                </a:lnTo>
              </a:path>
              <a:path w="0" h="932179">
                <a:moveTo>
                  <a:pt x="0" y="616584"/>
                </a:moveTo>
                <a:lnTo>
                  <a:pt x="0" y="617854"/>
                </a:lnTo>
              </a:path>
              <a:path w="0" h="932179">
                <a:moveTo>
                  <a:pt x="0" y="618489"/>
                </a:moveTo>
                <a:lnTo>
                  <a:pt x="0" y="619759"/>
                </a:lnTo>
              </a:path>
              <a:path w="0" h="932179">
                <a:moveTo>
                  <a:pt x="0" y="620394"/>
                </a:moveTo>
                <a:lnTo>
                  <a:pt x="0" y="621664"/>
                </a:lnTo>
              </a:path>
              <a:path w="0" h="932179">
                <a:moveTo>
                  <a:pt x="0" y="622300"/>
                </a:moveTo>
                <a:lnTo>
                  <a:pt x="0" y="623569"/>
                </a:lnTo>
              </a:path>
              <a:path w="0" h="932179">
                <a:moveTo>
                  <a:pt x="0" y="623569"/>
                </a:moveTo>
                <a:lnTo>
                  <a:pt x="0" y="625475"/>
                </a:lnTo>
              </a:path>
              <a:path w="0" h="932179">
                <a:moveTo>
                  <a:pt x="0" y="625475"/>
                </a:moveTo>
                <a:lnTo>
                  <a:pt x="0" y="626744"/>
                </a:lnTo>
              </a:path>
              <a:path w="0" h="932179">
                <a:moveTo>
                  <a:pt x="0" y="627379"/>
                </a:moveTo>
                <a:lnTo>
                  <a:pt x="0" y="628650"/>
                </a:lnTo>
              </a:path>
              <a:path w="0" h="932179">
                <a:moveTo>
                  <a:pt x="0" y="629284"/>
                </a:moveTo>
                <a:lnTo>
                  <a:pt x="0" y="630554"/>
                </a:lnTo>
              </a:path>
              <a:path w="0" h="932179">
                <a:moveTo>
                  <a:pt x="0" y="631189"/>
                </a:moveTo>
                <a:lnTo>
                  <a:pt x="0" y="632459"/>
                </a:lnTo>
              </a:path>
              <a:path w="0" h="932179">
                <a:moveTo>
                  <a:pt x="0" y="632459"/>
                </a:moveTo>
                <a:lnTo>
                  <a:pt x="0" y="634364"/>
                </a:lnTo>
              </a:path>
              <a:path w="0" h="932179">
                <a:moveTo>
                  <a:pt x="0" y="634364"/>
                </a:moveTo>
                <a:lnTo>
                  <a:pt x="0" y="635634"/>
                </a:lnTo>
              </a:path>
              <a:path w="0" h="932179">
                <a:moveTo>
                  <a:pt x="0" y="636269"/>
                </a:moveTo>
                <a:lnTo>
                  <a:pt x="0" y="637539"/>
                </a:lnTo>
              </a:path>
              <a:path w="0" h="932179">
                <a:moveTo>
                  <a:pt x="0" y="638175"/>
                </a:moveTo>
                <a:lnTo>
                  <a:pt x="0" y="639444"/>
                </a:lnTo>
              </a:path>
              <a:path w="0" h="932179">
                <a:moveTo>
                  <a:pt x="0" y="640079"/>
                </a:moveTo>
                <a:lnTo>
                  <a:pt x="0" y="641350"/>
                </a:lnTo>
              </a:path>
              <a:path w="0" h="932179">
                <a:moveTo>
                  <a:pt x="0" y="641350"/>
                </a:moveTo>
                <a:lnTo>
                  <a:pt x="0" y="643254"/>
                </a:lnTo>
              </a:path>
              <a:path w="0" h="932179">
                <a:moveTo>
                  <a:pt x="0" y="643254"/>
                </a:moveTo>
                <a:lnTo>
                  <a:pt x="0" y="644525"/>
                </a:lnTo>
              </a:path>
              <a:path w="0" h="932179">
                <a:moveTo>
                  <a:pt x="0" y="645159"/>
                </a:moveTo>
                <a:lnTo>
                  <a:pt x="0" y="646429"/>
                </a:lnTo>
              </a:path>
              <a:path w="0" h="932179">
                <a:moveTo>
                  <a:pt x="0" y="647064"/>
                </a:moveTo>
                <a:lnTo>
                  <a:pt x="0" y="648334"/>
                </a:lnTo>
              </a:path>
              <a:path w="0" h="932179">
                <a:moveTo>
                  <a:pt x="0" y="648969"/>
                </a:moveTo>
                <a:lnTo>
                  <a:pt x="0" y="650239"/>
                </a:lnTo>
              </a:path>
              <a:path w="0" h="932179">
                <a:moveTo>
                  <a:pt x="0" y="650239"/>
                </a:moveTo>
                <a:lnTo>
                  <a:pt x="0" y="652144"/>
                </a:lnTo>
              </a:path>
              <a:path w="0" h="932179">
                <a:moveTo>
                  <a:pt x="0" y="652144"/>
                </a:moveTo>
                <a:lnTo>
                  <a:pt x="0" y="653414"/>
                </a:lnTo>
              </a:path>
              <a:path w="0" h="932179">
                <a:moveTo>
                  <a:pt x="0" y="654050"/>
                </a:moveTo>
                <a:lnTo>
                  <a:pt x="0" y="655319"/>
                </a:lnTo>
              </a:path>
              <a:path w="0" h="932179">
                <a:moveTo>
                  <a:pt x="0" y="655954"/>
                </a:moveTo>
                <a:lnTo>
                  <a:pt x="0" y="657225"/>
                </a:lnTo>
              </a:path>
              <a:path w="0" h="932179">
                <a:moveTo>
                  <a:pt x="0" y="657859"/>
                </a:moveTo>
                <a:lnTo>
                  <a:pt x="0" y="659129"/>
                </a:lnTo>
              </a:path>
              <a:path w="0" h="932179">
                <a:moveTo>
                  <a:pt x="0" y="659129"/>
                </a:moveTo>
                <a:lnTo>
                  <a:pt x="0" y="661034"/>
                </a:lnTo>
              </a:path>
              <a:path w="0" h="932179">
                <a:moveTo>
                  <a:pt x="0" y="661034"/>
                </a:moveTo>
                <a:lnTo>
                  <a:pt x="0" y="662304"/>
                </a:lnTo>
              </a:path>
              <a:path w="0" h="932179">
                <a:moveTo>
                  <a:pt x="0" y="662939"/>
                </a:moveTo>
                <a:lnTo>
                  <a:pt x="0" y="664209"/>
                </a:lnTo>
              </a:path>
              <a:path w="0" h="932179">
                <a:moveTo>
                  <a:pt x="0" y="664844"/>
                </a:moveTo>
                <a:lnTo>
                  <a:pt x="0" y="666114"/>
                </a:lnTo>
              </a:path>
              <a:path w="0" h="932179">
                <a:moveTo>
                  <a:pt x="0" y="666750"/>
                </a:moveTo>
                <a:lnTo>
                  <a:pt x="0" y="668019"/>
                </a:lnTo>
              </a:path>
              <a:path w="0" h="932179">
                <a:moveTo>
                  <a:pt x="0" y="668019"/>
                </a:moveTo>
                <a:lnTo>
                  <a:pt x="0" y="669925"/>
                </a:lnTo>
              </a:path>
              <a:path w="0" h="932179">
                <a:moveTo>
                  <a:pt x="0" y="669925"/>
                </a:moveTo>
                <a:lnTo>
                  <a:pt x="0" y="671194"/>
                </a:lnTo>
              </a:path>
              <a:path w="0" h="932179">
                <a:moveTo>
                  <a:pt x="0" y="671829"/>
                </a:moveTo>
                <a:lnTo>
                  <a:pt x="0" y="673100"/>
                </a:lnTo>
              </a:path>
              <a:path w="0" h="932179">
                <a:moveTo>
                  <a:pt x="0" y="673734"/>
                </a:moveTo>
                <a:lnTo>
                  <a:pt x="0" y="675004"/>
                </a:lnTo>
              </a:path>
              <a:path w="0" h="932179">
                <a:moveTo>
                  <a:pt x="0" y="675639"/>
                </a:moveTo>
                <a:lnTo>
                  <a:pt x="0" y="676909"/>
                </a:lnTo>
              </a:path>
              <a:path w="0" h="932179">
                <a:moveTo>
                  <a:pt x="0" y="676909"/>
                </a:moveTo>
                <a:lnTo>
                  <a:pt x="0" y="678814"/>
                </a:lnTo>
              </a:path>
              <a:path w="0" h="932179">
                <a:moveTo>
                  <a:pt x="0" y="678814"/>
                </a:moveTo>
                <a:lnTo>
                  <a:pt x="0" y="680084"/>
                </a:lnTo>
              </a:path>
              <a:path w="0" h="932179">
                <a:moveTo>
                  <a:pt x="0" y="680719"/>
                </a:moveTo>
                <a:lnTo>
                  <a:pt x="0" y="681989"/>
                </a:lnTo>
              </a:path>
              <a:path w="0" h="932179">
                <a:moveTo>
                  <a:pt x="0" y="682625"/>
                </a:moveTo>
                <a:lnTo>
                  <a:pt x="0" y="683894"/>
                </a:lnTo>
              </a:path>
              <a:path w="0" h="932179">
                <a:moveTo>
                  <a:pt x="0" y="684529"/>
                </a:moveTo>
                <a:lnTo>
                  <a:pt x="0" y="685800"/>
                </a:lnTo>
              </a:path>
              <a:path w="0" h="932179">
                <a:moveTo>
                  <a:pt x="0" y="685800"/>
                </a:moveTo>
                <a:lnTo>
                  <a:pt x="0" y="687704"/>
                </a:lnTo>
              </a:path>
              <a:path w="0" h="932179">
                <a:moveTo>
                  <a:pt x="0" y="687704"/>
                </a:moveTo>
                <a:lnTo>
                  <a:pt x="0" y="688975"/>
                </a:lnTo>
              </a:path>
              <a:path w="0" h="932179">
                <a:moveTo>
                  <a:pt x="0" y="689609"/>
                </a:moveTo>
                <a:lnTo>
                  <a:pt x="0" y="690879"/>
                </a:lnTo>
              </a:path>
              <a:path w="0" h="932179">
                <a:moveTo>
                  <a:pt x="0" y="691514"/>
                </a:moveTo>
                <a:lnTo>
                  <a:pt x="0" y="692784"/>
                </a:lnTo>
              </a:path>
              <a:path w="0" h="932179">
                <a:moveTo>
                  <a:pt x="0" y="693419"/>
                </a:moveTo>
                <a:lnTo>
                  <a:pt x="0" y="694689"/>
                </a:lnTo>
              </a:path>
              <a:path w="0" h="932179">
                <a:moveTo>
                  <a:pt x="0" y="694689"/>
                </a:moveTo>
                <a:lnTo>
                  <a:pt x="0" y="696594"/>
                </a:lnTo>
              </a:path>
              <a:path w="0" h="932179">
                <a:moveTo>
                  <a:pt x="0" y="696594"/>
                </a:moveTo>
                <a:lnTo>
                  <a:pt x="0" y="697864"/>
                </a:lnTo>
              </a:path>
              <a:path w="0" h="932179">
                <a:moveTo>
                  <a:pt x="0" y="698500"/>
                </a:moveTo>
                <a:lnTo>
                  <a:pt x="0" y="699769"/>
                </a:lnTo>
              </a:path>
              <a:path w="0" h="932179">
                <a:moveTo>
                  <a:pt x="0" y="700404"/>
                </a:moveTo>
                <a:lnTo>
                  <a:pt x="0" y="701675"/>
                </a:lnTo>
              </a:path>
              <a:path w="0" h="932179">
                <a:moveTo>
                  <a:pt x="0" y="702309"/>
                </a:moveTo>
                <a:lnTo>
                  <a:pt x="0" y="703579"/>
                </a:lnTo>
              </a:path>
              <a:path w="0" h="932179">
                <a:moveTo>
                  <a:pt x="0" y="703579"/>
                </a:moveTo>
                <a:lnTo>
                  <a:pt x="0" y="705484"/>
                </a:lnTo>
              </a:path>
              <a:path w="0" h="932179">
                <a:moveTo>
                  <a:pt x="0" y="705484"/>
                </a:moveTo>
                <a:lnTo>
                  <a:pt x="0" y="706754"/>
                </a:lnTo>
              </a:path>
              <a:path w="0" h="932179">
                <a:moveTo>
                  <a:pt x="0" y="707389"/>
                </a:moveTo>
                <a:lnTo>
                  <a:pt x="0" y="708659"/>
                </a:lnTo>
              </a:path>
              <a:path w="0" h="932179">
                <a:moveTo>
                  <a:pt x="0" y="709294"/>
                </a:moveTo>
                <a:lnTo>
                  <a:pt x="0" y="710564"/>
                </a:lnTo>
              </a:path>
              <a:path w="0" h="932179">
                <a:moveTo>
                  <a:pt x="0" y="711200"/>
                </a:moveTo>
                <a:lnTo>
                  <a:pt x="0" y="712469"/>
                </a:lnTo>
              </a:path>
              <a:path w="0" h="932179">
                <a:moveTo>
                  <a:pt x="0" y="712469"/>
                </a:moveTo>
                <a:lnTo>
                  <a:pt x="0" y="714375"/>
                </a:lnTo>
              </a:path>
              <a:path w="0" h="932179">
                <a:moveTo>
                  <a:pt x="0" y="714375"/>
                </a:moveTo>
                <a:lnTo>
                  <a:pt x="0" y="715644"/>
                </a:lnTo>
              </a:path>
              <a:path w="0" h="932179">
                <a:moveTo>
                  <a:pt x="0" y="716279"/>
                </a:moveTo>
                <a:lnTo>
                  <a:pt x="0" y="717550"/>
                </a:lnTo>
              </a:path>
              <a:path w="0" h="932179">
                <a:moveTo>
                  <a:pt x="0" y="718184"/>
                </a:moveTo>
                <a:lnTo>
                  <a:pt x="0" y="719454"/>
                </a:lnTo>
              </a:path>
              <a:path w="0" h="932179">
                <a:moveTo>
                  <a:pt x="0" y="720089"/>
                </a:moveTo>
                <a:lnTo>
                  <a:pt x="0" y="721359"/>
                </a:lnTo>
              </a:path>
              <a:path w="0" h="932179">
                <a:moveTo>
                  <a:pt x="0" y="721359"/>
                </a:moveTo>
                <a:lnTo>
                  <a:pt x="0" y="723264"/>
                </a:lnTo>
              </a:path>
              <a:path w="0" h="932179">
                <a:moveTo>
                  <a:pt x="0" y="723264"/>
                </a:moveTo>
                <a:lnTo>
                  <a:pt x="0" y="724534"/>
                </a:lnTo>
              </a:path>
              <a:path w="0" h="932179">
                <a:moveTo>
                  <a:pt x="0" y="725169"/>
                </a:moveTo>
                <a:lnTo>
                  <a:pt x="0" y="726439"/>
                </a:lnTo>
              </a:path>
              <a:path w="0" h="932179">
                <a:moveTo>
                  <a:pt x="0" y="727075"/>
                </a:moveTo>
                <a:lnTo>
                  <a:pt x="0" y="728344"/>
                </a:lnTo>
              </a:path>
              <a:path w="0" h="932179">
                <a:moveTo>
                  <a:pt x="0" y="728979"/>
                </a:moveTo>
                <a:lnTo>
                  <a:pt x="0" y="730250"/>
                </a:lnTo>
              </a:path>
              <a:path w="0" h="932179">
                <a:moveTo>
                  <a:pt x="0" y="730250"/>
                </a:moveTo>
                <a:lnTo>
                  <a:pt x="0" y="732154"/>
                </a:lnTo>
              </a:path>
              <a:path w="0" h="932179">
                <a:moveTo>
                  <a:pt x="0" y="732154"/>
                </a:moveTo>
                <a:lnTo>
                  <a:pt x="0" y="733425"/>
                </a:lnTo>
              </a:path>
              <a:path w="0" h="932179">
                <a:moveTo>
                  <a:pt x="0" y="734059"/>
                </a:moveTo>
                <a:lnTo>
                  <a:pt x="0" y="735329"/>
                </a:lnTo>
              </a:path>
              <a:path w="0" h="932179">
                <a:moveTo>
                  <a:pt x="0" y="735964"/>
                </a:moveTo>
                <a:lnTo>
                  <a:pt x="0" y="737234"/>
                </a:lnTo>
              </a:path>
              <a:path w="0" h="932179">
                <a:moveTo>
                  <a:pt x="0" y="737869"/>
                </a:moveTo>
                <a:lnTo>
                  <a:pt x="0" y="739139"/>
                </a:lnTo>
              </a:path>
              <a:path w="0" h="932179">
                <a:moveTo>
                  <a:pt x="0" y="739139"/>
                </a:moveTo>
                <a:lnTo>
                  <a:pt x="0" y="741044"/>
                </a:lnTo>
              </a:path>
              <a:path w="0" h="932179">
                <a:moveTo>
                  <a:pt x="0" y="741044"/>
                </a:moveTo>
                <a:lnTo>
                  <a:pt x="0" y="742314"/>
                </a:lnTo>
              </a:path>
              <a:path w="0" h="932179">
                <a:moveTo>
                  <a:pt x="0" y="742950"/>
                </a:moveTo>
                <a:lnTo>
                  <a:pt x="0" y="744219"/>
                </a:lnTo>
              </a:path>
              <a:path w="0" h="932179">
                <a:moveTo>
                  <a:pt x="0" y="744854"/>
                </a:moveTo>
                <a:lnTo>
                  <a:pt x="0" y="746125"/>
                </a:lnTo>
              </a:path>
              <a:path w="0" h="932179">
                <a:moveTo>
                  <a:pt x="0" y="746759"/>
                </a:moveTo>
                <a:lnTo>
                  <a:pt x="0" y="748029"/>
                </a:lnTo>
              </a:path>
              <a:path w="0" h="932179">
                <a:moveTo>
                  <a:pt x="0" y="748029"/>
                </a:moveTo>
                <a:lnTo>
                  <a:pt x="0" y="749934"/>
                </a:lnTo>
              </a:path>
              <a:path w="0" h="932179">
                <a:moveTo>
                  <a:pt x="0" y="749934"/>
                </a:moveTo>
                <a:lnTo>
                  <a:pt x="0" y="751204"/>
                </a:lnTo>
              </a:path>
              <a:path w="0" h="932179">
                <a:moveTo>
                  <a:pt x="0" y="751839"/>
                </a:moveTo>
                <a:lnTo>
                  <a:pt x="0" y="753109"/>
                </a:lnTo>
              </a:path>
              <a:path w="0" h="932179">
                <a:moveTo>
                  <a:pt x="0" y="753744"/>
                </a:moveTo>
                <a:lnTo>
                  <a:pt x="0" y="755014"/>
                </a:lnTo>
              </a:path>
              <a:path w="0" h="932179">
                <a:moveTo>
                  <a:pt x="0" y="755650"/>
                </a:moveTo>
                <a:lnTo>
                  <a:pt x="0" y="756919"/>
                </a:lnTo>
              </a:path>
              <a:path w="0" h="932179">
                <a:moveTo>
                  <a:pt x="0" y="756919"/>
                </a:moveTo>
                <a:lnTo>
                  <a:pt x="0" y="758825"/>
                </a:lnTo>
              </a:path>
              <a:path w="0" h="932179">
                <a:moveTo>
                  <a:pt x="0" y="758825"/>
                </a:moveTo>
                <a:lnTo>
                  <a:pt x="0" y="760094"/>
                </a:lnTo>
              </a:path>
              <a:path w="0" h="932179">
                <a:moveTo>
                  <a:pt x="0" y="760729"/>
                </a:moveTo>
                <a:lnTo>
                  <a:pt x="0" y="762000"/>
                </a:lnTo>
              </a:path>
              <a:path w="0" h="932179">
                <a:moveTo>
                  <a:pt x="0" y="762634"/>
                </a:moveTo>
                <a:lnTo>
                  <a:pt x="0" y="763904"/>
                </a:lnTo>
              </a:path>
              <a:path w="0" h="932179">
                <a:moveTo>
                  <a:pt x="0" y="764539"/>
                </a:moveTo>
                <a:lnTo>
                  <a:pt x="0" y="765809"/>
                </a:lnTo>
              </a:path>
              <a:path w="0" h="932179">
                <a:moveTo>
                  <a:pt x="0" y="765809"/>
                </a:moveTo>
                <a:lnTo>
                  <a:pt x="0" y="767714"/>
                </a:lnTo>
              </a:path>
              <a:path w="0" h="932179">
                <a:moveTo>
                  <a:pt x="0" y="767714"/>
                </a:moveTo>
                <a:lnTo>
                  <a:pt x="0" y="768984"/>
                </a:lnTo>
              </a:path>
              <a:path w="0" h="932179">
                <a:moveTo>
                  <a:pt x="0" y="769619"/>
                </a:moveTo>
                <a:lnTo>
                  <a:pt x="0" y="770889"/>
                </a:lnTo>
              </a:path>
              <a:path w="0" h="932179">
                <a:moveTo>
                  <a:pt x="0" y="771525"/>
                </a:moveTo>
                <a:lnTo>
                  <a:pt x="0" y="772794"/>
                </a:lnTo>
              </a:path>
              <a:path w="0" h="932179">
                <a:moveTo>
                  <a:pt x="0" y="773429"/>
                </a:moveTo>
                <a:lnTo>
                  <a:pt x="0" y="774700"/>
                </a:lnTo>
              </a:path>
              <a:path w="0" h="932179">
                <a:moveTo>
                  <a:pt x="0" y="774700"/>
                </a:moveTo>
                <a:lnTo>
                  <a:pt x="0" y="776604"/>
                </a:lnTo>
              </a:path>
              <a:path w="0" h="932179">
                <a:moveTo>
                  <a:pt x="0" y="776604"/>
                </a:moveTo>
                <a:lnTo>
                  <a:pt x="0" y="777875"/>
                </a:lnTo>
              </a:path>
              <a:path w="0" h="932179">
                <a:moveTo>
                  <a:pt x="0" y="778509"/>
                </a:moveTo>
                <a:lnTo>
                  <a:pt x="0" y="779779"/>
                </a:lnTo>
              </a:path>
              <a:path w="0" h="932179">
                <a:moveTo>
                  <a:pt x="0" y="780414"/>
                </a:moveTo>
                <a:lnTo>
                  <a:pt x="0" y="781684"/>
                </a:lnTo>
              </a:path>
              <a:path w="0" h="932179">
                <a:moveTo>
                  <a:pt x="0" y="782319"/>
                </a:moveTo>
                <a:lnTo>
                  <a:pt x="0" y="783589"/>
                </a:lnTo>
              </a:path>
              <a:path w="0" h="932179">
                <a:moveTo>
                  <a:pt x="0" y="783589"/>
                </a:moveTo>
                <a:lnTo>
                  <a:pt x="0" y="785494"/>
                </a:lnTo>
              </a:path>
              <a:path w="0" h="932179">
                <a:moveTo>
                  <a:pt x="0" y="785494"/>
                </a:moveTo>
                <a:lnTo>
                  <a:pt x="0" y="786764"/>
                </a:lnTo>
              </a:path>
              <a:path w="0" h="932179">
                <a:moveTo>
                  <a:pt x="0" y="787400"/>
                </a:moveTo>
                <a:lnTo>
                  <a:pt x="0" y="788669"/>
                </a:lnTo>
              </a:path>
              <a:path w="0" h="932179">
                <a:moveTo>
                  <a:pt x="0" y="789304"/>
                </a:moveTo>
                <a:lnTo>
                  <a:pt x="0" y="790575"/>
                </a:lnTo>
              </a:path>
              <a:path w="0" h="932179">
                <a:moveTo>
                  <a:pt x="0" y="791209"/>
                </a:moveTo>
                <a:lnTo>
                  <a:pt x="0" y="792479"/>
                </a:lnTo>
              </a:path>
              <a:path w="0" h="932179">
                <a:moveTo>
                  <a:pt x="0" y="792479"/>
                </a:moveTo>
                <a:lnTo>
                  <a:pt x="0" y="794384"/>
                </a:lnTo>
              </a:path>
              <a:path w="0" h="932179">
                <a:moveTo>
                  <a:pt x="0" y="794384"/>
                </a:moveTo>
                <a:lnTo>
                  <a:pt x="0" y="795654"/>
                </a:lnTo>
              </a:path>
              <a:path w="0" h="932179">
                <a:moveTo>
                  <a:pt x="0" y="796289"/>
                </a:moveTo>
                <a:lnTo>
                  <a:pt x="0" y="797559"/>
                </a:lnTo>
              </a:path>
              <a:path w="0" h="932179">
                <a:moveTo>
                  <a:pt x="0" y="798194"/>
                </a:moveTo>
                <a:lnTo>
                  <a:pt x="0" y="799464"/>
                </a:lnTo>
              </a:path>
              <a:path w="0" h="932179">
                <a:moveTo>
                  <a:pt x="0" y="800100"/>
                </a:moveTo>
                <a:lnTo>
                  <a:pt x="0" y="801369"/>
                </a:lnTo>
              </a:path>
              <a:path w="0" h="932179">
                <a:moveTo>
                  <a:pt x="0" y="801369"/>
                </a:moveTo>
                <a:lnTo>
                  <a:pt x="0" y="803275"/>
                </a:lnTo>
              </a:path>
              <a:path w="0" h="932179">
                <a:moveTo>
                  <a:pt x="0" y="803275"/>
                </a:moveTo>
                <a:lnTo>
                  <a:pt x="0" y="804544"/>
                </a:lnTo>
              </a:path>
              <a:path w="0" h="932179">
                <a:moveTo>
                  <a:pt x="0" y="805179"/>
                </a:moveTo>
                <a:lnTo>
                  <a:pt x="0" y="806450"/>
                </a:lnTo>
              </a:path>
              <a:path w="0" h="932179">
                <a:moveTo>
                  <a:pt x="0" y="807084"/>
                </a:moveTo>
                <a:lnTo>
                  <a:pt x="0" y="808354"/>
                </a:lnTo>
              </a:path>
              <a:path w="0" h="932179">
                <a:moveTo>
                  <a:pt x="0" y="808989"/>
                </a:moveTo>
                <a:lnTo>
                  <a:pt x="0" y="810259"/>
                </a:lnTo>
              </a:path>
              <a:path w="0" h="932179">
                <a:moveTo>
                  <a:pt x="0" y="810259"/>
                </a:moveTo>
                <a:lnTo>
                  <a:pt x="0" y="812164"/>
                </a:lnTo>
              </a:path>
              <a:path w="0" h="932179">
                <a:moveTo>
                  <a:pt x="0" y="812164"/>
                </a:moveTo>
                <a:lnTo>
                  <a:pt x="0" y="813434"/>
                </a:lnTo>
              </a:path>
              <a:path w="0" h="932179">
                <a:moveTo>
                  <a:pt x="0" y="814069"/>
                </a:moveTo>
                <a:lnTo>
                  <a:pt x="0" y="815339"/>
                </a:lnTo>
              </a:path>
              <a:path w="0" h="932179">
                <a:moveTo>
                  <a:pt x="0" y="815975"/>
                </a:moveTo>
                <a:lnTo>
                  <a:pt x="0" y="817244"/>
                </a:lnTo>
              </a:path>
              <a:path w="0" h="932179">
                <a:moveTo>
                  <a:pt x="0" y="817879"/>
                </a:moveTo>
                <a:lnTo>
                  <a:pt x="0" y="819150"/>
                </a:lnTo>
              </a:path>
              <a:path w="0" h="932179">
                <a:moveTo>
                  <a:pt x="0" y="819150"/>
                </a:moveTo>
                <a:lnTo>
                  <a:pt x="0" y="821054"/>
                </a:lnTo>
              </a:path>
              <a:path w="0" h="932179">
                <a:moveTo>
                  <a:pt x="0" y="821054"/>
                </a:moveTo>
                <a:lnTo>
                  <a:pt x="0" y="822325"/>
                </a:lnTo>
              </a:path>
              <a:path w="0" h="932179">
                <a:moveTo>
                  <a:pt x="0" y="822959"/>
                </a:moveTo>
                <a:lnTo>
                  <a:pt x="0" y="824229"/>
                </a:lnTo>
              </a:path>
              <a:path w="0" h="932179">
                <a:moveTo>
                  <a:pt x="0" y="824864"/>
                </a:moveTo>
                <a:lnTo>
                  <a:pt x="0" y="826134"/>
                </a:lnTo>
              </a:path>
              <a:path w="0" h="932179">
                <a:moveTo>
                  <a:pt x="0" y="826769"/>
                </a:moveTo>
                <a:lnTo>
                  <a:pt x="0" y="828039"/>
                </a:lnTo>
              </a:path>
              <a:path w="0" h="932179">
                <a:moveTo>
                  <a:pt x="0" y="828039"/>
                </a:moveTo>
                <a:lnTo>
                  <a:pt x="0" y="829944"/>
                </a:lnTo>
              </a:path>
              <a:path w="0" h="932179">
                <a:moveTo>
                  <a:pt x="0" y="829944"/>
                </a:moveTo>
                <a:lnTo>
                  <a:pt x="0" y="831214"/>
                </a:lnTo>
              </a:path>
              <a:path w="0" h="932179">
                <a:moveTo>
                  <a:pt x="0" y="831850"/>
                </a:moveTo>
                <a:lnTo>
                  <a:pt x="0" y="833119"/>
                </a:lnTo>
              </a:path>
              <a:path w="0" h="932179">
                <a:moveTo>
                  <a:pt x="0" y="833754"/>
                </a:moveTo>
                <a:lnTo>
                  <a:pt x="0" y="835025"/>
                </a:lnTo>
              </a:path>
              <a:path w="0" h="932179">
                <a:moveTo>
                  <a:pt x="0" y="835659"/>
                </a:moveTo>
                <a:lnTo>
                  <a:pt x="0" y="836929"/>
                </a:lnTo>
              </a:path>
              <a:path w="0" h="932179">
                <a:moveTo>
                  <a:pt x="0" y="836929"/>
                </a:moveTo>
                <a:lnTo>
                  <a:pt x="0" y="838834"/>
                </a:lnTo>
              </a:path>
              <a:path w="0" h="932179">
                <a:moveTo>
                  <a:pt x="0" y="838834"/>
                </a:moveTo>
                <a:lnTo>
                  <a:pt x="0" y="840104"/>
                </a:lnTo>
              </a:path>
              <a:path w="0" h="932179">
                <a:moveTo>
                  <a:pt x="0" y="840739"/>
                </a:moveTo>
                <a:lnTo>
                  <a:pt x="0" y="842009"/>
                </a:lnTo>
              </a:path>
              <a:path w="0" h="932179">
                <a:moveTo>
                  <a:pt x="0" y="842644"/>
                </a:moveTo>
                <a:lnTo>
                  <a:pt x="0" y="843914"/>
                </a:lnTo>
              </a:path>
              <a:path w="0" h="932179">
                <a:moveTo>
                  <a:pt x="0" y="844550"/>
                </a:moveTo>
                <a:lnTo>
                  <a:pt x="0" y="845819"/>
                </a:lnTo>
              </a:path>
              <a:path w="0" h="932179">
                <a:moveTo>
                  <a:pt x="0" y="845819"/>
                </a:moveTo>
                <a:lnTo>
                  <a:pt x="0" y="847725"/>
                </a:lnTo>
              </a:path>
              <a:path w="0" h="932179">
                <a:moveTo>
                  <a:pt x="0" y="847725"/>
                </a:moveTo>
                <a:lnTo>
                  <a:pt x="0" y="848994"/>
                </a:lnTo>
              </a:path>
              <a:path w="0" h="932179">
                <a:moveTo>
                  <a:pt x="0" y="849629"/>
                </a:moveTo>
                <a:lnTo>
                  <a:pt x="0" y="850900"/>
                </a:lnTo>
              </a:path>
              <a:path w="0" h="932179">
                <a:moveTo>
                  <a:pt x="0" y="851534"/>
                </a:moveTo>
                <a:lnTo>
                  <a:pt x="0" y="852804"/>
                </a:lnTo>
              </a:path>
              <a:path w="0" h="932179">
                <a:moveTo>
                  <a:pt x="0" y="853439"/>
                </a:moveTo>
                <a:lnTo>
                  <a:pt x="0" y="854709"/>
                </a:lnTo>
              </a:path>
              <a:path w="0" h="932179">
                <a:moveTo>
                  <a:pt x="0" y="854709"/>
                </a:moveTo>
                <a:lnTo>
                  <a:pt x="0" y="856614"/>
                </a:lnTo>
              </a:path>
              <a:path w="0" h="932179">
                <a:moveTo>
                  <a:pt x="0" y="856614"/>
                </a:moveTo>
                <a:lnTo>
                  <a:pt x="0" y="857884"/>
                </a:lnTo>
              </a:path>
              <a:path w="0" h="932179">
                <a:moveTo>
                  <a:pt x="0" y="858519"/>
                </a:moveTo>
                <a:lnTo>
                  <a:pt x="0" y="859789"/>
                </a:lnTo>
              </a:path>
              <a:path w="0" h="932179">
                <a:moveTo>
                  <a:pt x="0" y="860425"/>
                </a:moveTo>
                <a:lnTo>
                  <a:pt x="0" y="861694"/>
                </a:lnTo>
              </a:path>
              <a:path w="0" h="932179">
                <a:moveTo>
                  <a:pt x="0" y="862329"/>
                </a:moveTo>
                <a:lnTo>
                  <a:pt x="0" y="863600"/>
                </a:lnTo>
              </a:path>
              <a:path w="0" h="932179">
                <a:moveTo>
                  <a:pt x="0" y="863600"/>
                </a:moveTo>
                <a:lnTo>
                  <a:pt x="0" y="865504"/>
                </a:lnTo>
              </a:path>
              <a:path w="0" h="932179">
                <a:moveTo>
                  <a:pt x="0" y="865504"/>
                </a:moveTo>
                <a:lnTo>
                  <a:pt x="0" y="866775"/>
                </a:lnTo>
              </a:path>
              <a:path w="0" h="932179">
                <a:moveTo>
                  <a:pt x="0" y="867409"/>
                </a:moveTo>
                <a:lnTo>
                  <a:pt x="0" y="868679"/>
                </a:lnTo>
              </a:path>
              <a:path w="0" h="932179">
                <a:moveTo>
                  <a:pt x="0" y="869314"/>
                </a:moveTo>
                <a:lnTo>
                  <a:pt x="0" y="870584"/>
                </a:lnTo>
              </a:path>
              <a:path w="0" h="932179">
                <a:moveTo>
                  <a:pt x="0" y="871219"/>
                </a:moveTo>
                <a:lnTo>
                  <a:pt x="0" y="872489"/>
                </a:lnTo>
              </a:path>
              <a:path w="0" h="932179">
                <a:moveTo>
                  <a:pt x="0" y="872489"/>
                </a:moveTo>
                <a:lnTo>
                  <a:pt x="0" y="874394"/>
                </a:lnTo>
              </a:path>
              <a:path w="0" h="932179">
                <a:moveTo>
                  <a:pt x="0" y="874394"/>
                </a:moveTo>
                <a:lnTo>
                  <a:pt x="0" y="875664"/>
                </a:lnTo>
              </a:path>
              <a:path w="0" h="932179">
                <a:moveTo>
                  <a:pt x="0" y="876300"/>
                </a:moveTo>
                <a:lnTo>
                  <a:pt x="0" y="877569"/>
                </a:lnTo>
              </a:path>
              <a:path w="0" h="932179">
                <a:moveTo>
                  <a:pt x="0" y="878204"/>
                </a:moveTo>
                <a:lnTo>
                  <a:pt x="0" y="879475"/>
                </a:lnTo>
              </a:path>
              <a:path w="0" h="932179">
                <a:moveTo>
                  <a:pt x="0" y="880109"/>
                </a:moveTo>
                <a:lnTo>
                  <a:pt x="0" y="881379"/>
                </a:lnTo>
              </a:path>
              <a:path w="0" h="932179">
                <a:moveTo>
                  <a:pt x="0" y="881379"/>
                </a:moveTo>
                <a:lnTo>
                  <a:pt x="0" y="883284"/>
                </a:lnTo>
              </a:path>
              <a:path w="0" h="932179">
                <a:moveTo>
                  <a:pt x="0" y="883284"/>
                </a:moveTo>
                <a:lnTo>
                  <a:pt x="0" y="884554"/>
                </a:lnTo>
              </a:path>
              <a:path w="0" h="932179">
                <a:moveTo>
                  <a:pt x="0" y="885189"/>
                </a:moveTo>
                <a:lnTo>
                  <a:pt x="0" y="886459"/>
                </a:lnTo>
              </a:path>
              <a:path w="0" h="932179">
                <a:moveTo>
                  <a:pt x="0" y="887094"/>
                </a:moveTo>
                <a:lnTo>
                  <a:pt x="0" y="888364"/>
                </a:lnTo>
              </a:path>
              <a:path w="0" h="932179">
                <a:moveTo>
                  <a:pt x="0" y="889000"/>
                </a:moveTo>
                <a:lnTo>
                  <a:pt x="0" y="890269"/>
                </a:lnTo>
              </a:path>
              <a:path w="0" h="932179">
                <a:moveTo>
                  <a:pt x="0" y="890269"/>
                </a:moveTo>
                <a:lnTo>
                  <a:pt x="0" y="892175"/>
                </a:lnTo>
              </a:path>
              <a:path w="0" h="932179">
                <a:moveTo>
                  <a:pt x="0" y="892175"/>
                </a:moveTo>
                <a:lnTo>
                  <a:pt x="0" y="893444"/>
                </a:lnTo>
              </a:path>
              <a:path w="0" h="932179">
                <a:moveTo>
                  <a:pt x="0" y="894079"/>
                </a:moveTo>
                <a:lnTo>
                  <a:pt x="0" y="895350"/>
                </a:lnTo>
              </a:path>
              <a:path w="0" h="932179">
                <a:moveTo>
                  <a:pt x="0" y="895984"/>
                </a:moveTo>
                <a:lnTo>
                  <a:pt x="0" y="897254"/>
                </a:lnTo>
              </a:path>
              <a:path w="0" h="932179">
                <a:moveTo>
                  <a:pt x="0" y="897889"/>
                </a:moveTo>
                <a:lnTo>
                  <a:pt x="0" y="899159"/>
                </a:lnTo>
              </a:path>
              <a:path w="0" h="932179">
                <a:moveTo>
                  <a:pt x="0" y="899159"/>
                </a:moveTo>
                <a:lnTo>
                  <a:pt x="0" y="901064"/>
                </a:lnTo>
              </a:path>
              <a:path w="0" h="932179">
                <a:moveTo>
                  <a:pt x="0" y="901064"/>
                </a:moveTo>
                <a:lnTo>
                  <a:pt x="0" y="902334"/>
                </a:lnTo>
              </a:path>
              <a:path w="0" h="932179">
                <a:moveTo>
                  <a:pt x="0" y="902969"/>
                </a:moveTo>
                <a:lnTo>
                  <a:pt x="0" y="904239"/>
                </a:lnTo>
              </a:path>
              <a:path w="0" h="932179">
                <a:moveTo>
                  <a:pt x="0" y="904875"/>
                </a:moveTo>
                <a:lnTo>
                  <a:pt x="0" y="906144"/>
                </a:lnTo>
              </a:path>
              <a:path w="0" h="932179">
                <a:moveTo>
                  <a:pt x="0" y="906779"/>
                </a:moveTo>
                <a:lnTo>
                  <a:pt x="0" y="908050"/>
                </a:lnTo>
              </a:path>
              <a:path w="0" h="932179">
                <a:moveTo>
                  <a:pt x="0" y="908050"/>
                </a:moveTo>
                <a:lnTo>
                  <a:pt x="0" y="909954"/>
                </a:lnTo>
              </a:path>
              <a:path w="0" h="932179">
                <a:moveTo>
                  <a:pt x="0" y="909954"/>
                </a:moveTo>
                <a:lnTo>
                  <a:pt x="0" y="911225"/>
                </a:lnTo>
              </a:path>
              <a:path w="0" h="932179">
                <a:moveTo>
                  <a:pt x="0" y="911859"/>
                </a:moveTo>
                <a:lnTo>
                  <a:pt x="0" y="913129"/>
                </a:lnTo>
              </a:path>
              <a:path w="0" h="932179">
                <a:moveTo>
                  <a:pt x="0" y="913764"/>
                </a:moveTo>
                <a:lnTo>
                  <a:pt x="0" y="915034"/>
                </a:lnTo>
              </a:path>
              <a:path w="0" h="932179">
                <a:moveTo>
                  <a:pt x="0" y="915669"/>
                </a:moveTo>
                <a:lnTo>
                  <a:pt x="0" y="916939"/>
                </a:lnTo>
              </a:path>
              <a:path w="0" h="932179">
                <a:moveTo>
                  <a:pt x="0" y="916939"/>
                </a:moveTo>
                <a:lnTo>
                  <a:pt x="0" y="918844"/>
                </a:lnTo>
              </a:path>
              <a:path w="0" h="932179">
                <a:moveTo>
                  <a:pt x="0" y="918844"/>
                </a:moveTo>
                <a:lnTo>
                  <a:pt x="0" y="920114"/>
                </a:lnTo>
              </a:path>
              <a:path w="0" h="932179">
                <a:moveTo>
                  <a:pt x="0" y="920750"/>
                </a:moveTo>
                <a:lnTo>
                  <a:pt x="0" y="922019"/>
                </a:lnTo>
              </a:path>
              <a:path w="0" h="932179">
                <a:moveTo>
                  <a:pt x="0" y="922654"/>
                </a:moveTo>
                <a:lnTo>
                  <a:pt x="0" y="923925"/>
                </a:lnTo>
              </a:path>
              <a:path w="0" h="932179">
                <a:moveTo>
                  <a:pt x="0" y="924559"/>
                </a:moveTo>
                <a:lnTo>
                  <a:pt x="0" y="925829"/>
                </a:lnTo>
              </a:path>
              <a:path w="0" h="932179">
                <a:moveTo>
                  <a:pt x="0" y="925829"/>
                </a:moveTo>
                <a:lnTo>
                  <a:pt x="0" y="927734"/>
                </a:lnTo>
              </a:path>
              <a:path w="0" h="932179">
                <a:moveTo>
                  <a:pt x="0" y="927734"/>
                </a:moveTo>
                <a:lnTo>
                  <a:pt x="0" y="929004"/>
                </a:lnTo>
              </a:path>
              <a:path w="0" h="932179">
                <a:moveTo>
                  <a:pt x="0" y="929639"/>
                </a:moveTo>
                <a:lnTo>
                  <a:pt x="0" y="930909"/>
                </a:lnTo>
              </a:path>
              <a:path w="0" h="932179">
                <a:moveTo>
                  <a:pt x="0" y="931544"/>
                </a:moveTo>
                <a:lnTo>
                  <a:pt x="0" y="932179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5" name="object 125" descr=""/>
          <p:cNvSpPr/>
          <p:nvPr/>
        </p:nvSpPr>
        <p:spPr>
          <a:xfrm>
            <a:off x="5441315" y="6429387"/>
            <a:ext cx="66675" cy="0"/>
          </a:xfrm>
          <a:custGeom>
            <a:avLst/>
            <a:gdLst/>
            <a:ahLst/>
            <a:cxnLst/>
            <a:rect l="l" t="t" r="r" b="b"/>
            <a:pathLst>
              <a:path w="66675" h="0">
                <a:moveTo>
                  <a:pt x="66675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6" name="object 126" descr=""/>
          <p:cNvSpPr/>
          <p:nvPr/>
        </p:nvSpPr>
        <p:spPr>
          <a:xfrm>
            <a:off x="5285740" y="6429387"/>
            <a:ext cx="66675" cy="0"/>
          </a:xfrm>
          <a:custGeom>
            <a:avLst/>
            <a:gdLst/>
            <a:ahLst/>
            <a:cxnLst/>
            <a:rect l="l" t="t" r="r" b="b"/>
            <a:pathLst>
              <a:path w="66675" h="0">
                <a:moveTo>
                  <a:pt x="0" y="0"/>
                </a:moveTo>
                <a:lnTo>
                  <a:pt x="66675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27" name="object 127" descr=""/>
          <p:cNvGrpSpPr/>
          <p:nvPr/>
        </p:nvGrpSpPr>
        <p:grpSpPr>
          <a:xfrm>
            <a:off x="5506720" y="6421767"/>
            <a:ext cx="45085" cy="16510"/>
            <a:chOff x="5506720" y="6421767"/>
            <a:chExt cx="45085" cy="16510"/>
          </a:xfrm>
        </p:grpSpPr>
        <p:sp>
          <p:nvSpPr>
            <p:cNvPr id="128" name="object 128" descr=""/>
            <p:cNvSpPr/>
            <p:nvPr/>
          </p:nvSpPr>
          <p:spPr>
            <a:xfrm>
              <a:off x="5507355" y="6422402"/>
              <a:ext cx="43815" cy="15240"/>
            </a:xfrm>
            <a:custGeom>
              <a:avLst/>
              <a:gdLst/>
              <a:ahLst/>
              <a:cxnLst/>
              <a:rect l="l" t="t" r="r" b="b"/>
              <a:pathLst>
                <a:path w="43814" h="15239">
                  <a:moveTo>
                    <a:pt x="0" y="0"/>
                  </a:moveTo>
                  <a:lnTo>
                    <a:pt x="0" y="15240"/>
                  </a:lnTo>
                  <a:lnTo>
                    <a:pt x="43815" y="76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9" name="object 129" descr=""/>
            <p:cNvSpPr/>
            <p:nvPr/>
          </p:nvSpPr>
          <p:spPr>
            <a:xfrm>
              <a:off x="5507355" y="6422402"/>
              <a:ext cx="43815" cy="15240"/>
            </a:xfrm>
            <a:custGeom>
              <a:avLst/>
              <a:gdLst/>
              <a:ahLst/>
              <a:cxnLst/>
              <a:rect l="l" t="t" r="r" b="b"/>
              <a:pathLst>
                <a:path w="43814" h="15239">
                  <a:moveTo>
                    <a:pt x="0" y="0"/>
                  </a:moveTo>
                  <a:lnTo>
                    <a:pt x="0" y="15240"/>
                  </a:lnTo>
                  <a:lnTo>
                    <a:pt x="43815" y="762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30" name="object 130" descr=""/>
          <p:cNvGrpSpPr/>
          <p:nvPr/>
        </p:nvGrpSpPr>
        <p:grpSpPr>
          <a:xfrm>
            <a:off x="5242559" y="6422402"/>
            <a:ext cx="42545" cy="16510"/>
            <a:chOff x="5242559" y="6422402"/>
            <a:chExt cx="42545" cy="16510"/>
          </a:xfrm>
        </p:grpSpPr>
        <p:sp>
          <p:nvSpPr>
            <p:cNvPr id="131" name="object 131" descr=""/>
            <p:cNvSpPr/>
            <p:nvPr/>
          </p:nvSpPr>
          <p:spPr>
            <a:xfrm>
              <a:off x="5243194" y="6422402"/>
              <a:ext cx="41910" cy="15240"/>
            </a:xfrm>
            <a:custGeom>
              <a:avLst/>
              <a:gdLst/>
              <a:ahLst/>
              <a:cxnLst/>
              <a:rect l="l" t="t" r="r" b="b"/>
              <a:pathLst>
                <a:path w="41910" h="15239">
                  <a:moveTo>
                    <a:pt x="41909" y="0"/>
                  </a:moveTo>
                  <a:lnTo>
                    <a:pt x="0" y="7620"/>
                  </a:lnTo>
                  <a:lnTo>
                    <a:pt x="41909" y="15240"/>
                  </a:lnTo>
                  <a:lnTo>
                    <a:pt x="419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2" name="object 132" descr=""/>
            <p:cNvSpPr/>
            <p:nvPr/>
          </p:nvSpPr>
          <p:spPr>
            <a:xfrm>
              <a:off x="5243194" y="6423037"/>
              <a:ext cx="41275" cy="15240"/>
            </a:xfrm>
            <a:custGeom>
              <a:avLst/>
              <a:gdLst/>
              <a:ahLst/>
              <a:cxnLst/>
              <a:rect l="l" t="t" r="r" b="b"/>
              <a:pathLst>
                <a:path w="41275" h="15239">
                  <a:moveTo>
                    <a:pt x="41275" y="0"/>
                  </a:moveTo>
                  <a:lnTo>
                    <a:pt x="41275" y="15239"/>
                  </a:lnTo>
                  <a:lnTo>
                    <a:pt x="0" y="7620"/>
                  </a:lnTo>
                  <a:lnTo>
                    <a:pt x="41275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3" name="object 133" descr=""/>
          <p:cNvSpPr/>
          <p:nvPr/>
        </p:nvSpPr>
        <p:spPr>
          <a:xfrm>
            <a:off x="5370829" y="6400177"/>
            <a:ext cx="52069" cy="60960"/>
          </a:xfrm>
          <a:custGeom>
            <a:avLst/>
            <a:gdLst/>
            <a:ahLst/>
            <a:cxnLst/>
            <a:rect l="l" t="t" r="r" b="b"/>
            <a:pathLst>
              <a:path w="52070" h="60960">
                <a:moveTo>
                  <a:pt x="6985" y="0"/>
                </a:moveTo>
                <a:lnTo>
                  <a:pt x="6985" y="60960"/>
                </a:lnTo>
              </a:path>
              <a:path w="52070" h="60960">
                <a:moveTo>
                  <a:pt x="10160" y="0"/>
                </a:moveTo>
                <a:lnTo>
                  <a:pt x="43815" y="54610"/>
                </a:lnTo>
              </a:path>
              <a:path w="52070" h="60960">
                <a:moveTo>
                  <a:pt x="10160" y="6350"/>
                </a:moveTo>
                <a:lnTo>
                  <a:pt x="43815" y="60960"/>
                </a:lnTo>
                <a:lnTo>
                  <a:pt x="43815" y="0"/>
                </a:lnTo>
              </a:path>
              <a:path w="52070" h="60960">
                <a:moveTo>
                  <a:pt x="0" y="0"/>
                </a:moveTo>
                <a:lnTo>
                  <a:pt x="10160" y="0"/>
                </a:lnTo>
              </a:path>
              <a:path w="52070" h="60960">
                <a:moveTo>
                  <a:pt x="34290" y="0"/>
                </a:moveTo>
                <a:lnTo>
                  <a:pt x="52070" y="0"/>
                </a:lnTo>
              </a:path>
              <a:path w="52070" h="60960">
                <a:moveTo>
                  <a:pt x="0" y="60960"/>
                </a:moveTo>
                <a:lnTo>
                  <a:pt x="15875" y="6096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4" name="object 134" descr=""/>
          <p:cNvSpPr/>
          <p:nvPr/>
        </p:nvSpPr>
        <p:spPr>
          <a:xfrm>
            <a:off x="5749290" y="6054102"/>
            <a:ext cx="66675" cy="0"/>
          </a:xfrm>
          <a:custGeom>
            <a:avLst/>
            <a:gdLst/>
            <a:ahLst/>
            <a:cxnLst/>
            <a:rect l="l" t="t" r="r" b="b"/>
            <a:pathLst>
              <a:path w="66675" h="0">
                <a:moveTo>
                  <a:pt x="66675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5" name="object 135" descr=""/>
          <p:cNvSpPr/>
          <p:nvPr/>
        </p:nvSpPr>
        <p:spPr>
          <a:xfrm>
            <a:off x="5594350" y="6054102"/>
            <a:ext cx="67310" cy="0"/>
          </a:xfrm>
          <a:custGeom>
            <a:avLst/>
            <a:gdLst/>
            <a:ahLst/>
            <a:cxnLst/>
            <a:rect l="l" t="t" r="r" b="b"/>
            <a:pathLst>
              <a:path w="67310" h="0">
                <a:moveTo>
                  <a:pt x="0" y="0"/>
                </a:moveTo>
                <a:lnTo>
                  <a:pt x="6731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36" name="object 136" descr=""/>
          <p:cNvGrpSpPr/>
          <p:nvPr/>
        </p:nvGrpSpPr>
        <p:grpSpPr>
          <a:xfrm>
            <a:off x="5815965" y="6045212"/>
            <a:ext cx="45085" cy="16510"/>
            <a:chOff x="5815965" y="6045212"/>
            <a:chExt cx="45085" cy="16510"/>
          </a:xfrm>
        </p:grpSpPr>
        <p:sp>
          <p:nvSpPr>
            <p:cNvPr id="137" name="object 137" descr=""/>
            <p:cNvSpPr/>
            <p:nvPr/>
          </p:nvSpPr>
          <p:spPr>
            <a:xfrm>
              <a:off x="5816600" y="6045847"/>
              <a:ext cx="43815" cy="15240"/>
            </a:xfrm>
            <a:custGeom>
              <a:avLst/>
              <a:gdLst/>
              <a:ahLst/>
              <a:cxnLst/>
              <a:rect l="l" t="t" r="r" b="b"/>
              <a:pathLst>
                <a:path w="43814" h="15239">
                  <a:moveTo>
                    <a:pt x="0" y="0"/>
                  </a:moveTo>
                  <a:lnTo>
                    <a:pt x="0" y="15239"/>
                  </a:lnTo>
                  <a:lnTo>
                    <a:pt x="43814" y="76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8" name="object 138" descr=""/>
            <p:cNvSpPr/>
            <p:nvPr/>
          </p:nvSpPr>
          <p:spPr>
            <a:xfrm>
              <a:off x="5816600" y="6045847"/>
              <a:ext cx="43815" cy="15240"/>
            </a:xfrm>
            <a:custGeom>
              <a:avLst/>
              <a:gdLst/>
              <a:ahLst/>
              <a:cxnLst/>
              <a:rect l="l" t="t" r="r" b="b"/>
              <a:pathLst>
                <a:path w="43814" h="15239">
                  <a:moveTo>
                    <a:pt x="0" y="0"/>
                  </a:moveTo>
                  <a:lnTo>
                    <a:pt x="0" y="15239"/>
                  </a:lnTo>
                  <a:lnTo>
                    <a:pt x="43814" y="762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39" name="object 139" descr=""/>
          <p:cNvGrpSpPr/>
          <p:nvPr/>
        </p:nvGrpSpPr>
        <p:grpSpPr>
          <a:xfrm>
            <a:off x="5550534" y="6044577"/>
            <a:ext cx="45085" cy="16510"/>
            <a:chOff x="5550534" y="6044577"/>
            <a:chExt cx="45085" cy="16510"/>
          </a:xfrm>
        </p:grpSpPr>
        <p:sp>
          <p:nvSpPr>
            <p:cNvPr id="140" name="object 140" descr=""/>
            <p:cNvSpPr/>
            <p:nvPr/>
          </p:nvSpPr>
          <p:spPr>
            <a:xfrm>
              <a:off x="5551804" y="6045847"/>
              <a:ext cx="43815" cy="15240"/>
            </a:xfrm>
            <a:custGeom>
              <a:avLst/>
              <a:gdLst/>
              <a:ahLst/>
              <a:cxnLst/>
              <a:rect l="l" t="t" r="r" b="b"/>
              <a:pathLst>
                <a:path w="43814" h="15239">
                  <a:moveTo>
                    <a:pt x="43815" y="0"/>
                  </a:moveTo>
                  <a:lnTo>
                    <a:pt x="0" y="7620"/>
                  </a:lnTo>
                  <a:lnTo>
                    <a:pt x="43815" y="15239"/>
                  </a:lnTo>
                  <a:lnTo>
                    <a:pt x="4381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1" name="object 141" descr=""/>
            <p:cNvSpPr/>
            <p:nvPr/>
          </p:nvSpPr>
          <p:spPr>
            <a:xfrm>
              <a:off x="5551169" y="6045212"/>
              <a:ext cx="43180" cy="15240"/>
            </a:xfrm>
            <a:custGeom>
              <a:avLst/>
              <a:gdLst/>
              <a:ahLst/>
              <a:cxnLst/>
              <a:rect l="l" t="t" r="r" b="b"/>
              <a:pathLst>
                <a:path w="43179" h="15239">
                  <a:moveTo>
                    <a:pt x="43179" y="0"/>
                  </a:moveTo>
                  <a:lnTo>
                    <a:pt x="43179" y="15239"/>
                  </a:lnTo>
                  <a:lnTo>
                    <a:pt x="0" y="7620"/>
                  </a:lnTo>
                  <a:lnTo>
                    <a:pt x="43179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2" name="object 142" descr=""/>
          <p:cNvSpPr/>
          <p:nvPr/>
        </p:nvSpPr>
        <p:spPr>
          <a:xfrm>
            <a:off x="5679440" y="6022352"/>
            <a:ext cx="52069" cy="60960"/>
          </a:xfrm>
          <a:custGeom>
            <a:avLst/>
            <a:gdLst/>
            <a:ahLst/>
            <a:cxnLst/>
            <a:rect l="l" t="t" r="r" b="b"/>
            <a:pathLst>
              <a:path w="52070" h="60960">
                <a:moveTo>
                  <a:pt x="8255" y="0"/>
                </a:moveTo>
                <a:lnTo>
                  <a:pt x="8255" y="60960"/>
                </a:lnTo>
              </a:path>
              <a:path w="52070" h="60960">
                <a:moveTo>
                  <a:pt x="9525" y="0"/>
                </a:moveTo>
                <a:lnTo>
                  <a:pt x="43814" y="55245"/>
                </a:lnTo>
              </a:path>
              <a:path w="52070" h="60960">
                <a:moveTo>
                  <a:pt x="9525" y="6350"/>
                </a:moveTo>
                <a:lnTo>
                  <a:pt x="43814" y="60960"/>
                </a:lnTo>
                <a:lnTo>
                  <a:pt x="43814" y="0"/>
                </a:lnTo>
              </a:path>
              <a:path w="52070" h="60960">
                <a:moveTo>
                  <a:pt x="0" y="0"/>
                </a:moveTo>
                <a:lnTo>
                  <a:pt x="9525" y="0"/>
                </a:lnTo>
              </a:path>
              <a:path w="52070" h="60960">
                <a:moveTo>
                  <a:pt x="36195" y="0"/>
                </a:moveTo>
                <a:lnTo>
                  <a:pt x="52070" y="0"/>
                </a:lnTo>
              </a:path>
              <a:path w="52070" h="60960">
                <a:moveTo>
                  <a:pt x="0" y="60960"/>
                </a:moveTo>
                <a:lnTo>
                  <a:pt x="15875" y="6096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3" name="object 143" descr=""/>
          <p:cNvSpPr/>
          <p:nvPr/>
        </p:nvSpPr>
        <p:spPr>
          <a:xfrm>
            <a:off x="5066665" y="5482602"/>
            <a:ext cx="440690" cy="0"/>
          </a:xfrm>
          <a:custGeom>
            <a:avLst/>
            <a:gdLst/>
            <a:ahLst/>
            <a:cxnLst/>
            <a:rect l="l" t="t" r="r" b="b"/>
            <a:pathLst>
              <a:path w="440689" h="0">
                <a:moveTo>
                  <a:pt x="440689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4" name="object 144" descr=""/>
          <p:cNvSpPr/>
          <p:nvPr/>
        </p:nvSpPr>
        <p:spPr>
          <a:xfrm>
            <a:off x="4511040" y="5482602"/>
            <a:ext cx="440690" cy="0"/>
          </a:xfrm>
          <a:custGeom>
            <a:avLst/>
            <a:gdLst/>
            <a:ahLst/>
            <a:cxnLst/>
            <a:rect l="l" t="t" r="r" b="b"/>
            <a:pathLst>
              <a:path w="440689" h="0">
                <a:moveTo>
                  <a:pt x="0" y="0"/>
                </a:moveTo>
                <a:lnTo>
                  <a:pt x="440689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45" name="object 145" descr=""/>
          <p:cNvGrpSpPr/>
          <p:nvPr/>
        </p:nvGrpSpPr>
        <p:grpSpPr>
          <a:xfrm>
            <a:off x="5506720" y="5474982"/>
            <a:ext cx="45085" cy="17145"/>
            <a:chOff x="5506720" y="5474982"/>
            <a:chExt cx="45085" cy="17145"/>
          </a:xfrm>
        </p:grpSpPr>
        <p:sp>
          <p:nvSpPr>
            <p:cNvPr id="146" name="object 146" descr=""/>
            <p:cNvSpPr/>
            <p:nvPr/>
          </p:nvSpPr>
          <p:spPr>
            <a:xfrm>
              <a:off x="5507355" y="5475617"/>
              <a:ext cx="43815" cy="15875"/>
            </a:xfrm>
            <a:custGeom>
              <a:avLst/>
              <a:gdLst/>
              <a:ahLst/>
              <a:cxnLst/>
              <a:rect l="l" t="t" r="r" b="b"/>
              <a:pathLst>
                <a:path w="43814" h="15875">
                  <a:moveTo>
                    <a:pt x="0" y="0"/>
                  </a:moveTo>
                  <a:lnTo>
                    <a:pt x="0" y="15875"/>
                  </a:lnTo>
                  <a:lnTo>
                    <a:pt x="43815" y="76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7" name="object 147" descr=""/>
            <p:cNvSpPr/>
            <p:nvPr/>
          </p:nvSpPr>
          <p:spPr>
            <a:xfrm>
              <a:off x="5507355" y="5475617"/>
              <a:ext cx="43815" cy="15875"/>
            </a:xfrm>
            <a:custGeom>
              <a:avLst/>
              <a:gdLst/>
              <a:ahLst/>
              <a:cxnLst/>
              <a:rect l="l" t="t" r="r" b="b"/>
              <a:pathLst>
                <a:path w="43814" h="15875">
                  <a:moveTo>
                    <a:pt x="0" y="0"/>
                  </a:moveTo>
                  <a:lnTo>
                    <a:pt x="0" y="15875"/>
                  </a:lnTo>
                  <a:lnTo>
                    <a:pt x="43815" y="7619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48" name="object 148" descr=""/>
          <p:cNvGrpSpPr/>
          <p:nvPr/>
        </p:nvGrpSpPr>
        <p:grpSpPr>
          <a:xfrm>
            <a:off x="4467859" y="5474348"/>
            <a:ext cx="44450" cy="17145"/>
            <a:chOff x="4467859" y="5474348"/>
            <a:chExt cx="44450" cy="17145"/>
          </a:xfrm>
        </p:grpSpPr>
        <p:sp>
          <p:nvSpPr>
            <p:cNvPr id="149" name="object 149" descr=""/>
            <p:cNvSpPr/>
            <p:nvPr/>
          </p:nvSpPr>
          <p:spPr>
            <a:xfrm>
              <a:off x="4468494" y="5475618"/>
              <a:ext cx="43180" cy="15875"/>
            </a:xfrm>
            <a:custGeom>
              <a:avLst/>
              <a:gdLst/>
              <a:ahLst/>
              <a:cxnLst/>
              <a:rect l="l" t="t" r="r" b="b"/>
              <a:pathLst>
                <a:path w="43179" h="15875">
                  <a:moveTo>
                    <a:pt x="43179" y="0"/>
                  </a:moveTo>
                  <a:lnTo>
                    <a:pt x="0" y="7619"/>
                  </a:lnTo>
                  <a:lnTo>
                    <a:pt x="43179" y="15875"/>
                  </a:lnTo>
                  <a:lnTo>
                    <a:pt x="431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0" name="object 150" descr=""/>
            <p:cNvSpPr/>
            <p:nvPr/>
          </p:nvSpPr>
          <p:spPr>
            <a:xfrm>
              <a:off x="4468494" y="5474983"/>
              <a:ext cx="43180" cy="15875"/>
            </a:xfrm>
            <a:custGeom>
              <a:avLst/>
              <a:gdLst/>
              <a:ahLst/>
              <a:cxnLst/>
              <a:rect l="l" t="t" r="r" b="b"/>
              <a:pathLst>
                <a:path w="43179" h="15875">
                  <a:moveTo>
                    <a:pt x="43179" y="0"/>
                  </a:moveTo>
                  <a:lnTo>
                    <a:pt x="43179" y="15875"/>
                  </a:lnTo>
                  <a:lnTo>
                    <a:pt x="0" y="7619"/>
                  </a:lnTo>
                  <a:lnTo>
                    <a:pt x="43179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1" name="object 151" descr=""/>
          <p:cNvSpPr/>
          <p:nvPr/>
        </p:nvSpPr>
        <p:spPr>
          <a:xfrm>
            <a:off x="4970145" y="5452757"/>
            <a:ext cx="79375" cy="60325"/>
          </a:xfrm>
          <a:custGeom>
            <a:avLst/>
            <a:gdLst/>
            <a:ahLst/>
            <a:cxnLst/>
            <a:rect l="l" t="t" r="r" b="b"/>
            <a:pathLst>
              <a:path w="79375" h="60325">
                <a:moveTo>
                  <a:pt x="8889" y="0"/>
                </a:moveTo>
                <a:lnTo>
                  <a:pt x="8889" y="60325"/>
                </a:lnTo>
              </a:path>
              <a:path w="79375" h="60325">
                <a:moveTo>
                  <a:pt x="12064" y="0"/>
                </a:moveTo>
                <a:lnTo>
                  <a:pt x="12064" y="60325"/>
                </a:lnTo>
              </a:path>
              <a:path w="79375" h="60325">
                <a:moveTo>
                  <a:pt x="0" y="0"/>
                </a:moveTo>
                <a:lnTo>
                  <a:pt x="19050" y="0"/>
                </a:lnTo>
              </a:path>
              <a:path w="79375" h="60325">
                <a:moveTo>
                  <a:pt x="0" y="60325"/>
                </a:moveTo>
                <a:lnTo>
                  <a:pt x="41909" y="60325"/>
                </a:lnTo>
                <a:lnTo>
                  <a:pt x="41909" y="43814"/>
                </a:lnTo>
                <a:lnTo>
                  <a:pt x="39369" y="60325"/>
                </a:lnTo>
              </a:path>
              <a:path w="79375" h="60325">
                <a:moveTo>
                  <a:pt x="57784" y="0"/>
                </a:moveTo>
                <a:lnTo>
                  <a:pt x="57784" y="48260"/>
                </a:lnTo>
                <a:lnTo>
                  <a:pt x="60959" y="57785"/>
                </a:lnTo>
                <a:lnTo>
                  <a:pt x="66675" y="60325"/>
                </a:lnTo>
                <a:lnTo>
                  <a:pt x="71119" y="60325"/>
                </a:lnTo>
                <a:lnTo>
                  <a:pt x="77469" y="57785"/>
                </a:lnTo>
                <a:lnTo>
                  <a:pt x="79375" y="51435"/>
                </a:lnTo>
              </a:path>
              <a:path w="79375" h="60325">
                <a:moveTo>
                  <a:pt x="60959" y="0"/>
                </a:moveTo>
                <a:lnTo>
                  <a:pt x="60959" y="48260"/>
                </a:lnTo>
                <a:lnTo>
                  <a:pt x="64134" y="57785"/>
                </a:lnTo>
                <a:lnTo>
                  <a:pt x="66675" y="60325"/>
                </a:lnTo>
              </a:path>
              <a:path w="79375" h="60325">
                <a:moveTo>
                  <a:pt x="49529" y="19685"/>
                </a:moveTo>
                <a:lnTo>
                  <a:pt x="71119" y="19685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52" name="object 152" descr="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2212339" y="7062482"/>
            <a:ext cx="62230" cy="77470"/>
          </a:xfrm>
          <a:prstGeom prst="rect">
            <a:avLst/>
          </a:prstGeom>
        </p:spPr>
      </p:pic>
      <p:pic>
        <p:nvPicPr>
          <p:cNvPr id="153" name="object 153" descr="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3597275" y="7061213"/>
            <a:ext cx="60960" cy="77470"/>
          </a:xfrm>
          <a:prstGeom prst="rect">
            <a:avLst/>
          </a:prstGeom>
        </p:spPr>
      </p:pic>
      <p:grpSp>
        <p:nvGrpSpPr>
          <p:cNvPr id="154" name="object 154" descr=""/>
          <p:cNvGrpSpPr/>
          <p:nvPr/>
        </p:nvGrpSpPr>
        <p:grpSpPr>
          <a:xfrm>
            <a:off x="1619250" y="5161927"/>
            <a:ext cx="4612005" cy="2131695"/>
            <a:chOff x="1619250" y="5161927"/>
            <a:chExt cx="4612005" cy="2131695"/>
          </a:xfrm>
        </p:grpSpPr>
        <p:sp>
          <p:nvSpPr>
            <p:cNvPr id="155" name="object 155" descr=""/>
            <p:cNvSpPr/>
            <p:nvPr/>
          </p:nvSpPr>
          <p:spPr>
            <a:xfrm>
              <a:off x="5135879" y="7074548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70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6" name="object 156" descr=""/>
            <p:cNvSpPr/>
            <p:nvPr/>
          </p:nvSpPr>
          <p:spPr>
            <a:xfrm>
              <a:off x="1619885" y="5162562"/>
              <a:ext cx="4610735" cy="2130425"/>
            </a:xfrm>
            <a:custGeom>
              <a:avLst/>
              <a:gdLst/>
              <a:ahLst/>
              <a:cxnLst/>
              <a:rect l="l" t="t" r="r" b="b"/>
              <a:pathLst>
                <a:path w="4610735" h="2130425">
                  <a:moveTo>
                    <a:pt x="0" y="2130425"/>
                  </a:moveTo>
                  <a:lnTo>
                    <a:pt x="4610735" y="2130425"/>
                  </a:lnTo>
                  <a:lnTo>
                    <a:pt x="4610735" y="0"/>
                  </a:lnTo>
                  <a:lnTo>
                    <a:pt x="0" y="0"/>
                  </a:lnTo>
                  <a:lnTo>
                    <a:pt x="0" y="2130425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7" name="object 157" descr=""/>
          <p:cNvSpPr txBox="1"/>
          <p:nvPr/>
        </p:nvSpPr>
        <p:spPr>
          <a:xfrm>
            <a:off x="1040130" y="882663"/>
            <a:ext cx="80772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latin typeface="Times New Roman"/>
                <a:cs typeface="Times New Roman"/>
              </a:rPr>
              <a:t>DISEÑO</a:t>
            </a:r>
            <a:r>
              <a:rPr dirty="0" sz="1050" spc="-50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DEL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58" name="object 158" descr=""/>
          <p:cNvSpPr txBox="1"/>
          <p:nvPr/>
        </p:nvSpPr>
        <p:spPr>
          <a:xfrm>
            <a:off x="6276340" y="882663"/>
            <a:ext cx="22542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25">
                <a:latin typeface="Times New Roman"/>
                <a:cs typeface="Times New Roman"/>
              </a:rPr>
              <a:t>169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59" name="object 159" descr=""/>
          <p:cNvSpPr txBox="1"/>
          <p:nvPr/>
        </p:nvSpPr>
        <p:spPr>
          <a:xfrm>
            <a:off x="1040130" y="1326256"/>
            <a:ext cx="5490210" cy="3592829"/>
          </a:xfrm>
          <a:prstGeom prst="rect">
            <a:avLst/>
          </a:prstGeom>
        </p:spPr>
        <p:txBody>
          <a:bodyPr wrap="square" lIns="0" tIns="67945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535"/>
              </a:spcBef>
            </a:pPr>
            <a:r>
              <a:rPr dirty="0" sz="1350" spc="-10">
                <a:latin typeface="Times New Roman"/>
                <a:cs typeface="Times New Roman"/>
              </a:rPr>
              <a:t>LONGITUD</a:t>
            </a:r>
            <a:r>
              <a:rPr dirty="0" sz="1350" spc="-40">
                <a:latin typeface="Times New Roman"/>
                <a:cs typeface="Times New Roman"/>
              </a:rPr>
              <a:t> </a:t>
            </a:r>
            <a:r>
              <a:rPr dirty="0" sz="1350">
                <a:latin typeface="Times New Roman"/>
                <a:cs typeface="Times New Roman"/>
              </a:rPr>
              <a:t>DE</a:t>
            </a:r>
            <a:r>
              <a:rPr dirty="0" sz="1350" spc="-35">
                <a:latin typeface="Times New Roman"/>
                <a:cs typeface="Times New Roman"/>
              </a:rPr>
              <a:t> </a:t>
            </a:r>
            <a:r>
              <a:rPr dirty="0" sz="1350">
                <a:latin typeface="Times New Roman"/>
                <a:cs typeface="Times New Roman"/>
              </a:rPr>
              <a:t>TRANSICION</a:t>
            </a:r>
            <a:r>
              <a:rPr dirty="0" sz="1350" spc="-35">
                <a:latin typeface="Times New Roman"/>
                <a:cs typeface="Times New Roman"/>
              </a:rPr>
              <a:t> </a:t>
            </a:r>
            <a:r>
              <a:rPr dirty="0" sz="1350">
                <a:latin typeface="Times New Roman"/>
                <a:cs typeface="Times New Roman"/>
              </a:rPr>
              <a:t>DEL</a:t>
            </a:r>
            <a:r>
              <a:rPr dirty="0" sz="1350" spc="-15">
                <a:latin typeface="Times New Roman"/>
                <a:cs typeface="Times New Roman"/>
              </a:rPr>
              <a:t> </a:t>
            </a:r>
            <a:r>
              <a:rPr dirty="0" sz="1350" spc="-10">
                <a:latin typeface="Times New Roman"/>
                <a:cs typeface="Times New Roman"/>
              </a:rPr>
              <a:t>PERALTE</a:t>
            </a:r>
            <a:endParaRPr sz="1350">
              <a:latin typeface="Times New Roman"/>
              <a:cs typeface="Times New Roman"/>
            </a:endParaRPr>
          </a:p>
          <a:p>
            <a:pPr algn="just" marL="12700" marR="6985">
              <a:lnSpc>
                <a:spcPts val="1220"/>
              </a:lnSpc>
              <a:spcBef>
                <a:spcPts val="415"/>
              </a:spcBef>
            </a:pPr>
            <a:r>
              <a:rPr dirty="0" sz="1050">
                <a:latin typeface="Times New Roman"/>
                <a:cs typeface="Times New Roman"/>
              </a:rPr>
              <a:t>Para</a:t>
            </a:r>
            <a:r>
              <a:rPr dirty="0" sz="1050" spc="1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llevar</a:t>
            </a:r>
            <a:r>
              <a:rPr dirty="0" sz="1050" spc="1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</a:t>
            </a:r>
            <a:r>
              <a:rPr dirty="0" sz="1050" spc="1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cabo</a:t>
            </a:r>
            <a:r>
              <a:rPr dirty="0" sz="1050" spc="114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1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cambio</a:t>
            </a:r>
            <a:r>
              <a:rPr dirty="0" sz="1050" spc="1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1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1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sección</a:t>
            </a:r>
            <a:r>
              <a:rPr dirty="0" sz="1050" spc="1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transversal</a:t>
            </a:r>
            <a:r>
              <a:rPr dirty="0" sz="1050" spc="1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1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una</a:t>
            </a:r>
            <a:r>
              <a:rPr dirty="0" sz="1050" spc="1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vía</a:t>
            </a:r>
            <a:r>
              <a:rPr dirty="0" sz="1050" spc="1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</a:t>
            </a:r>
            <a:r>
              <a:rPr dirty="0" sz="1050" spc="1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tangente,</a:t>
            </a:r>
            <a:r>
              <a:rPr dirty="0" sz="1050" spc="1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cuya</a:t>
            </a:r>
            <a:r>
              <a:rPr dirty="0" sz="1050" spc="1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inclinación</a:t>
            </a:r>
            <a:r>
              <a:rPr dirty="0" sz="1050" spc="114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se </a:t>
            </a:r>
            <a:r>
              <a:rPr dirty="0" sz="1050">
                <a:latin typeface="Times New Roman"/>
                <a:cs typeface="Times New Roman"/>
              </a:rPr>
              <a:t>denomina</a:t>
            </a:r>
            <a:r>
              <a:rPr dirty="0" sz="1050" spc="2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bombeo,</a:t>
            </a:r>
            <a:r>
              <a:rPr dirty="0" sz="1050" spc="2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</a:t>
            </a:r>
            <a:r>
              <a:rPr dirty="0" sz="1050" spc="2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28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sección</a:t>
            </a:r>
            <a:r>
              <a:rPr dirty="0" sz="1050" spc="28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transversal</a:t>
            </a:r>
            <a:r>
              <a:rPr dirty="0" sz="1050" spc="28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con</a:t>
            </a:r>
            <a:r>
              <a:rPr dirty="0" sz="1050" spc="2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27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2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requerido</a:t>
            </a:r>
            <a:r>
              <a:rPr dirty="0" sz="1050" spc="28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</a:t>
            </a:r>
            <a:r>
              <a:rPr dirty="0" sz="1050" spc="2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una</a:t>
            </a:r>
            <a:r>
              <a:rPr dirty="0" sz="1050" spc="2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curva,</a:t>
            </a:r>
            <a:r>
              <a:rPr dirty="0" sz="1050" spc="2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27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necesita </a:t>
            </a:r>
            <a:r>
              <a:rPr dirty="0" sz="1050">
                <a:latin typeface="Times New Roman"/>
                <a:cs typeface="Times New Roman"/>
              </a:rPr>
              <a:t>establecer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o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diseñar</a:t>
            </a:r>
            <a:r>
              <a:rPr dirty="0" sz="1050" spc="2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una</a:t>
            </a:r>
            <a:r>
              <a:rPr dirty="0" sz="1050" spc="2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transición</a:t>
            </a:r>
            <a:r>
              <a:rPr dirty="0" sz="1050" spc="229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entre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estas</a:t>
            </a:r>
            <a:r>
              <a:rPr dirty="0" sz="1050" spc="-20">
                <a:latin typeface="Times New Roman"/>
                <a:cs typeface="Times New Roman"/>
              </a:rPr>
              <a:t> dos.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050">
              <a:latin typeface="Times New Roman"/>
              <a:cs typeface="Times New Roman"/>
            </a:endParaRPr>
          </a:p>
          <a:p>
            <a:pPr algn="just" marL="12700" marR="5080">
              <a:lnSpc>
                <a:spcPts val="1220"/>
              </a:lnSpc>
            </a:pP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llama</a:t>
            </a:r>
            <a:r>
              <a:rPr dirty="0" sz="1050" spc="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longitud</a:t>
            </a:r>
            <a:r>
              <a:rPr dirty="0" sz="1050" spc="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transición,</a:t>
            </a:r>
            <a:r>
              <a:rPr dirty="0" sz="1050" spc="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o</a:t>
            </a:r>
            <a:r>
              <a:rPr dirty="0" sz="1050" spc="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simplemente</a:t>
            </a:r>
            <a:r>
              <a:rPr dirty="0" sz="1050" spc="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transición,</a:t>
            </a:r>
            <a:r>
              <a:rPr dirty="0" sz="1050" spc="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</a:t>
            </a:r>
            <a:r>
              <a:rPr dirty="0" sz="1050" spc="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distancia</a:t>
            </a:r>
            <a:r>
              <a:rPr dirty="0" sz="1050" spc="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</a:t>
            </a:r>
            <a:r>
              <a:rPr dirty="0" sz="1050" spc="5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efectúa</a:t>
            </a:r>
            <a:r>
              <a:rPr dirty="0" sz="1050" spc="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5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cambio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1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1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sección</a:t>
            </a:r>
            <a:r>
              <a:rPr dirty="0" sz="1050" spc="1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normal</a:t>
            </a:r>
            <a:r>
              <a:rPr dirty="0" sz="1050" spc="1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</a:t>
            </a:r>
            <a:r>
              <a:rPr dirty="0" sz="1050" spc="1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tangente</a:t>
            </a:r>
            <a:r>
              <a:rPr dirty="0" sz="1050" spc="1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</a:t>
            </a:r>
            <a:r>
              <a:rPr dirty="0" sz="1050" spc="1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1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sección</a:t>
            </a:r>
            <a:r>
              <a:rPr dirty="0" sz="1050" spc="1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con</a:t>
            </a:r>
            <a:r>
              <a:rPr dirty="0" sz="1050" spc="1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1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pleno</a:t>
            </a:r>
            <a:r>
              <a:rPr dirty="0" sz="1050" spc="1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</a:t>
            </a:r>
            <a:r>
              <a:rPr dirty="0" sz="1050" spc="1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114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curva.</a:t>
            </a:r>
            <a:r>
              <a:rPr dirty="0" sz="1050" spc="1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Dicha</a:t>
            </a:r>
            <a:r>
              <a:rPr dirty="0" sz="1050" spc="1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transición</a:t>
            </a:r>
            <a:r>
              <a:rPr dirty="0" sz="1050" spc="125">
                <a:latin typeface="Times New Roman"/>
                <a:cs typeface="Times New Roman"/>
              </a:rPr>
              <a:t> </a:t>
            </a:r>
            <a:r>
              <a:rPr dirty="0" sz="1050" spc="-20">
                <a:latin typeface="Times New Roman"/>
                <a:cs typeface="Times New Roman"/>
              </a:rPr>
              <a:t>está </a:t>
            </a:r>
            <a:r>
              <a:rPr dirty="0" sz="1050">
                <a:latin typeface="Times New Roman"/>
                <a:cs typeface="Times New Roman"/>
              </a:rPr>
              <a:t>compuesta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por</a:t>
            </a:r>
            <a:r>
              <a:rPr dirty="0" sz="1050" spc="-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dos</a:t>
            </a:r>
            <a:r>
              <a:rPr dirty="0" sz="1050" spc="-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distancias.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Ver</a:t>
            </a:r>
            <a:r>
              <a:rPr dirty="0" sz="1050" spc="-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Figura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 spc="-20">
                <a:latin typeface="Times New Roman"/>
                <a:cs typeface="Times New Roman"/>
              </a:rPr>
              <a:t>8.5.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050">
              <a:latin typeface="Times New Roman"/>
              <a:cs typeface="Times New Roman"/>
            </a:endParaRPr>
          </a:p>
          <a:p>
            <a:pPr algn="just" marL="233679" marR="7620" indent="-220979">
              <a:lnSpc>
                <a:spcPts val="1220"/>
              </a:lnSpc>
              <a:buAutoNum type="arabicPeriod"/>
              <a:tabLst>
                <a:tab pos="234950" algn="l"/>
              </a:tabLst>
            </a:pP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1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primera</a:t>
            </a:r>
            <a:r>
              <a:rPr dirty="0" sz="1050" spc="1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distancia</a:t>
            </a:r>
            <a:r>
              <a:rPr dirty="0" sz="1050" spc="1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</a:t>
            </a:r>
            <a:r>
              <a:rPr dirty="0" sz="1050" spc="1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1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transición</a:t>
            </a:r>
            <a:r>
              <a:rPr dirty="0" sz="1050" spc="114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del</a:t>
            </a:r>
            <a:r>
              <a:rPr dirty="0" sz="1050" spc="1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bombeo,</a:t>
            </a:r>
            <a:r>
              <a:rPr dirty="0" sz="1050" spc="1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o</a:t>
            </a:r>
            <a:r>
              <a:rPr dirty="0" sz="1050" spc="1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sea</a:t>
            </a:r>
            <a:r>
              <a:rPr dirty="0" sz="1050" spc="1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1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distancia</a:t>
            </a:r>
            <a:r>
              <a:rPr dirty="0" sz="1050" spc="1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requerida</a:t>
            </a:r>
            <a:r>
              <a:rPr dirty="0" sz="1050" spc="1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para</a:t>
            </a:r>
            <a:r>
              <a:rPr dirty="0" sz="1050" spc="1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eliminar</a:t>
            </a:r>
            <a:r>
              <a:rPr dirty="0" sz="1050" spc="120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el </a:t>
            </a:r>
            <a:r>
              <a:rPr dirty="0" sz="1050" spc="-25">
                <a:latin typeface="Times New Roman"/>
                <a:cs typeface="Times New Roman"/>
              </a:rPr>
              <a:t>	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adverso,</a:t>
            </a:r>
            <a:r>
              <a:rPr dirty="0" sz="1050" spc="7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correspondiente</a:t>
            </a:r>
            <a:r>
              <a:rPr dirty="0" sz="1050" spc="8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al</a:t>
            </a:r>
            <a:r>
              <a:rPr dirty="0" sz="1050" spc="7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bombeo</a:t>
            </a:r>
            <a:r>
              <a:rPr dirty="0" sz="1050" spc="8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sentido</a:t>
            </a:r>
            <a:r>
              <a:rPr dirty="0" sz="1050" spc="8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contrario</a:t>
            </a:r>
            <a:r>
              <a:rPr dirty="0" sz="1050" spc="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al</a:t>
            </a:r>
            <a:r>
              <a:rPr dirty="0" sz="1050" spc="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del</a:t>
            </a:r>
            <a:r>
              <a:rPr dirty="0" sz="1050" spc="7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8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8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curva.</a:t>
            </a:r>
            <a:r>
              <a:rPr dirty="0" sz="1050" spc="8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</a:t>
            </a:r>
            <a:r>
              <a:rPr dirty="0" sz="1050" spc="75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lo </a:t>
            </a:r>
            <a:r>
              <a:rPr dirty="0" sz="1050" spc="-25">
                <a:latin typeface="Times New Roman"/>
                <a:cs typeface="Times New Roman"/>
              </a:rPr>
              <a:t>	</a:t>
            </a:r>
            <a:r>
              <a:rPr dirty="0" sz="1050">
                <a:latin typeface="Times New Roman"/>
                <a:cs typeface="Times New Roman"/>
              </a:rPr>
              <a:t>largo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esta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transición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pendiente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del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carril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y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berma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parte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exterior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curva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 spc="-20">
                <a:latin typeface="Times New Roman"/>
                <a:cs typeface="Times New Roman"/>
              </a:rPr>
              <a:t>pasa </a:t>
            </a:r>
            <a:r>
              <a:rPr dirty="0" sz="1050" spc="-20">
                <a:latin typeface="Times New Roman"/>
                <a:cs typeface="Times New Roman"/>
              </a:rPr>
              <a:t>	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200">
                <a:latin typeface="Times New Roman"/>
                <a:cs typeface="Times New Roman"/>
              </a:rPr>
              <a:t> 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195">
                <a:latin typeface="Times New Roman"/>
                <a:cs typeface="Times New Roman"/>
              </a:rPr>
              <a:t>  </a:t>
            </a:r>
            <a:r>
              <a:rPr dirty="0" sz="1050">
                <a:latin typeface="Times New Roman"/>
                <a:cs typeface="Times New Roman"/>
              </a:rPr>
              <a:t>pendiente</a:t>
            </a:r>
            <a:r>
              <a:rPr dirty="0" sz="1050" spc="204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del</a:t>
            </a:r>
            <a:r>
              <a:rPr dirty="0" sz="1050" spc="19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bombeo,</a:t>
            </a:r>
            <a:r>
              <a:rPr dirty="0" sz="1050" spc="204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usualmente</a:t>
            </a:r>
            <a:r>
              <a:rPr dirty="0" sz="1050" spc="20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2.0%,</a:t>
            </a:r>
            <a:r>
              <a:rPr dirty="0" sz="1050" spc="20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</a:t>
            </a:r>
            <a:r>
              <a:rPr dirty="0" sz="1050" spc="20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una</a:t>
            </a:r>
            <a:r>
              <a:rPr dirty="0" sz="1050" spc="20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pendiente</a:t>
            </a:r>
            <a:r>
              <a:rPr dirty="0" sz="1050" spc="20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20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0.0%.</a:t>
            </a:r>
            <a:r>
              <a:rPr dirty="0" sz="1050" spc="204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Esta</a:t>
            </a:r>
            <a:r>
              <a:rPr dirty="0" sz="1050" spc="20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longitud</a:t>
            </a:r>
            <a:r>
              <a:rPr dirty="0" sz="1050" spc="195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la </a:t>
            </a:r>
            <a:r>
              <a:rPr dirty="0" sz="1050" spc="-25">
                <a:latin typeface="Times New Roman"/>
                <a:cs typeface="Times New Roman"/>
              </a:rPr>
              <a:t>	</a:t>
            </a:r>
            <a:r>
              <a:rPr dirty="0" sz="1050">
                <a:latin typeface="Times New Roman"/>
                <a:cs typeface="Times New Roman"/>
              </a:rPr>
              <a:t>llamaremos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N.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conoce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también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como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longitud</a:t>
            </a:r>
            <a:r>
              <a:rPr dirty="0" sz="1050" spc="2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22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aplanamiento.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Times New Roman"/>
              <a:buAutoNum type="arabicPeriod"/>
            </a:pPr>
            <a:endParaRPr sz="1050">
              <a:latin typeface="Times New Roman"/>
              <a:cs typeface="Times New Roman"/>
            </a:endParaRPr>
          </a:p>
          <a:p>
            <a:pPr algn="just" marL="233679" marR="8255" indent="-220979">
              <a:lnSpc>
                <a:spcPts val="1220"/>
              </a:lnSpc>
              <a:buAutoNum type="arabicPeriod"/>
              <a:tabLst>
                <a:tab pos="234950" algn="l"/>
              </a:tabLst>
            </a:pP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segunda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distancia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transición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del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propiamente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dicha,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distancia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 spc="-20">
                <a:latin typeface="Times New Roman"/>
                <a:cs typeface="Times New Roman"/>
              </a:rPr>
              <a:t>cual </a:t>
            </a:r>
            <a:r>
              <a:rPr dirty="0" sz="1050" spc="-20">
                <a:latin typeface="Times New Roman"/>
                <a:cs typeface="Times New Roman"/>
              </a:rPr>
              <a:t>	</a:t>
            </a:r>
            <a:r>
              <a:rPr dirty="0" sz="1050">
                <a:latin typeface="Times New Roman"/>
                <a:cs typeface="Times New Roman"/>
              </a:rPr>
              <a:t>adquiere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total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requerido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por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curva.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Inicialmente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eleva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forma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constante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borde </a:t>
            </a:r>
            <a:r>
              <a:rPr dirty="0" sz="1050" spc="-10">
                <a:latin typeface="Times New Roman"/>
                <a:cs typeface="Times New Roman"/>
              </a:rPr>
              <a:t>	</a:t>
            </a:r>
            <a:r>
              <a:rPr dirty="0" sz="1050">
                <a:latin typeface="Times New Roman"/>
                <a:cs typeface="Times New Roman"/>
              </a:rPr>
              <a:t>exterior</a:t>
            </a:r>
            <a:r>
              <a:rPr dirty="0" sz="1050" spc="2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2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2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vía</a:t>
            </a:r>
            <a:r>
              <a:rPr dirty="0" sz="1050" spc="2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</a:t>
            </a:r>
            <a:r>
              <a:rPr dirty="0" sz="1050" spc="2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partir</a:t>
            </a:r>
            <a:r>
              <a:rPr dirty="0" sz="1050" spc="2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2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229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sección</a:t>
            </a:r>
            <a:r>
              <a:rPr dirty="0" sz="1050" spc="229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con</a:t>
            </a:r>
            <a:r>
              <a:rPr dirty="0" sz="1050" spc="2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2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0.0%</a:t>
            </a:r>
            <a:r>
              <a:rPr dirty="0" sz="1050" spc="2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hasta</a:t>
            </a:r>
            <a:r>
              <a:rPr dirty="0" sz="1050" spc="2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2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punto</a:t>
            </a:r>
            <a:r>
              <a:rPr dirty="0" sz="1050" spc="229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donde</a:t>
            </a:r>
            <a:r>
              <a:rPr dirty="0" sz="1050" spc="2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adquiere</a:t>
            </a:r>
            <a:r>
              <a:rPr dirty="0" sz="1050" spc="220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la </a:t>
            </a:r>
            <a:r>
              <a:rPr dirty="0" sz="1050" spc="-25">
                <a:latin typeface="Times New Roman"/>
                <a:cs typeface="Times New Roman"/>
              </a:rPr>
              <a:t>	</a:t>
            </a:r>
            <a:r>
              <a:rPr dirty="0" sz="1050">
                <a:latin typeface="Times New Roman"/>
                <a:cs typeface="Times New Roman"/>
              </a:rPr>
              <a:t>pendiente</a:t>
            </a:r>
            <a:r>
              <a:rPr dirty="0" sz="1050" spc="8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del</a:t>
            </a:r>
            <a:r>
              <a:rPr dirty="0" sz="1050" spc="7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bombeo</a:t>
            </a:r>
            <a:r>
              <a:rPr dirty="0" sz="1050" spc="8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pero</a:t>
            </a:r>
            <a:r>
              <a:rPr dirty="0" sz="1050" spc="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con</a:t>
            </a:r>
            <a:r>
              <a:rPr dirty="0" sz="1050" spc="7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valor</a:t>
            </a:r>
            <a:r>
              <a:rPr dirty="0" sz="1050" spc="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positivo,</a:t>
            </a:r>
            <a:r>
              <a:rPr dirty="0" sz="1050" spc="7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mientras</a:t>
            </a:r>
            <a:r>
              <a:rPr dirty="0" sz="1050" spc="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borde</a:t>
            </a:r>
            <a:r>
              <a:rPr dirty="0" sz="1050" spc="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interno</a:t>
            </a:r>
            <a:r>
              <a:rPr dirty="0" sz="1050" spc="9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permanece</a:t>
            </a:r>
            <a:r>
              <a:rPr dirty="0" sz="1050" spc="8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fijo.</a:t>
            </a:r>
            <a:r>
              <a:rPr dirty="0" sz="1050" spc="80">
                <a:latin typeface="Times New Roman"/>
                <a:cs typeface="Times New Roman"/>
              </a:rPr>
              <a:t> </a:t>
            </a:r>
            <a:r>
              <a:rPr dirty="0" sz="1050" spc="-50">
                <a:latin typeface="Times New Roman"/>
                <a:cs typeface="Times New Roman"/>
              </a:rPr>
              <a:t>A </a:t>
            </a:r>
            <a:r>
              <a:rPr dirty="0" sz="1050" spc="-50">
                <a:latin typeface="Times New Roman"/>
                <a:cs typeface="Times New Roman"/>
              </a:rPr>
              <a:t>	</a:t>
            </a:r>
            <a:r>
              <a:rPr dirty="0" sz="1050">
                <a:latin typeface="Times New Roman"/>
                <a:cs typeface="Times New Roman"/>
              </a:rPr>
              <a:t>partir</a:t>
            </a:r>
            <a:r>
              <a:rPr dirty="0" sz="1050" spc="2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2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este</a:t>
            </a:r>
            <a:r>
              <a:rPr dirty="0" sz="1050" spc="254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punto</a:t>
            </a:r>
            <a:r>
              <a:rPr dirty="0" sz="1050" spc="2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comienza</a:t>
            </a:r>
            <a:r>
              <a:rPr dirty="0" sz="1050" spc="2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</a:t>
            </a:r>
            <a:r>
              <a:rPr dirty="0" sz="1050" spc="2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bajar</a:t>
            </a:r>
            <a:r>
              <a:rPr dirty="0" sz="1050" spc="2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2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borde</a:t>
            </a:r>
            <a:r>
              <a:rPr dirty="0" sz="1050" spc="2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interior</a:t>
            </a:r>
            <a:r>
              <a:rPr dirty="0" sz="1050" spc="2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mientras</a:t>
            </a:r>
            <a:r>
              <a:rPr dirty="0" sz="1050" spc="2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245">
                <a:latin typeface="Times New Roman"/>
                <a:cs typeface="Times New Roman"/>
              </a:rPr>
              <a:t> 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250">
                <a:latin typeface="Times New Roman"/>
                <a:cs typeface="Times New Roman"/>
              </a:rPr>
              <a:t>  </a:t>
            </a:r>
            <a:r>
              <a:rPr dirty="0" sz="1050">
                <a:latin typeface="Times New Roman"/>
                <a:cs typeface="Times New Roman"/>
              </a:rPr>
              <a:t>exterior</a:t>
            </a:r>
            <a:r>
              <a:rPr dirty="0" sz="1050" spc="254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continúa </a:t>
            </a:r>
            <a:r>
              <a:rPr dirty="0" sz="1050" spc="-10">
                <a:latin typeface="Times New Roman"/>
                <a:cs typeface="Times New Roman"/>
              </a:rPr>
              <a:t>	</a:t>
            </a:r>
            <a:r>
              <a:rPr dirty="0" sz="1050">
                <a:latin typeface="Times New Roman"/>
                <a:cs typeface="Times New Roman"/>
              </a:rPr>
              <a:t>subiendo,</a:t>
            </a:r>
            <a:r>
              <a:rPr dirty="0" sz="1050" spc="10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ambos</a:t>
            </a:r>
            <a:r>
              <a:rPr dirty="0" sz="1050" spc="114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</a:t>
            </a:r>
            <a:r>
              <a:rPr dirty="0" sz="1050" spc="114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114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misma</a:t>
            </a:r>
            <a:r>
              <a:rPr dirty="0" sz="1050" spc="1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rata</a:t>
            </a:r>
            <a:r>
              <a:rPr dirty="0" sz="1050" spc="114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y</a:t>
            </a:r>
            <a:r>
              <a:rPr dirty="0" sz="1050" spc="114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formando</a:t>
            </a:r>
            <a:r>
              <a:rPr dirty="0" sz="1050" spc="114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un</a:t>
            </a:r>
            <a:r>
              <a:rPr dirty="0" sz="1050" spc="114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solo</a:t>
            </a:r>
            <a:r>
              <a:rPr dirty="0" sz="1050" spc="114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plano,</a:t>
            </a:r>
            <a:r>
              <a:rPr dirty="0" sz="1050" spc="1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hasta</a:t>
            </a:r>
            <a:r>
              <a:rPr dirty="0" sz="1050" spc="114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114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punto</a:t>
            </a:r>
            <a:r>
              <a:rPr dirty="0" sz="1050" spc="114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donde</a:t>
            </a:r>
            <a:r>
              <a:rPr dirty="0" sz="1050" spc="1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dicho</a:t>
            </a:r>
            <a:r>
              <a:rPr dirty="0" sz="1050" spc="114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plano </a:t>
            </a:r>
            <a:r>
              <a:rPr dirty="0" sz="1050" spc="-10">
                <a:latin typeface="Times New Roman"/>
                <a:cs typeface="Times New Roman"/>
              </a:rPr>
              <a:t>	</a:t>
            </a:r>
            <a:r>
              <a:rPr dirty="0" sz="1050">
                <a:latin typeface="Times New Roman"/>
                <a:cs typeface="Times New Roman"/>
              </a:rPr>
              <a:t>adquiere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pendiente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correspondiente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al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necesario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para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curva.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60" name="object 160" descr=""/>
          <p:cNvSpPr txBox="1"/>
          <p:nvPr/>
        </p:nvSpPr>
        <p:spPr>
          <a:xfrm>
            <a:off x="2499360" y="7291082"/>
            <a:ext cx="257238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latin typeface="Times New Roman"/>
                <a:cs typeface="Times New Roman"/>
              </a:rPr>
              <a:t>FIGURA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8.5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–</a:t>
            </a:r>
            <a:r>
              <a:rPr dirty="0" sz="1050" spc="-10">
                <a:latin typeface="Times New Roman"/>
                <a:cs typeface="Times New Roman"/>
              </a:rPr>
              <a:t> TRANSICION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DEL</a:t>
            </a:r>
            <a:r>
              <a:rPr dirty="0" sz="1050" spc="-10">
                <a:latin typeface="Times New Roman"/>
                <a:cs typeface="Times New Roman"/>
              </a:rPr>
              <a:t> PERALTE</a:t>
            </a:r>
            <a:endParaRPr sz="10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209039" y="2141867"/>
            <a:ext cx="34290" cy="26034"/>
            <a:chOff x="1209039" y="2141867"/>
            <a:chExt cx="34290" cy="26034"/>
          </a:xfrm>
        </p:grpSpPr>
        <p:sp>
          <p:nvSpPr>
            <p:cNvPr id="3" name="object 3" descr=""/>
            <p:cNvSpPr/>
            <p:nvPr/>
          </p:nvSpPr>
          <p:spPr>
            <a:xfrm>
              <a:off x="1209039" y="2158377"/>
              <a:ext cx="20320" cy="0"/>
            </a:xfrm>
            <a:custGeom>
              <a:avLst/>
              <a:gdLst/>
              <a:ahLst/>
              <a:cxnLst/>
              <a:rect l="l" t="t" r="r" b="b"/>
              <a:pathLst>
                <a:path w="20319" h="0">
                  <a:moveTo>
                    <a:pt x="0" y="0"/>
                  </a:moveTo>
                  <a:lnTo>
                    <a:pt x="20319" y="0"/>
                  </a:lnTo>
                </a:path>
              </a:pathLst>
            </a:custGeom>
            <a:ln w="444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1238249" y="2142502"/>
              <a:ext cx="1905" cy="24765"/>
            </a:xfrm>
            <a:custGeom>
              <a:avLst/>
              <a:gdLst/>
              <a:ahLst/>
              <a:cxnLst/>
              <a:rect l="l" t="t" r="r" b="b"/>
              <a:pathLst>
                <a:path w="1905" h="24764">
                  <a:moveTo>
                    <a:pt x="0" y="0"/>
                  </a:moveTo>
                  <a:lnTo>
                    <a:pt x="1905" y="2476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240154" y="2141867"/>
              <a:ext cx="0" cy="26034"/>
            </a:xfrm>
            <a:custGeom>
              <a:avLst/>
              <a:gdLst/>
              <a:ahLst/>
              <a:cxnLst/>
              <a:rect l="l" t="t" r="r" b="b"/>
              <a:pathLst>
                <a:path w="0" h="26035">
                  <a:moveTo>
                    <a:pt x="0" y="0"/>
                  </a:moveTo>
                  <a:lnTo>
                    <a:pt x="0" y="26035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/>
          <p:nvPr/>
        </p:nvSpPr>
        <p:spPr>
          <a:xfrm>
            <a:off x="1898014" y="2456192"/>
            <a:ext cx="34290" cy="43180"/>
          </a:xfrm>
          <a:custGeom>
            <a:avLst/>
            <a:gdLst/>
            <a:ahLst/>
            <a:cxnLst/>
            <a:rect l="l" t="t" r="r" b="b"/>
            <a:pathLst>
              <a:path w="34289" h="43180">
                <a:moveTo>
                  <a:pt x="10160" y="21590"/>
                </a:moveTo>
                <a:lnTo>
                  <a:pt x="13970" y="17145"/>
                </a:lnTo>
                <a:lnTo>
                  <a:pt x="17145" y="13335"/>
                </a:lnTo>
                <a:lnTo>
                  <a:pt x="20955" y="13335"/>
                </a:lnTo>
                <a:lnTo>
                  <a:pt x="27305" y="15875"/>
                </a:lnTo>
                <a:lnTo>
                  <a:pt x="31115" y="19050"/>
                </a:lnTo>
                <a:lnTo>
                  <a:pt x="34290" y="24765"/>
                </a:lnTo>
                <a:lnTo>
                  <a:pt x="34290" y="35560"/>
                </a:lnTo>
                <a:lnTo>
                  <a:pt x="30480" y="40004"/>
                </a:lnTo>
                <a:lnTo>
                  <a:pt x="24130" y="43179"/>
                </a:lnTo>
                <a:lnTo>
                  <a:pt x="20320" y="43179"/>
                </a:lnTo>
                <a:lnTo>
                  <a:pt x="15875" y="41910"/>
                </a:lnTo>
                <a:lnTo>
                  <a:pt x="10795" y="38735"/>
                </a:lnTo>
              </a:path>
              <a:path w="34289" h="43180">
                <a:moveTo>
                  <a:pt x="20955" y="13335"/>
                </a:moveTo>
                <a:lnTo>
                  <a:pt x="25400" y="15875"/>
                </a:lnTo>
                <a:lnTo>
                  <a:pt x="30480" y="19050"/>
                </a:lnTo>
                <a:lnTo>
                  <a:pt x="32385" y="24765"/>
                </a:lnTo>
                <a:lnTo>
                  <a:pt x="32385" y="29210"/>
                </a:lnTo>
                <a:lnTo>
                  <a:pt x="31115" y="35560"/>
                </a:lnTo>
                <a:lnTo>
                  <a:pt x="28575" y="40004"/>
                </a:lnTo>
                <a:lnTo>
                  <a:pt x="24130" y="43179"/>
                </a:lnTo>
              </a:path>
              <a:path w="34289" h="43180">
                <a:moveTo>
                  <a:pt x="0" y="1270"/>
                </a:moveTo>
                <a:lnTo>
                  <a:pt x="889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7" name="object 7" descr=""/>
          <p:cNvGrpSpPr/>
          <p:nvPr/>
        </p:nvGrpSpPr>
        <p:grpSpPr>
          <a:xfrm>
            <a:off x="1685925" y="2198382"/>
            <a:ext cx="832485" cy="628015"/>
            <a:chOff x="1685925" y="2198382"/>
            <a:chExt cx="832485" cy="628015"/>
          </a:xfrm>
        </p:grpSpPr>
        <p:sp>
          <p:nvSpPr>
            <p:cNvPr id="8" name="object 8" descr=""/>
            <p:cNvSpPr/>
            <p:nvPr/>
          </p:nvSpPr>
          <p:spPr>
            <a:xfrm>
              <a:off x="2101850" y="2198382"/>
              <a:ext cx="168275" cy="545465"/>
            </a:xfrm>
            <a:custGeom>
              <a:avLst/>
              <a:gdLst/>
              <a:ahLst/>
              <a:cxnLst/>
              <a:rect l="l" t="t" r="r" b="b"/>
              <a:pathLst>
                <a:path w="168275" h="545464">
                  <a:moveTo>
                    <a:pt x="0" y="508000"/>
                  </a:moveTo>
                  <a:lnTo>
                    <a:pt x="0" y="375920"/>
                  </a:lnTo>
                </a:path>
                <a:path w="168275" h="545464">
                  <a:moveTo>
                    <a:pt x="0" y="353059"/>
                  </a:moveTo>
                  <a:lnTo>
                    <a:pt x="0" y="331470"/>
                  </a:lnTo>
                </a:path>
                <a:path w="168275" h="545464">
                  <a:moveTo>
                    <a:pt x="0" y="308609"/>
                  </a:moveTo>
                  <a:lnTo>
                    <a:pt x="0" y="198120"/>
                  </a:lnTo>
                </a:path>
                <a:path w="168275" h="545464">
                  <a:moveTo>
                    <a:pt x="0" y="177164"/>
                  </a:moveTo>
                  <a:lnTo>
                    <a:pt x="0" y="154304"/>
                  </a:lnTo>
                </a:path>
                <a:path w="168275" h="545464">
                  <a:moveTo>
                    <a:pt x="0" y="132714"/>
                  </a:moveTo>
                  <a:lnTo>
                    <a:pt x="0" y="0"/>
                  </a:lnTo>
                </a:path>
                <a:path w="168275" h="545464">
                  <a:moveTo>
                    <a:pt x="0" y="400050"/>
                  </a:moveTo>
                  <a:lnTo>
                    <a:pt x="0" y="545464"/>
                  </a:lnTo>
                </a:path>
                <a:path w="168275" h="545464">
                  <a:moveTo>
                    <a:pt x="41910" y="465454"/>
                  </a:moveTo>
                  <a:lnTo>
                    <a:pt x="168275" y="46545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2101215" y="2656852"/>
              <a:ext cx="41910" cy="13335"/>
            </a:xfrm>
            <a:custGeom>
              <a:avLst/>
              <a:gdLst/>
              <a:ahLst/>
              <a:cxnLst/>
              <a:rect l="l" t="t" r="r" b="b"/>
              <a:pathLst>
                <a:path w="41910" h="13335">
                  <a:moveTo>
                    <a:pt x="41910" y="0"/>
                  </a:moveTo>
                  <a:lnTo>
                    <a:pt x="0" y="5714"/>
                  </a:lnTo>
                  <a:lnTo>
                    <a:pt x="41910" y="13334"/>
                  </a:lnTo>
                  <a:lnTo>
                    <a:pt x="4191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2101850" y="2658122"/>
              <a:ext cx="41910" cy="13335"/>
            </a:xfrm>
            <a:custGeom>
              <a:avLst/>
              <a:gdLst/>
              <a:ahLst/>
              <a:cxnLst/>
              <a:rect l="l" t="t" r="r" b="b"/>
              <a:pathLst>
                <a:path w="41910" h="13335">
                  <a:moveTo>
                    <a:pt x="41910" y="0"/>
                  </a:moveTo>
                  <a:lnTo>
                    <a:pt x="41910" y="13335"/>
                  </a:lnTo>
                  <a:lnTo>
                    <a:pt x="0" y="5715"/>
                  </a:lnTo>
                  <a:lnTo>
                    <a:pt x="4191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91080" y="2598432"/>
              <a:ext cx="227330" cy="144779"/>
            </a:xfrm>
            <a:prstGeom prst="rect">
              <a:avLst/>
            </a:prstGeom>
          </p:spPr>
        </p:pic>
        <p:sp>
          <p:nvSpPr>
            <p:cNvPr id="12" name="object 12" descr=""/>
            <p:cNvSpPr/>
            <p:nvPr/>
          </p:nvSpPr>
          <p:spPr>
            <a:xfrm>
              <a:off x="2101215" y="2553347"/>
              <a:ext cx="417195" cy="111125"/>
            </a:xfrm>
            <a:custGeom>
              <a:avLst/>
              <a:gdLst/>
              <a:ahLst/>
              <a:cxnLst/>
              <a:rect l="l" t="t" r="r" b="b"/>
              <a:pathLst>
                <a:path w="417194" h="111125">
                  <a:moveTo>
                    <a:pt x="1270" y="110490"/>
                  </a:moveTo>
                  <a:lnTo>
                    <a:pt x="1079" y="110045"/>
                  </a:lnTo>
                  <a:lnTo>
                    <a:pt x="635" y="109855"/>
                  </a:lnTo>
                  <a:lnTo>
                    <a:pt x="177" y="110045"/>
                  </a:lnTo>
                  <a:lnTo>
                    <a:pt x="0" y="110490"/>
                  </a:lnTo>
                  <a:lnTo>
                    <a:pt x="177" y="110947"/>
                  </a:lnTo>
                  <a:lnTo>
                    <a:pt x="635" y="111125"/>
                  </a:lnTo>
                  <a:lnTo>
                    <a:pt x="1079" y="110947"/>
                  </a:lnTo>
                  <a:lnTo>
                    <a:pt x="1270" y="110490"/>
                  </a:lnTo>
                  <a:close/>
                </a:path>
                <a:path w="417194" h="111125">
                  <a:moveTo>
                    <a:pt x="1270" y="635"/>
                  </a:moveTo>
                  <a:lnTo>
                    <a:pt x="1079" y="190"/>
                  </a:lnTo>
                  <a:lnTo>
                    <a:pt x="635" y="0"/>
                  </a:lnTo>
                  <a:lnTo>
                    <a:pt x="177" y="190"/>
                  </a:lnTo>
                  <a:lnTo>
                    <a:pt x="0" y="635"/>
                  </a:lnTo>
                  <a:lnTo>
                    <a:pt x="177" y="1092"/>
                  </a:lnTo>
                  <a:lnTo>
                    <a:pt x="635" y="1270"/>
                  </a:lnTo>
                  <a:lnTo>
                    <a:pt x="1079" y="1092"/>
                  </a:lnTo>
                  <a:lnTo>
                    <a:pt x="1270" y="635"/>
                  </a:lnTo>
                  <a:close/>
                </a:path>
                <a:path w="417194" h="111125">
                  <a:moveTo>
                    <a:pt x="417195" y="635"/>
                  </a:moveTo>
                  <a:lnTo>
                    <a:pt x="417004" y="190"/>
                  </a:lnTo>
                  <a:lnTo>
                    <a:pt x="416560" y="0"/>
                  </a:lnTo>
                  <a:lnTo>
                    <a:pt x="416102" y="190"/>
                  </a:lnTo>
                  <a:lnTo>
                    <a:pt x="415925" y="635"/>
                  </a:lnTo>
                  <a:lnTo>
                    <a:pt x="416102" y="1092"/>
                  </a:lnTo>
                  <a:lnTo>
                    <a:pt x="416560" y="1270"/>
                  </a:lnTo>
                  <a:lnTo>
                    <a:pt x="417004" y="1092"/>
                  </a:lnTo>
                  <a:lnTo>
                    <a:pt x="417195" y="63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2079625" y="2772422"/>
              <a:ext cx="105410" cy="53340"/>
            </a:xfrm>
            <a:custGeom>
              <a:avLst/>
              <a:gdLst/>
              <a:ahLst/>
              <a:cxnLst/>
              <a:rect l="l" t="t" r="r" b="b"/>
              <a:pathLst>
                <a:path w="105410" h="53339">
                  <a:moveTo>
                    <a:pt x="1905" y="13335"/>
                  </a:moveTo>
                  <a:lnTo>
                    <a:pt x="13969" y="39370"/>
                  </a:lnTo>
                </a:path>
                <a:path w="105410" h="53339">
                  <a:moveTo>
                    <a:pt x="3810" y="13335"/>
                  </a:moveTo>
                  <a:lnTo>
                    <a:pt x="13969" y="34925"/>
                  </a:lnTo>
                </a:path>
                <a:path w="105410" h="53339">
                  <a:moveTo>
                    <a:pt x="23494" y="13335"/>
                  </a:moveTo>
                  <a:lnTo>
                    <a:pt x="13969" y="39370"/>
                  </a:lnTo>
                  <a:lnTo>
                    <a:pt x="9525" y="46990"/>
                  </a:lnTo>
                  <a:lnTo>
                    <a:pt x="6985" y="50165"/>
                  </a:lnTo>
                  <a:lnTo>
                    <a:pt x="1905" y="53340"/>
                  </a:lnTo>
                  <a:lnTo>
                    <a:pt x="635" y="53340"/>
                  </a:lnTo>
                  <a:lnTo>
                    <a:pt x="0" y="50165"/>
                  </a:lnTo>
                  <a:lnTo>
                    <a:pt x="635" y="48260"/>
                  </a:lnTo>
                  <a:lnTo>
                    <a:pt x="1905" y="50165"/>
                  </a:lnTo>
                </a:path>
                <a:path w="105410" h="53339">
                  <a:moveTo>
                    <a:pt x="0" y="13335"/>
                  </a:moveTo>
                  <a:lnTo>
                    <a:pt x="9525" y="13335"/>
                  </a:lnTo>
                </a:path>
                <a:path w="105410" h="53339">
                  <a:moveTo>
                    <a:pt x="16510" y="13335"/>
                  </a:moveTo>
                  <a:lnTo>
                    <a:pt x="28575" y="13335"/>
                  </a:lnTo>
                </a:path>
                <a:path w="105410" h="53339">
                  <a:moveTo>
                    <a:pt x="75564" y="0"/>
                  </a:moveTo>
                  <a:lnTo>
                    <a:pt x="75564" y="39370"/>
                  </a:lnTo>
                </a:path>
                <a:path w="105410" h="53339">
                  <a:moveTo>
                    <a:pt x="76835" y="0"/>
                  </a:moveTo>
                  <a:lnTo>
                    <a:pt x="76835" y="39370"/>
                  </a:lnTo>
                </a:path>
                <a:path w="105410" h="53339">
                  <a:moveTo>
                    <a:pt x="98425" y="0"/>
                  </a:moveTo>
                  <a:lnTo>
                    <a:pt x="98425" y="39370"/>
                  </a:lnTo>
                </a:path>
                <a:path w="105410" h="53339">
                  <a:moveTo>
                    <a:pt x="100330" y="0"/>
                  </a:moveTo>
                  <a:lnTo>
                    <a:pt x="100330" y="39370"/>
                  </a:lnTo>
                </a:path>
                <a:path w="105410" h="53339">
                  <a:moveTo>
                    <a:pt x="69850" y="0"/>
                  </a:moveTo>
                  <a:lnTo>
                    <a:pt x="83185" y="0"/>
                  </a:lnTo>
                </a:path>
                <a:path w="105410" h="53339">
                  <a:moveTo>
                    <a:pt x="93344" y="0"/>
                  </a:moveTo>
                  <a:lnTo>
                    <a:pt x="105410" y="0"/>
                  </a:lnTo>
                </a:path>
                <a:path w="105410" h="53339">
                  <a:moveTo>
                    <a:pt x="76835" y="17780"/>
                  </a:moveTo>
                  <a:lnTo>
                    <a:pt x="98425" y="17780"/>
                  </a:lnTo>
                </a:path>
                <a:path w="105410" h="53339">
                  <a:moveTo>
                    <a:pt x="69850" y="39370"/>
                  </a:moveTo>
                  <a:lnTo>
                    <a:pt x="83185" y="39370"/>
                  </a:lnTo>
                </a:path>
                <a:path w="105410" h="53339">
                  <a:moveTo>
                    <a:pt x="93344" y="39370"/>
                  </a:moveTo>
                  <a:lnTo>
                    <a:pt x="105410" y="3937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1686560" y="2508262"/>
              <a:ext cx="415290" cy="48895"/>
            </a:xfrm>
            <a:custGeom>
              <a:avLst/>
              <a:gdLst/>
              <a:ahLst/>
              <a:cxnLst/>
              <a:rect l="l" t="t" r="r" b="b"/>
              <a:pathLst>
                <a:path w="415289" h="48894">
                  <a:moveTo>
                    <a:pt x="415289" y="0"/>
                  </a:moveTo>
                  <a:lnTo>
                    <a:pt x="0" y="44450"/>
                  </a:lnTo>
                  <a:lnTo>
                    <a:pt x="0" y="48895"/>
                  </a:lnTo>
                  <a:lnTo>
                    <a:pt x="415289" y="5079"/>
                  </a:lnTo>
                  <a:lnTo>
                    <a:pt x="41528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1686560" y="2508262"/>
              <a:ext cx="415290" cy="48895"/>
            </a:xfrm>
            <a:custGeom>
              <a:avLst/>
              <a:gdLst/>
              <a:ahLst/>
              <a:cxnLst/>
              <a:rect l="l" t="t" r="r" b="b"/>
              <a:pathLst>
                <a:path w="415289" h="48894">
                  <a:moveTo>
                    <a:pt x="0" y="44450"/>
                  </a:moveTo>
                  <a:lnTo>
                    <a:pt x="0" y="48895"/>
                  </a:lnTo>
                  <a:lnTo>
                    <a:pt x="415289" y="5079"/>
                  </a:lnTo>
                  <a:lnTo>
                    <a:pt x="415289" y="0"/>
                  </a:lnTo>
                  <a:lnTo>
                    <a:pt x="0" y="4445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6" name="object 16" descr=""/>
          <p:cNvGrpSpPr/>
          <p:nvPr/>
        </p:nvGrpSpPr>
        <p:grpSpPr>
          <a:xfrm>
            <a:off x="1442719" y="2147582"/>
            <a:ext cx="35560" cy="26034"/>
            <a:chOff x="1442719" y="2147582"/>
            <a:chExt cx="35560" cy="26034"/>
          </a:xfrm>
        </p:grpSpPr>
        <p:sp>
          <p:nvSpPr>
            <p:cNvPr id="17" name="object 17" descr=""/>
            <p:cNvSpPr/>
            <p:nvPr/>
          </p:nvSpPr>
          <p:spPr>
            <a:xfrm>
              <a:off x="1442719" y="2160282"/>
              <a:ext cx="21590" cy="0"/>
            </a:xfrm>
            <a:custGeom>
              <a:avLst/>
              <a:gdLst/>
              <a:ahLst/>
              <a:cxnLst/>
              <a:rect l="l" t="t" r="r" b="b"/>
              <a:pathLst>
                <a:path w="21590" h="0">
                  <a:moveTo>
                    <a:pt x="0" y="0"/>
                  </a:moveTo>
                  <a:lnTo>
                    <a:pt x="21590" y="0"/>
                  </a:lnTo>
                </a:path>
              </a:pathLst>
            </a:custGeom>
            <a:ln w="444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1475104" y="2148217"/>
              <a:ext cx="0" cy="25400"/>
            </a:xfrm>
            <a:custGeom>
              <a:avLst/>
              <a:gdLst/>
              <a:ahLst/>
              <a:cxnLst/>
              <a:rect l="l" t="t" r="r" b="b"/>
              <a:pathLst>
                <a:path w="0" h="25400">
                  <a:moveTo>
                    <a:pt x="0" y="0"/>
                  </a:moveTo>
                  <a:lnTo>
                    <a:pt x="0" y="254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1475104" y="2147582"/>
              <a:ext cx="0" cy="26034"/>
            </a:xfrm>
            <a:custGeom>
              <a:avLst/>
              <a:gdLst/>
              <a:ahLst/>
              <a:cxnLst/>
              <a:rect l="l" t="t" r="r" b="b"/>
              <a:pathLst>
                <a:path w="0" h="26035">
                  <a:moveTo>
                    <a:pt x="0" y="0"/>
                  </a:moveTo>
                  <a:lnTo>
                    <a:pt x="0" y="26034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0" name="object 20" descr=""/>
          <p:cNvGrpSpPr/>
          <p:nvPr/>
        </p:nvGrpSpPr>
        <p:grpSpPr>
          <a:xfrm>
            <a:off x="2101214" y="2465717"/>
            <a:ext cx="416559" cy="91440"/>
            <a:chOff x="2101214" y="2465717"/>
            <a:chExt cx="416559" cy="91440"/>
          </a:xfrm>
        </p:grpSpPr>
        <p:sp>
          <p:nvSpPr>
            <p:cNvPr id="21" name="object 21" descr=""/>
            <p:cNvSpPr/>
            <p:nvPr/>
          </p:nvSpPr>
          <p:spPr>
            <a:xfrm>
              <a:off x="2317749" y="2466352"/>
              <a:ext cx="28575" cy="45720"/>
            </a:xfrm>
            <a:custGeom>
              <a:avLst/>
              <a:gdLst/>
              <a:ahLst/>
              <a:cxnLst/>
              <a:rect l="l" t="t" r="r" b="b"/>
              <a:pathLst>
                <a:path w="28575" h="45719">
                  <a:moveTo>
                    <a:pt x="5714" y="20954"/>
                  </a:moveTo>
                  <a:lnTo>
                    <a:pt x="9525" y="17779"/>
                  </a:lnTo>
                  <a:lnTo>
                    <a:pt x="13969" y="16509"/>
                  </a:lnTo>
                  <a:lnTo>
                    <a:pt x="17144" y="16509"/>
                  </a:lnTo>
                  <a:lnTo>
                    <a:pt x="22225" y="19684"/>
                  </a:lnTo>
                  <a:lnTo>
                    <a:pt x="27305" y="24129"/>
                  </a:lnTo>
                  <a:lnTo>
                    <a:pt x="28575" y="30479"/>
                  </a:lnTo>
                  <a:lnTo>
                    <a:pt x="28575" y="34925"/>
                  </a:lnTo>
                  <a:lnTo>
                    <a:pt x="25400" y="40639"/>
                  </a:lnTo>
                  <a:lnTo>
                    <a:pt x="20955" y="43814"/>
                  </a:lnTo>
                  <a:lnTo>
                    <a:pt x="13969" y="45719"/>
                  </a:lnTo>
                  <a:lnTo>
                    <a:pt x="10794" y="45719"/>
                  </a:lnTo>
                  <a:lnTo>
                    <a:pt x="6985" y="42544"/>
                  </a:lnTo>
                  <a:lnTo>
                    <a:pt x="3810" y="38100"/>
                  </a:lnTo>
                </a:path>
                <a:path w="28575" h="45719">
                  <a:moveTo>
                    <a:pt x="17144" y="16509"/>
                  </a:moveTo>
                  <a:lnTo>
                    <a:pt x="20955" y="17779"/>
                  </a:lnTo>
                  <a:lnTo>
                    <a:pt x="25400" y="22859"/>
                  </a:lnTo>
                  <a:lnTo>
                    <a:pt x="25400" y="34925"/>
                  </a:lnTo>
                  <a:lnTo>
                    <a:pt x="22225" y="40639"/>
                  </a:lnTo>
                  <a:lnTo>
                    <a:pt x="18414" y="43814"/>
                  </a:lnTo>
                  <a:lnTo>
                    <a:pt x="13969" y="45719"/>
                  </a:lnTo>
                </a:path>
                <a:path w="28575" h="45719">
                  <a:moveTo>
                    <a:pt x="0" y="0"/>
                  </a:moveTo>
                  <a:lnTo>
                    <a:pt x="698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2101849" y="2508262"/>
              <a:ext cx="415925" cy="48895"/>
            </a:xfrm>
            <a:custGeom>
              <a:avLst/>
              <a:gdLst/>
              <a:ahLst/>
              <a:cxnLst/>
              <a:rect l="l" t="t" r="r" b="b"/>
              <a:pathLst>
                <a:path w="415925" h="48894">
                  <a:moveTo>
                    <a:pt x="0" y="0"/>
                  </a:moveTo>
                  <a:lnTo>
                    <a:pt x="0" y="5079"/>
                  </a:lnTo>
                  <a:lnTo>
                    <a:pt x="415925" y="48895"/>
                  </a:lnTo>
                  <a:lnTo>
                    <a:pt x="415925" y="444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2101849" y="2506992"/>
              <a:ext cx="415290" cy="48895"/>
            </a:xfrm>
            <a:custGeom>
              <a:avLst/>
              <a:gdLst/>
              <a:ahLst/>
              <a:cxnLst/>
              <a:rect l="l" t="t" r="r" b="b"/>
              <a:pathLst>
                <a:path w="415289" h="48894">
                  <a:moveTo>
                    <a:pt x="0" y="0"/>
                  </a:moveTo>
                  <a:lnTo>
                    <a:pt x="0" y="5079"/>
                  </a:lnTo>
                  <a:lnTo>
                    <a:pt x="415289" y="48895"/>
                  </a:lnTo>
                  <a:lnTo>
                    <a:pt x="415289" y="4445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 descr=""/>
          <p:cNvSpPr/>
          <p:nvPr/>
        </p:nvSpPr>
        <p:spPr>
          <a:xfrm>
            <a:off x="3301365" y="2185682"/>
            <a:ext cx="0" cy="514350"/>
          </a:xfrm>
          <a:custGeom>
            <a:avLst/>
            <a:gdLst/>
            <a:ahLst/>
            <a:cxnLst/>
            <a:rect l="l" t="t" r="r" b="b"/>
            <a:pathLst>
              <a:path w="0" h="514350">
                <a:moveTo>
                  <a:pt x="0" y="514350"/>
                </a:moveTo>
                <a:lnTo>
                  <a:pt x="0" y="377825"/>
                </a:lnTo>
              </a:path>
              <a:path w="0" h="514350">
                <a:moveTo>
                  <a:pt x="0" y="354964"/>
                </a:moveTo>
                <a:lnTo>
                  <a:pt x="0" y="334009"/>
                </a:lnTo>
              </a:path>
              <a:path w="0" h="514350">
                <a:moveTo>
                  <a:pt x="0" y="312420"/>
                </a:moveTo>
                <a:lnTo>
                  <a:pt x="0" y="201295"/>
                </a:lnTo>
              </a:path>
              <a:path w="0" h="514350">
                <a:moveTo>
                  <a:pt x="0" y="179704"/>
                </a:moveTo>
                <a:lnTo>
                  <a:pt x="0" y="158750"/>
                </a:lnTo>
              </a:path>
              <a:path w="0" h="514350">
                <a:moveTo>
                  <a:pt x="0" y="135889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25" name="object 25" descr=""/>
          <p:cNvGrpSpPr/>
          <p:nvPr/>
        </p:nvGrpSpPr>
        <p:grpSpPr>
          <a:xfrm>
            <a:off x="2122804" y="2145042"/>
            <a:ext cx="34925" cy="26034"/>
            <a:chOff x="2122804" y="2145042"/>
            <a:chExt cx="34925" cy="26034"/>
          </a:xfrm>
        </p:grpSpPr>
        <p:sp>
          <p:nvSpPr>
            <p:cNvPr id="26" name="object 26" descr=""/>
            <p:cNvSpPr/>
            <p:nvPr/>
          </p:nvSpPr>
          <p:spPr>
            <a:xfrm>
              <a:off x="2122804" y="2157742"/>
              <a:ext cx="21590" cy="0"/>
            </a:xfrm>
            <a:custGeom>
              <a:avLst/>
              <a:gdLst/>
              <a:ahLst/>
              <a:cxnLst/>
              <a:rect l="l" t="t" r="r" b="b"/>
              <a:pathLst>
                <a:path w="21589" h="0">
                  <a:moveTo>
                    <a:pt x="0" y="0"/>
                  </a:moveTo>
                  <a:lnTo>
                    <a:pt x="21589" y="0"/>
                  </a:lnTo>
                </a:path>
              </a:pathLst>
            </a:custGeom>
            <a:ln w="444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2153919" y="2145042"/>
              <a:ext cx="635" cy="26034"/>
            </a:xfrm>
            <a:custGeom>
              <a:avLst/>
              <a:gdLst/>
              <a:ahLst/>
              <a:cxnLst/>
              <a:rect l="l" t="t" r="r" b="b"/>
              <a:pathLst>
                <a:path w="635" h="26035">
                  <a:moveTo>
                    <a:pt x="0" y="0"/>
                  </a:moveTo>
                  <a:lnTo>
                    <a:pt x="0" y="26035"/>
                  </a:lnTo>
                </a:path>
                <a:path w="635" h="26035">
                  <a:moveTo>
                    <a:pt x="635" y="0"/>
                  </a:moveTo>
                  <a:lnTo>
                    <a:pt x="635" y="26035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8" name="object 28" descr=""/>
          <p:cNvGrpSpPr/>
          <p:nvPr/>
        </p:nvGrpSpPr>
        <p:grpSpPr>
          <a:xfrm>
            <a:off x="3300095" y="2461272"/>
            <a:ext cx="417195" cy="90805"/>
            <a:chOff x="3300095" y="2461272"/>
            <a:chExt cx="417195" cy="90805"/>
          </a:xfrm>
        </p:grpSpPr>
        <p:sp>
          <p:nvSpPr>
            <p:cNvPr id="29" name="object 29" descr=""/>
            <p:cNvSpPr/>
            <p:nvPr/>
          </p:nvSpPr>
          <p:spPr>
            <a:xfrm>
              <a:off x="3517265" y="2461907"/>
              <a:ext cx="28575" cy="45720"/>
            </a:xfrm>
            <a:custGeom>
              <a:avLst/>
              <a:gdLst/>
              <a:ahLst/>
              <a:cxnLst/>
              <a:rect l="l" t="t" r="r" b="b"/>
              <a:pathLst>
                <a:path w="28575" h="45719">
                  <a:moveTo>
                    <a:pt x="5714" y="21589"/>
                  </a:moveTo>
                  <a:lnTo>
                    <a:pt x="9525" y="17145"/>
                  </a:lnTo>
                  <a:lnTo>
                    <a:pt x="13970" y="15239"/>
                  </a:lnTo>
                  <a:lnTo>
                    <a:pt x="17145" y="17145"/>
                  </a:lnTo>
                  <a:lnTo>
                    <a:pt x="22225" y="18414"/>
                  </a:lnTo>
                  <a:lnTo>
                    <a:pt x="27305" y="22859"/>
                  </a:lnTo>
                  <a:lnTo>
                    <a:pt x="28575" y="30479"/>
                  </a:lnTo>
                  <a:lnTo>
                    <a:pt x="28575" y="33654"/>
                  </a:lnTo>
                  <a:lnTo>
                    <a:pt x="25400" y="40004"/>
                  </a:lnTo>
                  <a:lnTo>
                    <a:pt x="20955" y="44450"/>
                  </a:lnTo>
                  <a:lnTo>
                    <a:pt x="13970" y="45720"/>
                  </a:lnTo>
                  <a:lnTo>
                    <a:pt x="10795" y="45720"/>
                  </a:lnTo>
                  <a:lnTo>
                    <a:pt x="6985" y="43179"/>
                  </a:lnTo>
                  <a:lnTo>
                    <a:pt x="3810" y="38100"/>
                  </a:lnTo>
                </a:path>
                <a:path w="28575" h="45719">
                  <a:moveTo>
                    <a:pt x="17145" y="17145"/>
                  </a:moveTo>
                  <a:lnTo>
                    <a:pt x="20955" y="18414"/>
                  </a:lnTo>
                  <a:lnTo>
                    <a:pt x="25400" y="22859"/>
                  </a:lnTo>
                  <a:lnTo>
                    <a:pt x="25400" y="33654"/>
                  </a:lnTo>
                  <a:lnTo>
                    <a:pt x="22225" y="40004"/>
                  </a:lnTo>
                  <a:lnTo>
                    <a:pt x="18414" y="44450"/>
                  </a:lnTo>
                  <a:lnTo>
                    <a:pt x="13970" y="45720"/>
                  </a:lnTo>
                </a:path>
                <a:path w="28575" h="45719">
                  <a:moveTo>
                    <a:pt x="0" y="0"/>
                  </a:moveTo>
                  <a:lnTo>
                    <a:pt x="698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3301365" y="2503817"/>
              <a:ext cx="415925" cy="47625"/>
            </a:xfrm>
            <a:custGeom>
              <a:avLst/>
              <a:gdLst/>
              <a:ahLst/>
              <a:cxnLst/>
              <a:rect l="l" t="t" r="r" b="b"/>
              <a:pathLst>
                <a:path w="415925" h="47625">
                  <a:moveTo>
                    <a:pt x="0" y="0"/>
                  </a:moveTo>
                  <a:lnTo>
                    <a:pt x="0" y="4445"/>
                  </a:lnTo>
                  <a:lnTo>
                    <a:pt x="415925" y="47625"/>
                  </a:lnTo>
                  <a:lnTo>
                    <a:pt x="415925" y="444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3300730" y="2503817"/>
              <a:ext cx="415925" cy="47625"/>
            </a:xfrm>
            <a:custGeom>
              <a:avLst/>
              <a:gdLst/>
              <a:ahLst/>
              <a:cxnLst/>
              <a:rect l="l" t="t" r="r" b="b"/>
              <a:pathLst>
                <a:path w="415925" h="47625">
                  <a:moveTo>
                    <a:pt x="415925" y="47625"/>
                  </a:moveTo>
                  <a:lnTo>
                    <a:pt x="415925" y="44450"/>
                  </a:lnTo>
                  <a:lnTo>
                    <a:pt x="0" y="0"/>
                  </a:lnTo>
                  <a:lnTo>
                    <a:pt x="0" y="4445"/>
                  </a:lnTo>
                  <a:lnTo>
                    <a:pt x="415925" y="47625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2" name="object 32" descr=""/>
          <p:cNvGrpSpPr/>
          <p:nvPr/>
        </p:nvGrpSpPr>
        <p:grpSpPr>
          <a:xfrm>
            <a:off x="2884170" y="2442222"/>
            <a:ext cx="417195" cy="66040"/>
            <a:chOff x="2884170" y="2442222"/>
            <a:chExt cx="417195" cy="66040"/>
          </a:xfrm>
        </p:grpSpPr>
        <p:sp>
          <p:nvSpPr>
            <p:cNvPr id="33" name="object 33" descr=""/>
            <p:cNvSpPr/>
            <p:nvPr/>
          </p:nvSpPr>
          <p:spPr>
            <a:xfrm>
              <a:off x="3041015" y="2442857"/>
              <a:ext cx="26670" cy="42545"/>
            </a:xfrm>
            <a:custGeom>
              <a:avLst/>
              <a:gdLst/>
              <a:ahLst/>
              <a:cxnLst/>
              <a:rect l="l" t="t" r="r" b="b"/>
              <a:pathLst>
                <a:path w="26669" h="42544">
                  <a:moveTo>
                    <a:pt x="10795" y="0"/>
                  </a:moveTo>
                  <a:lnTo>
                    <a:pt x="5080" y="1904"/>
                  </a:lnTo>
                  <a:lnTo>
                    <a:pt x="1905" y="7620"/>
                  </a:lnTo>
                  <a:lnTo>
                    <a:pt x="0" y="18414"/>
                  </a:lnTo>
                  <a:lnTo>
                    <a:pt x="0" y="24764"/>
                  </a:lnTo>
                  <a:lnTo>
                    <a:pt x="1905" y="34925"/>
                  </a:lnTo>
                  <a:lnTo>
                    <a:pt x="5080" y="41275"/>
                  </a:lnTo>
                  <a:lnTo>
                    <a:pt x="10795" y="42545"/>
                  </a:lnTo>
                  <a:lnTo>
                    <a:pt x="15240" y="42545"/>
                  </a:lnTo>
                  <a:lnTo>
                    <a:pt x="20955" y="41275"/>
                  </a:lnTo>
                  <a:lnTo>
                    <a:pt x="25400" y="34925"/>
                  </a:lnTo>
                  <a:lnTo>
                    <a:pt x="26670" y="24764"/>
                  </a:lnTo>
                  <a:lnTo>
                    <a:pt x="26670" y="18414"/>
                  </a:lnTo>
                  <a:lnTo>
                    <a:pt x="25400" y="7620"/>
                  </a:lnTo>
                  <a:lnTo>
                    <a:pt x="20955" y="1904"/>
                  </a:lnTo>
                  <a:lnTo>
                    <a:pt x="15240" y="0"/>
                  </a:lnTo>
                  <a:lnTo>
                    <a:pt x="10795" y="0"/>
                  </a:lnTo>
                  <a:lnTo>
                    <a:pt x="8255" y="1904"/>
                  </a:lnTo>
                  <a:lnTo>
                    <a:pt x="5080" y="3175"/>
                  </a:lnTo>
                  <a:lnTo>
                    <a:pt x="3810" y="7620"/>
                  </a:lnTo>
                  <a:lnTo>
                    <a:pt x="1905" y="18414"/>
                  </a:lnTo>
                  <a:lnTo>
                    <a:pt x="1905" y="24764"/>
                  </a:lnTo>
                  <a:lnTo>
                    <a:pt x="3810" y="34925"/>
                  </a:lnTo>
                  <a:lnTo>
                    <a:pt x="5080" y="40004"/>
                  </a:lnTo>
                  <a:lnTo>
                    <a:pt x="8255" y="41275"/>
                  </a:lnTo>
                  <a:lnTo>
                    <a:pt x="10795" y="42545"/>
                  </a:lnTo>
                </a:path>
                <a:path w="26669" h="42544">
                  <a:moveTo>
                    <a:pt x="15240" y="42545"/>
                  </a:moveTo>
                  <a:lnTo>
                    <a:pt x="19685" y="41275"/>
                  </a:lnTo>
                  <a:lnTo>
                    <a:pt x="20955" y="40004"/>
                  </a:lnTo>
                  <a:lnTo>
                    <a:pt x="23495" y="34925"/>
                  </a:lnTo>
                  <a:lnTo>
                    <a:pt x="25400" y="24764"/>
                  </a:lnTo>
                  <a:lnTo>
                    <a:pt x="25400" y="18414"/>
                  </a:lnTo>
                  <a:lnTo>
                    <a:pt x="23495" y="7620"/>
                  </a:lnTo>
                  <a:lnTo>
                    <a:pt x="20955" y="3175"/>
                  </a:lnTo>
                  <a:lnTo>
                    <a:pt x="19685" y="1904"/>
                  </a:lnTo>
                  <a:lnTo>
                    <a:pt x="1524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2886075" y="2503182"/>
              <a:ext cx="414655" cy="4445"/>
            </a:xfrm>
            <a:custGeom>
              <a:avLst/>
              <a:gdLst/>
              <a:ahLst/>
              <a:cxnLst/>
              <a:rect l="l" t="t" r="r" b="b"/>
              <a:pathLst>
                <a:path w="414654" h="4444">
                  <a:moveTo>
                    <a:pt x="414654" y="0"/>
                  </a:moveTo>
                  <a:lnTo>
                    <a:pt x="0" y="0"/>
                  </a:lnTo>
                  <a:lnTo>
                    <a:pt x="0" y="4445"/>
                  </a:lnTo>
                  <a:lnTo>
                    <a:pt x="207644" y="4445"/>
                  </a:lnTo>
                  <a:lnTo>
                    <a:pt x="414654" y="4445"/>
                  </a:lnTo>
                  <a:lnTo>
                    <a:pt x="41465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2884805" y="2503182"/>
              <a:ext cx="415925" cy="4445"/>
            </a:xfrm>
            <a:custGeom>
              <a:avLst/>
              <a:gdLst/>
              <a:ahLst/>
              <a:cxnLst/>
              <a:rect l="l" t="t" r="r" b="b"/>
              <a:pathLst>
                <a:path w="415925" h="4444">
                  <a:moveTo>
                    <a:pt x="0" y="4445"/>
                  </a:moveTo>
                  <a:lnTo>
                    <a:pt x="415924" y="4445"/>
                  </a:lnTo>
                  <a:lnTo>
                    <a:pt x="415924" y="0"/>
                  </a:lnTo>
                  <a:lnTo>
                    <a:pt x="0" y="0"/>
                  </a:lnTo>
                  <a:lnTo>
                    <a:pt x="0" y="4445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6" name="object 36" descr=""/>
          <p:cNvSpPr/>
          <p:nvPr/>
        </p:nvSpPr>
        <p:spPr>
          <a:xfrm>
            <a:off x="2101214" y="2999117"/>
            <a:ext cx="0" cy="487045"/>
          </a:xfrm>
          <a:custGeom>
            <a:avLst/>
            <a:gdLst/>
            <a:ahLst/>
            <a:cxnLst/>
            <a:rect l="l" t="t" r="r" b="b"/>
            <a:pathLst>
              <a:path w="0" h="487045">
                <a:moveTo>
                  <a:pt x="0" y="487045"/>
                </a:moveTo>
                <a:lnTo>
                  <a:pt x="0" y="364490"/>
                </a:lnTo>
              </a:path>
              <a:path w="0" h="487045">
                <a:moveTo>
                  <a:pt x="0" y="342900"/>
                </a:moveTo>
                <a:lnTo>
                  <a:pt x="0" y="320040"/>
                </a:lnTo>
              </a:path>
              <a:path w="0" h="487045">
                <a:moveTo>
                  <a:pt x="0" y="299085"/>
                </a:moveTo>
                <a:lnTo>
                  <a:pt x="0" y="189229"/>
                </a:lnTo>
              </a:path>
              <a:path w="0" h="487045">
                <a:moveTo>
                  <a:pt x="0" y="166370"/>
                </a:moveTo>
                <a:lnTo>
                  <a:pt x="0" y="144779"/>
                </a:lnTo>
              </a:path>
              <a:path w="0" h="487045">
                <a:moveTo>
                  <a:pt x="0" y="12192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7" name="object 37" descr=""/>
          <p:cNvGrpSpPr/>
          <p:nvPr/>
        </p:nvGrpSpPr>
        <p:grpSpPr>
          <a:xfrm>
            <a:off x="1685925" y="3206127"/>
            <a:ext cx="416559" cy="88265"/>
            <a:chOff x="1685925" y="3206127"/>
            <a:chExt cx="416559" cy="88265"/>
          </a:xfrm>
        </p:grpSpPr>
        <p:sp>
          <p:nvSpPr>
            <p:cNvPr id="38" name="object 38" descr=""/>
            <p:cNvSpPr/>
            <p:nvPr/>
          </p:nvSpPr>
          <p:spPr>
            <a:xfrm>
              <a:off x="1885950" y="3206762"/>
              <a:ext cx="78740" cy="45720"/>
            </a:xfrm>
            <a:custGeom>
              <a:avLst/>
              <a:gdLst/>
              <a:ahLst/>
              <a:cxnLst/>
              <a:rect l="l" t="t" r="r" b="b"/>
              <a:pathLst>
                <a:path w="78739" h="45720">
                  <a:moveTo>
                    <a:pt x="20319" y="2540"/>
                  </a:moveTo>
                  <a:lnTo>
                    <a:pt x="15239" y="40640"/>
                  </a:lnTo>
                </a:path>
                <a:path w="78739" h="45720">
                  <a:moveTo>
                    <a:pt x="0" y="19684"/>
                  </a:moveTo>
                  <a:lnTo>
                    <a:pt x="35560" y="24129"/>
                  </a:lnTo>
                </a:path>
                <a:path w="78739" h="45720">
                  <a:moveTo>
                    <a:pt x="55880" y="1270"/>
                  </a:moveTo>
                  <a:lnTo>
                    <a:pt x="51435" y="43815"/>
                  </a:lnTo>
                </a:path>
                <a:path w="78739" h="45720">
                  <a:moveTo>
                    <a:pt x="57150" y="1270"/>
                  </a:moveTo>
                  <a:lnTo>
                    <a:pt x="52705" y="43815"/>
                  </a:lnTo>
                </a:path>
                <a:path w="78739" h="45720">
                  <a:moveTo>
                    <a:pt x="55880" y="20954"/>
                  </a:moveTo>
                  <a:lnTo>
                    <a:pt x="60325" y="17779"/>
                  </a:lnTo>
                  <a:lnTo>
                    <a:pt x="64135" y="16509"/>
                  </a:lnTo>
                  <a:lnTo>
                    <a:pt x="67310" y="16509"/>
                  </a:lnTo>
                  <a:lnTo>
                    <a:pt x="72389" y="19684"/>
                  </a:lnTo>
                  <a:lnTo>
                    <a:pt x="77469" y="24129"/>
                  </a:lnTo>
                  <a:lnTo>
                    <a:pt x="78739" y="30479"/>
                  </a:lnTo>
                  <a:lnTo>
                    <a:pt x="77469" y="34925"/>
                  </a:lnTo>
                  <a:lnTo>
                    <a:pt x="75564" y="40640"/>
                  </a:lnTo>
                  <a:lnTo>
                    <a:pt x="71755" y="43815"/>
                  </a:lnTo>
                  <a:lnTo>
                    <a:pt x="64135" y="45720"/>
                  </a:lnTo>
                  <a:lnTo>
                    <a:pt x="61594" y="45720"/>
                  </a:lnTo>
                  <a:lnTo>
                    <a:pt x="57150" y="42545"/>
                  </a:lnTo>
                  <a:lnTo>
                    <a:pt x="53975" y="38100"/>
                  </a:lnTo>
                </a:path>
                <a:path w="78739" h="45720">
                  <a:moveTo>
                    <a:pt x="67310" y="16509"/>
                  </a:moveTo>
                  <a:lnTo>
                    <a:pt x="71755" y="19684"/>
                  </a:lnTo>
                  <a:lnTo>
                    <a:pt x="74294" y="24129"/>
                  </a:lnTo>
                  <a:lnTo>
                    <a:pt x="75564" y="30479"/>
                  </a:lnTo>
                  <a:lnTo>
                    <a:pt x="75564" y="34925"/>
                  </a:lnTo>
                  <a:lnTo>
                    <a:pt x="72389" y="40640"/>
                  </a:lnTo>
                  <a:lnTo>
                    <a:pt x="68580" y="43815"/>
                  </a:lnTo>
                  <a:lnTo>
                    <a:pt x="64135" y="45720"/>
                  </a:lnTo>
                </a:path>
                <a:path w="78739" h="45720">
                  <a:moveTo>
                    <a:pt x="50164" y="0"/>
                  </a:moveTo>
                  <a:lnTo>
                    <a:pt x="57150" y="127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1686560" y="3245497"/>
              <a:ext cx="415290" cy="48260"/>
            </a:xfrm>
            <a:custGeom>
              <a:avLst/>
              <a:gdLst/>
              <a:ahLst/>
              <a:cxnLst/>
              <a:rect l="l" t="t" r="r" b="b"/>
              <a:pathLst>
                <a:path w="415289" h="48260">
                  <a:moveTo>
                    <a:pt x="0" y="0"/>
                  </a:moveTo>
                  <a:lnTo>
                    <a:pt x="0" y="4445"/>
                  </a:lnTo>
                  <a:lnTo>
                    <a:pt x="415289" y="48260"/>
                  </a:lnTo>
                  <a:lnTo>
                    <a:pt x="415289" y="438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1686560" y="3245497"/>
              <a:ext cx="415290" cy="48260"/>
            </a:xfrm>
            <a:custGeom>
              <a:avLst/>
              <a:gdLst/>
              <a:ahLst/>
              <a:cxnLst/>
              <a:rect l="l" t="t" r="r" b="b"/>
              <a:pathLst>
                <a:path w="415289" h="48260">
                  <a:moveTo>
                    <a:pt x="0" y="0"/>
                  </a:moveTo>
                  <a:lnTo>
                    <a:pt x="0" y="4445"/>
                  </a:lnTo>
                  <a:lnTo>
                    <a:pt x="415289" y="48260"/>
                  </a:lnTo>
                  <a:lnTo>
                    <a:pt x="415289" y="43815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1" name="object 41" descr=""/>
          <p:cNvGrpSpPr/>
          <p:nvPr/>
        </p:nvGrpSpPr>
        <p:grpSpPr>
          <a:xfrm>
            <a:off x="1442719" y="2590812"/>
            <a:ext cx="35560" cy="26034"/>
            <a:chOff x="1442719" y="2590812"/>
            <a:chExt cx="35560" cy="26034"/>
          </a:xfrm>
        </p:grpSpPr>
        <p:sp>
          <p:nvSpPr>
            <p:cNvPr id="42" name="object 42" descr=""/>
            <p:cNvSpPr/>
            <p:nvPr/>
          </p:nvSpPr>
          <p:spPr>
            <a:xfrm>
              <a:off x="1442719" y="2603512"/>
              <a:ext cx="21590" cy="0"/>
            </a:xfrm>
            <a:custGeom>
              <a:avLst/>
              <a:gdLst/>
              <a:ahLst/>
              <a:cxnLst/>
              <a:rect l="l" t="t" r="r" b="b"/>
              <a:pathLst>
                <a:path w="21590" h="0">
                  <a:moveTo>
                    <a:pt x="0" y="0"/>
                  </a:moveTo>
                  <a:lnTo>
                    <a:pt x="21590" y="0"/>
                  </a:lnTo>
                </a:path>
              </a:pathLst>
            </a:custGeom>
            <a:ln w="444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1475104" y="2590812"/>
              <a:ext cx="0" cy="25400"/>
            </a:xfrm>
            <a:custGeom>
              <a:avLst/>
              <a:gdLst/>
              <a:ahLst/>
              <a:cxnLst/>
              <a:rect l="l" t="t" r="r" b="b"/>
              <a:pathLst>
                <a:path w="0" h="25400">
                  <a:moveTo>
                    <a:pt x="0" y="0"/>
                  </a:moveTo>
                  <a:lnTo>
                    <a:pt x="0" y="254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1475104" y="2590812"/>
              <a:ext cx="0" cy="26034"/>
            </a:xfrm>
            <a:custGeom>
              <a:avLst/>
              <a:gdLst/>
              <a:ahLst/>
              <a:cxnLst/>
              <a:rect l="l" t="t" r="r" b="b"/>
              <a:pathLst>
                <a:path w="0" h="26035">
                  <a:moveTo>
                    <a:pt x="0" y="0"/>
                  </a:moveTo>
                  <a:lnTo>
                    <a:pt x="0" y="26034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5" name="object 45" descr=""/>
          <p:cNvGrpSpPr/>
          <p:nvPr/>
        </p:nvGrpSpPr>
        <p:grpSpPr>
          <a:xfrm>
            <a:off x="2101214" y="3248037"/>
            <a:ext cx="416559" cy="89535"/>
            <a:chOff x="2101214" y="3248037"/>
            <a:chExt cx="416559" cy="89535"/>
          </a:xfrm>
        </p:grpSpPr>
        <p:sp>
          <p:nvSpPr>
            <p:cNvPr id="46" name="object 46" descr=""/>
            <p:cNvSpPr/>
            <p:nvPr/>
          </p:nvSpPr>
          <p:spPr>
            <a:xfrm>
              <a:off x="2317749" y="3248672"/>
              <a:ext cx="28575" cy="45720"/>
            </a:xfrm>
            <a:custGeom>
              <a:avLst/>
              <a:gdLst/>
              <a:ahLst/>
              <a:cxnLst/>
              <a:rect l="l" t="t" r="r" b="b"/>
              <a:pathLst>
                <a:path w="28575" h="45720">
                  <a:moveTo>
                    <a:pt x="5714" y="21590"/>
                  </a:moveTo>
                  <a:lnTo>
                    <a:pt x="9525" y="17145"/>
                  </a:lnTo>
                  <a:lnTo>
                    <a:pt x="13969" y="15240"/>
                  </a:lnTo>
                  <a:lnTo>
                    <a:pt x="17144" y="17145"/>
                  </a:lnTo>
                  <a:lnTo>
                    <a:pt x="22225" y="18415"/>
                  </a:lnTo>
                  <a:lnTo>
                    <a:pt x="27305" y="22860"/>
                  </a:lnTo>
                  <a:lnTo>
                    <a:pt x="28575" y="30480"/>
                  </a:lnTo>
                  <a:lnTo>
                    <a:pt x="28575" y="33655"/>
                  </a:lnTo>
                  <a:lnTo>
                    <a:pt x="25400" y="40005"/>
                  </a:lnTo>
                  <a:lnTo>
                    <a:pt x="20955" y="44450"/>
                  </a:lnTo>
                  <a:lnTo>
                    <a:pt x="13969" y="45720"/>
                  </a:lnTo>
                  <a:lnTo>
                    <a:pt x="10794" y="44450"/>
                  </a:lnTo>
                  <a:lnTo>
                    <a:pt x="6985" y="43180"/>
                  </a:lnTo>
                  <a:lnTo>
                    <a:pt x="3810" y="38100"/>
                  </a:lnTo>
                </a:path>
                <a:path w="28575" h="45720">
                  <a:moveTo>
                    <a:pt x="17144" y="17145"/>
                  </a:moveTo>
                  <a:lnTo>
                    <a:pt x="20955" y="18415"/>
                  </a:lnTo>
                  <a:lnTo>
                    <a:pt x="25400" y="22860"/>
                  </a:lnTo>
                  <a:lnTo>
                    <a:pt x="25400" y="33655"/>
                  </a:lnTo>
                  <a:lnTo>
                    <a:pt x="22225" y="40005"/>
                  </a:lnTo>
                  <a:lnTo>
                    <a:pt x="18414" y="44450"/>
                  </a:lnTo>
                  <a:lnTo>
                    <a:pt x="13969" y="45720"/>
                  </a:lnTo>
                </a:path>
                <a:path w="28575" h="45720">
                  <a:moveTo>
                    <a:pt x="0" y="0"/>
                  </a:moveTo>
                  <a:lnTo>
                    <a:pt x="698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2101849" y="3289947"/>
              <a:ext cx="415925" cy="47625"/>
            </a:xfrm>
            <a:custGeom>
              <a:avLst/>
              <a:gdLst/>
              <a:ahLst/>
              <a:cxnLst/>
              <a:rect l="l" t="t" r="r" b="b"/>
              <a:pathLst>
                <a:path w="415925" h="47625">
                  <a:moveTo>
                    <a:pt x="0" y="0"/>
                  </a:moveTo>
                  <a:lnTo>
                    <a:pt x="0" y="4445"/>
                  </a:lnTo>
                  <a:lnTo>
                    <a:pt x="415925" y="47625"/>
                  </a:lnTo>
                  <a:lnTo>
                    <a:pt x="415925" y="444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2101849" y="3288042"/>
              <a:ext cx="415290" cy="47625"/>
            </a:xfrm>
            <a:custGeom>
              <a:avLst/>
              <a:gdLst/>
              <a:ahLst/>
              <a:cxnLst/>
              <a:rect l="l" t="t" r="r" b="b"/>
              <a:pathLst>
                <a:path w="415289" h="47625">
                  <a:moveTo>
                    <a:pt x="0" y="0"/>
                  </a:moveTo>
                  <a:lnTo>
                    <a:pt x="0" y="4445"/>
                  </a:lnTo>
                  <a:lnTo>
                    <a:pt x="415289" y="47625"/>
                  </a:lnTo>
                  <a:lnTo>
                    <a:pt x="415289" y="4445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9" name="object 49" descr=""/>
          <p:cNvSpPr/>
          <p:nvPr/>
        </p:nvSpPr>
        <p:spPr>
          <a:xfrm>
            <a:off x="3071495" y="3123577"/>
            <a:ext cx="71755" cy="52069"/>
          </a:xfrm>
          <a:custGeom>
            <a:avLst/>
            <a:gdLst/>
            <a:ahLst/>
            <a:cxnLst/>
            <a:rect l="l" t="t" r="r" b="b"/>
            <a:pathLst>
              <a:path w="71755" h="52069">
                <a:moveTo>
                  <a:pt x="22225" y="0"/>
                </a:moveTo>
                <a:lnTo>
                  <a:pt x="10794" y="36829"/>
                </a:lnTo>
              </a:path>
              <a:path w="71755" h="52069">
                <a:moveTo>
                  <a:pt x="0" y="12064"/>
                </a:moveTo>
                <a:lnTo>
                  <a:pt x="32385" y="24129"/>
                </a:lnTo>
              </a:path>
              <a:path w="71755" h="52069">
                <a:moveTo>
                  <a:pt x="46990" y="31750"/>
                </a:moveTo>
                <a:lnTo>
                  <a:pt x="70485" y="39369"/>
                </a:lnTo>
                <a:lnTo>
                  <a:pt x="71755" y="36829"/>
                </a:lnTo>
                <a:lnTo>
                  <a:pt x="70485" y="30479"/>
                </a:lnTo>
                <a:lnTo>
                  <a:pt x="70485" y="29209"/>
                </a:lnTo>
                <a:lnTo>
                  <a:pt x="67310" y="24129"/>
                </a:lnTo>
                <a:lnTo>
                  <a:pt x="60325" y="22859"/>
                </a:lnTo>
                <a:lnTo>
                  <a:pt x="53975" y="22859"/>
                </a:lnTo>
                <a:lnTo>
                  <a:pt x="50165" y="26034"/>
                </a:lnTo>
                <a:lnTo>
                  <a:pt x="45719" y="30479"/>
                </a:lnTo>
                <a:lnTo>
                  <a:pt x="43815" y="34925"/>
                </a:lnTo>
                <a:lnTo>
                  <a:pt x="43815" y="41275"/>
                </a:lnTo>
                <a:lnTo>
                  <a:pt x="46990" y="46989"/>
                </a:lnTo>
                <a:lnTo>
                  <a:pt x="51435" y="50164"/>
                </a:lnTo>
                <a:lnTo>
                  <a:pt x="55880" y="52069"/>
                </a:lnTo>
                <a:lnTo>
                  <a:pt x="61594" y="52069"/>
                </a:lnTo>
                <a:lnTo>
                  <a:pt x="67310" y="50164"/>
                </a:lnTo>
              </a:path>
              <a:path w="71755" h="52069">
                <a:moveTo>
                  <a:pt x="68580" y="39369"/>
                </a:moveTo>
                <a:lnTo>
                  <a:pt x="70485" y="33654"/>
                </a:lnTo>
                <a:lnTo>
                  <a:pt x="70485" y="29209"/>
                </a:lnTo>
              </a:path>
              <a:path w="71755" h="52069">
                <a:moveTo>
                  <a:pt x="60325" y="22859"/>
                </a:moveTo>
                <a:lnTo>
                  <a:pt x="55880" y="24129"/>
                </a:lnTo>
                <a:lnTo>
                  <a:pt x="51435" y="26034"/>
                </a:lnTo>
                <a:lnTo>
                  <a:pt x="46990" y="31750"/>
                </a:lnTo>
                <a:lnTo>
                  <a:pt x="45719" y="34925"/>
                </a:lnTo>
                <a:lnTo>
                  <a:pt x="45719" y="42544"/>
                </a:lnTo>
                <a:lnTo>
                  <a:pt x="48894" y="46989"/>
                </a:lnTo>
                <a:lnTo>
                  <a:pt x="51435" y="50164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50" name="object 50" descr=""/>
          <p:cNvGrpSpPr/>
          <p:nvPr/>
        </p:nvGrpSpPr>
        <p:grpSpPr>
          <a:xfrm>
            <a:off x="2905125" y="3027692"/>
            <a:ext cx="396875" cy="453390"/>
            <a:chOff x="2905125" y="3027692"/>
            <a:chExt cx="396875" cy="453390"/>
          </a:xfrm>
        </p:grpSpPr>
        <p:sp>
          <p:nvSpPr>
            <p:cNvPr id="51" name="object 51" descr=""/>
            <p:cNvSpPr/>
            <p:nvPr/>
          </p:nvSpPr>
          <p:spPr>
            <a:xfrm>
              <a:off x="3301365" y="3027692"/>
              <a:ext cx="0" cy="453390"/>
            </a:xfrm>
            <a:custGeom>
              <a:avLst/>
              <a:gdLst/>
              <a:ahLst/>
              <a:cxnLst/>
              <a:rect l="l" t="t" r="r" b="b"/>
              <a:pathLst>
                <a:path w="0" h="453389">
                  <a:moveTo>
                    <a:pt x="0" y="453390"/>
                  </a:moveTo>
                  <a:lnTo>
                    <a:pt x="0" y="347345"/>
                  </a:lnTo>
                </a:path>
                <a:path w="0" h="453389">
                  <a:moveTo>
                    <a:pt x="0" y="325754"/>
                  </a:moveTo>
                  <a:lnTo>
                    <a:pt x="0" y="302895"/>
                  </a:lnTo>
                </a:path>
                <a:path w="0" h="453389">
                  <a:moveTo>
                    <a:pt x="0" y="281940"/>
                  </a:moveTo>
                  <a:lnTo>
                    <a:pt x="0" y="172085"/>
                  </a:lnTo>
                </a:path>
                <a:path w="0" h="453389">
                  <a:moveTo>
                    <a:pt x="0" y="149225"/>
                  </a:moveTo>
                  <a:lnTo>
                    <a:pt x="0" y="127635"/>
                  </a:lnTo>
                </a:path>
                <a:path w="0" h="453389">
                  <a:moveTo>
                    <a:pt x="0" y="10477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2905760" y="3139452"/>
              <a:ext cx="394970" cy="148590"/>
            </a:xfrm>
            <a:custGeom>
              <a:avLst/>
              <a:gdLst/>
              <a:ahLst/>
              <a:cxnLst/>
              <a:rect l="l" t="t" r="r" b="b"/>
              <a:pathLst>
                <a:path w="394970" h="148589">
                  <a:moveTo>
                    <a:pt x="0" y="0"/>
                  </a:moveTo>
                  <a:lnTo>
                    <a:pt x="0" y="4444"/>
                  </a:lnTo>
                  <a:lnTo>
                    <a:pt x="393700" y="148589"/>
                  </a:lnTo>
                  <a:lnTo>
                    <a:pt x="394969" y="1447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2905760" y="3139452"/>
              <a:ext cx="394970" cy="147955"/>
            </a:xfrm>
            <a:custGeom>
              <a:avLst/>
              <a:gdLst/>
              <a:ahLst/>
              <a:cxnLst/>
              <a:rect l="l" t="t" r="r" b="b"/>
              <a:pathLst>
                <a:path w="394970" h="147954">
                  <a:moveTo>
                    <a:pt x="0" y="0"/>
                  </a:moveTo>
                  <a:lnTo>
                    <a:pt x="0" y="4444"/>
                  </a:lnTo>
                  <a:lnTo>
                    <a:pt x="393700" y="147954"/>
                  </a:lnTo>
                  <a:lnTo>
                    <a:pt x="394969" y="144779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4" name="object 54" descr=""/>
          <p:cNvGrpSpPr/>
          <p:nvPr/>
        </p:nvGrpSpPr>
        <p:grpSpPr>
          <a:xfrm>
            <a:off x="3299459" y="3282962"/>
            <a:ext cx="397510" cy="150495"/>
            <a:chOff x="3299459" y="3282962"/>
            <a:chExt cx="397510" cy="150495"/>
          </a:xfrm>
        </p:grpSpPr>
        <p:sp>
          <p:nvSpPr>
            <p:cNvPr id="55" name="object 55" descr=""/>
            <p:cNvSpPr/>
            <p:nvPr/>
          </p:nvSpPr>
          <p:spPr>
            <a:xfrm>
              <a:off x="3474084" y="3290582"/>
              <a:ext cx="72390" cy="40640"/>
            </a:xfrm>
            <a:custGeom>
              <a:avLst/>
              <a:gdLst/>
              <a:ahLst/>
              <a:cxnLst/>
              <a:rect l="l" t="t" r="r" b="b"/>
              <a:pathLst>
                <a:path w="72389" h="40639">
                  <a:moveTo>
                    <a:pt x="0" y="0"/>
                  </a:moveTo>
                  <a:lnTo>
                    <a:pt x="34925" y="12064"/>
                  </a:lnTo>
                </a:path>
                <a:path w="72389" h="40639">
                  <a:moveTo>
                    <a:pt x="49529" y="19684"/>
                  </a:moveTo>
                  <a:lnTo>
                    <a:pt x="72389" y="27304"/>
                  </a:lnTo>
                  <a:lnTo>
                    <a:pt x="72389" y="19684"/>
                  </a:lnTo>
                  <a:lnTo>
                    <a:pt x="71119" y="16509"/>
                  </a:lnTo>
                  <a:lnTo>
                    <a:pt x="67944" y="13334"/>
                  </a:lnTo>
                  <a:lnTo>
                    <a:pt x="62229" y="10159"/>
                  </a:lnTo>
                  <a:lnTo>
                    <a:pt x="56514" y="10159"/>
                  </a:lnTo>
                  <a:lnTo>
                    <a:pt x="50800" y="13334"/>
                  </a:lnTo>
                  <a:lnTo>
                    <a:pt x="48260" y="17779"/>
                  </a:lnTo>
                  <a:lnTo>
                    <a:pt x="46354" y="22859"/>
                  </a:lnTo>
                  <a:lnTo>
                    <a:pt x="46354" y="28575"/>
                  </a:lnTo>
                  <a:lnTo>
                    <a:pt x="48260" y="34925"/>
                  </a:lnTo>
                  <a:lnTo>
                    <a:pt x="53339" y="39370"/>
                  </a:lnTo>
                  <a:lnTo>
                    <a:pt x="56514" y="39370"/>
                  </a:lnTo>
                  <a:lnTo>
                    <a:pt x="63500" y="40639"/>
                  </a:lnTo>
                  <a:lnTo>
                    <a:pt x="67944" y="38100"/>
                  </a:lnTo>
                </a:path>
                <a:path w="72389" h="40639">
                  <a:moveTo>
                    <a:pt x="69850" y="27304"/>
                  </a:moveTo>
                  <a:lnTo>
                    <a:pt x="72389" y="20954"/>
                  </a:lnTo>
                  <a:lnTo>
                    <a:pt x="71119" y="16509"/>
                  </a:lnTo>
                </a:path>
                <a:path w="72389" h="40639">
                  <a:moveTo>
                    <a:pt x="62229" y="10159"/>
                  </a:moveTo>
                  <a:lnTo>
                    <a:pt x="57785" y="12064"/>
                  </a:lnTo>
                  <a:lnTo>
                    <a:pt x="53339" y="13334"/>
                  </a:lnTo>
                  <a:lnTo>
                    <a:pt x="49529" y="19684"/>
                  </a:lnTo>
                  <a:lnTo>
                    <a:pt x="48260" y="24129"/>
                  </a:lnTo>
                  <a:lnTo>
                    <a:pt x="48260" y="30479"/>
                  </a:lnTo>
                  <a:lnTo>
                    <a:pt x="50800" y="34925"/>
                  </a:lnTo>
                  <a:lnTo>
                    <a:pt x="53339" y="3937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3300094" y="3285502"/>
              <a:ext cx="396240" cy="147955"/>
            </a:xfrm>
            <a:custGeom>
              <a:avLst/>
              <a:gdLst/>
              <a:ahLst/>
              <a:cxnLst/>
              <a:rect l="l" t="t" r="r" b="b"/>
              <a:pathLst>
                <a:path w="396239" h="147954">
                  <a:moveTo>
                    <a:pt x="634" y="0"/>
                  </a:moveTo>
                  <a:lnTo>
                    <a:pt x="0" y="3175"/>
                  </a:lnTo>
                  <a:lnTo>
                    <a:pt x="394969" y="147954"/>
                  </a:lnTo>
                  <a:lnTo>
                    <a:pt x="396239" y="143509"/>
                  </a:lnTo>
                  <a:lnTo>
                    <a:pt x="63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3300094" y="3283597"/>
              <a:ext cx="396240" cy="147955"/>
            </a:xfrm>
            <a:custGeom>
              <a:avLst/>
              <a:gdLst/>
              <a:ahLst/>
              <a:cxnLst/>
              <a:rect l="l" t="t" r="r" b="b"/>
              <a:pathLst>
                <a:path w="396239" h="147954">
                  <a:moveTo>
                    <a:pt x="1269" y="0"/>
                  </a:moveTo>
                  <a:lnTo>
                    <a:pt x="0" y="3175"/>
                  </a:lnTo>
                  <a:lnTo>
                    <a:pt x="394969" y="147955"/>
                  </a:lnTo>
                  <a:lnTo>
                    <a:pt x="396239" y="143510"/>
                  </a:lnTo>
                  <a:lnTo>
                    <a:pt x="1269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8" name="object 58" descr=""/>
          <p:cNvSpPr/>
          <p:nvPr/>
        </p:nvSpPr>
        <p:spPr>
          <a:xfrm>
            <a:off x="2682875" y="3284867"/>
            <a:ext cx="474980" cy="0"/>
          </a:xfrm>
          <a:custGeom>
            <a:avLst/>
            <a:gdLst/>
            <a:ahLst/>
            <a:cxnLst/>
            <a:rect l="l" t="t" r="r" b="b"/>
            <a:pathLst>
              <a:path w="474980" h="0">
                <a:moveTo>
                  <a:pt x="474980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object 59" descr=""/>
          <p:cNvSpPr/>
          <p:nvPr/>
        </p:nvSpPr>
        <p:spPr>
          <a:xfrm>
            <a:off x="2682875" y="3141992"/>
            <a:ext cx="144780" cy="0"/>
          </a:xfrm>
          <a:custGeom>
            <a:avLst/>
            <a:gdLst/>
            <a:ahLst/>
            <a:cxnLst/>
            <a:rect l="l" t="t" r="r" b="b"/>
            <a:pathLst>
              <a:path w="144780" h="0">
                <a:moveTo>
                  <a:pt x="144780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 descr=""/>
          <p:cNvSpPr/>
          <p:nvPr/>
        </p:nvSpPr>
        <p:spPr>
          <a:xfrm>
            <a:off x="2756535" y="3338207"/>
            <a:ext cx="0" cy="52069"/>
          </a:xfrm>
          <a:custGeom>
            <a:avLst/>
            <a:gdLst/>
            <a:ahLst/>
            <a:cxnLst/>
            <a:rect l="l" t="t" r="r" b="b"/>
            <a:pathLst>
              <a:path w="0" h="52070">
                <a:moveTo>
                  <a:pt x="0" y="0"/>
                </a:moveTo>
                <a:lnTo>
                  <a:pt x="0" y="5207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object 61" descr=""/>
          <p:cNvSpPr/>
          <p:nvPr/>
        </p:nvSpPr>
        <p:spPr>
          <a:xfrm>
            <a:off x="2756535" y="3035312"/>
            <a:ext cx="0" cy="53340"/>
          </a:xfrm>
          <a:custGeom>
            <a:avLst/>
            <a:gdLst/>
            <a:ahLst/>
            <a:cxnLst/>
            <a:rect l="l" t="t" r="r" b="b"/>
            <a:pathLst>
              <a:path w="0" h="53339">
                <a:moveTo>
                  <a:pt x="0" y="5334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62" name="object 62" descr=""/>
          <p:cNvGrpSpPr/>
          <p:nvPr/>
        </p:nvGrpSpPr>
        <p:grpSpPr>
          <a:xfrm>
            <a:off x="2747010" y="3286137"/>
            <a:ext cx="19050" cy="54610"/>
            <a:chOff x="2747010" y="3286137"/>
            <a:chExt cx="19050" cy="54610"/>
          </a:xfrm>
        </p:grpSpPr>
        <p:sp>
          <p:nvSpPr>
            <p:cNvPr id="63" name="object 63" descr=""/>
            <p:cNvSpPr/>
            <p:nvPr/>
          </p:nvSpPr>
          <p:spPr>
            <a:xfrm>
              <a:off x="2747645" y="3286772"/>
              <a:ext cx="17780" cy="53340"/>
            </a:xfrm>
            <a:custGeom>
              <a:avLst/>
              <a:gdLst/>
              <a:ahLst/>
              <a:cxnLst/>
              <a:rect l="l" t="t" r="r" b="b"/>
              <a:pathLst>
                <a:path w="17780" h="53339">
                  <a:moveTo>
                    <a:pt x="8255" y="0"/>
                  </a:moveTo>
                  <a:lnTo>
                    <a:pt x="0" y="53340"/>
                  </a:lnTo>
                  <a:lnTo>
                    <a:pt x="17780" y="53340"/>
                  </a:lnTo>
                  <a:lnTo>
                    <a:pt x="825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 descr=""/>
            <p:cNvSpPr/>
            <p:nvPr/>
          </p:nvSpPr>
          <p:spPr>
            <a:xfrm>
              <a:off x="2747645" y="3286772"/>
              <a:ext cx="17780" cy="53340"/>
            </a:xfrm>
            <a:custGeom>
              <a:avLst/>
              <a:gdLst/>
              <a:ahLst/>
              <a:cxnLst/>
              <a:rect l="l" t="t" r="r" b="b"/>
              <a:pathLst>
                <a:path w="17780" h="53339">
                  <a:moveTo>
                    <a:pt x="0" y="53340"/>
                  </a:moveTo>
                  <a:lnTo>
                    <a:pt x="17780" y="53340"/>
                  </a:lnTo>
                  <a:lnTo>
                    <a:pt x="8255" y="0"/>
                  </a:lnTo>
                  <a:lnTo>
                    <a:pt x="0" y="5334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5" name="object 65" descr=""/>
          <p:cNvGrpSpPr/>
          <p:nvPr/>
        </p:nvGrpSpPr>
        <p:grpSpPr>
          <a:xfrm>
            <a:off x="2747645" y="3088652"/>
            <a:ext cx="18415" cy="54610"/>
            <a:chOff x="2747645" y="3088652"/>
            <a:chExt cx="18415" cy="54610"/>
          </a:xfrm>
        </p:grpSpPr>
        <p:sp>
          <p:nvSpPr>
            <p:cNvPr id="66" name="object 66" descr=""/>
            <p:cNvSpPr/>
            <p:nvPr/>
          </p:nvSpPr>
          <p:spPr>
            <a:xfrm>
              <a:off x="2747645" y="3088652"/>
              <a:ext cx="17780" cy="53340"/>
            </a:xfrm>
            <a:custGeom>
              <a:avLst/>
              <a:gdLst/>
              <a:ahLst/>
              <a:cxnLst/>
              <a:rect l="l" t="t" r="r" b="b"/>
              <a:pathLst>
                <a:path w="17780" h="53339">
                  <a:moveTo>
                    <a:pt x="17780" y="0"/>
                  </a:moveTo>
                  <a:lnTo>
                    <a:pt x="0" y="0"/>
                  </a:lnTo>
                  <a:lnTo>
                    <a:pt x="8255" y="53339"/>
                  </a:lnTo>
                  <a:lnTo>
                    <a:pt x="177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 descr=""/>
            <p:cNvSpPr/>
            <p:nvPr/>
          </p:nvSpPr>
          <p:spPr>
            <a:xfrm>
              <a:off x="2748280" y="3089287"/>
              <a:ext cx="17145" cy="53340"/>
            </a:xfrm>
            <a:custGeom>
              <a:avLst/>
              <a:gdLst/>
              <a:ahLst/>
              <a:cxnLst/>
              <a:rect l="l" t="t" r="r" b="b"/>
              <a:pathLst>
                <a:path w="17144" h="53339">
                  <a:moveTo>
                    <a:pt x="0" y="0"/>
                  </a:moveTo>
                  <a:lnTo>
                    <a:pt x="17144" y="0"/>
                  </a:lnTo>
                  <a:lnTo>
                    <a:pt x="8255" y="5334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8" name="object 68" descr=""/>
          <p:cNvSpPr/>
          <p:nvPr/>
        </p:nvSpPr>
        <p:spPr>
          <a:xfrm>
            <a:off x="2661920" y="3206762"/>
            <a:ext cx="26034" cy="28575"/>
          </a:xfrm>
          <a:custGeom>
            <a:avLst/>
            <a:gdLst/>
            <a:ahLst/>
            <a:cxnLst/>
            <a:rect l="l" t="t" r="r" b="b"/>
            <a:pathLst>
              <a:path w="26035" h="28575">
                <a:moveTo>
                  <a:pt x="3175" y="12065"/>
                </a:moveTo>
                <a:lnTo>
                  <a:pt x="26035" y="12065"/>
                </a:lnTo>
                <a:lnTo>
                  <a:pt x="26035" y="7620"/>
                </a:lnTo>
                <a:lnTo>
                  <a:pt x="24765" y="4445"/>
                </a:lnTo>
                <a:lnTo>
                  <a:pt x="21590" y="1270"/>
                </a:lnTo>
                <a:lnTo>
                  <a:pt x="19050" y="0"/>
                </a:lnTo>
                <a:lnTo>
                  <a:pt x="11430" y="0"/>
                </a:lnTo>
                <a:lnTo>
                  <a:pt x="6350" y="1270"/>
                </a:lnTo>
                <a:lnTo>
                  <a:pt x="3175" y="5715"/>
                </a:lnTo>
                <a:lnTo>
                  <a:pt x="0" y="12065"/>
                </a:lnTo>
                <a:lnTo>
                  <a:pt x="0" y="16509"/>
                </a:lnTo>
                <a:lnTo>
                  <a:pt x="3175" y="22859"/>
                </a:lnTo>
                <a:lnTo>
                  <a:pt x="6350" y="27304"/>
                </a:lnTo>
                <a:lnTo>
                  <a:pt x="11430" y="28575"/>
                </a:lnTo>
                <a:lnTo>
                  <a:pt x="15875" y="28575"/>
                </a:lnTo>
                <a:lnTo>
                  <a:pt x="21590" y="27304"/>
                </a:lnTo>
                <a:lnTo>
                  <a:pt x="26035" y="22859"/>
                </a:lnTo>
              </a:path>
              <a:path w="26035" h="28575">
                <a:moveTo>
                  <a:pt x="24765" y="12065"/>
                </a:moveTo>
                <a:lnTo>
                  <a:pt x="24765" y="5715"/>
                </a:lnTo>
                <a:lnTo>
                  <a:pt x="21590" y="1270"/>
                </a:lnTo>
              </a:path>
              <a:path w="26035" h="28575">
                <a:moveTo>
                  <a:pt x="11430" y="0"/>
                </a:moveTo>
                <a:lnTo>
                  <a:pt x="8890" y="1270"/>
                </a:lnTo>
                <a:lnTo>
                  <a:pt x="4444" y="5715"/>
                </a:lnTo>
                <a:lnTo>
                  <a:pt x="3175" y="12065"/>
                </a:lnTo>
                <a:lnTo>
                  <a:pt x="3175" y="16509"/>
                </a:lnTo>
                <a:lnTo>
                  <a:pt x="4444" y="22859"/>
                </a:lnTo>
                <a:lnTo>
                  <a:pt x="8890" y="27304"/>
                </a:lnTo>
                <a:lnTo>
                  <a:pt x="11430" y="28575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9" name="object 69" descr=""/>
          <p:cNvSpPr/>
          <p:nvPr/>
        </p:nvSpPr>
        <p:spPr>
          <a:xfrm>
            <a:off x="2740025" y="3206762"/>
            <a:ext cx="31115" cy="28575"/>
          </a:xfrm>
          <a:custGeom>
            <a:avLst/>
            <a:gdLst/>
            <a:ahLst/>
            <a:cxnLst/>
            <a:rect l="l" t="t" r="r" b="b"/>
            <a:pathLst>
              <a:path w="31114" h="28575">
                <a:moveTo>
                  <a:pt x="3810" y="0"/>
                </a:moveTo>
                <a:lnTo>
                  <a:pt x="25400" y="28575"/>
                </a:lnTo>
              </a:path>
              <a:path w="31114" h="28575">
                <a:moveTo>
                  <a:pt x="5080" y="0"/>
                </a:moveTo>
                <a:lnTo>
                  <a:pt x="26669" y="28575"/>
                </a:lnTo>
              </a:path>
              <a:path w="31114" h="28575">
                <a:moveTo>
                  <a:pt x="26669" y="0"/>
                </a:moveTo>
                <a:lnTo>
                  <a:pt x="3810" y="28575"/>
                </a:lnTo>
              </a:path>
              <a:path w="31114" h="28575">
                <a:moveTo>
                  <a:pt x="0" y="0"/>
                </a:moveTo>
                <a:lnTo>
                  <a:pt x="11430" y="0"/>
                </a:lnTo>
              </a:path>
              <a:path w="31114" h="28575">
                <a:moveTo>
                  <a:pt x="19685" y="0"/>
                </a:moveTo>
                <a:lnTo>
                  <a:pt x="31114" y="0"/>
                </a:lnTo>
              </a:path>
              <a:path w="31114" h="28575">
                <a:moveTo>
                  <a:pt x="0" y="28575"/>
                </a:moveTo>
                <a:lnTo>
                  <a:pt x="11430" y="28575"/>
                </a:lnTo>
              </a:path>
              <a:path w="31114" h="28575">
                <a:moveTo>
                  <a:pt x="19685" y="28575"/>
                </a:moveTo>
                <a:lnTo>
                  <a:pt x="31114" y="28575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0" name="object 70" descr=""/>
          <p:cNvSpPr/>
          <p:nvPr/>
        </p:nvSpPr>
        <p:spPr>
          <a:xfrm>
            <a:off x="2823210" y="3206762"/>
            <a:ext cx="28575" cy="28575"/>
          </a:xfrm>
          <a:custGeom>
            <a:avLst/>
            <a:gdLst/>
            <a:ahLst/>
            <a:cxnLst/>
            <a:rect l="l" t="t" r="r" b="b"/>
            <a:pathLst>
              <a:path w="28575" h="28575">
                <a:moveTo>
                  <a:pt x="3175" y="4445"/>
                </a:moveTo>
                <a:lnTo>
                  <a:pt x="3175" y="5715"/>
                </a:lnTo>
                <a:lnTo>
                  <a:pt x="1269" y="5715"/>
                </a:lnTo>
                <a:lnTo>
                  <a:pt x="1269" y="4445"/>
                </a:lnTo>
                <a:lnTo>
                  <a:pt x="3175" y="1270"/>
                </a:lnTo>
                <a:lnTo>
                  <a:pt x="6984" y="0"/>
                </a:lnTo>
                <a:lnTo>
                  <a:pt x="15239" y="0"/>
                </a:lnTo>
                <a:lnTo>
                  <a:pt x="18414" y="1270"/>
                </a:lnTo>
                <a:lnTo>
                  <a:pt x="21589" y="4445"/>
                </a:lnTo>
                <a:lnTo>
                  <a:pt x="22859" y="7620"/>
                </a:lnTo>
                <a:lnTo>
                  <a:pt x="22859" y="22859"/>
                </a:lnTo>
                <a:lnTo>
                  <a:pt x="25400" y="27304"/>
                </a:lnTo>
                <a:lnTo>
                  <a:pt x="26669" y="28575"/>
                </a:lnTo>
              </a:path>
              <a:path w="28575" h="28575">
                <a:moveTo>
                  <a:pt x="21589" y="4445"/>
                </a:moveTo>
                <a:lnTo>
                  <a:pt x="21589" y="22859"/>
                </a:lnTo>
                <a:lnTo>
                  <a:pt x="22859" y="27304"/>
                </a:lnTo>
                <a:lnTo>
                  <a:pt x="26669" y="28575"/>
                </a:lnTo>
                <a:lnTo>
                  <a:pt x="28575" y="28575"/>
                </a:lnTo>
              </a:path>
              <a:path w="28575" h="28575">
                <a:moveTo>
                  <a:pt x="21589" y="7620"/>
                </a:moveTo>
                <a:lnTo>
                  <a:pt x="18414" y="10159"/>
                </a:lnTo>
                <a:lnTo>
                  <a:pt x="6984" y="12065"/>
                </a:lnTo>
                <a:lnTo>
                  <a:pt x="1269" y="15240"/>
                </a:lnTo>
                <a:lnTo>
                  <a:pt x="0" y="17779"/>
                </a:lnTo>
                <a:lnTo>
                  <a:pt x="0" y="22859"/>
                </a:lnTo>
                <a:lnTo>
                  <a:pt x="1269" y="27304"/>
                </a:lnTo>
                <a:lnTo>
                  <a:pt x="6984" y="28575"/>
                </a:lnTo>
                <a:lnTo>
                  <a:pt x="12700" y="28575"/>
                </a:lnTo>
                <a:lnTo>
                  <a:pt x="17144" y="27304"/>
                </a:lnTo>
                <a:lnTo>
                  <a:pt x="21589" y="22859"/>
                </a:lnTo>
              </a:path>
              <a:path w="28575" h="28575">
                <a:moveTo>
                  <a:pt x="6984" y="12065"/>
                </a:moveTo>
                <a:lnTo>
                  <a:pt x="3175" y="15240"/>
                </a:lnTo>
                <a:lnTo>
                  <a:pt x="1269" y="17779"/>
                </a:lnTo>
                <a:lnTo>
                  <a:pt x="1269" y="22859"/>
                </a:lnTo>
                <a:lnTo>
                  <a:pt x="3175" y="27304"/>
                </a:lnTo>
                <a:lnTo>
                  <a:pt x="6984" y="28575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1" name="object 71" descr=""/>
          <p:cNvSpPr/>
          <p:nvPr/>
        </p:nvSpPr>
        <p:spPr>
          <a:xfrm>
            <a:off x="2004695" y="2772422"/>
            <a:ext cx="31115" cy="39370"/>
          </a:xfrm>
          <a:custGeom>
            <a:avLst/>
            <a:gdLst/>
            <a:ahLst/>
            <a:cxnLst/>
            <a:rect l="l" t="t" r="r" b="b"/>
            <a:pathLst>
              <a:path w="31114" h="39369">
                <a:moveTo>
                  <a:pt x="2540" y="39370"/>
                </a:moveTo>
                <a:lnTo>
                  <a:pt x="15240" y="0"/>
                </a:lnTo>
                <a:lnTo>
                  <a:pt x="26669" y="39370"/>
                </a:lnTo>
              </a:path>
              <a:path w="31114" h="39369">
                <a:moveTo>
                  <a:pt x="15240" y="5715"/>
                </a:moveTo>
                <a:lnTo>
                  <a:pt x="25400" y="39370"/>
                </a:lnTo>
              </a:path>
              <a:path w="31114" h="39369">
                <a:moveTo>
                  <a:pt x="6985" y="27305"/>
                </a:moveTo>
                <a:lnTo>
                  <a:pt x="22225" y="27305"/>
                </a:lnTo>
              </a:path>
              <a:path w="31114" h="39369">
                <a:moveTo>
                  <a:pt x="0" y="39370"/>
                </a:moveTo>
                <a:lnTo>
                  <a:pt x="10160" y="39370"/>
                </a:lnTo>
              </a:path>
              <a:path w="31114" h="39369">
                <a:moveTo>
                  <a:pt x="20955" y="39370"/>
                </a:moveTo>
                <a:lnTo>
                  <a:pt x="31115" y="3937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2" name="object 72" descr=""/>
          <p:cNvSpPr/>
          <p:nvPr/>
        </p:nvSpPr>
        <p:spPr>
          <a:xfrm>
            <a:off x="3216275" y="2772422"/>
            <a:ext cx="30480" cy="39370"/>
          </a:xfrm>
          <a:custGeom>
            <a:avLst/>
            <a:gdLst/>
            <a:ahLst/>
            <a:cxnLst/>
            <a:rect l="l" t="t" r="r" b="b"/>
            <a:pathLst>
              <a:path w="30480" h="39369">
                <a:moveTo>
                  <a:pt x="6350" y="0"/>
                </a:moveTo>
                <a:lnTo>
                  <a:pt x="6350" y="39370"/>
                </a:lnTo>
              </a:path>
              <a:path w="30480" h="39369">
                <a:moveTo>
                  <a:pt x="6985" y="0"/>
                </a:moveTo>
                <a:lnTo>
                  <a:pt x="6985" y="39370"/>
                </a:lnTo>
              </a:path>
              <a:path w="30480" h="39369">
                <a:moveTo>
                  <a:pt x="0" y="0"/>
                </a:moveTo>
                <a:lnTo>
                  <a:pt x="21589" y="0"/>
                </a:lnTo>
                <a:lnTo>
                  <a:pt x="27305" y="1270"/>
                </a:lnTo>
                <a:lnTo>
                  <a:pt x="28575" y="2540"/>
                </a:lnTo>
                <a:lnTo>
                  <a:pt x="30480" y="7620"/>
                </a:lnTo>
                <a:lnTo>
                  <a:pt x="30480" y="10160"/>
                </a:lnTo>
                <a:lnTo>
                  <a:pt x="28575" y="15240"/>
                </a:lnTo>
                <a:lnTo>
                  <a:pt x="27305" y="16510"/>
                </a:lnTo>
                <a:lnTo>
                  <a:pt x="21589" y="17780"/>
                </a:lnTo>
              </a:path>
              <a:path w="30480" h="39369">
                <a:moveTo>
                  <a:pt x="21589" y="0"/>
                </a:moveTo>
                <a:lnTo>
                  <a:pt x="26669" y="1270"/>
                </a:lnTo>
                <a:lnTo>
                  <a:pt x="27305" y="2540"/>
                </a:lnTo>
                <a:lnTo>
                  <a:pt x="28575" y="7620"/>
                </a:lnTo>
                <a:lnTo>
                  <a:pt x="28575" y="10160"/>
                </a:lnTo>
                <a:lnTo>
                  <a:pt x="27305" y="15240"/>
                </a:lnTo>
                <a:lnTo>
                  <a:pt x="26669" y="16510"/>
                </a:lnTo>
                <a:lnTo>
                  <a:pt x="21589" y="17780"/>
                </a:lnTo>
                <a:lnTo>
                  <a:pt x="6985" y="17780"/>
                </a:lnTo>
              </a:path>
              <a:path w="30480" h="39369">
                <a:moveTo>
                  <a:pt x="21589" y="17780"/>
                </a:moveTo>
                <a:lnTo>
                  <a:pt x="27305" y="20955"/>
                </a:lnTo>
                <a:lnTo>
                  <a:pt x="28575" y="22860"/>
                </a:lnTo>
                <a:lnTo>
                  <a:pt x="30480" y="25400"/>
                </a:lnTo>
                <a:lnTo>
                  <a:pt x="30480" y="31750"/>
                </a:lnTo>
                <a:lnTo>
                  <a:pt x="28575" y="34925"/>
                </a:lnTo>
                <a:lnTo>
                  <a:pt x="27305" y="38100"/>
                </a:lnTo>
                <a:lnTo>
                  <a:pt x="21589" y="39370"/>
                </a:lnTo>
                <a:lnTo>
                  <a:pt x="0" y="39370"/>
                </a:lnTo>
              </a:path>
              <a:path w="30480" h="39369">
                <a:moveTo>
                  <a:pt x="21589" y="17780"/>
                </a:moveTo>
                <a:lnTo>
                  <a:pt x="26669" y="20955"/>
                </a:lnTo>
                <a:lnTo>
                  <a:pt x="27305" y="22860"/>
                </a:lnTo>
                <a:lnTo>
                  <a:pt x="28575" y="25400"/>
                </a:lnTo>
                <a:lnTo>
                  <a:pt x="28575" y="31750"/>
                </a:lnTo>
                <a:lnTo>
                  <a:pt x="27305" y="34925"/>
                </a:lnTo>
                <a:lnTo>
                  <a:pt x="26669" y="38100"/>
                </a:lnTo>
                <a:lnTo>
                  <a:pt x="21589" y="3937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3" name="object 73" descr=""/>
          <p:cNvSpPr/>
          <p:nvPr/>
        </p:nvSpPr>
        <p:spPr>
          <a:xfrm>
            <a:off x="3294379" y="2772422"/>
            <a:ext cx="104775" cy="53340"/>
          </a:xfrm>
          <a:custGeom>
            <a:avLst/>
            <a:gdLst/>
            <a:ahLst/>
            <a:cxnLst/>
            <a:rect l="l" t="t" r="r" b="b"/>
            <a:pathLst>
              <a:path w="104775" h="53339">
                <a:moveTo>
                  <a:pt x="2540" y="13335"/>
                </a:moveTo>
                <a:lnTo>
                  <a:pt x="12700" y="39370"/>
                </a:lnTo>
              </a:path>
              <a:path w="104775" h="53339">
                <a:moveTo>
                  <a:pt x="3810" y="13335"/>
                </a:moveTo>
                <a:lnTo>
                  <a:pt x="12700" y="34925"/>
                </a:lnTo>
              </a:path>
              <a:path w="104775" h="53339">
                <a:moveTo>
                  <a:pt x="24130" y="13335"/>
                </a:moveTo>
                <a:lnTo>
                  <a:pt x="12700" y="39370"/>
                </a:lnTo>
                <a:lnTo>
                  <a:pt x="10160" y="46990"/>
                </a:lnTo>
                <a:lnTo>
                  <a:pt x="6985" y="50165"/>
                </a:lnTo>
                <a:lnTo>
                  <a:pt x="2540" y="53340"/>
                </a:lnTo>
                <a:lnTo>
                  <a:pt x="1270" y="53340"/>
                </a:lnTo>
                <a:lnTo>
                  <a:pt x="0" y="50165"/>
                </a:lnTo>
                <a:lnTo>
                  <a:pt x="1270" y="48260"/>
                </a:lnTo>
                <a:lnTo>
                  <a:pt x="2540" y="50165"/>
                </a:lnTo>
              </a:path>
              <a:path w="104775" h="53339">
                <a:moveTo>
                  <a:pt x="0" y="13335"/>
                </a:moveTo>
                <a:lnTo>
                  <a:pt x="10160" y="13335"/>
                </a:lnTo>
              </a:path>
              <a:path w="104775" h="53339">
                <a:moveTo>
                  <a:pt x="17145" y="13335"/>
                </a:moveTo>
                <a:lnTo>
                  <a:pt x="27305" y="13335"/>
                </a:lnTo>
              </a:path>
              <a:path w="104775" h="53339">
                <a:moveTo>
                  <a:pt x="97155" y="5715"/>
                </a:moveTo>
                <a:lnTo>
                  <a:pt x="99060" y="10160"/>
                </a:lnTo>
                <a:lnTo>
                  <a:pt x="99060" y="0"/>
                </a:lnTo>
                <a:lnTo>
                  <a:pt x="97155" y="5715"/>
                </a:lnTo>
                <a:lnTo>
                  <a:pt x="93345" y="1270"/>
                </a:lnTo>
                <a:lnTo>
                  <a:pt x="88900" y="0"/>
                </a:lnTo>
                <a:lnTo>
                  <a:pt x="84455" y="0"/>
                </a:lnTo>
                <a:lnTo>
                  <a:pt x="78740" y="1270"/>
                </a:lnTo>
                <a:lnTo>
                  <a:pt x="75565" y="5715"/>
                </a:lnTo>
                <a:lnTo>
                  <a:pt x="74295" y="8890"/>
                </a:lnTo>
                <a:lnTo>
                  <a:pt x="71755" y="15240"/>
                </a:lnTo>
                <a:lnTo>
                  <a:pt x="71755" y="24130"/>
                </a:lnTo>
                <a:lnTo>
                  <a:pt x="74295" y="30480"/>
                </a:lnTo>
                <a:lnTo>
                  <a:pt x="75565" y="33020"/>
                </a:lnTo>
                <a:lnTo>
                  <a:pt x="78740" y="38100"/>
                </a:lnTo>
                <a:lnTo>
                  <a:pt x="84455" y="39370"/>
                </a:lnTo>
                <a:lnTo>
                  <a:pt x="88900" y="39370"/>
                </a:lnTo>
                <a:lnTo>
                  <a:pt x="93345" y="38100"/>
                </a:lnTo>
                <a:lnTo>
                  <a:pt x="97155" y="33020"/>
                </a:lnTo>
              </a:path>
              <a:path w="104775" h="53339">
                <a:moveTo>
                  <a:pt x="84455" y="0"/>
                </a:moveTo>
                <a:lnTo>
                  <a:pt x="81915" y="1270"/>
                </a:lnTo>
                <a:lnTo>
                  <a:pt x="77470" y="5715"/>
                </a:lnTo>
                <a:lnTo>
                  <a:pt x="75565" y="8890"/>
                </a:lnTo>
                <a:lnTo>
                  <a:pt x="74295" y="15240"/>
                </a:lnTo>
                <a:lnTo>
                  <a:pt x="74295" y="24130"/>
                </a:lnTo>
                <a:lnTo>
                  <a:pt x="75565" y="30480"/>
                </a:lnTo>
                <a:lnTo>
                  <a:pt x="77470" y="33020"/>
                </a:lnTo>
                <a:lnTo>
                  <a:pt x="81915" y="38100"/>
                </a:lnTo>
                <a:lnTo>
                  <a:pt x="84455" y="39370"/>
                </a:lnTo>
              </a:path>
              <a:path w="104775" h="53339">
                <a:moveTo>
                  <a:pt x="97155" y="24130"/>
                </a:moveTo>
                <a:lnTo>
                  <a:pt x="97155" y="39370"/>
                </a:lnTo>
              </a:path>
              <a:path w="104775" h="53339">
                <a:moveTo>
                  <a:pt x="99060" y="24130"/>
                </a:moveTo>
                <a:lnTo>
                  <a:pt x="99060" y="39370"/>
                </a:lnTo>
              </a:path>
              <a:path w="104775" h="53339">
                <a:moveTo>
                  <a:pt x="92075" y="24130"/>
                </a:moveTo>
                <a:lnTo>
                  <a:pt x="104775" y="2413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4" name="object 74" descr=""/>
          <p:cNvSpPr/>
          <p:nvPr/>
        </p:nvSpPr>
        <p:spPr>
          <a:xfrm>
            <a:off x="3219450" y="3557282"/>
            <a:ext cx="30480" cy="39370"/>
          </a:xfrm>
          <a:custGeom>
            <a:avLst/>
            <a:gdLst/>
            <a:ahLst/>
            <a:cxnLst/>
            <a:rect l="l" t="t" r="r" b="b"/>
            <a:pathLst>
              <a:path w="30480" h="39370">
                <a:moveTo>
                  <a:pt x="5714" y="0"/>
                </a:moveTo>
                <a:lnTo>
                  <a:pt x="5714" y="39370"/>
                </a:lnTo>
              </a:path>
              <a:path w="30480" h="39370">
                <a:moveTo>
                  <a:pt x="6985" y="0"/>
                </a:moveTo>
                <a:lnTo>
                  <a:pt x="6985" y="39370"/>
                </a:lnTo>
              </a:path>
              <a:path w="30480" h="39370">
                <a:moveTo>
                  <a:pt x="0" y="0"/>
                </a:moveTo>
                <a:lnTo>
                  <a:pt x="17144" y="0"/>
                </a:lnTo>
                <a:lnTo>
                  <a:pt x="23494" y="1270"/>
                </a:lnTo>
                <a:lnTo>
                  <a:pt x="27305" y="5714"/>
                </a:lnTo>
                <a:lnTo>
                  <a:pt x="28575" y="8889"/>
                </a:lnTo>
                <a:lnTo>
                  <a:pt x="30480" y="15239"/>
                </a:lnTo>
                <a:lnTo>
                  <a:pt x="30480" y="24129"/>
                </a:lnTo>
                <a:lnTo>
                  <a:pt x="28575" y="30479"/>
                </a:lnTo>
                <a:lnTo>
                  <a:pt x="27305" y="33020"/>
                </a:lnTo>
                <a:lnTo>
                  <a:pt x="23494" y="38100"/>
                </a:lnTo>
                <a:lnTo>
                  <a:pt x="17144" y="39370"/>
                </a:lnTo>
                <a:lnTo>
                  <a:pt x="0" y="39370"/>
                </a:lnTo>
              </a:path>
              <a:path w="30480" h="39370">
                <a:moveTo>
                  <a:pt x="17144" y="0"/>
                </a:moveTo>
                <a:lnTo>
                  <a:pt x="21589" y="1270"/>
                </a:lnTo>
                <a:lnTo>
                  <a:pt x="24130" y="5714"/>
                </a:lnTo>
                <a:lnTo>
                  <a:pt x="27305" y="8889"/>
                </a:lnTo>
                <a:lnTo>
                  <a:pt x="28575" y="15239"/>
                </a:lnTo>
                <a:lnTo>
                  <a:pt x="28575" y="24129"/>
                </a:lnTo>
                <a:lnTo>
                  <a:pt x="27305" y="30479"/>
                </a:lnTo>
                <a:lnTo>
                  <a:pt x="24130" y="33020"/>
                </a:lnTo>
                <a:lnTo>
                  <a:pt x="21589" y="38100"/>
                </a:lnTo>
                <a:lnTo>
                  <a:pt x="17144" y="3937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5" name="object 75" descr=""/>
          <p:cNvSpPr/>
          <p:nvPr/>
        </p:nvSpPr>
        <p:spPr>
          <a:xfrm>
            <a:off x="3295650" y="3569348"/>
            <a:ext cx="28575" cy="41910"/>
          </a:xfrm>
          <a:custGeom>
            <a:avLst/>
            <a:gdLst/>
            <a:ahLst/>
            <a:cxnLst/>
            <a:rect l="l" t="t" r="r" b="b"/>
            <a:pathLst>
              <a:path w="28575" h="41910">
                <a:moveTo>
                  <a:pt x="4445" y="0"/>
                </a:moveTo>
                <a:lnTo>
                  <a:pt x="13970" y="27305"/>
                </a:lnTo>
              </a:path>
              <a:path w="28575" h="41910">
                <a:moveTo>
                  <a:pt x="5714" y="0"/>
                </a:moveTo>
                <a:lnTo>
                  <a:pt x="13970" y="22860"/>
                </a:lnTo>
              </a:path>
              <a:path w="28575" h="41910">
                <a:moveTo>
                  <a:pt x="26035" y="0"/>
                </a:moveTo>
                <a:lnTo>
                  <a:pt x="13970" y="27305"/>
                </a:lnTo>
                <a:lnTo>
                  <a:pt x="11429" y="34925"/>
                </a:lnTo>
                <a:lnTo>
                  <a:pt x="6985" y="38100"/>
                </a:lnTo>
                <a:lnTo>
                  <a:pt x="4445" y="41910"/>
                </a:lnTo>
                <a:lnTo>
                  <a:pt x="2539" y="41910"/>
                </a:lnTo>
                <a:lnTo>
                  <a:pt x="0" y="38100"/>
                </a:lnTo>
                <a:lnTo>
                  <a:pt x="2539" y="36195"/>
                </a:lnTo>
                <a:lnTo>
                  <a:pt x="4445" y="38100"/>
                </a:lnTo>
              </a:path>
              <a:path w="28575" h="41910">
                <a:moveTo>
                  <a:pt x="0" y="0"/>
                </a:moveTo>
                <a:lnTo>
                  <a:pt x="11429" y="0"/>
                </a:lnTo>
              </a:path>
              <a:path w="28575" h="41910">
                <a:moveTo>
                  <a:pt x="19050" y="0"/>
                </a:moveTo>
                <a:lnTo>
                  <a:pt x="28575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6" name="object 76" descr=""/>
          <p:cNvSpPr/>
          <p:nvPr/>
        </p:nvSpPr>
        <p:spPr>
          <a:xfrm>
            <a:off x="3367404" y="3557282"/>
            <a:ext cx="28575" cy="39370"/>
          </a:xfrm>
          <a:custGeom>
            <a:avLst/>
            <a:gdLst/>
            <a:ahLst/>
            <a:cxnLst/>
            <a:rect l="l" t="t" r="r" b="b"/>
            <a:pathLst>
              <a:path w="28575" h="39370">
                <a:moveTo>
                  <a:pt x="5715" y="0"/>
                </a:moveTo>
                <a:lnTo>
                  <a:pt x="5715" y="39370"/>
                </a:lnTo>
              </a:path>
              <a:path w="28575" h="39370">
                <a:moveTo>
                  <a:pt x="6985" y="0"/>
                </a:moveTo>
                <a:lnTo>
                  <a:pt x="6985" y="39370"/>
                </a:lnTo>
              </a:path>
              <a:path w="28575" h="39370">
                <a:moveTo>
                  <a:pt x="17145" y="10159"/>
                </a:moveTo>
                <a:lnTo>
                  <a:pt x="17145" y="25400"/>
                </a:lnTo>
              </a:path>
              <a:path w="28575" h="39370">
                <a:moveTo>
                  <a:pt x="0" y="0"/>
                </a:moveTo>
                <a:lnTo>
                  <a:pt x="28575" y="0"/>
                </a:lnTo>
                <a:lnTo>
                  <a:pt x="28575" y="10159"/>
                </a:lnTo>
                <a:lnTo>
                  <a:pt x="27305" y="0"/>
                </a:lnTo>
              </a:path>
              <a:path w="28575" h="39370">
                <a:moveTo>
                  <a:pt x="6985" y="17779"/>
                </a:moveTo>
                <a:lnTo>
                  <a:pt x="17145" y="17779"/>
                </a:lnTo>
              </a:path>
              <a:path w="28575" h="39370">
                <a:moveTo>
                  <a:pt x="0" y="39370"/>
                </a:moveTo>
                <a:lnTo>
                  <a:pt x="28575" y="39370"/>
                </a:lnTo>
                <a:lnTo>
                  <a:pt x="28575" y="27304"/>
                </a:lnTo>
                <a:lnTo>
                  <a:pt x="27305" y="3937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7" name="object 77" descr=""/>
          <p:cNvSpPr/>
          <p:nvPr/>
        </p:nvSpPr>
        <p:spPr>
          <a:xfrm>
            <a:off x="2008504" y="3557282"/>
            <a:ext cx="26034" cy="39370"/>
          </a:xfrm>
          <a:custGeom>
            <a:avLst/>
            <a:gdLst/>
            <a:ahLst/>
            <a:cxnLst/>
            <a:rect l="l" t="t" r="r" b="b"/>
            <a:pathLst>
              <a:path w="26035" h="39370">
                <a:moveTo>
                  <a:pt x="24764" y="5714"/>
                </a:moveTo>
                <a:lnTo>
                  <a:pt x="26034" y="10159"/>
                </a:lnTo>
                <a:lnTo>
                  <a:pt x="26034" y="0"/>
                </a:lnTo>
                <a:lnTo>
                  <a:pt x="24764" y="5714"/>
                </a:lnTo>
                <a:lnTo>
                  <a:pt x="21589" y="1270"/>
                </a:lnTo>
                <a:lnTo>
                  <a:pt x="15875" y="0"/>
                </a:lnTo>
                <a:lnTo>
                  <a:pt x="11430" y="0"/>
                </a:lnTo>
                <a:lnTo>
                  <a:pt x="6984" y="1270"/>
                </a:lnTo>
                <a:lnTo>
                  <a:pt x="3175" y="5714"/>
                </a:lnTo>
                <a:lnTo>
                  <a:pt x="1269" y="8889"/>
                </a:lnTo>
                <a:lnTo>
                  <a:pt x="0" y="15239"/>
                </a:lnTo>
                <a:lnTo>
                  <a:pt x="0" y="24129"/>
                </a:lnTo>
                <a:lnTo>
                  <a:pt x="1269" y="30479"/>
                </a:lnTo>
                <a:lnTo>
                  <a:pt x="3175" y="33020"/>
                </a:lnTo>
                <a:lnTo>
                  <a:pt x="6984" y="38100"/>
                </a:lnTo>
                <a:lnTo>
                  <a:pt x="11430" y="39370"/>
                </a:lnTo>
                <a:lnTo>
                  <a:pt x="15875" y="39370"/>
                </a:lnTo>
                <a:lnTo>
                  <a:pt x="21589" y="38100"/>
                </a:lnTo>
                <a:lnTo>
                  <a:pt x="24764" y="33020"/>
                </a:lnTo>
                <a:lnTo>
                  <a:pt x="26034" y="30479"/>
                </a:lnTo>
              </a:path>
              <a:path w="26035" h="39370">
                <a:moveTo>
                  <a:pt x="11430" y="0"/>
                </a:moveTo>
                <a:lnTo>
                  <a:pt x="8255" y="1270"/>
                </a:lnTo>
                <a:lnTo>
                  <a:pt x="4444" y="5714"/>
                </a:lnTo>
                <a:lnTo>
                  <a:pt x="3175" y="8889"/>
                </a:lnTo>
                <a:lnTo>
                  <a:pt x="1269" y="15239"/>
                </a:lnTo>
                <a:lnTo>
                  <a:pt x="1269" y="24129"/>
                </a:lnTo>
                <a:lnTo>
                  <a:pt x="3175" y="30479"/>
                </a:lnTo>
                <a:lnTo>
                  <a:pt x="4444" y="33020"/>
                </a:lnTo>
                <a:lnTo>
                  <a:pt x="8255" y="38100"/>
                </a:lnTo>
                <a:lnTo>
                  <a:pt x="11430" y="3937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8" name="object 78" descr=""/>
          <p:cNvSpPr/>
          <p:nvPr/>
        </p:nvSpPr>
        <p:spPr>
          <a:xfrm>
            <a:off x="2081529" y="3569348"/>
            <a:ext cx="27305" cy="41910"/>
          </a:xfrm>
          <a:custGeom>
            <a:avLst/>
            <a:gdLst/>
            <a:ahLst/>
            <a:cxnLst/>
            <a:rect l="l" t="t" r="r" b="b"/>
            <a:pathLst>
              <a:path w="27305" h="41910">
                <a:moveTo>
                  <a:pt x="3175" y="0"/>
                </a:moveTo>
                <a:lnTo>
                  <a:pt x="13334" y="27305"/>
                </a:lnTo>
              </a:path>
              <a:path w="27305" h="41910">
                <a:moveTo>
                  <a:pt x="5080" y="0"/>
                </a:moveTo>
                <a:lnTo>
                  <a:pt x="13334" y="22860"/>
                </a:lnTo>
              </a:path>
              <a:path w="27305" h="41910">
                <a:moveTo>
                  <a:pt x="24764" y="0"/>
                </a:moveTo>
                <a:lnTo>
                  <a:pt x="13334" y="27305"/>
                </a:lnTo>
                <a:lnTo>
                  <a:pt x="10159" y="34925"/>
                </a:lnTo>
                <a:lnTo>
                  <a:pt x="6984" y="38100"/>
                </a:lnTo>
                <a:lnTo>
                  <a:pt x="3175" y="41910"/>
                </a:lnTo>
                <a:lnTo>
                  <a:pt x="1905" y="41910"/>
                </a:lnTo>
                <a:lnTo>
                  <a:pt x="0" y="38100"/>
                </a:lnTo>
                <a:lnTo>
                  <a:pt x="1905" y="36195"/>
                </a:lnTo>
                <a:lnTo>
                  <a:pt x="3175" y="38100"/>
                </a:lnTo>
              </a:path>
              <a:path w="27305" h="41910">
                <a:moveTo>
                  <a:pt x="0" y="0"/>
                </a:moveTo>
                <a:lnTo>
                  <a:pt x="10159" y="0"/>
                </a:lnTo>
              </a:path>
              <a:path w="27305" h="41910">
                <a:moveTo>
                  <a:pt x="17144" y="0"/>
                </a:moveTo>
                <a:lnTo>
                  <a:pt x="27305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9" name="object 79" descr=""/>
          <p:cNvSpPr/>
          <p:nvPr/>
        </p:nvSpPr>
        <p:spPr>
          <a:xfrm>
            <a:off x="2152014" y="3557282"/>
            <a:ext cx="29209" cy="39370"/>
          </a:xfrm>
          <a:custGeom>
            <a:avLst/>
            <a:gdLst/>
            <a:ahLst/>
            <a:cxnLst/>
            <a:rect l="l" t="t" r="r" b="b"/>
            <a:pathLst>
              <a:path w="29210" h="39370">
                <a:moveTo>
                  <a:pt x="6350" y="0"/>
                </a:moveTo>
                <a:lnTo>
                  <a:pt x="6350" y="39370"/>
                </a:lnTo>
              </a:path>
              <a:path w="29210" h="39370">
                <a:moveTo>
                  <a:pt x="7620" y="0"/>
                </a:moveTo>
                <a:lnTo>
                  <a:pt x="7620" y="39370"/>
                </a:lnTo>
              </a:path>
              <a:path w="29210" h="39370">
                <a:moveTo>
                  <a:pt x="19050" y="10159"/>
                </a:moveTo>
                <a:lnTo>
                  <a:pt x="19050" y="25400"/>
                </a:lnTo>
              </a:path>
              <a:path w="29210" h="39370">
                <a:moveTo>
                  <a:pt x="0" y="0"/>
                </a:moveTo>
                <a:lnTo>
                  <a:pt x="29210" y="0"/>
                </a:lnTo>
                <a:lnTo>
                  <a:pt x="29210" y="10159"/>
                </a:lnTo>
                <a:lnTo>
                  <a:pt x="27940" y="0"/>
                </a:lnTo>
              </a:path>
              <a:path w="29210" h="39370">
                <a:moveTo>
                  <a:pt x="7620" y="17779"/>
                </a:moveTo>
                <a:lnTo>
                  <a:pt x="19050" y="17779"/>
                </a:lnTo>
              </a:path>
              <a:path w="29210" h="39370">
                <a:moveTo>
                  <a:pt x="0" y="39370"/>
                </a:moveTo>
                <a:lnTo>
                  <a:pt x="13335" y="3937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80" name="object 80" descr=""/>
          <p:cNvGrpSpPr/>
          <p:nvPr/>
        </p:nvGrpSpPr>
        <p:grpSpPr>
          <a:xfrm>
            <a:off x="5106034" y="3027692"/>
            <a:ext cx="1092835" cy="453390"/>
            <a:chOff x="5106034" y="3027692"/>
            <a:chExt cx="1092835" cy="453390"/>
          </a:xfrm>
        </p:grpSpPr>
        <p:sp>
          <p:nvSpPr>
            <p:cNvPr id="81" name="object 81" descr=""/>
            <p:cNvSpPr/>
            <p:nvPr/>
          </p:nvSpPr>
          <p:spPr>
            <a:xfrm>
              <a:off x="5502274" y="3139452"/>
              <a:ext cx="396240" cy="148590"/>
            </a:xfrm>
            <a:custGeom>
              <a:avLst/>
              <a:gdLst/>
              <a:ahLst/>
              <a:cxnLst/>
              <a:rect l="l" t="t" r="r" b="b"/>
              <a:pathLst>
                <a:path w="396239" h="148589">
                  <a:moveTo>
                    <a:pt x="394970" y="0"/>
                  </a:moveTo>
                  <a:lnTo>
                    <a:pt x="0" y="144779"/>
                  </a:lnTo>
                  <a:lnTo>
                    <a:pt x="635" y="148589"/>
                  </a:lnTo>
                  <a:lnTo>
                    <a:pt x="396239" y="4444"/>
                  </a:lnTo>
                  <a:lnTo>
                    <a:pt x="39497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 descr=""/>
            <p:cNvSpPr/>
            <p:nvPr/>
          </p:nvSpPr>
          <p:spPr>
            <a:xfrm>
              <a:off x="5502274" y="3139452"/>
              <a:ext cx="396240" cy="148590"/>
            </a:xfrm>
            <a:custGeom>
              <a:avLst/>
              <a:gdLst/>
              <a:ahLst/>
              <a:cxnLst/>
              <a:rect l="l" t="t" r="r" b="b"/>
              <a:pathLst>
                <a:path w="396239" h="148589">
                  <a:moveTo>
                    <a:pt x="396239" y="4444"/>
                  </a:moveTo>
                  <a:lnTo>
                    <a:pt x="394970" y="0"/>
                  </a:lnTo>
                  <a:lnTo>
                    <a:pt x="0" y="144779"/>
                  </a:lnTo>
                  <a:lnTo>
                    <a:pt x="635" y="148589"/>
                  </a:lnTo>
                  <a:lnTo>
                    <a:pt x="396239" y="4444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 descr=""/>
            <p:cNvSpPr/>
            <p:nvPr/>
          </p:nvSpPr>
          <p:spPr>
            <a:xfrm>
              <a:off x="5107304" y="3285502"/>
              <a:ext cx="396240" cy="147955"/>
            </a:xfrm>
            <a:custGeom>
              <a:avLst/>
              <a:gdLst/>
              <a:ahLst/>
              <a:cxnLst/>
              <a:rect l="l" t="t" r="r" b="b"/>
              <a:pathLst>
                <a:path w="396239" h="147954">
                  <a:moveTo>
                    <a:pt x="394970" y="0"/>
                  </a:moveTo>
                  <a:lnTo>
                    <a:pt x="0" y="143509"/>
                  </a:lnTo>
                  <a:lnTo>
                    <a:pt x="635" y="147954"/>
                  </a:lnTo>
                  <a:lnTo>
                    <a:pt x="396240" y="3175"/>
                  </a:lnTo>
                  <a:lnTo>
                    <a:pt x="39497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 descr=""/>
            <p:cNvSpPr/>
            <p:nvPr/>
          </p:nvSpPr>
          <p:spPr>
            <a:xfrm>
              <a:off x="5106669" y="3027692"/>
              <a:ext cx="1070610" cy="453390"/>
            </a:xfrm>
            <a:custGeom>
              <a:avLst/>
              <a:gdLst/>
              <a:ahLst/>
              <a:cxnLst/>
              <a:rect l="l" t="t" r="r" b="b"/>
              <a:pathLst>
                <a:path w="1070610" h="453389">
                  <a:moveTo>
                    <a:pt x="396239" y="259079"/>
                  </a:moveTo>
                  <a:lnTo>
                    <a:pt x="394969" y="255904"/>
                  </a:lnTo>
                  <a:lnTo>
                    <a:pt x="0" y="399415"/>
                  </a:lnTo>
                  <a:lnTo>
                    <a:pt x="634" y="403860"/>
                  </a:lnTo>
                  <a:lnTo>
                    <a:pt x="396239" y="259079"/>
                  </a:lnTo>
                  <a:close/>
                </a:path>
                <a:path w="1070610" h="453389">
                  <a:moveTo>
                    <a:pt x="394969" y="453390"/>
                  </a:moveTo>
                  <a:lnTo>
                    <a:pt x="394969" y="347345"/>
                  </a:lnTo>
                </a:path>
                <a:path w="1070610" h="453389">
                  <a:moveTo>
                    <a:pt x="394969" y="325754"/>
                  </a:moveTo>
                  <a:lnTo>
                    <a:pt x="394969" y="302895"/>
                  </a:lnTo>
                </a:path>
                <a:path w="1070610" h="453389">
                  <a:moveTo>
                    <a:pt x="394969" y="281940"/>
                  </a:moveTo>
                  <a:lnTo>
                    <a:pt x="394969" y="172085"/>
                  </a:lnTo>
                </a:path>
                <a:path w="1070610" h="453389">
                  <a:moveTo>
                    <a:pt x="394969" y="149225"/>
                  </a:moveTo>
                  <a:lnTo>
                    <a:pt x="394969" y="127635"/>
                  </a:lnTo>
                </a:path>
                <a:path w="1070610" h="453389">
                  <a:moveTo>
                    <a:pt x="394969" y="104775"/>
                  </a:moveTo>
                  <a:lnTo>
                    <a:pt x="394969" y="0"/>
                  </a:lnTo>
                </a:path>
                <a:path w="1070610" h="453389">
                  <a:moveTo>
                    <a:pt x="173354" y="281940"/>
                  </a:moveTo>
                  <a:lnTo>
                    <a:pt x="208279" y="269875"/>
                  </a:lnTo>
                </a:path>
                <a:path w="1070610" h="453389">
                  <a:moveTo>
                    <a:pt x="222250" y="266700"/>
                  </a:moveTo>
                  <a:lnTo>
                    <a:pt x="245109" y="259079"/>
                  </a:lnTo>
                  <a:lnTo>
                    <a:pt x="243839" y="254635"/>
                  </a:lnTo>
                  <a:lnTo>
                    <a:pt x="241300" y="251460"/>
                  </a:lnTo>
                  <a:lnTo>
                    <a:pt x="238125" y="249554"/>
                  </a:lnTo>
                  <a:lnTo>
                    <a:pt x="233679" y="249554"/>
                  </a:lnTo>
                  <a:lnTo>
                    <a:pt x="227964" y="251460"/>
                  </a:lnTo>
                  <a:lnTo>
                    <a:pt x="223519" y="255904"/>
                  </a:lnTo>
                  <a:lnTo>
                    <a:pt x="220344" y="260350"/>
                  </a:lnTo>
                  <a:lnTo>
                    <a:pt x="220344" y="267970"/>
                  </a:lnTo>
                  <a:lnTo>
                    <a:pt x="222250" y="271145"/>
                  </a:lnTo>
                  <a:lnTo>
                    <a:pt x="226694" y="277495"/>
                  </a:lnTo>
                  <a:lnTo>
                    <a:pt x="230504" y="278765"/>
                  </a:lnTo>
                  <a:lnTo>
                    <a:pt x="236854" y="278765"/>
                  </a:lnTo>
                  <a:lnTo>
                    <a:pt x="241300" y="277495"/>
                  </a:lnTo>
                  <a:lnTo>
                    <a:pt x="247014" y="274320"/>
                  </a:lnTo>
                  <a:lnTo>
                    <a:pt x="248284" y="267970"/>
                  </a:lnTo>
                </a:path>
                <a:path w="1070610" h="453389">
                  <a:moveTo>
                    <a:pt x="243839" y="259079"/>
                  </a:moveTo>
                  <a:lnTo>
                    <a:pt x="241300" y="252729"/>
                  </a:lnTo>
                  <a:lnTo>
                    <a:pt x="238125" y="249554"/>
                  </a:lnTo>
                </a:path>
                <a:path w="1070610" h="453389">
                  <a:moveTo>
                    <a:pt x="227964" y="251460"/>
                  </a:moveTo>
                  <a:lnTo>
                    <a:pt x="225425" y="254635"/>
                  </a:lnTo>
                  <a:lnTo>
                    <a:pt x="222250" y="260350"/>
                  </a:lnTo>
                  <a:lnTo>
                    <a:pt x="222250" y="266700"/>
                  </a:lnTo>
                  <a:lnTo>
                    <a:pt x="223519" y="271145"/>
                  </a:lnTo>
                  <a:lnTo>
                    <a:pt x="227964" y="275590"/>
                  </a:lnTo>
                  <a:lnTo>
                    <a:pt x="232409" y="278765"/>
                  </a:lnTo>
                  <a:lnTo>
                    <a:pt x="236854" y="278765"/>
                  </a:lnTo>
                </a:path>
                <a:path w="1070610" h="453389">
                  <a:moveTo>
                    <a:pt x="579754" y="104775"/>
                  </a:moveTo>
                  <a:lnTo>
                    <a:pt x="591819" y="140335"/>
                  </a:lnTo>
                </a:path>
                <a:path w="1070610" h="453389">
                  <a:moveTo>
                    <a:pt x="568325" y="127635"/>
                  </a:moveTo>
                  <a:lnTo>
                    <a:pt x="603250" y="115570"/>
                  </a:lnTo>
                </a:path>
                <a:path w="1070610" h="453389">
                  <a:moveTo>
                    <a:pt x="617854" y="112395"/>
                  </a:moveTo>
                  <a:lnTo>
                    <a:pt x="640079" y="104775"/>
                  </a:lnTo>
                  <a:lnTo>
                    <a:pt x="639444" y="100329"/>
                  </a:lnTo>
                  <a:lnTo>
                    <a:pt x="636269" y="97154"/>
                  </a:lnTo>
                  <a:lnTo>
                    <a:pt x="633094" y="95885"/>
                  </a:lnTo>
                  <a:lnTo>
                    <a:pt x="629284" y="95885"/>
                  </a:lnTo>
                  <a:lnTo>
                    <a:pt x="622934" y="97154"/>
                  </a:lnTo>
                  <a:lnTo>
                    <a:pt x="619125" y="102235"/>
                  </a:lnTo>
                  <a:lnTo>
                    <a:pt x="615950" y="106679"/>
                  </a:lnTo>
                  <a:lnTo>
                    <a:pt x="615950" y="112395"/>
                  </a:lnTo>
                  <a:lnTo>
                    <a:pt x="617854" y="117475"/>
                  </a:lnTo>
                  <a:lnTo>
                    <a:pt x="621664" y="121920"/>
                  </a:lnTo>
                  <a:lnTo>
                    <a:pt x="626109" y="125095"/>
                  </a:lnTo>
                  <a:lnTo>
                    <a:pt x="633094" y="125095"/>
                  </a:lnTo>
                  <a:lnTo>
                    <a:pt x="636269" y="123190"/>
                  </a:lnTo>
                  <a:lnTo>
                    <a:pt x="640079" y="120015"/>
                  </a:lnTo>
                  <a:lnTo>
                    <a:pt x="643254" y="114300"/>
                  </a:lnTo>
                </a:path>
                <a:path w="1070610" h="453389">
                  <a:moveTo>
                    <a:pt x="639444" y="104775"/>
                  </a:moveTo>
                  <a:lnTo>
                    <a:pt x="636269" y="99060"/>
                  </a:lnTo>
                  <a:lnTo>
                    <a:pt x="633094" y="95885"/>
                  </a:lnTo>
                </a:path>
                <a:path w="1070610" h="453389">
                  <a:moveTo>
                    <a:pt x="622934" y="97154"/>
                  </a:moveTo>
                  <a:lnTo>
                    <a:pt x="620394" y="100329"/>
                  </a:lnTo>
                  <a:lnTo>
                    <a:pt x="617854" y="106679"/>
                  </a:lnTo>
                  <a:lnTo>
                    <a:pt x="617854" y="112395"/>
                  </a:lnTo>
                  <a:lnTo>
                    <a:pt x="619125" y="117475"/>
                  </a:lnTo>
                  <a:lnTo>
                    <a:pt x="622934" y="121920"/>
                  </a:lnTo>
                  <a:lnTo>
                    <a:pt x="628014" y="125095"/>
                  </a:lnTo>
                  <a:lnTo>
                    <a:pt x="633094" y="125095"/>
                  </a:lnTo>
                </a:path>
                <a:path w="1070610" h="453389">
                  <a:moveTo>
                    <a:pt x="578484" y="257175"/>
                  </a:moveTo>
                  <a:lnTo>
                    <a:pt x="1070609" y="257175"/>
                  </a:lnTo>
                </a:path>
                <a:path w="1070610" h="453389">
                  <a:moveTo>
                    <a:pt x="884554" y="114300"/>
                  </a:moveTo>
                  <a:lnTo>
                    <a:pt x="1070609" y="114300"/>
                  </a:lnTo>
                </a:path>
                <a:path w="1070610" h="453389">
                  <a:moveTo>
                    <a:pt x="995679" y="310515"/>
                  </a:moveTo>
                  <a:lnTo>
                    <a:pt x="995679" y="362585"/>
                  </a:lnTo>
                </a:path>
                <a:path w="1070610" h="453389">
                  <a:moveTo>
                    <a:pt x="995679" y="60960"/>
                  </a:moveTo>
                  <a:lnTo>
                    <a:pt x="995679" y="762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 descr=""/>
            <p:cNvSpPr/>
            <p:nvPr/>
          </p:nvSpPr>
          <p:spPr>
            <a:xfrm>
              <a:off x="6093459" y="3286772"/>
              <a:ext cx="15875" cy="53340"/>
            </a:xfrm>
            <a:custGeom>
              <a:avLst/>
              <a:gdLst/>
              <a:ahLst/>
              <a:cxnLst/>
              <a:rect l="l" t="t" r="r" b="b"/>
              <a:pathLst>
                <a:path w="15875" h="53339">
                  <a:moveTo>
                    <a:pt x="8254" y="0"/>
                  </a:moveTo>
                  <a:lnTo>
                    <a:pt x="0" y="53340"/>
                  </a:lnTo>
                  <a:lnTo>
                    <a:pt x="15875" y="53340"/>
                  </a:lnTo>
                  <a:lnTo>
                    <a:pt x="825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 descr=""/>
            <p:cNvSpPr/>
            <p:nvPr/>
          </p:nvSpPr>
          <p:spPr>
            <a:xfrm>
              <a:off x="6093459" y="3286772"/>
              <a:ext cx="15875" cy="53340"/>
            </a:xfrm>
            <a:custGeom>
              <a:avLst/>
              <a:gdLst/>
              <a:ahLst/>
              <a:cxnLst/>
              <a:rect l="l" t="t" r="r" b="b"/>
              <a:pathLst>
                <a:path w="15875" h="53339">
                  <a:moveTo>
                    <a:pt x="0" y="53340"/>
                  </a:moveTo>
                  <a:lnTo>
                    <a:pt x="15875" y="53340"/>
                  </a:lnTo>
                  <a:lnTo>
                    <a:pt x="8254" y="0"/>
                  </a:lnTo>
                  <a:lnTo>
                    <a:pt x="0" y="5334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 descr=""/>
            <p:cNvSpPr/>
            <p:nvPr/>
          </p:nvSpPr>
          <p:spPr>
            <a:xfrm>
              <a:off x="6093459" y="3088652"/>
              <a:ext cx="15875" cy="53340"/>
            </a:xfrm>
            <a:custGeom>
              <a:avLst/>
              <a:gdLst/>
              <a:ahLst/>
              <a:cxnLst/>
              <a:rect l="l" t="t" r="r" b="b"/>
              <a:pathLst>
                <a:path w="15875" h="53339">
                  <a:moveTo>
                    <a:pt x="15875" y="0"/>
                  </a:moveTo>
                  <a:lnTo>
                    <a:pt x="0" y="0"/>
                  </a:lnTo>
                  <a:lnTo>
                    <a:pt x="8254" y="53339"/>
                  </a:lnTo>
                  <a:lnTo>
                    <a:pt x="158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 descr=""/>
            <p:cNvSpPr/>
            <p:nvPr/>
          </p:nvSpPr>
          <p:spPr>
            <a:xfrm>
              <a:off x="5645149" y="3089287"/>
              <a:ext cx="553085" cy="196215"/>
            </a:xfrm>
            <a:custGeom>
              <a:avLst/>
              <a:gdLst/>
              <a:ahLst/>
              <a:cxnLst/>
              <a:rect l="l" t="t" r="r" b="b"/>
              <a:pathLst>
                <a:path w="553085" h="196214">
                  <a:moveTo>
                    <a:pt x="449579" y="0"/>
                  </a:moveTo>
                  <a:lnTo>
                    <a:pt x="465454" y="0"/>
                  </a:lnTo>
                  <a:lnTo>
                    <a:pt x="458470" y="53340"/>
                  </a:lnTo>
                  <a:lnTo>
                    <a:pt x="449579" y="0"/>
                  </a:lnTo>
                  <a:close/>
                </a:path>
                <a:path w="553085" h="196214">
                  <a:moveTo>
                    <a:pt x="365125" y="129540"/>
                  </a:moveTo>
                  <a:lnTo>
                    <a:pt x="389254" y="129540"/>
                  </a:lnTo>
                  <a:lnTo>
                    <a:pt x="389254" y="125095"/>
                  </a:lnTo>
                  <a:lnTo>
                    <a:pt x="386079" y="121920"/>
                  </a:lnTo>
                  <a:lnTo>
                    <a:pt x="385445" y="118745"/>
                  </a:lnTo>
                  <a:lnTo>
                    <a:pt x="380364" y="117475"/>
                  </a:lnTo>
                  <a:lnTo>
                    <a:pt x="375285" y="117475"/>
                  </a:lnTo>
                  <a:lnTo>
                    <a:pt x="368935" y="118745"/>
                  </a:lnTo>
                  <a:lnTo>
                    <a:pt x="365125" y="123190"/>
                  </a:lnTo>
                  <a:lnTo>
                    <a:pt x="363854" y="129540"/>
                  </a:lnTo>
                  <a:lnTo>
                    <a:pt x="363854" y="133984"/>
                  </a:lnTo>
                  <a:lnTo>
                    <a:pt x="365125" y="140334"/>
                  </a:lnTo>
                  <a:lnTo>
                    <a:pt x="368935" y="144779"/>
                  </a:lnTo>
                  <a:lnTo>
                    <a:pt x="375285" y="146050"/>
                  </a:lnTo>
                  <a:lnTo>
                    <a:pt x="379095" y="146050"/>
                  </a:lnTo>
                  <a:lnTo>
                    <a:pt x="385445" y="144779"/>
                  </a:lnTo>
                  <a:lnTo>
                    <a:pt x="389254" y="140334"/>
                  </a:lnTo>
                </a:path>
                <a:path w="553085" h="196214">
                  <a:moveTo>
                    <a:pt x="386079" y="129540"/>
                  </a:moveTo>
                  <a:lnTo>
                    <a:pt x="386079" y="123190"/>
                  </a:lnTo>
                  <a:lnTo>
                    <a:pt x="385445" y="118745"/>
                  </a:lnTo>
                </a:path>
                <a:path w="553085" h="196214">
                  <a:moveTo>
                    <a:pt x="375285" y="117475"/>
                  </a:moveTo>
                  <a:lnTo>
                    <a:pt x="370839" y="118745"/>
                  </a:lnTo>
                  <a:lnTo>
                    <a:pt x="365760" y="123190"/>
                  </a:lnTo>
                  <a:lnTo>
                    <a:pt x="365125" y="129540"/>
                  </a:lnTo>
                  <a:lnTo>
                    <a:pt x="365125" y="133984"/>
                  </a:lnTo>
                  <a:lnTo>
                    <a:pt x="365760" y="140334"/>
                  </a:lnTo>
                  <a:lnTo>
                    <a:pt x="370839" y="144779"/>
                  </a:lnTo>
                  <a:lnTo>
                    <a:pt x="375285" y="146050"/>
                  </a:lnTo>
                </a:path>
                <a:path w="553085" h="196214">
                  <a:moveTo>
                    <a:pt x="443864" y="117475"/>
                  </a:moveTo>
                  <a:lnTo>
                    <a:pt x="465454" y="146050"/>
                  </a:lnTo>
                </a:path>
                <a:path w="553085" h="196214">
                  <a:moveTo>
                    <a:pt x="445135" y="117475"/>
                  </a:moveTo>
                  <a:lnTo>
                    <a:pt x="468629" y="146050"/>
                  </a:lnTo>
                </a:path>
                <a:path w="553085" h="196214">
                  <a:moveTo>
                    <a:pt x="468629" y="117475"/>
                  </a:moveTo>
                  <a:lnTo>
                    <a:pt x="443864" y="146050"/>
                  </a:lnTo>
                </a:path>
                <a:path w="553085" h="196214">
                  <a:moveTo>
                    <a:pt x="439420" y="117475"/>
                  </a:moveTo>
                  <a:lnTo>
                    <a:pt x="452120" y="117475"/>
                  </a:lnTo>
                </a:path>
                <a:path w="553085" h="196214">
                  <a:moveTo>
                    <a:pt x="459104" y="117475"/>
                  </a:moveTo>
                  <a:lnTo>
                    <a:pt x="471170" y="117475"/>
                  </a:lnTo>
                </a:path>
                <a:path w="553085" h="196214">
                  <a:moveTo>
                    <a:pt x="439420" y="146050"/>
                  </a:moveTo>
                  <a:lnTo>
                    <a:pt x="452120" y="146050"/>
                  </a:lnTo>
                </a:path>
                <a:path w="553085" h="196214">
                  <a:moveTo>
                    <a:pt x="459104" y="146050"/>
                  </a:moveTo>
                  <a:lnTo>
                    <a:pt x="471170" y="146050"/>
                  </a:lnTo>
                </a:path>
                <a:path w="553085" h="196214">
                  <a:moveTo>
                    <a:pt x="527050" y="121920"/>
                  </a:moveTo>
                  <a:lnTo>
                    <a:pt x="527050" y="123190"/>
                  </a:lnTo>
                  <a:lnTo>
                    <a:pt x="523875" y="123190"/>
                  </a:lnTo>
                  <a:lnTo>
                    <a:pt x="523875" y="121920"/>
                  </a:lnTo>
                  <a:lnTo>
                    <a:pt x="527050" y="118745"/>
                  </a:lnTo>
                  <a:lnTo>
                    <a:pt x="531495" y="117475"/>
                  </a:lnTo>
                  <a:lnTo>
                    <a:pt x="538479" y="117475"/>
                  </a:lnTo>
                  <a:lnTo>
                    <a:pt x="542925" y="118745"/>
                  </a:lnTo>
                  <a:lnTo>
                    <a:pt x="544195" y="121920"/>
                  </a:lnTo>
                  <a:lnTo>
                    <a:pt x="547370" y="125095"/>
                  </a:lnTo>
                  <a:lnTo>
                    <a:pt x="547370" y="140334"/>
                  </a:lnTo>
                  <a:lnTo>
                    <a:pt x="548639" y="144779"/>
                  </a:lnTo>
                  <a:lnTo>
                    <a:pt x="550545" y="146050"/>
                  </a:lnTo>
                </a:path>
                <a:path w="553085" h="196214">
                  <a:moveTo>
                    <a:pt x="544195" y="121920"/>
                  </a:moveTo>
                  <a:lnTo>
                    <a:pt x="544195" y="140334"/>
                  </a:lnTo>
                  <a:lnTo>
                    <a:pt x="547370" y="144779"/>
                  </a:lnTo>
                  <a:lnTo>
                    <a:pt x="550545" y="146050"/>
                  </a:lnTo>
                  <a:lnTo>
                    <a:pt x="553085" y="146050"/>
                  </a:lnTo>
                </a:path>
                <a:path w="553085" h="196214">
                  <a:moveTo>
                    <a:pt x="544195" y="125095"/>
                  </a:moveTo>
                  <a:lnTo>
                    <a:pt x="542925" y="127634"/>
                  </a:lnTo>
                  <a:lnTo>
                    <a:pt x="531495" y="129540"/>
                  </a:lnTo>
                  <a:lnTo>
                    <a:pt x="523875" y="132715"/>
                  </a:lnTo>
                  <a:lnTo>
                    <a:pt x="522604" y="135254"/>
                  </a:lnTo>
                  <a:lnTo>
                    <a:pt x="522604" y="140334"/>
                  </a:lnTo>
                  <a:lnTo>
                    <a:pt x="523875" y="144779"/>
                  </a:lnTo>
                  <a:lnTo>
                    <a:pt x="531495" y="146050"/>
                  </a:lnTo>
                  <a:lnTo>
                    <a:pt x="537210" y="146050"/>
                  </a:lnTo>
                  <a:lnTo>
                    <a:pt x="541654" y="144779"/>
                  </a:lnTo>
                  <a:lnTo>
                    <a:pt x="544195" y="140334"/>
                  </a:lnTo>
                </a:path>
                <a:path w="553085" h="196214">
                  <a:moveTo>
                    <a:pt x="531495" y="129540"/>
                  </a:moveTo>
                  <a:lnTo>
                    <a:pt x="527050" y="132715"/>
                  </a:lnTo>
                  <a:lnTo>
                    <a:pt x="523875" y="135254"/>
                  </a:lnTo>
                  <a:lnTo>
                    <a:pt x="523875" y="140334"/>
                  </a:lnTo>
                  <a:lnTo>
                    <a:pt x="527050" y="144779"/>
                  </a:lnTo>
                  <a:lnTo>
                    <a:pt x="531495" y="146050"/>
                  </a:lnTo>
                </a:path>
                <a:path w="553085" h="196214">
                  <a:moveTo>
                    <a:pt x="0" y="196215"/>
                  </a:moveTo>
                  <a:lnTo>
                    <a:pt x="1270" y="196215"/>
                  </a:lnTo>
                </a:path>
                <a:path w="553085" h="196214">
                  <a:moveTo>
                    <a:pt x="306070" y="53340"/>
                  </a:moveTo>
                  <a:lnTo>
                    <a:pt x="307339" y="5334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 descr=""/>
            <p:cNvSpPr/>
            <p:nvPr/>
          </p:nvSpPr>
          <p:spPr>
            <a:xfrm>
              <a:off x="6102984" y="3141992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0" name="object 90" descr=""/>
          <p:cNvGrpSpPr/>
          <p:nvPr/>
        </p:nvGrpSpPr>
        <p:grpSpPr>
          <a:xfrm>
            <a:off x="4076700" y="3221367"/>
            <a:ext cx="833119" cy="116205"/>
            <a:chOff x="4076700" y="3221367"/>
            <a:chExt cx="833119" cy="116205"/>
          </a:xfrm>
        </p:grpSpPr>
        <p:sp>
          <p:nvSpPr>
            <p:cNvPr id="91" name="object 91" descr=""/>
            <p:cNvSpPr/>
            <p:nvPr/>
          </p:nvSpPr>
          <p:spPr>
            <a:xfrm>
              <a:off x="4492625" y="3245497"/>
              <a:ext cx="416559" cy="48260"/>
            </a:xfrm>
            <a:custGeom>
              <a:avLst/>
              <a:gdLst/>
              <a:ahLst/>
              <a:cxnLst/>
              <a:rect l="l" t="t" r="r" b="b"/>
              <a:pathLst>
                <a:path w="416560" h="48260">
                  <a:moveTo>
                    <a:pt x="414654" y="0"/>
                  </a:moveTo>
                  <a:lnTo>
                    <a:pt x="0" y="43815"/>
                  </a:lnTo>
                  <a:lnTo>
                    <a:pt x="635" y="48260"/>
                  </a:lnTo>
                  <a:lnTo>
                    <a:pt x="416560" y="4445"/>
                  </a:lnTo>
                  <a:lnTo>
                    <a:pt x="41465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 descr=""/>
            <p:cNvSpPr/>
            <p:nvPr/>
          </p:nvSpPr>
          <p:spPr>
            <a:xfrm>
              <a:off x="4492625" y="3245497"/>
              <a:ext cx="416559" cy="48260"/>
            </a:xfrm>
            <a:custGeom>
              <a:avLst/>
              <a:gdLst/>
              <a:ahLst/>
              <a:cxnLst/>
              <a:rect l="l" t="t" r="r" b="b"/>
              <a:pathLst>
                <a:path w="416560" h="48260">
                  <a:moveTo>
                    <a:pt x="416560" y="4445"/>
                  </a:moveTo>
                  <a:lnTo>
                    <a:pt x="414654" y="0"/>
                  </a:lnTo>
                  <a:lnTo>
                    <a:pt x="0" y="43815"/>
                  </a:lnTo>
                  <a:lnTo>
                    <a:pt x="635" y="48260"/>
                  </a:lnTo>
                  <a:lnTo>
                    <a:pt x="416560" y="4445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 descr=""/>
            <p:cNvSpPr/>
            <p:nvPr/>
          </p:nvSpPr>
          <p:spPr>
            <a:xfrm>
              <a:off x="4076700" y="3289947"/>
              <a:ext cx="416559" cy="47625"/>
            </a:xfrm>
            <a:custGeom>
              <a:avLst/>
              <a:gdLst/>
              <a:ahLst/>
              <a:cxnLst/>
              <a:rect l="l" t="t" r="r" b="b"/>
              <a:pathLst>
                <a:path w="416560" h="47625">
                  <a:moveTo>
                    <a:pt x="415289" y="0"/>
                  </a:moveTo>
                  <a:lnTo>
                    <a:pt x="0" y="44450"/>
                  </a:lnTo>
                  <a:lnTo>
                    <a:pt x="635" y="47625"/>
                  </a:lnTo>
                  <a:lnTo>
                    <a:pt x="416560" y="4445"/>
                  </a:lnTo>
                  <a:lnTo>
                    <a:pt x="41528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 descr=""/>
            <p:cNvSpPr/>
            <p:nvPr/>
          </p:nvSpPr>
          <p:spPr>
            <a:xfrm>
              <a:off x="4077335" y="3222002"/>
              <a:ext cx="574675" cy="114935"/>
            </a:xfrm>
            <a:custGeom>
              <a:avLst/>
              <a:gdLst/>
              <a:ahLst/>
              <a:cxnLst/>
              <a:rect l="l" t="t" r="r" b="b"/>
              <a:pathLst>
                <a:path w="574675" h="114935">
                  <a:moveTo>
                    <a:pt x="416560" y="71119"/>
                  </a:moveTo>
                  <a:lnTo>
                    <a:pt x="415289" y="66675"/>
                  </a:lnTo>
                  <a:lnTo>
                    <a:pt x="0" y="111125"/>
                  </a:lnTo>
                  <a:lnTo>
                    <a:pt x="635" y="114934"/>
                  </a:lnTo>
                  <a:lnTo>
                    <a:pt x="416560" y="71119"/>
                  </a:lnTo>
                  <a:close/>
                </a:path>
                <a:path w="574675" h="114935">
                  <a:moveTo>
                    <a:pt x="553719" y="0"/>
                  </a:moveTo>
                  <a:lnTo>
                    <a:pt x="558800" y="38100"/>
                  </a:lnTo>
                </a:path>
                <a:path w="574675" h="114935">
                  <a:moveTo>
                    <a:pt x="538479" y="20954"/>
                  </a:moveTo>
                  <a:lnTo>
                    <a:pt x="574675" y="1650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5" name="object 95" descr=""/>
          <p:cNvSpPr/>
          <p:nvPr/>
        </p:nvSpPr>
        <p:spPr>
          <a:xfrm>
            <a:off x="2804795" y="2570492"/>
            <a:ext cx="1270" cy="25400"/>
          </a:xfrm>
          <a:custGeom>
            <a:avLst/>
            <a:gdLst/>
            <a:ahLst/>
            <a:cxnLst/>
            <a:rect l="l" t="t" r="r" b="b"/>
            <a:pathLst>
              <a:path w="1269" h="25400">
                <a:moveTo>
                  <a:pt x="0" y="0"/>
                </a:moveTo>
                <a:lnTo>
                  <a:pt x="0" y="25400"/>
                </a:lnTo>
              </a:path>
              <a:path w="1269" h="25400">
                <a:moveTo>
                  <a:pt x="1269" y="0"/>
                </a:moveTo>
                <a:lnTo>
                  <a:pt x="1269" y="2540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6" name="object 96" descr=""/>
          <p:cNvSpPr/>
          <p:nvPr/>
        </p:nvSpPr>
        <p:spPr>
          <a:xfrm>
            <a:off x="4660900" y="3211207"/>
            <a:ext cx="34925" cy="42545"/>
          </a:xfrm>
          <a:custGeom>
            <a:avLst/>
            <a:gdLst/>
            <a:ahLst/>
            <a:cxnLst/>
            <a:rect l="l" t="t" r="r" b="b"/>
            <a:pathLst>
              <a:path w="34925" h="42545">
                <a:moveTo>
                  <a:pt x="10160" y="20954"/>
                </a:moveTo>
                <a:lnTo>
                  <a:pt x="13970" y="16509"/>
                </a:lnTo>
                <a:lnTo>
                  <a:pt x="17145" y="13334"/>
                </a:lnTo>
                <a:lnTo>
                  <a:pt x="21589" y="13334"/>
                </a:lnTo>
                <a:lnTo>
                  <a:pt x="27304" y="15239"/>
                </a:lnTo>
                <a:lnTo>
                  <a:pt x="31750" y="18414"/>
                </a:lnTo>
                <a:lnTo>
                  <a:pt x="34925" y="24129"/>
                </a:lnTo>
                <a:lnTo>
                  <a:pt x="34925" y="28575"/>
                </a:lnTo>
                <a:lnTo>
                  <a:pt x="33654" y="34925"/>
                </a:lnTo>
                <a:lnTo>
                  <a:pt x="30479" y="39370"/>
                </a:lnTo>
                <a:lnTo>
                  <a:pt x="24129" y="42545"/>
                </a:lnTo>
                <a:lnTo>
                  <a:pt x="20320" y="42545"/>
                </a:lnTo>
                <a:lnTo>
                  <a:pt x="15875" y="41275"/>
                </a:lnTo>
                <a:lnTo>
                  <a:pt x="11429" y="38100"/>
                </a:lnTo>
              </a:path>
              <a:path w="34925" h="42545">
                <a:moveTo>
                  <a:pt x="21589" y="13334"/>
                </a:moveTo>
                <a:lnTo>
                  <a:pt x="26035" y="15239"/>
                </a:lnTo>
                <a:lnTo>
                  <a:pt x="30479" y="19684"/>
                </a:lnTo>
                <a:lnTo>
                  <a:pt x="33654" y="26034"/>
                </a:lnTo>
                <a:lnTo>
                  <a:pt x="33654" y="28575"/>
                </a:lnTo>
                <a:lnTo>
                  <a:pt x="31750" y="36195"/>
                </a:lnTo>
                <a:lnTo>
                  <a:pt x="28575" y="41275"/>
                </a:lnTo>
                <a:lnTo>
                  <a:pt x="24129" y="42545"/>
                </a:lnTo>
              </a:path>
              <a:path w="34925" h="42545">
                <a:moveTo>
                  <a:pt x="0" y="1270"/>
                </a:moveTo>
                <a:lnTo>
                  <a:pt x="8889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97" name="object 97" descr=""/>
          <p:cNvGrpSpPr/>
          <p:nvPr/>
        </p:nvGrpSpPr>
        <p:grpSpPr>
          <a:xfrm>
            <a:off x="2575560" y="2588272"/>
            <a:ext cx="33655" cy="26034"/>
            <a:chOff x="2575560" y="2588272"/>
            <a:chExt cx="33655" cy="26034"/>
          </a:xfrm>
        </p:grpSpPr>
        <p:sp>
          <p:nvSpPr>
            <p:cNvPr id="98" name="object 98" descr=""/>
            <p:cNvSpPr/>
            <p:nvPr/>
          </p:nvSpPr>
          <p:spPr>
            <a:xfrm>
              <a:off x="2575560" y="2605417"/>
              <a:ext cx="20320" cy="0"/>
            </a:xfrm>
            <a:custGeom>
              <a:avLst/>
              <a:gdLst/>
              <a:ahLst/>
              <a:cxnLst/>
              <a:rect l="l" t="t" r="r" b="b"/>
              <a:pathLst>
                <a:path w="20319" h="0">
                  <a:moveTo>
                    <a:pt x="0" y="0"/>
                  </a:moveTo>
                  <a:lnTo>
                    <a:pt x="20319" y="0"/>
                  </a:lnTo>
                </a:path>
              </a:pathLst>
            </a:custGeom>
            <a:ln w="444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 descr=""/>
            <p:cNvSpPr/>
            <p:nvPr/>
          </p:nvSpPr>
          <p:spPr>
            <a:xfrm>
              <a:off x="2606040" y="2588272"/>
              <a:ext cx="0" cy="26034"/>
            </a:xfrm>
            <a:custGeom>
              <a:avLst/>
              <a:gdLst/>
              <a:ahLst/>
              <a:cxnLst/>
              <a:rect l="l" t="t" r="r" b="b"/>
              <a:pathLst>
                <a:path w="0" h="26035">
                  <a:moveTo>
                    <a:pt x="0" y="0"/>
                  </a:moveTo>
                  <a:lnTo>
                    <a:pt x="0" y="26035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0" name="object 100" descr=""/>
          <p:cNvSpPr/>
          <p:nvPr/>
        </p:nvSpPr>
        <p:spPr>
          <a:xfrm>
            <a:off x="4308475" y="3243592"/>
            <a:ext cx="35560" cy="44450"/>
          </a:xfrm>
          <a:custGeom>
            <a:avLst/>
            <a:gdLst/>
            <a:ahLst/>
            <a:cxnLst/>
            <a:rect l="l" t="t" r="r" b="b"/>
            <a:pathLst>
              <a:path w="35560" h="44450">
                <a:moveTo>
                  <a:pt x="8889" y="0"/>
                </a:moveTo>
                <a:lnTo>
                  <a:pt x="12700" y="44450"/>
                </a:lnTo>
              </a:path>
              <a:path w="35560" h="44450">
                <a:moveTo>
                  <a:pt x="10160" y="21590"/>
                </a:moveTo>
                <a:lnTo>
                  <a:pt x="13970" y="17145"/>
                </a:lnTo>
                <a:lnTo>
                  <a:pt x="17145" y="13970"/>
                </a:lnTo>
                <a:lnTo>
                  <a:pt x="20954" y="13970"/>
                </a:lnTo>
                <a:lnTo>
                  <a:pt x="27304" y="15240"/>
                </a:lnTo>
                <a:lnTo>
                  <a:pt x="31114" y="18415"/>
                </a:lnTo>
                <a:lnTo>
                  <a:pt x="34289" y="24765"/>
                </a:lnTo>
                <a:lnTo>
                  <a:pt x="35560" y="29210"/>
                </a:lnTo>
                <a:lnTo>
                  <a:pt x="34289" y="34925"/>
                </a:lnTo>
                <a:lnTo>
                  <a:pt x="30479" y="40004"/>
                </a:lnTo>
                <a:lnTo>
                  <a:pt x="24129" y="42545"/>
                </a:lnTo>
                <a:lnTo>
                  <a:pt x="20320" y="42545"/>
                </a:lnTo>
                <a:lnTo>
                  <a:pt x="17145" y="41275"/>
                </a:lnTo>
                <a:lnTo>
                  <a:pt x="11429" y="38100"/>
                </a:lnTo>
              </a:path>
              <a:path w="35560" h="44450">
                <a:moveTo>
                  <a:pt x="20954" y="13970"/>
                </a:moveTo>
                <a:lnTo>
                  <a:pt x="26035" y="15240"/>
                </a:lnTo>
                <a:lnTo>
                  <a:pt x="30479" y="18415"/>
                </a:lnTo>
                <a:lnTo>
                  <a:pt x="33020" y="24765"/>
                </a:lnTo>
                <a:lnTo>
                  <a:pt x="33020" y="29210"/>
                </a:lnTo>
                <a:lnTo>
                  <a:pt x="31114" y="34925"/>
                </a:lnTo>
                <a:lnTo>
                  <a:pt x="28575" y="40004"/>
                </a:lnTo>
                <a:lnTo>
                  <a:pt x="24129" y="42545"/>
                </a:lnTo>
              </a:path>
              <a:path w="35560" h="44450">
                <a:moveTo>
                  <a:pt x="0" y="0"/>
                </a:moveTo>
                <a:lnTo>
                  <a:pt x="8889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1" name="object 101" descr=""/>
          <p:cNvSpPr/>
          <p:nvPr/>
        </p:nvSpPr>
        <p:spPr>
          <a:xfrm>
            <a:off x="4493895" y="2999752"/>
            <a:ext cx="0" cy="487045"/>
          </a:xfrm>
          <a:custGeom>
            <a:avLst/>
            <a:gdLst/>
            <a:ahLst/>
            <a:cxnLst/>
            <a:rect l="l" t="t" r="r" b="b"/>
            <a:pathLst>
              <a:path w="0" h="487045">
                <a:moveTo>
                  <a:pt x="0" y="487044"/>
                </a:moveTo>
                <a:lnTo>
                  <a:pt x="0" y="364489"/>
                </a:lnTo>
              </a:path>
              <a:path w="0" h="487045">
                <a:moveTo>
                  <a:pt x="0" y="342900"/>
                </a:moveTo>
                <a:lnTo>
                  <a:pt x="0" y="320039"/>
                </a:lnTo>
              </a:path>
              <a:path w="0" h="487045">
                <a:moveTo>
                  <a:pt x="0" y="299084"/>
                </a:moveTo>
                <a:lnTo>
                  <a:pt x="0" y="189229"/>
                </a:lnTo>
              </a:path>
              <a:path w="0" h="487045">
                <a:moveTo>
                  <a:pt x="0" y="166369"/>
                </a:moveTo>
                <a:lnTo>
                  <a:pt x="0" y="144779"/>
                </a:lnTo>
              </a:path>
              <a:path w="0" h="487045">
                <a:moveTo>
                  <a:pt x="0" y="121919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02" name="object 102" descr=""/>
          <p:cNvGrpSpPr/>
          <p:nvPr/>
        </p:nvGrpSpPr>
        <p:grpSpPr>
          <a:xfrm>
            <a:off x="5086350" y="2441587"/>
            <a:ext cx="830580" cy="110489"/>
            <a:chOff x="5086350" y="2441587"/>
            <a:chExt cx="830580" cy="110489"/>
          </a:xfrm>
        </p:grpSpPr>
        <p:sp>
          <p:nvSpPr>
            <p:cNvPr id="103" name="object 103" descr=""/>
            <p:cNvSpPr/>
            <p:nvPr/>
          </p:nvSpPr>
          <p:spPr>
            <a:xfrm>
              <a:off x="5086985" y="2503817"/>
              <a:ext cx="415290" cy="47625"/>
            </a:xfrm>
            <a:custGeom>
              <a:avLst/>
              <a:gdLst/>
              <a:ahLst/>
              <a:cxnLst/>
              <a:rect l="l" t="t" r="r" b="b"/>
              <a:pathLst>
                <a:path w="415289" h="47625">
                  <a:moveTo>
                    <a:pt x="415289" y="0"/>
                  </a:moveTo>
                  <a:lnTo>
                    <a:pt x="0" y="44450"/>
                  </a:lnTo>
                  <a:lnTo>
                    <a:pt x="1269" y="47625"/>
                  </a:lnTo>
                  <a:lnTo>
                    <a:pt x="415289" y="4445"/>
                  </a:lnTo>
                  <a:lnTo>
                    <a:pt x="41528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 descr=""/>
            <p:cNvSpPr/>
            <p:nvPr/>
          </p:nvSpPr>
          <p:spPr>
            <a:xfrm>
              <a:off x="5086985" y="2503817"/>
              <a:ext cx="415290" cy="47625"/>
            </a:xfrm>
            <a:custGeom>
              <a:avLst/>
              <a:gdLst/>
              <a:ahLst/>
              <a:cxnLst/>
              <a:rect l="l" t="t" r="r" b="b"/>
              <a:pathLst>
                <a:path w="415289" h="47625">
                  <a:moveTo>
                    <a:pt x="0" y="44450"/>
                  </a:moveTo>
                  <a:lnTo>
                    <a:pt x="1269" y="47625"/>
                  </a:lnTo>
                  <a:lnTo>
                    <a:pt x="415289" y="4445"/>
                  </a:lnTo>
                  <a:lnTo>
                    <a:pt x="415289" y="0"/>
                  </a:lnTo>
                  <a:lnTo>
                    <a:pt x="0" y="4445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 descr=""/>
            <p:cNvSpPr/>
            <p:nvPr/>
          </p:nvSpPr>
          <p:spPr>
            <a:xfrm>
              <a:off x="5501640" y="2503182"/>
              <a:ext cx="414655" cy="4445"/>
            </a:xfrm>
            <a:custGeom>
              <a:avLst/>
              <a:gdLst/>
              <a:ahLst/>
              <a:cxnLst/>
              <a:rect l="l" t="t" r="r" b="b"/>
              <a:pathLst>
                <a:path w="414654" h="4444">
                  <a:moveTo>
                    <a:pt x="414655" y="0"/>
                  </a:moveTo>
                  <a:lnTo>
                    <a:pt x="0" y="0"/>
                  </a:lnTo>
                  <a:lnTo>
                    <a:pt x="0" y="4445"/>
                  </a:lnTo>
                  <a:lnTo>
                    <a:pt x="207645" y="4445"/>
                  </a:lnTo>
                  <a:lnTo>
                    <a:pt x="414655" y="4445"/>
                  </a:lnTo>
                  <a:lnTo>
                    <a:pt x="41465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6" name="object 106" descr=""/>
            <p:cNvSpPr/>
            <p:nvPr/>
          </p:nvSpPr>
          <p:spPr>
            <a:xfrm>
              <a:off x="5501640" y="2442222"/>
              <a:ext cx="414655" cy="65405"/>
            </a:xfrm>
            <a:custGeom>
              <a:avLst/>
              <a:gdLst/>
              <a:ahLst/>
              <a:cxnLst/>
              <a:rect l="l" t="t" r="r" b="b"/>
              <a:pathLst>
                <a:path w="414654" h="65405">
                  <a:moveTo>
                    <a:pt x="0" y="65405"/>
                  </a:moveTo>
                  <a:lnTo>
                    <a:pt x="414655" y="65405"/>
                  </a:lnTo>
                  <a:lnTo>
                    <a:pt x="414655" y="60960"/>
                  </a:lnTo>
                  <a:lnTo>
                    <a:pt x="0" y="60960"/>
                  </a:lnTo>
                  <a:lnTo>
                    <a:pt x="0" y="65405"/>
                  </a:lnTo>
                  <a:close/>
                </a:path>
                <a:path w="414654" h="65405">
                  <a:moveTo>
                    <a:pt x="255270" y="0"/>
                  </a:moveTo>
                  <a:lnTo>
                    <a:pt x="248920" y="1905"/>
                  </a:lnTo>
                  <a:lnTo>
                    <a:pt x="245110" y="7620"/>
                  </a:lnTo>
                  <a:lnTo>
                    <a:pt x="243839" y="18415"/>
                  </a:lnTo>
                  <a:lnTo>
                    <a:pt x="243839" y="24765"/>
                  </a:lnTo>
                  <a:lnTo>
                    <a:pt x="245110" y="34925"/>
                  </a:lnTo>
                  <a:lnTo>
                    <a:pt x="248920" y="41275"/>
                  </a:lnTo>
                  <a:lnTo>
                    <a:pt x="255270" y="42545"/>
                  </a:lnTo>
                  <a:lnTo>
                    <a:pt x="259080" y="42545"/>
                  </a:lnTo>
                  <a:lnTo>
                    <a:pt x="265430" y="41275"/>
                  </a:lnTo>
                  <a:lnTo>
                    <a:pt x="269875" y="34925"/>
                  </a:lnTo>
                  <a:lnTo>
                    <a:pt x="270510" y="24765"/>
                  </a:lnTo>
                  <a:lnTo>
                    <a:pt x="270510" y="18415"/>
                  </a:lnTo>
                  <a:lnTo>
                    <a:pt x="269875" y="7620"/>
                  </a:lnTo>
                  <a:lnTo>
                    <a:pt x="265430" y="1905"/>
                  </a:lnTo>
                  <a:lnTo>
                    <a:pt x="259080" y="0"/>
                  </a:lnTo>
                  <a:lnTo>
                    <a:pt x="255270" y="0"/>
                  </a:lnTo>
                  <a:lnTo>
                    <a:pt x="250825" y="1905"/>
                  </a:lnTo>
                  <a:lnTo>
                    <a:pt x="248920" y="3175"/>
                  </a:lnTo>
                  <a:lnTo>
                    <a:pt x="248285" y="7620"/>
                  </a:lnTo>
                  <a:lnTo>
                    <a:pt x="245110" y="18415"/>
                  </a:lnTo>
                  <a:lnTo>
                    <a:pt x="245110" y="24765"/>
                  </a:lnTo>
                  <a:lnTo>
                    <a:pt x="248285" y="34925"/>
                  </a:lnTo>
                  <a:lnTo>
                    <a:pt x="248920" y="40005"/>
                  </a:lnTo>
                  <a:lnTo>
                    <a:pt x="250825" y="41275"/>
                  </a:lnTo>
                  <a:lnTo>
                    <a:pt x="255270" y="42545"/>
                  </a:lnTo>
                </a:path>
                <a:path w="414654" h="65405">
                  <a:moveTo>
                    <a:pt x="259080" y="42545"/>
                  </a:moveTo>
                  <a:lnTo>
                    <a:pt x="263525" y="41275"/>
                  </a:lnTo>
                  <a:lnTo>
                    <a:pt x="265430" y="40005"/>
                  </a:lnTo>
                  <a:lnTo>
                    <a:pt x="268605" y="34925"/>
                  </a:lnTo>
                  <a:lnTo>
                    <a:pt x="269875" y="24765"/>
                  </a:lnTo>
                  <a:lnTo>
                    <a:pt x="269875" y="18415"/>
                  </a:lnTo>
                  <a:lnTo>
                    <a:pt x="268605" y="7620"/>
                  </a:lnTo>
                  <a:lnTo>
                    <a:pt x="265430" y="3175"/>
                  </a:lnTo>
                  <a:lnTo>
                    <a:pt x="263525" y="1905"/>
                  </a:lnTo>
                  <a:lnTo>
                    <a:pt x="25908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7" name="object 107" descr=""/>
          <p:cNvGrpSpPr/>
          <p:nvPr/>
        </p:nvGrpSpPr>
        <p:grpSpPr>
          <a:xfrm>
            <a:off x="3147060" y="2142502"/>
            <a:ext cx="35560" cy="26034"/>
            <a:chOff x="3147060" y="2142502"/>
            <a:chExt cx="35560" cy="26034"/>
          </a:xfrm>
        </p:grpSpPr>
        <p:sp>
          <p:nvSpPr>
            <p:cNvPr id="108" name="object 108" descr=""/>
            <p:cNvSpPr/>
            <p:nvPr/>
          </p:nvSpPr>
          <p:spPr>
            <a:xfrm>
              <a:off x="3147060" y="2159647"/>
              <a:ext cx="21590" cy="0"/>
            </a:xfrm>
            <a:custGeom>
              <a:avLst/>
              <a:gdLst/>
              <a:ahLst/>
              <a:cxnLst/>
              <a:rect l="l" t="t" r="r" b="b"/>
              <a:pathLst>
                <a:path w="21589" h="0">
                  <a:moveTo>
                    <a:pt x="0" y="0"/>
                  </a:moveTo>
                  <a:lnTo>
                    <a:pt x="21589" y="0"/>
                  </a:lnTo>
                </a:path>
              </a:pathLst>
            </a:custGeom>
            <a:ln w="444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9" name="object 109" descr=""/>
            <p:cNvSpPr/>
            <p:nvPr/>
          </p:nvSpPr>
          <p:spPr>
            <a:xfrm>
              <a:off x="3177540" y="2142502"/>
              <a:ext cx="1905" cy="26034"/>
            </a:xfrm>
            <a:custGeom>
              <a:avLst/>
              <a:gdLst/>
              <a:ahLst/>
              <a:cxnLst/>
              <a:rect l="l" t="t" r="r" b="b"/>
              <a:pathLst>
                <a:path w="1905" h="26035">
                  <a:moveTo>
                    <a:pt x="0" y="0"/>
                  </a:moveTo>
                  <a:lnTo>
                    <a:pt x="0" y="26034"/>
                  </a:lnTo>
                </a:path>
                <a:path w="1905" h="26035">
                  <a:moveTo>
                    <a:pt x="1905" y="0"/>
                  </a:moveTo>
                  <a:lnTo>
                    <a:pt x="1905" y="26034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0" name="object 110" descr=""/>
          <p:cNvSpPr/>
          <p:nvPr/>
        </p:nvSpPr>
        <p:spPr>
          <a:xfrm>
            <a:off x="5318125" y="2456827"/>
            <a:ext cx="33655" cy="42545"/>
          </a:xfrm>
          <a:custGeom>
            <a:avLst/>
            <a:gdLst/>
            <a:ahLst/>
            <a:cxnLst/>
            <a:rect l="l" t="t" r="r" b="b"/>
            <a:pathLst>
              <a:path w="33654" h="42544">
                <a:moveTo>
                  <a:pt x="9525" y="21589"/>
                </a:moveTo>
                <a:lnTo>
                  <a:pt x="13970" y="17144"/>
                </a:lnTo>
                <a:lnTo>
                  <a:pt x="16510" y="13969"/>
                </a:lnTo>
                <a:lnTo>
                  <a:pt x="20954" y="13969"/>
                </a:lnTo>
                <a:lnTo>
                  <a:pt x="26670" y="15239"/>
                </a:lnTo>
                <a:lnTo>
                  <a:pt x="30479" y="18414"/>
                </a:lnTo>
                <a:lnTo>
                  <a:pt x="33654" y="24764"/>
                </a:lnTo>
                <a:lnTo>
                  <a:pt x="33654" y="29209"/>
                </a:lnTo>
                <a:lnTo>
                  <a:pt x="32385" y="34925"/>
                </a:lnTo>
                <a:lnTo>
                  <a:pt x="29845" y="40004"/>
                </a:lnTo>
                <a:lnTo>
                  <a:pt x="23495" y="42544"/>
                </a:lnTo>
                <a:lnTo>
                  <a:pt x="19685" y="42544"/>
                </a:lnTo>
                <a:lnTo>
                  <a:pt x="15239" y="41275"/>
                </a:lnTo>
                <a:lnTo>
                  <a:pt x="10795" y="38100"/>
                </a:lnTo>
              </a:path>
              <a:path w="33654" h="42544">
                <a:moveTo>
                  <a:pt x="20954" y="13969"/>
                </a:moveTo>
                <a:lnTo>
                  <a:pt x="25400" y="15239"/>
                </a:lnTo>
                <a:lnTo>
                  <a:pt x="29845" y="18414"/>
                </a:lnTo>
                <a:lnTo>
                  <a:pt x="32385" y="24764"/>
                </a:lnTo>
                <a:lnTo>
                  <a:pt x="32385" y="29209"/>
                </a:lnTo>
                <a:lnTo>
                  <a:pt x="30479" y="34925"/>
                </a:lnTo>
                <a:lnTo>
                  <a:pt x="26670" y="40004"/>
                </a:lnTo>
                <a:lnTo>
                  <a:pt x="23495" y="42544"/>
                </a:lnTo>
              </a:path>
              <a:path w="33654" h="42544">
                <a:moveTo>
                  <a:pt x="0" y="1904"/>
                </a:moveTo>
                <a:lnTo>
                  <a:pt x="8254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1" name="object 111" descr=""/>
          <p:cNvSpPr/>
          <p:nvPr/>
        </p:nvSpPr>
        <p:spPr>
          <a:xfrm>
            <a:off x="5501640" y="2185682"/>
            <a:ext cx="0" cy="514350"/>
          </a:xfrm>
          <a:custGeom>
            <a:avLst/>
            <a:gdLst/>
            <a:ahLst/>
            <a:cxnLst/>
            <a:rect l="l" t="t" r="r" b="b"/>
            <a:pathLst>
              <a:path w="0" h="514350">
                <a:moveTo>
                  <a:pt x="0" y="514350"/>
                </a:moveTo>
                <a:lnTo>
                  <a:pt x="0" y="377825"/>
                </a:lnTo>
              </a:path>
              <a:path w="0" h="514350">
                <a:moveTo>
                  <a:pt x="0" y="354964"/>
                </a:moveTo>
                <a:lnTo>
                  <a:pt x="0" y="334009"/>
                </a:lnTo>
              </a:path>
              <a:path w="0" h="514350">
                <a:moveTo>
                  <a:pt x="0" y="312420"/>
                </a:moveTo>
                <a:lnTo>
                  <a:pt x="0" y="201295"/>
                </a:lnTo>
              </a:path>
              <a:path w="0" h="514350">
                <a:moveTo>
                  <a:pt x="0" y="179704"/>
                </a:moveTo>
                <a:lnTo>
                  <a:pt x="0" y="158750"/>
                </a:lnTo>
              </a:path>
              <a:path w="0" h="514350">
                <a:moveTo>
                  <a:pt x="0" y="135889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12" name="object 112" descr=""/>
          <p:cNvGrpSpPr/>
          <p:nvPr/>
        </p:nvGrpSpPr>
        <p:grpSpPr>
          <a:xfrm>
            <a:off x="4076065" y="2198382"/>
            <a:ext cx="833755" cy="628650"/>
            <a:chOff x="4076065" y="2198382"/>
            <a:chExt cx="833755" cy="628650"/>
          </a:xfrm>
        </p:grpSpPr>
        <p:sp>
          <p:nvSpPr>
            <p:cNvPr id="113" name="object 113" descr=""/>
            <p:cNvSpPr/>
            <p:nvPr/>
          </p:nvSpPr>
          <p:spPr>
            <a:xfrm>
              <a:off x="4076700" y="2508262"/>
              <a:ext cx="416559" cy="48895"/>
            </a:xfrm>
            <a:custGeom>
              <a:avLst/>
              <a:gdLst/>
              <a:ahLst/>
              <a:cxnLst/>
              <a:rect l="l" t="t" r="r" b="b"/>
              <a:pathLst>
                <a:path w="416560" h="48894">
                  <a:moveTo>
                    <a:pt x="416560" y="0"/>
                  </a:moveTo>
                  <a:lnTo>
                    <a:pt x="0" y="44450"/>
                  </a:lnTo>
                  <a:lnTo>
                    <a:pt x="635" y="48895"/>
                  </a:lnTo>
                  <a:lnTo>
                    <a:pt x="416560" y="5079"/>
                  </a:lnTo>
                  <a:lnTo>
                    <a:pt x="41656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4" name="object 114" descr=""/>
            <p:cNvSpPr/>
            <p:nvPr/>
          </p:nvSpPr>
          <p:spPr>
            <a:xfrm>
              <a:off x="4076700" y="2508262"/>
              <a:ext cx="416559" cy="48895"/>
            </a:xfrm>
            <a:custGeom>
              <a:avLst/>
              <a:gdLst/>
              <a:ahLst/>
              <a:cxnLst/>
              <a:rect l="l" t="t" r="r" b="b"/>
              <a:pathLst>
                <a:path w="416560" h="48894">
                  <a:moveTo>
                    <a:pt x="0" y="44450"/>
                  </a:moveTo>
                  <a:lnTo>
                    <a:pt x="635" y="48895"/>
                  </a:lnTo>
                  <a:lnTo>
                    <a:pt x="416560" y="5079"/>
                  </a:lnTo>
                  <a:lnTo>
                    <a:pt x="416560" y="0"/>
                  </a:lnTo>
                  <a:lnTo>
                    <a:pt x="0" y="4445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5" name="object 115" descr=""/>
            <p:cNvSpPr/>
            <p:nvPr/>
          </p:nvSpPr>
          <p:spPr>
            <a:xfrm>
              <a:off x="4493260" y="2508262"/>
              <a:ext cx="415290" cy="48895"/>
            </a:xfrm>
            <a:custGeom>
              <a:avLst/>
              <a:gdLst/>
              <a:ahLst/>
              <a:cxnLst/>
              <a:rect l="l" t="t" r="r" b="b"/>
              <a:pathLst>
                <a:path w="415289" h="48894">
                  <a:moveTo>
                    <a:pt x="0" y="0"/>
                  </a:moveTo>
                  <a:lnTo>
                    <a:pt x="0" y="5079"/>
                  </a:lnTo>
                  <a:lnTo>
                    <a:pt x="413385" y="48895"/>
                  </a:lnTo>
                  <a:lnTo>
                    <a:pt x="415289" y="444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 descr=""/>
            <p:cNvSpPr/>
            <p:nvPr/>
          </p:nvSpPr>
          <p:spPr>
            <a:xfrm>
              <a:off x="4471035" y="2508262"/>
              <a:ext cx="438150" cy="318135"/>
            </a:xfrm>
            <a:custGeom>
              <a:avLst/>
              <a:gdLst/>
              <a:ahLst/>
              <a:cxnLst/>
              <a:rect l="l" t="t" r="r" b="b"/>
              <a:pathLst>
                <a:path w="438150" h="318135">
                  <a:moveTo>
                    <a:pt x="22225" y="0"/>
                  </a:moveTo>
                  <a:lnTo>
                    <a:pt x="22225" y="5079"/>
                  </a:lnTo>
                  <a:lnTo>
                    <a:pt x="436244" y="48895"/>
                  </a:lnTo>
                  <a:lnTo>
                    <a:pt x="438150" y="44450"/>
                  </a:lnTo>
                  <a:lnTo>
                    <a:pt x="22225" y="0"/>
                  </a:lnTo>
                  <a:close/>
                </a:path>
                <a:path w="438150" h="318135">
                  <a:moveTo>
                    <a:pt x="438150" y="90170"/>
                  </a:moveTo>
                  <a:lnTo>
                    <a:pt x="438150" y="234950"/>
                  </a:lnTo>
                </a:path>
                <a:path w="438150" h="318135">
                  <a:moveTo>
                    <a:pt x="1904" y="277495"/>
                  </a:moveTo>
                  <a:lnTo>
                    <a:pt x="13969" y="303529"/>
                  </a:lnTo>
                </a:path>
                <a:path w="438150" h="318135">
                  <a:moveTo>
                    <a:pt x="3810" y="277495"/>
                  </a:moveTo>
                  <a:lnTo>
                    <a:pt x="13969" y="299084"/>
                  </a:lnTo>
                </a:path>
                <a:path w="438150" h="318135">
                  <a:moveTo>
                    <a:pt x="23494" y="277495"/>
                  </a:moveTo>
                  <a:lnTo>
                    <a:pt x="13969" y="303529"/>
                  </a:lnTo>
                  <a:lnTo>
                    <a:pt x="9525" y="311150"/>
                  </a:lnTo>
                  <a:lnTo>
                    <a:pt x="6985" y="314325"/>
                  </a:lnTo>
                  <a:lnTo>
                    <a:pt x="1904" y="318134"/>
                  </a:lnTo>
                  <a:lnTo>
                    <a:pt x="635" y="318134"/>
                  </a:lnTo>
                  <a:lnTo>
                    <a:pt x="0" y="314325"/>
                  </a:lnTo>
                  <a:lnTo>
                    <a:pt x="635" y="312420"/>
                  </a:lnTo>
                  <a:lnTo>
                    <a:pt x="1904" y="314325"/>
                  </a:lnTo>
                </a:path>
                <a:path w="438150" h="318135">
                  <a:moveTo>
                    <a:pt x="0" y="277495"/>
                  </a:moveTo>
                  <a:lnTo>
                    <a:pt x="9525" y="277495"/>
                  </a:lnTo>
                </a:path>
                <a:path w="438150" h="318135">
                  <a:moveTo>
                    <a:pt x="16510" y="277495"/>
                  </a:moveTo>
                  <a:lnTo>
                    <a:pt x="26669" y="277495"/>
                  </a:lnTo>
                </a:path>
                <a:path w="438150" h="318135">
                  <a:moveTo>
                    <a:pt x="22225" y="90170"/>
                  </a:moveTo>
                  <a:lnTo>
                    <a:pt x="22225" y="234950"/>
                  </a:lnTo>
                </a:path>
                <a:path w="438150" h="318135">
                  <a:moveTo>
                    <a:pt x="396239" y="155575"/>
                  </a:moveTo>
                  <a:lnTo>
                    <a:pt x="267969" y="155575"/>
                  </a:lnTo>
                </a:path>
                <a:path w="438150" h="318135">
                  <a:moveTo>
                    <a:pt x="62229" y="155575"/>
                  </a:moveTo>
                  <a:lnTo>
                    <a:pt x="190500" y="1555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 descr=""/>
            <p:cNvSpPr/>
            <p:nvPr/>
          </p:nvSpPr>
          <p:spPr>
            <a:xfrm>
              <a:off x="4866640" y="2656852"/>
              <a:ext cx="41910" cy="13335"/>
            </a:xfrm>
            <a:custGeom>
              <a:avLst/>
              <a:gdLst/>
              <a:ahLst/>
              <a:cxnLst/>
              <a:rect l="l" t="t" r="r" b="b"/>
              <a:pathLst>
                <a:path w="41910" h="13335">
                  <a:moveTo>
                    <a:pt x="0" y="0"/>
                  </a:moveTo>
                  <a:lnTo>
                    <a:pt x="0" y="13334"/>
                  </a:lnTo>
                  <a:lnTo>
                    <a:pt x="41910" y="57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 descr=""/>
            <p:cNvSpPr/>
            <p:nvPr/>
          </p:nvSpPr>
          <p:spPr>
            <a:xfrm>
              <a:off x="4866640" y="2656852"/>
              <a:ext cx="41910" cy="13335"/>
            </a:xfrm>
            <a:custGeom>
              <a:avLst/>
              <a:gdLst/>
              <a:ahLst/>
              <a:cxnLst/>
              <a:rect l="l" t="t" r="r" b="b"/>
              <a:pathLst>
                <a:path w="41910" h="13335">
                  <a:moveTo>
                    <a:pt x="0" y="0"/>
                  </a:moveTo>
                  <a:lnTo>
                    <a:pt x="0" y="13334"/>
                  </a:lnTo>
                  <a:lnTo>
                    <a:pt x="41910" y="5714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9" name="object 119" descr=""/>
            <p:cNvSpPr/>
            <p:nvPr/>
          </p:nvSpPr>
          <p:spPr>
            <a:xfrm>
              <a:off x="4493260" y="2656852"/>
              <a:ext cx="40005" cy="13335"/>
            </a:xfrm>
            <a:custGeom>
              <a:avLst/>
              <a:gdLst/>
              <a:ahLst/>
              <a:cxnLst/>
              <a:rect l="l" t="t" r="r" b="b"/>
              <a:pathLst>
                <a:path w="40004" h="13335">
                  <a:moveTo>
                    <a:pt x="40004" y="0"/>
                  </a:moveTo>
                  <a:lnTo>
                    <a:pt x="0" y="5714"/>
                  </a:lnTo>
                  <a:lnTo>
                    <a:pt x="40004" y="13334"/>
                  </a:lnTo>
                  <a:lnTo>
                    <a:pt x="400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0" name="object 120" descr=""/>
            <p:cNvSpPr/>
            <p:nvPr/>
          </p:nvSpPr>
          <p:spPr>
            <a:xfrm>
              <a:off x="4493260" y="2655582"/>
              <a:ext cx="223520" cy="34925"/>
            </a:xfrm>
            <a:custGeom>
              <a:avLst/>
              <a:gdLst/>
              <a:ahLst/>
              <a:cxnLst/>
              <a:rect l="l" t="t" r="r" b="b"/>
              <a:pathLst>
                <a:path w="223520" h="34925">
                  <a:moveTo>
                    <a:pt x="40004" y="1904"/>
                  </a:moveTo>
                  <a:lnTo>
                    <a:pt x="40004" y="15239"/>
                  </a:lnTo>
                  <a:lnTo>
                    <a:pt x="0" y="7620"/>
                  </a:lnTo>
                  <a:lnTo>
                    <a:pt x="40004" y="1904"/>
                  </a:lnTo>
                  <a:close/>
                </a:path>
                <a:path w="223520" h="34925">
                  <a:moveTo>
                    <a:pt x="193675" y="4445"/>
                  </a:moveTo>
                  <a:lnTo>
                    <a:pt x="193675" y="7620"/>
                  </a:lnTo>
                  <a:lnTo>
                    <a:pt x="190500" y="7620"/>
                  </a:lnTo>
                  <a:lnTo>
                    <a:pt x="190500" y="4445"/>
                  </a:lnTo>
                  <a:lnTo>
                    <a:pt x="193675" y="1904"/>
                  </a:lnTo>
                  <a:lnTo>
                    <a:pt x="197485" y="0"/>
                  </a:lnTo>
                  <a:lnTo>
                    <a:pt x="207644" y="0"/>
                  </a:lnTo>
                  <a:lnTo>
                    <a:pt x="212089" y="1904"/>
                  </a:lnTo>
                  <a:lnTo>
                    <a:pt x="215264" y="4445"/>
                  </a:lnTo>
                  <a:lnTo>
                    <a:pt x="217804" y="9525"/>
                  </a:lnTo>
                  <a:lnTo>
                    <a:pt x="217804" y="27304"/>
                  </a:lnTo>
                  <a:lnTo>
                    <a:pt x="219075" y="32384"/>
                  </a:lnTo>
                  <a:lnTo>
                    <a:pt x="222250" y="34925"/>
                  </a:lnTo>
                </a:path>
                <a:path w="223520" h="34925">
                  <a:moveTo>
                    <a:pt x="215264" y="4445"/>
                  </a:moveTo>
                  <a:lnTo>
                    <a:pt x="215264" y="27304"/>
                  </a:lnTo>
                  <a:lnTo>
                    <a:pt x="217804" y="32384"/>
                  </a:lnTo>
                  <a:lnTo>
                    <a:pt x="222250" y="34925"/>
                  </a:lnTo>
                  <a:lnTo>
                    <a:pt x="223519" y="34925"/>
                  </a:lnTo>
                </a:path>
                <a:path w="223520" h="34925">
                  <a:moveTo>
                    <a:pt x="215264" y="9525"/>
                  </a:moveTo>
                  <a:lnTo>
                    <a:pt x="212089" y="12064"/>
                  </a:lnTo>
                  <a:lnTo>
                    <a:pt x="197485" y="15239"/>
                  </a:lnTo>
                  <a:lnTo>
                    <a:pt x="190500" y="17145"/>
                  </a:lnTo>
                  <a:lnTo>
                    <a:pt x="189229" y="21589"/>
                  </a:lnTo>
                  <a:lnTo>
                    <a:pt x="189229" y="27304"/>
                  </a:lnTo>
                  <a:lnTo>
                    <a:pt x="190500" y="32384"/>
                  </a:lnTo>
                  <a:lnTo>
                    <a:pt x="197485" y="34925"/>
                  </a:lnTo>
                  <a:lnTo>
                    <a:pt x="205104" y="34925"/>
                  </a:lnTo>
                  <a:lnTo>
                    <a:pt x="210819" y="32384"/>
                  </a:lnTo>
                  <a:lnTo>
                    <a:pt x="215264" y="27304"/>
                  </a:lnTo>
                </a:path>
                <a:path w="223520" h="34925">
                  <a:moveTo>
                    <a:pt x="197485" y="15239"/>
                  </a:moveTo>
                  <a:lnTo>
                    <a:pt x="193675" y="17145"/>
                  </a:lnTo>
                  <a:lnTo>
                    <a:pt x="190500" y="21589"/>
                  </a:lnTo>
                  <a:lnTo>
                    <a:pt x="190500" y="27304"/>
                  </a:lnTo>
                  <a:lnTo>
                    <a:pt x="193675" y="32384"/>
                  </a:lnTo>
                  <a:lnTo>
                    <a:pt x="197485" y="3492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1" name="object 121" descr=""/>
            <p:cNvSpPr/>
            <p:nvPr/>
          </p:nvSpPr>
          <p:spPr>
            <a:xfrm>
              <a:off x="4492625" y="2552712"/>
              <a:ext cx="416559" cy="111125"/>
            </a:xfrm>
            <a:custGeom>
              <a:avLst/>
              <a:gdLst/>
              <a:ahLst/>
              <a:cxnLst/>
              <a:rect l="l" t="t" r="r" b="b"/>
              <a:pathLst>
                <a:path w="416560" h="111125">
                  <a:moveTo>
                    <a:pt x="1270" y="110490"/>
                  </a:moveTo>
                  <a:lnTo>
                    <a:pt x="1079" y="110045"/>
                  </a:lnTo>
                  <a:lnTo>
                    <a:pt x="635" y="109867"/>
                  </a:lnTo>
                  <a:lnTo>
                    <a:pt x="177" y="110045"/>
                  </a:lnTo>
                  <a:lnTo>
                    <a:pt x="0" y="110490"/>
                  </a:lnTo>
                  <a:lnTo>
                    <a:pt x="177" y="110947"/>
                  </a:lnTo>
                  <a:lnTo>
                    <a:pt x="635" y="111125"/>
                  </a:lnTo>
                  <a:lnTo>
                    <a:pt x="1079" y="110947"/>
                  </a:lnTo>
                  <a:lnTo>
                    <a:pt x="1270" y="110490"/>
                  </a:lnTo>
                  <a:close/>
                </a:path>
                <a:path w="416560" h="111125">
                  <a:moveTo>
                    <a:pt x="1270" y="635"/>
                  </a:moveTo>
                  <a:lnTo>
                    <a:pt x="1079" y="190"/>
                  </a:lnTo>
                  <a:lnTo>
                    <a:pt x="635" y="0"/>
                  </a:lnTo>
                  <a:lnTo>
                    <a:pt x="177" y="190"/>
                  </a:lnTo>
                  <a:lnTo>
                    <a:pt x="0" y="635"/>
                  </a:lnTo>
                  <a:lnTo>
                    <a:pt x="177" y="1092"/>
                  </a:lnTo>
                  <a:lnTo>
                    <a:pt x="635" y="1270"/>
                  </a:lnTo>
                  <a:lnTo>
                    <a:pt x="1079" y="1092"/>
                  </a:lnTo>
                  <a:lnTo>
                    <a:pt x="1270" y="635"/>
                  </a:lnTo>
                  <a:close/>
                </a:path>
                <a:path w="416560" h="111125">
                  <a:moveTo>
                    <a:pt x="416560" y="635"/>
                  </a:moveTo>
                  <a:lnTo>
                    <a:pt x="416369" y="190"/>
                  </a:lnTo>
                  <a:lnTo>
                    <a:pt x="415925" y="0"/>
                  </a:lnTo>
                  <a:lnTo>
                    <a:pt x="415467" y="190"/>
                  </a:lnTo>
                  <a:lnTo>
                    <a:pt x="415290" y="635"/>
                  </a:lnTo>
                  <a:lnTo>
                    <a:pt x="415467" y="1092"/>
                  </a:lnTo>
                  <a:lnTo>
                    <a:pt x="415925" y="1270"/>
                  </a:lnTo>
                  <a:lnTo>
                    <a:pt x="416369" y="1092"/>
                  </a:lnTo>
                  <a:lnTo>
                    <a:pt x="416560" y="63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122" descr=""/>
            <p:cNvSpPr/>
            <p:nvPr/>
          </p:nvSpPr>
          <p:spPr>
            <a:xfrm>
              <a:off x="4493260" y="2198382"/>
              <a:ext cx="0" cy="507365"/>
            </a:xfrm>
            <a:custGeom>
              <a:avLst/>
              <a:gdLst/>
              <a:ahLst/>
              <a:cxnLst/>
              <a:rect l="l" t="t" r="r" b="b"/>
              <a:pathLst>
                <a:path w="0" h="507364">
                  <a:moveTo>
                    <a:pt x="0" y="507364"/>
                  </a:moveTo>
                  <a:lnTo>
                    <a:pt x="0" y="375284"/>
                  </a:lnTo>
                </a:path>
                <a:path w="0" h="507364">
                  <a:moveTo>
                    <a:pt x="0" y="352425"/>
                  </a:moveTo>
                  <a:lnTo>
                    <a:pt x="0" y="330834"/>
                  </a:lnTo>
                </a:path>
                <a:path w="0" h="507364">
                  <a:moveTo>
                    <a:pt x="0" y="307975"/>
                  </a:moveTo>
                  <a:lnTo>
                    <a:pt x="0" y="198120"/>
                  </a:lnTo>
                </a:path>
                <a:path w="0" h="507364">
                  <a:moveTo>
                    <a:pt x="0" y="177164"/>
                  </a:moveTo>
                  <a:lnTo>
                    <a:pt x="0" y="154304"/>
                  </a:lnTo>
                </a:path>
                <a:path w="0" h="507364">
                  <a:moveTo>
                    <a:pt x="0" y="13271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3" name="object 123" descr=""/>
          <p:cNvGrpSpPr/>
          <p:nvPr/>
        </p:nvGrpSpPr>
        <p:grpSpPr>
          <a:xfrm>
            <a:off x="2799079" y="2147582"/>
            <a:ext cx="33655" cy="26034"/>
            <a:chOff x="2799079" y="2147582"/>
            <a:chExt cx="33655" cy="26034"/>
          </a:xfrm>
        </p:grpSpPr>
        <p:sp>
          <p:nvSpPr>
            <p:cNvPr id="124" name="object 124" descr=""/>
            <p:cNvSpPr/>
            <p:nvPr/>
          </p:nvSpPr>
          <p:spPr>
            <a:xfrm>
              <a:off x="2799079" y="2160282"/>
              <a:ext cx="20955" cy="0"/>
            </a:xfrm>
            <a:custGeom>
              <a:avLst/>
              <a:gdLst/>
              <a:ahLst/>
              <a:cxnLst/>
              <a:rect l="l" t="t" r="r" b="b"/>
              <a:pathLst>
                <a:path w="20955" h="0">
                  <a:moveTo>
                    <a:pt x="0" y="0"/>
                  </a:moveTo>
                  <a:lnTo>
                    <a:pt x="20955" y="0"/>
                  </a:lnTo>
                </a:path>
              </a:pathLst>
            </a:custGeom>
            <a:ln w="444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 descr=""/>
            <p:cNvSpPr/>
            <p:nvPr/>
          </p:nvSpPr>
          <p:spPr>
            <a:xfrm>
              <a:off x="2829559" y="2147582"/>
              <a:ext cx="0" cy="26034"/>
            </a:xfrm>
            <a:custGeom>
              <a:avLst/>
              <a:gdLst/>
              <a:ahLst/>
              <a:cxnLst/>
              <a:rect l="l" t="t" r="r" b="b"/>
              <a:pathLst>
                <a:path w="0" h="26035">
                  <a:moveTo>
                    <a:pt x="0" y="0"/>
                  </a:moveTo>
                  <a:lnTo>
                    <a:pt x="0" y="26034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6" name="object 126" descr=""/>
          <p:cNvSpPr/>
          <p:nvPr/>
        </p:nvSpPr>
        <p:spPr>
          <a:xfrm>
            <a:off x="4709159" y="2466987"/>
            <a:ext cx="28575" cy="45720"/>
          </a:xfrm>
          <a:custGeom>
            <a:avLst/>
            <a:gdLst/>
            <a:ahLst/>
            <a:cxnLst/>
            <a:rect l="l" t="t" r="r" b="b"/>
            <a:pathLst>
              <a:path w="28575" h="45719">
                <a:moveTo>
                  <a:pt x="6985" y="0"/>
                </a:moveTo>
                <a:lnTo>
                  <a:pt x="2539" y="43815"/>
                </a:lnTo>
              </a:path>
              <a:path w="28575" h="45719">
                <a:moveTo>
                  <a:pt x="5714" y="20954"/>
                </a:moveTo>
                <a:lnTo>
                  <a:pt x="10160" y="17779"/>
                </a:lnTo>
                <a:lnTo>
                  <a:pt x="13969" y="16509"/>
                </a:lnTo>
                <a:lnTo>
                  <a:pt x="17144" y="16509"/>
                </a:lnTo>
                <a:lnTo>
                  <a:pt x="22860" y="19684"/>
                </a:lnTo>
                <a:lnTo>
                  <a:pt x="27304" y="24129"/>
                </a:lnTo>
                <a:lnTo>
                  <a:pt x="28575" y="30479"/>
                </a:lnTo>
                <a:lnTo>
                  <a:pt x="27304" y="34925"/>
                </a:lnTo>
                <a:lnTo>
                  <a:pt x="25400" y="40640"/>
                </a:lnTo>
                <a:lnTo>
                  <a:pt x="21589" y="43815"/>
                </a:lnTo>
                <a:lnTo>
                  <a:pt x="13969" y="45720"/>
                </a:lnTo>
                <a:lnTo>
                  <a:pt x="11429" y="45720"/>
                </a:lnTo>
                <a:lnTo>
                  <a:pt x="6985" y="42545"/>
                </a:lnTo>
                <a:lnTo>
                  <a:pt x="3810" y="38100"/>
                </a:lnTo>
              </a:path>
              <a:path w="28575" h="45719">
                <a:moveTo>
                  <a:pt x="17144" y="16509"/>
                </a:moveTo>
                <a:lnTo>
                  <a:pt x="21589" y="17779"/>
                </a:lnTo>
                <a:lnTo>
                  <a:pt x="24129" y="22859"/>
                </a:lnTo>
                <a:lnTo>
                  <a:pt x="25400" y="30479"/>
                </a:lnTo>
                <a:lnTo>
                  <a:pt x="25400" y="34925"/>
                </a:lnTo>
                <a:lnTo>
                  <a:pt x="22860" y="40640"/>
                </a:lnTo>
                <a:lnTo>
                  <a:pt x="18414" y="43815"/>
                </a:lnTo>
                <a:lnTo>
                  <a:pt x="13969" y="45720"/>
                </a:lnTo>
              </a:path>
              <a:path w="28575" h="45719">
                <a:moveTo>
                  <a:pt x="0" y="0"/>
                </a:moveTo>
                <a:lnTo>
                  <a:pt x="6985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7" name="object 127" descr=""/>
          <p:cNvSpPr/>
          <p:nvPr/>
        </p:nvSpPr>
        <p:spPr>
          <a:xfrm>
            <a:off x="4157345" y="2474607"/>
            <a:ext cx="80645" cy="42545"/>
          </a:xfrm>
          <a:custGeom>
            <a:avLst/>
            <a:gdLst/>
            <a:ahLst/>
            <a:cxnLst/>
            <a:rect l="l" t="t" r="r" b="b"/>
            <a:pathLst>
              <a:path w="80645" h="42544">
                <a:moveTo>
                  <a:pt x="0" y="30479"/>
                </a:moveTo>
                <a:lnTo>
                  <a:pt x="35559" y="25400"/>
                </a:lnTo>
              </a:path>
              <a:path w="80645" h="42544">
                <a:moveTo>
                  <a:pt x="52069" y="0"/>
                </a:moveTo>
                <a:lnTo>
                  <a:pt x="55879" y="42545"/>
                </a:lnTo>
              </a:path>
              <a:path w="80645" h="42544">
                <a:moveTo>
                  <a:pt x="52704" y="0"/>
                </a:moveTo>
                <a:lnTo>
                  <a:pt x="57150" y="42545"/>
                </a:lnTo>
              </a:path>
              <a:path w="80645" h="42544">
                <a:moveTo>
                  <a:pt x="54609" y="19684"/>
                </a:moveTo>
                <a:lnTo>
                  <a:pt x="59054" y="15239"/>
                </a:lnTo>
                <a:lnTo>
                  <a:pt x="62864" y="13334"/>
                </a:lnTo>
                <a:lnTo>
                  <a:pt x="66039" y="12064"/>
                </a:lnTo>
                <a:lnTo>
                  <a:pt x="71754" y="13334"/>
                </a:lnTo>
                <a:lnTo>
                  <a:pt x="76200" y="17779"/>
                </a:lnTo>
                <a:lnTo>
                  <a:pt x="78739" y="24129"/>
                </a:lnTo>
                <a:lnTo>
                  <a:pt x="80644" y="27304"/>
                </a:lnTo>
                <a:lnTo>
                  <a:pt x="78739" y="34925"/>
                </a:lnTo>
                <a:lnTo>
                  <a:pt x="74294" y="39370"/>
                </a:lnTo>
                <a:lnTo>
                  <a:pt x="69214" y="40639"/>
                </a:lnTo>
                <a:lnTo>
                  <a:pt x="64134" y="42545"/>
                </a:lnTo>
                <a:lnTo>
                  <a:pt x="62229" y="40639"/>
                </a:lnTo>
                <a:lnTo>
                  <a:pt x="57150" y="36195"/>
                </a:lnTo>
              </a:path>
              <a:path w="80645" h="42544">
                <a:moveTo>
                  <a:pt x="66039" y="12064"/>
                </a:moveTo>
                <a:lnTo>
                  <a:pt x="70484" y="13334"/>
                </a:lnTo>
                <a:lnTo>
                  <a:pt x="74294" y="17779"/>
                </a:lnTo>
                <a:lnTo>
                  <a:pt x="77469" y="24129"/>
                </a:lnTo>
                <a:lnTo>
                  <a:pt x="77469" y="28575"/>
                </a:lnTo>
                <a:lnTo>
                  <a:pt x="76200" y="34925"/>
                </a:lnTo>
                <a:lnTo>
                  <a:pt x="73659" y="39370"/>
                </a:lnTo>
                <a:lnTo>
                  <a:pt x="69214" y="40639"/>
                </a:lnTo>
              </a:path>
              <a:path w="80645" h="42544">
                <a:moveTo>
                  <a:pt x="45719" y="0"/>
                </a:moveTo>
                <a:lnTo>
                  <a:pt x="52704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8" name="object 128" descr=""/>
          <p:cNvSpPr/>
          <p:nvPr/>
        </p:nvSpPr>
        <p:spPr>
          <a:xfrm>
            <a:off x="4399915" y="3557917"/>
            <a:ext cx="26034" cy="39370"/>
          </a:xfrm>
          <a:custGeom>
            <a:avLst/>
            <a:gdLst/>
            <a:ahLst/>
            <a:cxnLst/>
            <a:rect l="l" t="t" r="r" b="b"/>
            <a:pathLst>
              <a:path w="26035" h="39370">
                <a:moveTo>
                  <a:pt x="24764" y="5715"/>
                </a:moveTo>
                <a:lnTo>
                  <a:pt x="26035" y="10160"/>
                </a:lnTo>
                <a:lnTo>
                  <a:pt x="26035" y="0"/>
                </a:lnTo>
                <a:lnTo>
                  <a:pt x="24764" y="5715"/>
                </a:lnTo>
                <a:lnTo>
                  <a:pt x="21589" y="1270"/>
                </a:lnTo>
                <a:lnTo>
                  <a:pt x="15875" y="0"/>
                </a:lnTo>
                <a:lnTo>
                  <a:pt x="11430" y="0"/>
                </a:lnTo>
                <a:lnTo>
                  <a:pt x="7620" y="1270"/>
                </a:lnTo>
                <a:lnTo>
                  <a:pt x="3175" y="5715"/>
                </a:lnTo>
                <a:lnTo>
                  <a:pt x="1270" y="8890"/>
                </a:lnTo>
                <a:lnTo>
                  <a:pt x="0" y="15240"/>
                </a:lnTo>
                <a:lnTo>
                  <a:pt x="0" y="24129"/>
                </a:lnTo>
                <a:lnTo>
                  <a:pt x="1270" y="30479"/>
                </a:lnTo>
                <a:lnTo>
                  <a:pt x="3175" y="33020"/>
                </a:lnTo>
                <a:lnTo>
                  <a:pt x="7620" y="38100"/>
                </a:lnTo>
                <a:lnTo>
                  <a:pt x="11430" y="39370"/>
                </a:lnTo>
                <a:lnTo>
                  <a:pt x="15875" y="39370"/>
                </a:lnTo>
                <a:lnTo>
                  <a:pt x="21589" y="38100"/>
                </a:lnTo>
                <a:lnTo>
                  <a:pt x="24764" y="33020"/>
                </a:lnTo>
                <a:lnTo>
                  <a:pt x="26035" y="30479"/>
                </a:lnTo>
              </a:path>
              <a:path w="26035" h="39370">
                <a:moveTo>
                  <a:pt x="11430" y="0"/>
                </a:moveTo>
                <a:lnTo>
                  <a:pt x="8255" y="1270"/>
                </a:lnTo>
                <a:lnTo>
                  <a:pt x="4445" y="5715"/>
                </a:lnTo>
                <a:lnTo>
                  <a:pt x="3175" y="8890"/>
                </a:lnTo>
                <a:lnTo>
                  <a:pt x="1270" y="15240"/>
                </a:lnTo>
                <a:lnTo>
                  <a:pt x="1270" y="24129"/>
                </a:lnTo>
                <a:lnTo>
                  <a:pt x="3175" y="30479"/>
                </a:lnTo>
                <a:lnTo>
                  <a:pt x="4445" y="33020"/>
                </a:lnTo>
                <a:lnTo>
                  <a:pt x="8255" y="38100"/>
                </a:lnTo>
                <a:lnTo>
                  <a:pt x="11430" y="3937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9" name="object 129" descr=""/>
          <p:cNvSpPr/>
          <p:nvPr/>
        </p:nvSpPr>
        <p:spPr>
          <a:xfrm>
            <a:off x="4472940" y="3569982"/>
            <a:ext cx="27940" cy="41275"/>
          </a:xfrm>
          <a:custGeom>
            <a:avLst/>
            <a:gdLst/>
            <a:ahLst/>
            <a:cxnLst/>
            <a:rect l="l" t="t" r="r" b="b"/>
            <a:pathLst>
              <a:path w="27939" h="41275">
                <a:moveTo>
                  <a:pt x="3175" y="0"/>
                </a:moveTo>
                <a:lnTo>
                  <a:pt x="13335" y="27304"/>
                </a:lnTo>
              </a:path>
              <a:path w="27939" h="41275">
                <a:moveTo>
                  <a:pt x="5080" y="0"/>
                </a:moveTo>
                <a:lnTo>
                  <a:pt x="13335" y="22859"/>
                </a:lnTo>
              </a:path>
              <a:path w="27939" h="41275">
                <a:moveTo>
                  <a:pt x="24764" y="0"/>
                </a:moveTo>
                <a:lnTo>
                  <a:pt x="13335" y="27304"/>
                </a:lnTo>
                <a:lnTo>
                  <a:pt x="10160" y="34925"/>
                </a:lnTo>
                <a:lnTo>
                  <a:pt x="6350" y="38100"/>
                </a:lnTo>
                <a:lnTo>
                  <a:pt x="3175" y="41275"/>
                </a:lnTo>
                <a:lnTo>
                  <a:pt x="1905" y="41275"/>
                </a:lnTo>
                <a:lnTo>
                  <a:pt x="0" y="38100"/>
                </a:lnTo>
                <a:lnTo>
                  <a:pt x="1905" y="36195"/>
                </a:lnTo>
                <a:lnTo>
                  <a:pt x="3175" y="38100"/>
                </a:lnTo>
              </a:path>
              <a:path w="27939" h="41275">
                <a:moveTo>
                  <a:pt x="0" y="0"/>
                </a:moveTo>
                <a:lnTo>
                  <a:pt x="10160" y="0"/>
                </a:lnTo>
              </a:path>
              <a:path w="27939" h="41275">
                <a:moveTo>
                  <a:pt x="17780" y="0"/>
                </a:moveTo>
                <a:lnTo>
                  <a:pt x="27939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0" name="object 130" descr=""/>
          <p:cNvSpPr/>
          <p:nvPr/>
        </p:nvSpPr>
        <p:spPr>
          <a:xfrm>
            <a:off x="4544059" y="3557917"/>
            <a:ext cx="28575" cy="39370"/>
          </a:xfrm>
          <a:custGeom>
            <a:avLst/>
            <a:gdLst/>
            <a:ahLst/>
            <a:cxnLst/>
            <a:rect l="l" t="t" r="r" b="b"/>
            <a:pathLst>
              <a:path w="28575" h="39370">
                <a:moveTo>
                  <a:pt x="5714" y="0"/>
                </a:moveTo>
                <a:lnTo>
                  <a:pt x="5714" y="39370"/>
                </a:lnTo>
              </a:path>
              <a:path w="28575" h="39370">
                <a:moveTo>
                  <a:pt x="6985" y="0"/>
                </a:moveTo>
                <a:lnTo>
                  <a:pt x="6985" y="39370"/>
                </a:lnTo>
              </a:path>
              <a:path w="28575" h="39370">
                <a:moveTo>
                  <a:pt x="17144" y="10160"/>
                </a:moveTo>
                <a:lnTo>
                  <a:pt x="17144" y="25400"/>
                </a:lnTo>
              </a:path>
              <a:path w="28575" h="39370">
                <a:moveTo>
                  <a:pt x="0" y="0"/>
                </a:moveTo>
                <a:lnTo>
                  <a:pt x="28575" y="0"/>
                </a:lnTo>
                <a:lnTo>
                  <a:pt x="28575" y="10160"/>
                </a:lnTo>
                <a:lnTo>
                  <a:pt x="27304" y="0"/>
                </a:lnTo>
              </a:path>
              <a:path w="28575" h="39370">
                <a:moveTo>
                  <a:pt x="6985" y="17779"/>
                </a:moveTo>
                <a:lnTo>
                  <a:pt x="17144" y="17779"/>
                </a:lnTo>
              </a:path>
              <a:path w="28575" h="39370">
                <a:moveTo>
                  <a:pt x="0" y="39370"/>
                </a:moveTo>
                <a:lnTo>
                  <a:pt x="12700" y="3937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1" name="object 131" descr=""/>
          <p:cNvSpPr/>
          <p:nvPr/>
        </p:nvSpPr>
        <p:spPr>
          <a:xfrm>
            <a:off x="5421629" y="3557917"/>
            <a:ext cx="30480" cy="39370"/>
          </a:xfrm>
          <a:custGeom>
            <a:avLst/>
            <a:gdLst/>
            <a:ahLst/>
            <a:cxnLst/>
            <a:rect l="l" t="t" r="r" b="b"/>
            <a:pathLst>
              <a:path w="30479" h="39370">
                <a:moveTo>
                  <a:pt x="5715" y="0"/>
                </a:moveTo>
                <a:lnTo>
                  <a:pt x="5715" y="39370"/>
                </a:lnTo>
              </a:path>
              <a:path w="30479" h="39370">
                <a:moveTo>
                  <a:pt x="6985" y="0"/>
                </a:moveTo>
                <a:lnTo>
                  <a:pt x="6985" y="39370"/>
                </a:lnTo>
              </a:path>
              <a:path w="30479" h="39370">
                <a:moveTo>
                  <a:pt x="0" y="0"/>
                </a:moveTo>
                <a:lnTo>
                  <a:pt x="17145" y="0"/>
                </a:lnTo>
                <a:lnTo>
                  <a:pt x="22860" y="1270"/>
                </a:lnTo>
                <a:lnTo>
                  <a:pt x="26035" y="5715"/>
                </a:lnTo>
                <a:lnTo>
                  <a:pt x="28575" y="8890"/>
                </a:lnTo>
                <a:lnTo>
                  <a:pt x="30480" y="15240"/>
                </a:lnTo>
                <a:lnTo>
                  <a:pt x="30480" y="24129"/>
                </a:lnTo>
                <a:lnTo>
                  <a:pt x="28575" y="30479"/>
                </a:lnTo>
                <a:lnTo>
                  <a:pt x="26035" y="33020"/>
                </a:lnTo>
                <a:lnTo>
                  <a:pt x="22860" y="38100"/>
                </a:lnTo>
                <a:lnTo>
                  <a:pt x="17145" y="39370"/>
                </a:lnTo>
                <a:lnTo>
                  <a:pt x="0" y="39370"/>
                </a:lnTo>
              </a:path>
              <a:path w="30479" h="39370">
                <a:moveTo>
                  <a:pt x="17145" y="0"/>
                </a:moveTo>
                <a:lnTo>
                  <a:pt x="21590" y="1270"/>
                </a:lnTo>
                <a:lnTo>
                  <a:pt x="24130" y="5715"/>
                </a:lnTo>
                <a:lnTo>
                  <a:pt x="26035" y="8890"/>
                </a:lnTo>
                <a:lnTo>
                  <a:pt x="28575" y="15240"/>
                </a:lnTo>
                <a:lnTo>
                  <a:pt x="28575" y="24129"/>
                </a:lnTo>
                <a:lnTo>
                  <a:pt x="26035" y="30479"/>
                </a:lnTo>
                <a:lnTo>
                  <a:pt x="24130" y="33020"/>
                </a:lnTo>
                <a:lnTo>
                  <a:pt x="21590" y="38100"/>
                </a:lnTo>
                <a:lnTo>
                  <a:pt x="17145" y="3937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2" name="object 132" descr=""/>
          <p:cNvSpPr/>
          <p:nvPr/>
        </p:nvSpPr>
        <p:spPr>
          <a:xfrm>
            <a:off x="5497829" y="3569982"/>
            <a:ext cx="28575" cy="41275"/>
          </a:xfrm>
          <a:custGeom>
            <a:avLst/>
            <a:gdLst/>
            <a:ahLst/>
            <a:cxnLst/>
            <a:rect l="l" t="t" r="r" b="b"/>
            <a:pathLst>
              <a:path w="28575" h="41275">
                <a:moveTo>
                  <a:pt x="4445" y="0"/>
                </a:moveTo>
                <a:lnTo>
                  <a:pt x="14605" y="27304"/>
                </a:lnTo>
              </a:path>
              <a:path w="28575" h="41275">
                <a:moveTo>
                  <a:pt x="5715" y="0"/>
                </a:moveTo>
                <a:lnTo>
                  <a:pt x="14605" y="22859"/>
                </a:lnTo>
              </a:path>
              <a:path w="28575" h="41275">
                <a:moveTo>
                  <a:pt x="24130" y="0"/>
                </a:moveTo>
                <a:lnTo>
                  <a:pt x="14605" y="27304"/>
                </a:lnTo>
                <a:lnTo>
                  <a:pt x="11430" y="34925"/>
                </a:lnTo>
                <a:lnTo>
                  <a:pt x="7620" y="38100"/>
                </a:lnTo>
                <a:lnTo>
                  <a:pt x="4445" y="41275"/>
                </a:lnTo>
                <a:lnTo>
                  <a:pt x="1270" y="41275"/>
                </a:lnTo>
                <a:lnTo>
                  <a:pt x="0" y="38100"/>
                </a:lnTo>
                <a:lnTo>
                  <a:pt x="1270" y="36195"/>
                </a:lnTo>
                <a:lnTo>
                  <a:pt x="4445" y="38100"/>
                </a:lnTo>
              </a:path>
              <a:path w="28575" h="41275">
                <a:moveTo>
                  <a:pt x="0" y="0"/>
                </a:moveTo>
                <a:lnTo>
                  <a:pt x="11430" y="0"/>
                </a:lnTo>
              </a:path>
              <a:path w="28575" h="41275">
                <a:moveTo>
                  <a:pt x="17145" y="0"/>
                </a:moveTo>
                <a:lnTo>
                  <a:pt x="28575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3" name="object 133" descr=""/>
          <p:cNvSpPr/>
          <p:nvPr/>
        </p:nvSpPr>
        <p:spPr>
          <a:xfrm>
            <a:off x="5569584" y="3557917"/>
            <a:ext cx="29209" cy="39370"/>
          </a:xfrm>
          <a:custGeom>
            <a:avLst/>
            <a:gdLst/>
            <a:ahLst/>
            <a:cxnLst/>
            <a:rect l="l" t="t" r="r" b="b"/>
            <a:pathLst>
              <a:path w="29210" h="39370">
                <a:moveTo>
                  <a:pt x="4444" y="0"/>
                </a:moveTo>
                <a:lnTo>
                  <a:pt x="4444" y="39370"/>
                </a:lnTo>
              </a:path>
              <a:path w="29210" h="39370">
                <a:moveTo>
                  <a:pt x="7619" y="0"/>
                </a:moveTo>
                <a:lnTo>
                  <a:pt x="7619" y="39370"/>
                </a:lnTo>
              </a:path>
              <a:path w="29210" h="39370">
                <a:moveTo>
                  <a:pt x="17144" y="10160"/>
                </a:moveTo>
                <a:lnTo>
                  <a:pt x="17144" y="25400"/>
                </a:lnTo>
              </a:path>
              <a:path w="29210" h="39370">
                <a:moveTo>
                  <a:pt x="0" y="0"/>
                </a:moveTo>
                <a:lnTo>
                  <a:pt x="29210" y="0"/>
                </a:lnTo>
                <a:lnTo>
                  <a:pt x="29210" y="10160"/>
                </a:lnTo>
                <a:lnTo>
                  <a:pt x="26035" y="0"/>
                </a:lnTo>
              </a:path>
              <a:path w="29210" h="39370">
                <a:moveTo>
                  <a:pt x="7619" y="17779"/>
                </a:moveTo>
                <a:lnTo>
                  <a:pt x="17144" y="17779"/>
                </a:lnTo>
              </a:path>
              <a:path w="29210" h="39370">
                <a:moveTo>
                  <a:pt x="0" y="39370"/>
                </a:moveTo>
                <a:lnTo>
                  <a:pt x="29210" y="39370"/>
                </a:lnTo>
                <a:lnTo>
                  <a:pt x="29210" y="27304"/>
                </a:lnTo>
                <a:lnTo>
                  <a:pt x="26035" y="3937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4" name="object 134" descr=""/>
          <p:cNvSpPr/>
          <p:nvPr/>
        </p:nvSpPr>
        <p:spPr>
          <a:xfrm>
            <a:off x="5419090" y="2771787"/>
            <a:ext cx="29845" cy="39370"/>
          </a:xfrm>
          <a:custGeom>
            <a:avLst/>
            <a:gdLst/>
            <a:ahLst/>
            <a:cxnLst/>
            <a:rect l="l" t="t" r="r" b="b"/>
            <a:pathLst>
              <a:path w="29845" h="39369">
                <a:moveTo>
                  <a:pt x="5080" y="0"/>
                </a:moveTo>
                <a:lnTo>
                  <a:pt x="5080" y="39370"/>
                </a:lnTo>
              </a:path>
              <a:path w="29845" h="39369">
                <a:moveTo>
                  <a:pt x="6985" y="0"/>
                </a:moveTo>
                <a:lnTo>
                  <a:pt x="6985" y="39370"/>
                </a:lnTo>
              </a:path>
              <a:path w="29845" h="39369">
                <a:moveTo>
                  <a:pt x="0" y="0"/>
                </a:moveTo>
                <a:lnTo>
                  <a:pt x="21589" y="0"/>
                </a:lnTo>
                <a:lnTo>
                  <a:pt x="26670" y="1270"/>
                </a:lnTo>
                <a:lnTo>
                  <a:pt x="28575" y="2540"/>
                </a:lnTo>
                <a:lnTo>
                  <a:pt x="29845" y="7620"/>
                </a:lnTo>
                <a:lnTo>
                  <a:pt x="29845" y="10159"/>
                </a:lnTo>
                <a:lnTo>
                  <a:pt x="28575" y="15240"/>
                </a:lnTo>
                <a:lnTo>
                  <a:pt x="26670" y="16509"/>
                </a:lnTo>
                <a:lnTo>
                  <a:pt x="21589" y="17779"/>
                </a:lnTo>
              </a:path>
              <a:path w="29845" h="39369">
                <a:moveTo>
                  <a:pt x="21589" y="0"/>
                </a:moveTo>
                <a:lnTo>
                  <a:pt x="24130" y="1270"/>
                </a:lnTo>
                <a:lnTo>
                  <a:pt x="26670" y="2540"/>
                </a:lnTo>
                <a:lnTo>
                  <a:pt x="28575" y="7620"/>
                </a:lnTo>
                <a:lnTo>
                  <a:pt x="28575" y="10159"/>
                </a:lnTo>
                <a:lnTo>
                  <a:pt x="26670" y="15240"/>
                </a:lnTo>
                <a:lnTo>
                  <a:pt x="24130" y="16509"/>
                </a:lnTo>
                <a:lnTo>
                  <a:pt x="21589" y="17779"/>
                </a:lnTo>
                <a:lnTo>
                  <a:pt x="6985" y="17779"/>
                </a:lnTo>
              </a:path>
              <a:path w="29845" h="39369">
                <a:moveTo>
                  <a:pt x="21589" y="17779"/>
                </a:moveTo>
                <a:lnTo>
                  <a:pt x="26670" y="20954"/>
                </a:lnTo>
                <a:lnTo>
                  <a:pt x="28575" y="22859"/>
                </a:lnTo>
                <a:lnTo>
                  <a:pt x="29845" y="25400"/>
                </a:lnTo>
                <a:lnTo>
                  <a:pt x="29845" y="31750"/>
                </a:lnTo>
                <a:lnTo>
                  <a:pt x="28575" y="34925"/>
                </a:lnTo>
                <a:lnTo>
                  <a:pt x="26670" y="38100"/>
                </a:lnTo>
                <a:lnTo>
                  <a:pt x="21589" y="39370"/>
                </a:lnTo>
                <a:lnTo>
                  <a:pt x="0" y="39370"/>
                </a:lnTo>
              </a:path>
              <a:path w="29845" h="39369">
                <a:moveTo>
                  <a:pt x="21589" y="17779"/>
                </a:moveTo>
                <a:lnTo>
                  <a:pt x="24130" y="20954"/>
                </a:lnTo>
                <a:lnTo>
                  <a:pt x="26670" y="22859"/>
                </a:lnTo>
                <a:lnTo>
                  <a:pt x="28575" y="25400"/>
                </a:lnTo>
                <a:lnTo>
                  <a:pt x="28575" y="31750"/>
                </a:lnTo>
                <a:lnTo>
                  <a:pt x="26670" y="34925"/>
                </a:lnTo>
                <a:lnTo>
                  <a:pt x="24130" y="38100"/>
                </a:lnTo>
                <a:lnTo>
                  <a:pt x="21589" y="3937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5" name="object 135" descr=""/>
          <p:cNvSpPr/>
          <p:nvPr/>
        </p:nvSpPr>
        <p:spPr>
          <a:xfrm>
            <a:off x="5495290" y="2771787"/>
            <a:ext cx="104775" cy="53340"/>
          </a:xfrm>
          <a:custGeom>
            <a:avLst/>
            <a:gdLst/>
            <a:ahLst/>
            <a:cxnLst/>
            <a:rect l="l" t="t" r="r" b="b"/>
            <a:pathLst>
              <a:path w="104775" h="53339">
                <a:moveTo>
                  <a:pt x="3810" y="13334"/>
                </a:moveTo>
                <a:lnTo>
                  <a:pt x="13970" y="39370"/>
                </a:lnTo>
              </a:path>
              <a:path w="104775" h="53339">
                <a:moveTo>
                  <a:pt x="5080" y="13334"/>
                </a:moveTo>
                <a:lnTo>
                  <a:pt x="13970" y="34925"/>
                </a:lnTo>
              </a:path>
              <a:path w="104775" h="53339">
                <a:moveTo>
                  <a:pt x="25400" y="13334"/>
                </a:moveTo>
                <a:lnTo>
                  <a:pt x="13970" y="39370"/>
                </a:lnTo>
                <a:lnTo>
                  <a:pt x="10795" y="46990"/>
                </a:lnTo>
                <a:lnTo>
                  <a:pt x="6985" y="50165"/>
                </a:lnTo>
                <a:lnTo>
                  <a:pt x="3810" y="53340"/>
                </a:lnTo>
                <a:lnTo>
                  <a:pt x="635" y="53340"/>
                </a:lnTo>
                <a:lnTo>
                  <a:pt x="0" y="50165"/>
                </a:lnTo>
                <a:lnTo>
                  <a:pt x="635" y="48259"/>
                </a:lnTo>
                <a:lnTo>
                  <a:pt x="3810" y="50165"/>
                </a:lnTo>
              </a:path>
              <a:path w="104775" h="53339">
                <a:moveTo>
                  <a:pt x="0" y="13334"/>
                </a:moveTo>
                <a:lnTo>
                  <a:pt x="10795" y="13334"/>
                </a:lnTo>
              </a:path>
              <a:path w="104775" h="53339">
                <a:moveTo>
                  <a:pt x="18414" y="13334"/>
                </a:moveTo>
                <a:lnTo>
                  <a:pt x="28575" y="13334"/>
                </a:lnTo>
              </a:path>
              <a:path w="104775" h="53339">
                <a:moveTo>
                  <a:pt x="97155" y="5715"/>
                </a:moveTo>
                <a:lnTo>
                  <a:pt x="100330" y="10159"/>
                </a:lnTo>
                <a:lnTo>
                  <a:pt x="100330" y="0"/>
                </a:lnTo>
                <a:lnTo>
                  <a:pt x="97155" y="5715"/>
                </a:lnTo>
                <a:lnTo>
                  <a:pt x="93980" y="1270"/>
                </a:lnTo>
                <a:lnTo>
                  <a:pt x="88900" y="0"/>
                </a:lnTo>
                <a:lnTo>
                  <a:pt x="85725" y="0"/>
                </a:lnTo>
                <a:lnTo>
                  <a:pt x="80010" y="1270"/>
                </a:lnTo>
                <a:lnTo>
                  <a:pt x="76835" y="5715"/>
                </a:lnTo>
                <a:lnTo>
                  <a:pt x="74295" y="8890"/>
                </a:lnTo>
                <a:lnTo>
                  <a:pt x="73025" y="15240"/>
                </a:lnTo>
                <a:lnTo>
                  <a:pt x="73025" y="24129"/>
                </a:lnTo>
                <a:lnTo>
                  <a:pt x="74295" y="30479"/>
                </a:lnTo>
                <a:lnTo>
                  <a:pt x="76835" y="33020"/>
                </a:lnTo>
                <a:lnTo>
                  <a:pt x="80010" y="38100"/>
                </a:lnTo>
                <a:lnTo>
                  <a:pt x="85725" y="39370"/>
                </a:lnTo>
                <a:lnTo>
                  <a:pt x="88900" y="39370"/>
                </a:lnTo>
                <a:lnTo>
                  <a:pt x="93980" y="38100"/>
                </a:lnTo>
                <a:lnTo>
                  <a:pt x="97155" y="33020"/>
                </a:lnTo>
              </a:path>
              <a:path w="104775" h="53339">
                <a:moveTo>
                  <a:pt x="85725" y="0"/>
                </a:moveTo>
                <a:lnTo>
                  <a:pt x="81914" y="1270"/>
                </a:lnTo>
                <a:lnTo>
                  <a:pt x="78739" y="5715"/>
                </a:lnTo>
                <a:lnTo>
                  <a:pt x="76835" y="8890"/>
                </a:lnTo>
                <a:lnTo>
                  <a:pt x="74295" y="15240"/>
                </a:lnTo>
                <a:lnTo>
                  <a:pt x="74295" y="24129"/>
                </a:lnTo>
                <a:lnTo>
                  <a:pt x="76835" y="30479"/>
                </a:lnTo>
                <a:lnTo>
                  <a:pt x="78739" y="33020"/>
                </a:lnTo>
                <a:lnTo>
                  <a:pt x="81914" y="38100"/>
                </a:lnTo>
                <a:lnTo>
                  <a:pt x="85725" y="39370"/>
                </a:lnTo>
              </a:path>
              <a:path w="104775" h="53339">
                <a:moveTo>
                  <a:pt x="97155" y="24129"/>
                </a:moveTo>
                <a:lnTo>
                  <a:pt x="97155" y="39370"/>
                </a:lnTo>
              </a:path>
              <a:path w="104775" h="53339">
                <a:moveTo>
                  <a:pt x="100330" y="24129"/>
                </a:moveTo>
                <a:lnTo>
                  <a:pt x="100330" y="39370"/>
                </a:lnTo>
              </a:path>
              <a:path w="104775" h="53339">
                <a:moveTo>
                  <a:pt x="93345" y="24129"/>
                </a:moveTo>
                <a:lnTo>
                  <a:pt x="104775" y="24129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6" name="object 136" descr=""/>
          <p:cNvSpPr/>
          <p:nvPr/>
        </p:nvSpPr>
        <p:spPr>
          <a:xfrm>
            <a:off x="4396104" y="2771787"/>
            <a:ext cx="31750" cy="39370"/>
          </a:xfrm>
          <a:custGeom>
            <a:avLst/>
            <a:gdLst/>
            <a:ahLst/>
            <a:cxnLst/>
            <a:rect l="l" t="t" r="r" b="b"/>
            <a:pathLst>
              <a:path w="31750" h="39369">
                <a:moveTo>
                  <a:pt x="2540" y="39370"/>
                </a:moveTo>
                <a:lnTo>
                  <a:pt x="15240" y="0"/>
                </a:lnTo>
                <a:lnTo>
                  <a:pt x="28575" y="39370"/>
                </a:lnTo>
              </a:path>
              <a:path w="31750" h="39369">
                <a:moveTo>
                  <a:pt x="15240" y="5715"/>
                </a:moveTo>
                <a:lnTo>
                  <a:pt x="25400" y="39370"/>
                </a:lnTo>
              </a:path>
              <a:path w="31750" h="39369">
                <a:moveTo>
                  <a:pt x="6985" y="27304"/>
                </a:moveTo>
                <a:lnTo>
                  <a:pt x="22860" y="27304"/>
                </a:lnTo>
              </a:path>
              <a:path w="31750" h="39369">
                <a:moveTo>
                  <a:pt x="0" y="39370"/>
                </a:moveTo>
                <a:lnTo>
                  <a:pt x="10160" y="39370"/>
                </a:lnTo>
              </a:path>
              <a:path w="31750" h="39369">
                <a:moveTo>
                  <a:pt x="21590" y="39370"/>
                </a:moveTo>
                <a:lnTo>
                  <a:pt x="31750" y="3937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7" name="object 137" descr=""/>
          <p:cNvSpPr/>
          <p:nvPr/>
        </p:nvSpPr>
        <p:spPr>
          <a:xfrm>
            <a:off x="4540884" y="2771787"/>
            <a:ext cx="35560" cy="39370"/>
          </a:xfrm>
          <a:custGeom>
            <a:avLst/>
            <a:gdLst/>
            <a:ahLst/>
            <a:cxnLst/>
            <a:rect l="l" t="t" r="r" b="b"/>
            <a:pathLst>
              <a:path w="35560" h="39369">
                <a:moveTo>
                  <a:pt x="5714" y="0"/>
                </a:moveTo>
                <a:lnTo>
                  <a:pt x="5714" y="39370"/>
                </a:lnTo>
              </a:path>
              <a:path w="35560" h="39369">
                <a:moveTo>
                  <a:pt x="6985" y="0"/>
                </a:moveTo>
                <a:lnTo>
                  <a:pt x="6985" y="39370"/>
                </a:lnTo>
              </a:path>
              <a:path w="35560" h="39369">
                <a:moveTo>
                  <a:pt x="28575" y="0"/>
                </a:moveTo>
                <a:lnTo>
                  <a:pt x="28575" y="39370"/>
                </a:lnTo>
              </a:path>
              <a:path w="35560" h="39369">
                <a:moveTo>
                  <a:pt x="30479" y="0"/>
                </a:moveTo>
                <a:lnTo>
                  <a:pt x="30479" y="39370"/>
                </a:lnTo>
              </a:path>
              <a:path w="35560" h="39369">
                <a:moveTo>
                  <a:pt x="0" y="0"/>
                </a:moveTo>
                <a:lnTo>
                  <a:pt x="13335" y="0"/>
                </a:lnTo>
              </a:path>
              <a:path w="35560" h="39369">
                <a:moveTo>
                  <a:pt x="23494" y="0"/>
                </a:moveTo>
                <a:lnTo>
                  <a:pt x="35560" y="0"/>
                </a:lnTo>
              </a:path>
              <a:path w="35560" h="39369">
                <a:moveTo>
                  <a:pt x="6985" y="17779"/>
                </a:moveTo>
                <a:lnTo>
                  <a:pt x="28575" y="17779"/>
                </a:lnTo>
              </a:path>
              <a:path w="35560" h="39369">
                <a:moveTo>
                  <a:pt x="0" y="39370"/>
                </a:moveTo>
                <a:lnTo>
                  <a:pt x="13335" y="39370"/>
                </a:lnTo>
              </a:path>
              <a:path w="35560" h="39369">
                <a:moveTo>
                  <a:pt x="23494" y="39370"/>
                </a:moveTo>
                <a:lnTo>
                  <a:pt x="35560" y="3937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8" name="object 138" descr=""/>
          <p:cNvSpPr/>
          <p:nvPr/>
        </p:nvSpPr>
        <p:spPr>
          <a:xfrm>
            <a:off x="2350135" y="3786517"/>
            <a:ext cx="243840" cy="53975"/>
          </a:xfrm>
          <a:custGeom>
            <a:avLst/>
            <a:gdLst/>
            <a:ahLst/>
            <a:cxnLst/>
            <a:rect l="l" t="t" r="r" b="b"/>
            <a:pathLst>
              <a:path w="243839" h="53975">
                <a:moveTo>
                  <a:pt x="32384" y="7620"/>
                </a:moveTo>
                <a:lnTo>
                  <a:pt x="35559" y="15240"/>
                </a:lnTo>
                <a:lnTo>
                  <a:pt x="35559" y="0"/>
                </a:lnTo>
                <a:lnTo>
                  <a:pt x="32384" y="7620"/>
                </a:lnTo>
                <a:lnTo>
                  <a:pt x="28575" y="2540"/>
                </a:lnTo>
                <a:lnTo>
                  <a:pt x="20954" y="0"/>
                </a:lnTo>
                <a:lnTo>
                  <a:pt x="17144" y="0"/>
                </a:lnTo>
                <a:lnTo>
                  <a:pt x="10159" y="2540"/>
                </a:lnTo>
                <a:lnTo>
                  <a:pt x="3809" y="7620"/>
                </a:lnTo>
                <a:lnTo>
                  <a:pt x="2539" y="12065"/>
                </a:lnTo>
                <a:lnTo>
                  <a:pt x="0" y="19685"/>
                </a:lnTo>
                <a:lnTo>
                  <a:pt x="0" y="31750"/>
                </a:lnTo>
                <a:lnTo>
                  <a:pt x="2539" y="39370"/>
                </a:lnTo>
                <a:lnTo>
                  <a:pt x="3809" y="45720"/>
                </a:lnTo>
                <a:lnTo>
                  <a:pt x="10159" y="50165"/>
                </a:lnTo>
                <a:lnTo>
                  <a:pt x="17144" y="53975"/>
                </a:lnTo>
                <a:lnTo>
                  <a:pt x="20954" y="53975"/>
                </a:lnTo>
                <a:lnTo>
                  <a:pt x="28575" y="50165"/>
                </a:lnTo>
                <a:lnTo>
                  <a:pt x="32384" y="45720"/>
                </a:lnTo>
                <a:lnTo>
                  <a:pt x="35559" y="39370"/>
                </a:lnTo>
              </a:path>
              <a:path w="243839" h="53975">
                <a:moveTo>
                  <a:pt x="17144" y="0"/>
                </a:moveTo>
                <a:lnTo>
                  <a:pt x="10794" y="2540"/>
                </a:lnTo>
                <a:lnTo>
                  <a:pt x="6984" y="7620"/>
                </a:lnTo>
                <a:lnTo>
                  <a:pt x="3809" y="12065"/>
                </a:lnTo>
                <a:lnTo>
                  <a:pt x="2539" y="19685"/>
                </a:lnTo>
                <a:lnTo>
                  <a:pt x="2539" y="31750"/>
                </a:lnTo>
                <a:lnTo>
                  <a:pt x="3809" y="39370"/>
                </a:lnTo>
                <a:lnTo>
                  <a:pt x="6984" y="45720"/>
                </a:lnTo>
                <a:lnTo>
                  <a:pt x="10794" y="50165"/>
                </a:lnTo>
                <a:lnTo>
                  <a:pt x="17144" y="53975"/>
                </a:lnTo>
              </a:path>
              <a:path w="243839" h="53975">
                <a:moveTo>
                  <a:pt x="53975" y="0"/>
                </a:moveTo>
                <a:lnTo>
                  <a:pt x="53975" y="38100"/>
                </a:lnTo>
                <a:lnTo>
                  <a:pt x="57150" y="45720"/>
                </a:lnTo>
                <a:lnTo>
                  <a:pt x="61594" y="50165"/>
                </a:lnTo>
                <a:lnTo>
                  <a:pt x="68579" y="53975"/>
                </a:lnTo>
                <a:lnTo>
                  <a:pt x="73025" y="53975"/>
                </a:lnTo>
                <a:lnTo>
                  <a:pt x="80644" y="50165"/>
                </a:lnTo>
                <a:lnTo>
                  <a:pt x="85725" y="45720"/>
                </a:lnTo>
                <a:lnTo>
                  <a:pt x="87629" y="38100"/>
                </a:lnTo>
                <a:lnTo>
                  <a:pt x="87629" y="0"/>
                </a:lnTo>
              </a:path>
              <a:path w="243839" h="53975">
                <a:moveTo>
                  <a:pt x="57150" y="0"/>
                </a:moveTo>
                <a:lnTo>
                  <a:pt x="57150" y="38100"/>
                </a:lnTo>
                <a:lnTo>
                  <a:pt x="59054" y="45720"/>
                </a:lnTo>
                <a:lnTo>
                  <a:pt x="64134" y="50165"/>
                </a:lnTo>
                <a:lnTo>
                  <a:pt x="68579" y="53975"/>
                </a:lnTo>
              </a:path>
              <a:path w="243839" h="53975">
                <a:moveTo>
                  <a:pt x="46989" y="0"/>
                </a:moveTo>
                <a:lnTo>
                  <a:pt x="64134" y="0"/>
                </a:lnTo>
              </a:path>
              <a:path w="243839" h="53975">
                <a:moveTo>
                  <a:pt x="80644" y="0"/>
                </a:moveTo>
                <a:lnTo>
                  <a:pt x="94614" y="0"/>
                </a:lnTo>
              </a:path>
              <a:path w="243839" h="53975">
                <a:moveTo>
                  <a:pt x="111759" y="0"/>
                </a:moveTo>
                <a:lnTo>
                  <a:pt x="111759" y="53975"/>
                </a:lnTo>
              </a:path>
              <a:path w="243839" h="53975">
                <a:moveTo>
                  <a:pt x="114934" y="0"/>
                </a:moveTo>
                <a:lnTo>
                  <a:pt x="114934" y="53975"/>
                </a:lnTo>
              </a:path>
              <a:path w="243839" h="53975">
                <a:moveTo>
                  <a:pt x="104139" y="0"/>
                </a:moveTo>
                <a:lnTo>
                  <a:pt x="133350" y="0"/>
                </a:lnTo>
                <a:lnTo>
                  <a:pt x="140334" y="2540"/>
                </a:lnTo>
                <a:lnTo>
                  <a:pt x="142239" y="4445"/>
                </a:lnTo>
                <a:lnTo>
                  <a:pt x="145414" y="8890"/>
                </a:lnTo>
                <a:lnTo>
                  <a:pt x="145414" y="15240"/>
                </a:lnTo>
                <a:lnTo>
                  <a:pt x="142239" y="19685"/>
                </a:lnTo>
                <a:lnTo>
                  <a:pt x="140334" y="22860"/>
                </a:lnTo>
                <a:lnTo>
                  <a:pt x="133350" y="24129"/>
                </a:lnTo>
                <a:lnTo>
                  <a:pt x="114934" y="24129"/>
                </a:lnTo>
              </a:path>
              <a:path w="243839" h="53975">
                <a:moveTo>
                  <a:pt x="133350" y="0"/>
                </a:moveTo>
                <a:lnTo>
                  <a:pt x="137794" y="2540"/>
                </a:lnTo>
                <a:lnTo>
                  <a:pt x="140334" y="4445"/>
                </a:lnTo>
                <a:lnTo>
                  <a:pt x="142239" y="8890"/>
                </a:lnTo>
                <a:lnTo>
                  <a:pt x="142239" y="15240"/>
                </a:lnTo>
                <a:lnTo>
                  <a:pt x="140334" y="19685"/>
                </a:lnTo>
                <a:lnTo>
                  <a:pt x="137794" y="22860"/>
                </a:lnTo>
                <a:lnTo>
                  <a:pt x="133350" y="24129"/>
                </a:lnTo>
              </a:path>
              <a:path w="243839" h="53975">
                <a:moveTo>
                  <a:pt x="104139" y="53975"/>
                </a:moveTo>
                <a:lnTo>
                  <a:pt x="120650" y="53975"/>
                </a:lnTo>
              </a:path>
              <a:path w="243839" h="53975">
                <a:moveTo>
                  <a:pt x="125729" y="24129"/>
                </a:moveTo>
                <a:lnTo>
                  <a:pt x="130809" y="27304"/>
                </a:lnTo>
                <a:lnTo>
                  <a:pt x="133350" y="30479"/>
                </a:lnTo>
                <a:lnTo>
                  <a:pt x="140334" y="46990"/>
                </a:lnTo>
                <a:lnTo>
                  <a:pt x="142239" y="50165"/>
                </a:lnTo>
                <a:lnTo>
                  <a:pt x="145414" y="50165"/>
                </a:lnTo>
                <a:lnTo>
                  <a:pt x="147319" y="46990"/>
                </a:lnTo>
              </a:path>
              <a:path w="243839" h="53975">
                <a:moveTo>
                  <a:pt x="130809" y="27304"/>
                </a:moveTo>
                <a:lnTo>
                  <a:pt x="133350" y="31750"/>
                </a:lnTo>
                <a:lnTo>
                  <a:pt x="137794" y="50165"/>
                </a:lnTo>
                <a:lnTo>
                  <a:pt x="140334" y="53975"/>
                </a:lnTo>
                <a:lnTo>
                  <a:pt x="145414" y="53975"/>
                </a:lnTo>
                <a:lnTo>
                  <a:pt x="147319" y="46990"/>
                </a:lnTo>
                <a:lnTo>
                  <a:pt x="147319" y="45720"/>
                </a:lnTo>
              </a:path>
              <a:path w="243839" h="53975">
                <a:moveTo>
                  <a:pt x="159384" y="0"/>
                </a:moveTo>
                <a:lnTo>
                  <a:pt x="175259" y="53975"/>
                </a:lnTo>
              </a:path>
              <a:path w="243839" h="53975">
                <a:moveTo>
                  <a:pt x="161925" y="0"/>
                </a:moveTo>
                <a:lnTo>
                  <a:pt x="175259" y="45720"/>
                </a:lnTo>
              </a:path>
              <a:path w="243839" h="53975">
                <a:moveTo>
                  <a:pt x="192404" y="0"/>
                </a:moveTo>
                <a:lnTo>
                  <a:pt x="175259" y="53975"/>
                </a:lnTo>
              </a:path>
              <a:path w="243839" h="53975">
                <a:moveTo>
                  <a:pt x="154939" y="0"/>
                </a:moveTo>
                <a:lnTo>
                  <a:pt x="168909" y="0"/>
                </a:lnTo>
              </a:path>
              <a:path w="243839" h="53975">
                <a:moveTo>
                  <a:pt x="182244" y="0"/>
                </a:moveTo>
                <a:lnTo>
                  <a:pt x="196850" y="0"/>
                </a:lnTo>
              </a:path>
              <a:path w="243839" h="53975">
                <a:moveTo>
                  <a:pt x="207009" y="53975"/>
                </a:moveTo>
                <a:lnTo>
                  <a:pt x="224154" y="0"/>
                </a:lnTo>
                <a:lnTo>
                  <a:pt x="240029" y="53975"/>
                </a:lnTo>
              </a:path>
              <a:path w="243839" h="53975">
                <a:moveTo>
                  <a:pt x="224154" y="7620"/>
                </a:moveTo>
                <a:lnTo>
                  <a:pt x="236854" y="53975"/>
                </a:lnTo>
              </a:path>
              <a:path w="243839" h="53975">
                <a:moveTo>
                  <a:pt x="210819" y="38100"/>
                </a:moveTo>
                <a:lnTo>
                  <a:pt x="232409" y="38100"/>
                </a:lnTo>
              </a:path>
              <a:path w="243839" h="53975">
                <a:moveTo>
                  <a:pt x="202564" y="53975"/>
                </a:moveTo>
                <a:lnTo>
                  <a:pt x="217169" y="53975"/>
                </a:lnTo>
              </a:path>
              <a:path w="243839" h="53975">
                <a:moveTo>
                  <a:pt x="229869" y="53975"/>
                </a:moveTo>
                <a:lnTo>
                  <a:pt x="243839" y="53975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9" name="object 139" descr=""/>
          <p:cNvSpPr/>
          <p:nvPr/>
        </p:nvSpPr>
        <p:spPr>
          <a:xfrm>
            <a:off x="2651760" y="3786517"/>
            <a:ext cx="350520" cy="53975"/>
          </a:xfrm>
          <a:custGeom>
            <a:avLst/>
            <a:gdLst/>
            <a:ahLst/>
            <a:cxnLst/>
            <a:rect l="l" t="t" r="r" b="b"/>
            <a:pathLst>
              <a:path w="350519" h="53975">
                <a:moveTo>
                  <a:pt x="6984" y="0"/>
                </a:moveTo>
                <a:lnTo>
                  <a:pt x="6984" y="53975"/>
                </a:lnTo>
              </a:path>
              <a:path w="350519" h="53975">
                <a:moveTo>
                  <a:pt x="10159" y="0"/>
                </a:moveTo>
                <a:lnTo>
                  <a:pt x="10159" y="53975"/>
                </a:lnTo>
              </a:path>
              <a:path w="350519" h="53975">
                <a:moveTo>
                  <a:pt x="0" y="0"/>
                </a:moveTo>
                <a:lnTo>
                  <a:pt x="22859" y="0"/>
                </a:lnTo>
                <a:lnTo>
                  <a:pt x="30479" y="2540"/>
                </a:lnTo>
                <a:lnTo>
                  <a:pt x="35559" y="7620"/>
                </a:lnTo>
                <a:lnTo>
                  <a:pt x="37464" y="12065"/>
                </a:lnTo>
                <a:lnTo>
                  <a:pt x="40004" y="19685"/>
                </a:lnTo>
                <a:lnTo>
                  <a:pt x="40004" y="31750"/>
                </a:lnTo>
                <a:lnTo>
                  <a:pt x="37464" y="39370"/>
                </a:lnTo>
                <a:lnTo>
                  <a:pt x="35559" y="45720"/>
                </a:lnTo>
                <a:lnTo>
                  <a:pt x="30479" y="50165"/>
                </a:lnTo>
                <a:lnTo>
                  <a:pt x="22859" y="53975"/>
                </a:lnTo>
                <a:lnTo>
                  <a:pt x="0" y="53975"/>
                </a:lnTo>
              </a:path>
              <a:path w="350519" h="53975">
                <a:moveTo>
                  <a:pt x="22859" y="0"/>
                </a:moveTo>
                <a:lnTo>
                  <a:pt x="28575" y="2540"/>
                </a:lnTo>
                <a:lnTo>
                  <a:pt x="32384" y="7620"/>
                </a:lnTo>
                <a:lnTo>
                  <a:pt x="35559" y="12065"/>
                </a:lnTo>
                <a:lnTo>
                  <a:pt x="37464" y="19685"/>
                </a:lnTo>
                <a:lnTo>
                  <a:pt x="37464" y="31750"/>
                </a:lnTo>
                <a:lnTo>
                  <a:pt x="35559" y="39370"/>
                </a:lnTo>
                <a:lnTo>
                  <a:pt x="32384" y="45720"/>
                </a:lnTo>
                <a:lnTo>
                  <a:pt x="28575" y="50165"/>
                </a:lnTo>
                <a:lnTo>
                  <a:pt x="22859" y="53975"/>
                </a:lnTo>
              </a:path>
              <a:path w="350519" h="53975">
                <a:moveTo>
                  <a:pt x="59054" y="0"/>
                </a:moveTo>
                <a:lnTo>
                  <a:pt x="59054" y="53975"/>
                </a:lnTo>
              </a:path>
              <a:path w="350519" h="53975">
                <a:moveTo>
                  <a:pt x="61594" y="0"/>
                </a:moveTo>
                <a:lnTo>
                  <a:pt x="61594" y="53975"/>
                </a:lnTo>
              </a:path>
              <a:path w="350519" h="53975">
                <a:moveTo>
                  <a:pt x="75564" y="15240"/>
                </a:moveTo>
                <a:lnTo>
                  <a:pt x="75564" y="34925"/>
                </a:lnTo>
              </a:path>
              <a:path w="350519" h="53975">
                <a:moveTo>
                  <a:pt x="52069" y="0"/>
                </a:moveTo>
                <a:lnTo>
                  <a:pt x="90169" y="0"/>
                </a:lnTo>
                <a:lnTo>
                  <a:pt x="90169" y="15240"/>
                </a:lnTo>
                <a:lnTo>
                  <a:pt x="87629" y="0"/>
                </a:lnTo>
              </a:path>
              <a:path w="350519" h="53975">
                <a:moveTo>
                  <a:pt x="61594" y="24129"/>
                </a:moveTo>
                <a:lnTo>
                  <a:pt x="75564" y="24129"/>
                </a:lnTo>
              </a:path>
              <a:path w="350519" h="53975">
                <a:moveTo>
                  <a:pt x="52069" y="53975"/>
                </a:moveTo>
                <a:lnTo>
                  <a:pt x="90169" y="53975"/>
                </a:lnTo>
                <a:lnTo>
                  <a:pt x="90169" y="38100"/>
                </a:lnTo>
                <a:lnTo>
                  <a:pt x="87629" y="53975"/>
                </a:lnTo>
              </a:path>
              <a:path w="350519" h="53975">
                <a:moveTo>
                  <a:pt x="109219" y="0"/>
                </a:moveTo>
                <a:lnTo>
                  <a:pt x="109219" y="53975"/>
                </a:lnTo>
              </a:path>
              <a:path w="350519" h="53975">
                <a:moveTo>
                  <a:pt x="111759" y="0"/>
                </a:moveTo>
                <a:lnTo>
                  <a:pt x="111759" y="53975"/>
                </a:lnTo>
              </a:path>
              <a:path w="350519" h="53975">
                <a:moveTo>
                  <a:pt x="102234" y="0"/>
                </a:moveTo>
                <a:lnTo>
                  <a:pt x="130809" y="0"/>
                </a:lnTo>
                <a:lnTo>
                  <a:pt x="137794" y="2540"/>
                </a:lnTo>
                <a:lnTo>
                  <a:pt x="139064" y="4445"/>
                </a:lnTo>
                <a:lnTo>
                  <a:pt x="142239" y="8890"/>
                </a:lnTo>
                <a:lnTo>
                  <a:pt x="142239" y="15240"/>
                </a:lnTo>
                <a:lnTo>
                  <a:pt x="139064" y="19685"/>
                </a:lnTo>
                <a:lnTo>
                  <a:pt x="137794" y="22860"/>
                </a:lnTo>
                <a:lnTo>
                  <a:pt x="130809" y="24129"/>
                </a:lnTo>
                <a:lnTo>
                  <a:pt x="111759" y="24129"/>
                </a:lnTo>
              </a:path>
              <a:path w="350519" h="53975">
                <a:moveTo>
                  <a:pt x="130809" y="0"/>
                </a:moveTo>
                <a:lnTo>
                  <a:pt x="135254" y="2540"/>
                </a:lnTo>
                <a:lnTo>
                  <a:pt x="137794" y="4445"/>
                </a:lnTo>
                <a:lnTo>
                  <a:pt x="139064" y="8890"/>
                </a:lnTo>
                <a:lnTo>
                  <a:pt x="139064" y="15240"/>
                </a:lnTo>
                <a:lnTo>
                  <a:pt x="137794" y="19685"/>
                </a:lnTo>
                <a:lnTo>
                  <a:pt x="135254" y="22860"/>
                </a:lnTo>
                <a:lnTo>
                  <a:pt x="130809" y="24129"/>
                </a:lnTo>
              </a:path>
              <a:path w="350519" h="53975">
                <a:moveTo>
                  <a:pt x="102234" y="53975"/>
                </a:moveTo>
                <a:lnTo>
                  <a:pt x="118744" y="53975"/>
                </a:lnTo>
              </a:path>
              <a:path w="350519" h="53975">
                <a:moveTo>
                  <a:pt x="123825" y="24129"/>
                </a:moveTo>
                <a:lnTo>
                  <a:pt x="127634" y="27304"/>
                </a:lnTo>
                <a:lnTo>
                  <a:pt x="130809" y="30479"/>
                </a:lnTo>
                <a:lnTo>
                  <a:pt x="137794" y="46990"/>
                </a:lnTo>
                <a:lnTo>
                  <a:pt x="139064" y="50165"/>
                </a:lnTo>
                <a:lnTo>
                  <a:pt x="142239" y="50165"/>
                </a:lnTo>
                <a:lnTo>
                  <a:pt x="145414" y="46990"/>
                </a:lnTo>
              </a:path>
              <a:path w="350519" h="53975">
                <a:moveTo>
                  <a:pt x="127634" y="27304"/>
                </a:moveTo>
                <a:lnTo>
                  <a:pt x="130809" y="31750"/>
                </a:lnTo>
                <a:lnTo>
                  <a:pt x="135254" y="50165"/>
                </a:lnTo>
                <a:lnTo>
                  <a:pt x="137794" y="53975"/>
                </a:lnTo>
                <a:lnTo>
                  <a:pt x="142239" y="53975"/>
                </a:lnTo>
                <a:lnTo>
                  <a:pt x="145414" y="46990"/>
                </a:lnTo>
                <a:lnTo>
                  <a:pt x="145414" y="45720"/>
                </a:lnTo>
              </a:path>
              <a:path w="350519" h="53975">
                <a:moveTo>
                  <a:pt x="160654" y="0"/>
                </a:moveTo>
                <a:lnTo>
                  <a:pt x="160654" y="53975"/>
                </a:lnTo>
              </a:path>
              <a:path w="350519" h="53975">
                <a:moveTo>
                  <a:pt x="163829" y="0"/>
                </a:moveTo>
                <a:lnTo>
                  <a:pt x="163829" y="53975"/>
                </a:lnTo>
              </a:path>
              <a:path w="350519" h="53975">
                <a:moveTo>
                  <a:pt x="178434" y="15240"/>
                </a:moveTo>
                <a:lnTo>
                  <a:pt x="178434" y="34925"/>
                </a:lnTo>
              </a:path>
              <a:path w="350519" h="53975">
                <a:moveTo>
                  <a:pt x="153669" y="0"/>
                </a:moveTo>
                <a:lnTo>
                  <a:pt x="192404" y="0"/>
                </a:lnTo>
                <a:lnTo>
                  <a:pt x="192404" y="15240"/>
                </a:lnTo>
                <a:lnTo>
                  <a:pt x="189229" y="0"/>
                </a:lnTo>
              </a:path>
              <a:path w="350519" h="53975">
                <a:moveTo>
                  <a:pt x="163829" y="24129"/>
                </a:moveTo>
                <a:lnTo>
                  <a:pt x="178434" y="24129"/>
                </a:lnTo>
              </a:path>
              <a:path w="350519" h="53975">
                <a:moveTo>
                  <a:pt x="153669" y="53975"/>
                </a:moveTo>
                <a:lnTo>
                  <a:pt x="192404" y="53975"/>
                </a:lnTo>
                <a:lnTo>
                  <a:pt x="192404" y="38100"/>
                </a:lnTo>
                <a:lnTo>
                  <a:pt x="189229" y="53975"/>
                </a:lnTo>
              </a:path>
              <a:path w="350519" h="53975">
                <a:moveTo>
                  <a:pt x="240029" y="7620"/>
                </a:moveTo>
                <a:lnTo>
                  <a:pt x="241300" y="15240"/>
                </a:lnTo>
                <a:lnTo>
                  <a:pt x="241300" y="0"/>
                </a:lnTo>
                <a:lnTo>
                  <a:pt x="240029" y="7620"/>
                </a:lnTo>
                <a:lnTo>
                  <a:pt x="235584" y="2540"/>
                </a:lnTo>
                <a:lnTo>
                  <a:pt x="228600" y="0"/>
                </a:lnTo>
                <a:lnTo>
                  <a:pt x="222250" y="0"/>
                </a:lnTo>
                <a:lnTo>
                  <a:pt x="215264" y="2540"/>
                </a:lnTo>
                <a:lnTo>
                  <a:pt x="210819" y="7620"/>
                </a:lnTo>
                <a:lnTo>
                  <a:pt x="208279" y="12065"/>
                </a:lnTo>
                <a:lnTo>
                  <a:pt x="207009" y="19685"/>
                </a:lnTo>
                <a:lnTo>
                  <a:pt x="207009" y="31750"/>
                </a:lnTo>
                <a:lnTo>
                  <a:pt x="208279" y="39370"/>
                </a:lnTo>
                <a:lnTo>
                  <a:pt x="210819" y="45720"/>
                </a:lnTo>
                <a:lnTo>
                  <a:pt x="215264" y="50165"/>
                </a:lnTo>
                <a:lnTo>
                  <a:pt x="222250" y="53975"/>
                </a:lnTo>
                <a:lnTo>
                  <a:pt x="228600" y="53975"/>
                </a:lnTo>
                <a:lnTo>
                  <a:pt x="235584" y="50165"/>
                </a:lnTo>
                <a:lnTo>
                  <a:pt x="240029" y="45720"/>
                </a:lnTo>
                <a:lnTo>
                  <a:pt x="241300" y="39370"/>
                </a:lnTo>
              </a:path>
              <a:path w="350519" h="53975">
                <a:moveTo>
                  <a:pt x="222250" y="0"/>
                </a:moveTo>
                <a:lnTo>
                  <a:pt x="218439" y="2540"/>
                </a:lnTo>
                <a:lnTo>
                  <a:pt x="213994" y="7620"/>
                </a:lnTo>
                <a:lnTo>
                  <a:pt x="210819" y="12065"/>
                </a:lnTo>
                <a:lnTo>
                  <a:pt x="208279" y="19685"/>
                </a:lnTo>
                <a:lnTo>
                  <a:pt x="208279" y="31750"/>
                </a:lnTo>
                <a:lnTo>
                  <a:pt x="210819" y="39370"/>
                </a:lnTo>
                <a:lnTo>
                  <a:pt x="213994" y="45720"/>
                </a:lnTo>
                <a:lnTo>
                  <a:pt x="218439" y="50165"/>
                </a:lnTo>
                <a:lnTo>
                  <a:pt x="222250" y="53975"/>
                </a:lnTo>
              </a:path>
              <a:path w="350519" h="53975">
                <a:moveTo>
                  <a:pt x="261619" y="0"/>
                </a:moveTo>
                <a:lnTo>
                  <a:pt x="261619" y="53975"/>
                </a:lnTo>
              </a:path>
              <a:path w="350519" h="53975">
                <a:moveTo>
                  <a:pt x="262254" y="0"/>
                </a:moveTo>
                <a:lnTo>
                  <a:pt x="262254" y="53975"/>
                </a:lnTo>
              </a:path>
              <a:path w="350519" h="53975">
                <a:moveTo>
                  <a:pt x="291464" y="0"/>
                </a:moveTo>
                <a:lnTo>
                  <a:pt x="291464" y="53975"/>
                </a:lnTo>
              </a:path>
              <a:path w="350519" h="53975">
                <a:moveTo>
                  <a:pt x="294004" y="0"/>
                </a:moveTo>
                <a:lnTo>
                  <a:pt x="294004" y="53975"/>
                </a:lnTo>
              </a:path>
              <a:path w="350519" h="53975">
                <a:moveTo>
                  <a:pt x="254000" y="0"/>
                </a:moveTo>
                <a:lnTo>
                  <a:pt x="269875" y="0"/>
                </a:lnTo>
              </a:path>
              <a:path w="350519" h="53975">
                <a:moveTo>
                  <a:pt x="283844" y="0"/>
                </a:moveTo>
                <a:lnTo>
                  <a:pt x="301625" y="0"/>
                </a:lnTo>
              </a:path>
              <a:path w="350519" h="53975">
                <a:moveTo>
                  <a:pt x="262254" y="24129"/>
                </a:moveTo>
                <a:lnTo>
                  <a:pt x="291464" y="24129"/>
                </a:lnTo>
              </a:path>
              <a:path w="350519" h="53975">
                <a:moveTo>
                  <a:pt x="254000" y="53975"/>
                </a:moveTo>
                <a:lnTo>
                  <a:pt x="269875" y="53975"/>
                </a:lnTo>
              </a:path>
              <a:path w="350519" h="53975">
                <a:moveTo>
                  <a:pt x="283844" y="53975"/>
                </a:moveTo>
                <a:lnTo>
                  <a:pt x="301625" y="53975"/>
                </a:lnTo>
              </a:path>
              <a:path w="350519" h="53975">
                <a:moveTo>
                  <a:pt x="313054" y="53975"/>
                </a:moveTo>
                <a:lnTo>
                  <a:pt x="330200" y="0"/>
                </a:lnTo>
                <a:lnTo>
                  <a:pt x="346075" y="53975"/>
                </a:lnTo>
              </a:path>
              <a:path w="350519" h="53975">
                <a:moveTo>
                  <a:pt x="330200" y="7620"/>
                </a:moveTo>
                <a:lnTo>
                  <a:pt x="343534" y="53975"/>
                </a:lnTo>
              </a:path>
              <a:path w="350519" h="53975">
                <a:moveTo>
                  <a:pt x="317500" y="38100"/>
                </a:moveTo>
                <a:lnTo>
                  <a:pt x="339089" y="38100"/>
                </a:lnTo>
              </a:path>
              <a:path w="350519" h="53975">
                <a:moveTo>
                  <a:pt x="308609" y="53975"/>
                </a:moveTo>
                <a:lnTo>
                  <a:pt x="323214" y="53975"/>
                </a:lnTo>
              </a:path>
              <a:path w="350519" h="53975">
                <a:moveTo>
                  <a:pt x="337184" y="53975"/>
                </a:moveTo>
                <a:lnTo>
                  <a:pt x="350519" y="53975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0" name="object 140" descr=""/>
          <p:cNvSpPr/>
          <p:nvPr/>
        </p:nvSpPr>
        <p:spPr>
          <a:xfrm>
            <a:off x="4639945" y="3780167"/>
            <a:ext cx="244475" cy="52069"/>
          </a:xfrm>
          <a:custGeom>
            <a:avLst/>
            <a:gdLst/>
            <a:ahLst/>
            <a:cxnLst/>
            <a:rect l="l" t="t" r="r" b="b"/>
            <a:pathLst>
              <a:path w="244475" h="52070">
                <a:moveTo>
                  <a:pt x="33019" y="7620"/>
                </a:moveTo>
                <a:lnTo>
                  <a:pt x="34289" y="15240"/>
                </a:lnTo>
                <a:lnTo>
                  <a:pt x="34289" y="0"/>
                </a:lnTo>
                <a:lnTo>
                  <a:pt x="33019" y="7620"/>
                </a:lnTo>
                <a:lnTo>
                  <a:pt x="29209" y="1270"/>
                </a:lnTo>
                <a:lnTo>
                  <a:pt x="21589" y="0"/>
                </a:lnTo>
                <a:lnTo>
                  <a:pt x="15875" y="0"/>
                </a:lnTo>
                <a:lnTo>
                  <a:pt x="8889" y="1270"/>
                </a:lnTo>
                <a:lnTo>
                  <a:pt x="4444" y="7620"/>
                </a:lnTo>
                <a:lnTo>
                  <a:pt x="1269" y="12065"/>
                </a:lnTo>
                <a:lnTo>
                  <a:pt x="0" y="19685"/>
                </a:lnTo>
                <a:lnTo>
                  <a:pt x="0" y="31750"/>
                </a:lnTo>
                <a:lnTo>
                  <a:pt x="1269" y="39370"/>
                </a:lnTo>
                <a:lnTo>
                  <a:pt x="4444" y="45720"/>
                </a:lnTo>
                <a:lnTo>
                  <a:pt x="8889" y="50165"/>
                </a:lnTo>
                <a:lnTo>
                  <a:pt x="15875" y="52070"/>
                </a:lnTo>
                <a:lnTo>
                  <a:pt x="21589" y="52070"/>
                </a:lnTo>
                <a:lnTo>
                  <a:pt x="29209" y="50165"/>
                </a:lnTo>
                <a:lnTo>
                  <a:pt x="33019" y="45720"/>
                </a:lnTo>
                <a:lnTo>
                  <a:pt x="34289" y="39370"/>
                </a:lnTo>
              </a:path>
              <a:path w="244475" h="52070">
                <a:moveTo>
                  <a:pt x="15875" y="0"/>
                </a:moveTo>
                <a:lnTo>
                  <a:pt x="11429" y="1270"/>
                </a:lnTo>
                <a:lnTo>
                  <a:pt x="7619" y="7620"/>
                </a:lnTo>
                <a:lnTo>
                  <a:pt x="4444" y="12065"/>
                </a:lnTo>
                <a:lnTo>
                  <a:pt x="1269" y="19685"/>
                </a:lnTo>
                <a:lnTo>
                  <a:pt x="1269" y="31750"/>
                </a:lnTo>
                <a:lnTo>
                  <a:pt x="4444" y="39370"/>
                </a:lnTo>
                <a:lnTo>
                  <a:pt x="7619" y="45720"/>
                </a:lnTo>
                <a:lnTo>
                  <a:pt x="11429" y="50165"/>
                </a:lnTo>
                <a:lnTo>
                  <a:pt x="15875" y="52070"/>
                </a:lnTo>
              </a:path>
              <a:path w="244475" h="52070">
                <a:moveTo>
                  <a:pt x="54609" y="0"/>
                </a:moveTo>
                <a:lnTo>
                  <a:pt x="54609" y="38100"/>
                </a:lnTo>
                <a:lnTo>
                  <a:pt x="55879" y="45720"/>
                </a:lnTo>
                <a:lnTo>
                  <a:pt x="61594" y="50165"/>
                </a:lnTo>
                <a:lnTo>
                  <a:pt x="69214" y="52070"/>
                </a:lnTo>
                <a:lnTo>
                  <a:pt x="73025" y="52070"/>
                </a:lnTo>
                <a:lnTo>
                  <a:pt x="80644" y="50165"/>
                </a:lnTo>
                <a:lnTo>
                  <a:pt x="84454" y="45720"/>
                </a:lnTo>
                <a:lnTo>
                  <a:pt x="87629" y="38100"/>
                </a:lnTo>
                <a:lnTo>
                  <a:pt x="87629" y="0"/>
                </a:lnTo>
              </a:path>
              <a:path w="244475" h="52070">
                <a:moveTo>
                  <a:pt x="55879" y="0"/>
                </a:moveTo>
                <a:lnTo>
                  <a:pt x="55879" y="38100"/>
                </a:lnTo>
                <a:lnTo>
                  <a:pt x="59054" y="45720"/>
                </a:lnTo>
                <a:lnTo>
                  <a:pt x="62864" y="50165"/>
                </a:lnTo>
                <a:lnTo>
                  <a:pt x="69214" y="52070"/>
                </a:lnTo>
              </a:path>
              <a:path w="244475" h="52070">
                <a:moveTo>
                  <a:pt x="47625" y="0"/>
                </a:moveTo>
                <a:lnTo>
                  <a:pt x="62864" y="0"/>
                </a:lnTo>
              </a:path>
              <a:path w="244475" h="52070">
                <a:moveTo>
                  <a:pt x="80644" y="0"/>
                </a:moveTo>
                <a:lnTo>
                  <a:pt x="94614" y="0"/>
                </a:lnTo>
              </a:path>
              <a:path w="244475" h="52070">
                <a:moveTo>
                  <a:pt x="111125" y="0"/>
                </a:moveTo>
                <a:lnTo>
                  <a:pt x="111125" y="52070"/>
                </a:lnTo>
              </a:path>
              <a:path w="244475" h="52070">
                <a:moveTo>
                  <a:pt x="113664" y="0"/>
                </a:moveTo>
                <a:lnTo>
                  <a:pt x="113664" y="52070"/>
                </a:lnTo>
              </a:path>
              <a:path w="244475" h="52070">
                <a:moveTo>
                  <a:pt x="103504" y="0"/>
                </a:moveTo>
                <a:lnTo>
                  <a:pt x="132714" y="0"/>
                </a:lnTo>
                <a:lnTo>
                  <a:pt x="139700" y="1270"/>
                </a:lnTo>
                <a:lnTo>
                  <a:pt x="142239" y="4445"/>
                </a:lnTo>
                <a:lnTo>
                  <a:pt x="144144" y="8890"/>
                </a:lnTo>
                <a:lnTo>
                  <a:pt x="144144" y="15240"/>
                </a:lnTo>
                <a:lnTo>
                  <a:pt x="142239" y="19685"/>
                </a:lnTo>
                <a:lnTo>
                  <a:pt x="139700" y="22860"/>
                </a:lnTo>
                <a:lnTo>
                  <a:pt x="132714" y="24129"/>
                </a:lnTo>
                <a:lnTo>
                  <a:pt x="113664" y="24129"/>
                </a:lnTo>
              </a:path>
              <a:path w="244475" h="52070">
                <a:moveTo>
                  <a:pt x="132714" y="0"/>
                </a:moveTo>
                <a:lnTo>
                  <a:pt x="137794" y="1270"/>
                </a:lnTo>
                <a:lnTo>
                  <a:pt x="139700" y="4445"/>
                </a:lnTo>
                <a:lnTo>
                  <a:pt x="142239" y="8890"/>
                </a:lnTo>
                <a:lnTo>
                  <a:pt x="142239" y="15240"/>
                </a:lnTo>
                <a:lnTo>
                  <a:pt x="139700" y="19685"/>
                </a:lnTo>
                <a:lnTo>
                  <a:pt x="137794" y="22860"/>
                </a:lnTo>
                <a:lnTo>
                  <a:pt x="132714" y="24129"/>
                </a:lnTo>
              </a:path>
              <a:path w="244475" h="52070">
                <a:moveTo>
                  <a:pt x="103504" y="52070"/>
                </a:moveTo>
                <a:lnTo>
                  <a:pt x="120650" y="52070"/>
                </a:lnTo>
              </a:path>
              <a:path w="244475" h="52070">
                <a:moveTo>
                  <a:pt x="125094" y="24129"/>
                </a:moveTo>
                <a:lnTo>
                  <a:pt x="130809" y="27304"/>
                </a:lnTo>
                <a:lnTo>
                  <a:pt x="132714" y="30479"/>
                </a:lnTo>
                <a:lnTo>
                  <a:pt x="139700" y="46990"/>
                </a:lnTo>
                <a:lnTo>
                  <a:pt x="142239" y="50165"/>
                </a:lnTo>
                <a:lnTo>
                  <a:pt x="144144" y="50165"/>
                </a:lnTo>
                <a:lnTo>
                  <a:pt x="146684" y="46990"/>
                </a:lnTo>
              </a:path>
              <a:path w="244475" h="52070">
                <a:moveTo>
                  <a:pt x="130809" y="27304"/>
                </a:moveTo>
                <a:lnTo>
                  <a:pt x="132714" y="31750"/>
                </a:lnTo>
                <a:lnTo>
                  <a:pt x="137794" y="50165"/>
                </a:lnTo>
                <a:lnTo>
                  <a:pt x="139700" y="52070"/>
                </a:lnTo>
                <a:lnTo>
                  <a:pt x="144144" y="52070"/>
                </a:lnTo>
                <a:lnTo>
                  <a:pt x="146684" y="46990"/>
                </a:lnTo>
                <a:lnTo>
                  <a:pt x="146684" y="45720"/>
                </a:lnTo>
              </a:path>
              <a:path w="244475" h="52070">
                <a:moveTo>
                  <a:pt x="158114" y="0"/>
                </a:moveTo>
                <a:lnTo>
                  <a:pt x="175894" y="52070"/>
                </a:lnTo>
              </a:path>
              <a:path w="244475" h="52070">
                <a:moveTo>
                  <a:pt x="161289" y="0"/>
                </a:moveTo>
                <a:lnTo>
                  <a:pt x="175894" y="45720"/>
                </a:lnTo>
              </a:path>
              <a:path w="244475" h="52070">
                <a:moveTo>
                  <a:pt x="191134" y="0"/>
                </a:moveTo>
                <a:lnTo>
                  <a:pt x="175894" y="52070"/>
                </a:lnTo>
              </a:path>
              <a:path w="244475" h="52070">
                <a:moveTo>
                  <a:pt x="154304" y="0"/>
                </a:moveTo>
                <a:lnTo>
                  <a:pt x="168275" y="0"/>
                </a:lnTo>
              </a:path>
              <a:path w="244475" h="52070">
                <a:moveTo>
                  <a:pt x="182879" y="0"/>
                </a:moveTo>
                <a:lnTo>
                  <a:pt x="196850" y="0"/>
                </a:lnTo>
              </a:path>
              <a:path w="244475" h="52070">
                <a:moveTo>
                  <a:pt x="205739" y="52070"/>
                </a:moveTo>
                <a:lnTo>
                  <a:pt x="222884" y="0"/>
                </a:lnTo>
                <a:lnTo>
                  <a:pt x="238759" y="52070"/>
                </a:lnTo>
              </a:path>
              <a:path w="244475" h="52070">
                <a:moveTo>
                  <a:pt x="222884" y="7620"/>
                </a:moveTo>
                <a:lnTo>
                  <a:pt x="237489" y="52070"/>
                </a:lnTo>
              </a:path>
              <a:path w="244475" h="52070">
                <a:moveTo>
                  <a:pt x="211454" y="38100"/>
                </a:moveTo>
                <a:lnTo>
                  <a:pt x="233044" y="38100"/>
                </a:lnTo>
              </a:path>
              <a:path w="244475" h="52070">
                <a:moveTo>
                  <a:pt x="201294" y="52070"/>
                </a:moveTo>
                <a:lnTo>
                  <a:pt x="215900" y="52070"/>
                </a:lnTo>
              </a:path>
              <a:path w="244475" h="52070">
                <a:moveTo>
                  <a:pt x="229869" y="52070"/>
                </a:moveTo>
                <a:lnTo>
                  <a:pt x="244475" y="5207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41" name="object 141" descr=""/>
          <p:cNvGrpSpPr/>
          <p:nvPr/>
        </p:nvGrpSpPr>
        <p:grpSpPr>
          <a:xfrm>
            <a:off x="1504314" y="1966607"/>
            <a:ext cx="4824730" cy="2021205"/>
            <a:chOff x="1504314" y="1966607"/>
            <a:chExt cx="4824730" cy="2021205"/>
          </a:xfrm>
        </p:grpSpPr>
        <p:pic>
          <p:nvPicPr>
            <p:cNvPr id="142" name="object 142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40935" y="3779532"/>
              <a:ext cx="403225" cy="66675"/>
            </a:xfrm>
            <a:prstGeom prst="rect">
              <a:avLst/>
            </a:prstGeom>
          </p:spPr>
        </p:pic>
        <p:sp>
          <p:nvSpPr>
            <p:cNvPr id="143" name="object 143" descr=""/>
            <p:cNvSpPr/>
            <p:nvPr/>
          </p:nvSpPr>
          <p:spPr>
            <a:xfrm>
              <a:off x="1504949" y="1967242"/>
              <a:ext cx="4823460" cy="2019935"/>
            </a:xfrm>
            <a:custGeom>
              <a:avLst/>
              <a:gdLst/>
              <a:ahLst/>
              <a:cxnLst/>
              <a:rect l="l" t="t" r="r" b="b"/>
              <a:pathLst>
                <a:path w="4823460" h="2019935">
                  <a:moveTo>
                    <a:pt x="2411729" y="2019935"/>
                  </a:moveTo>
                  <a:lnTo>
                    <a:pt x="0" y="2019935"/>
                  </a:lnTo>
                  <a:lnTo>
                    <a:pt x="0" y="0"/>
                  </a:lnTo>
                  <a:lnTo>
                    <a:pt x="4823460" y="0"/>
                  </a:lnTo>
                  <a:lnTo>
                    <a:pt x="4823460" y="2019935"/>
                  </a:lnTo>
                  <a:lnTo>
                    <a:pt x="2411729" y="2019935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4" name="object 144" descr=""/>
          <p:cNvSpPr txBox="1"/>
          <p:nvPr/>
        </p:nvSpPr>
        <p:spPr>
          <a:xfrm>
            <a:off x="1040130" y="1399552"/>
            <a:ext cx="5487670" cy="340360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marL="12700" marR="5080">
              <a:lnSpc>
                <a:spcPts val="1220"/>
              </a:lnSpc>
              <a:spcBef>
                <a:spcPts val="175"/>
              </a:spcBef>
              <a:tabLst>
                <a:tab pos="3252470" algn="l"/>
              </a:tabLst>
            </a:pPr>
            <a:r>
              <a:rPr dirty="0" sz="1050">
                <a:latin typeface="Times New Roman"/>
                <a:cs typeface="Times New Roman"/>
              </a:rPr>
              <a:t>En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Figura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8.6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presenta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sección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transversal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vía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para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cada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uno</a:t>
            </a:r>
            <a:r>
              <a:rPr dirty="0" sz="1050" spc="-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los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puntos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definidos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el </a:t>
            </a:r>
            <a:r>
              <a:rPr dirty="0" sz="1050">
                <a:latin typeface="Times New Roman"/>
                <a:cs typeface="Times New Roman"/>
              </a:rPr>
              <a:t>esquema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anterior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y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considerando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si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una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curva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izquierda</a:t>
            </a:r>
            <a:r>
              <a:rPr dirty="0" sz="1050">
                <a:latin typeface="Times New Roman"/>
                <a:cs typeface="Times New Roman"/>
              </a:rPr>
              <a:t>	o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derecha.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45" name="object 145" descr=""/>
          <p:cNvSpPr txBox="1"/>
          <p:nvPr/>
        </p:nvSpPr>
        <p:spPr>
          <a:xfrm>
            <a:off x="1040130" y="4044962"/>
            <a:ext cx="5490210" cy="2837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17855"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latin typeface="Times New Roman"/>
                <a:cs typeface="Times New Roman"/>
              </a:rPr>
              <a:t>FIGURA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8.6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–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SECCION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TRASVERSAL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TRANSICION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DEL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PERALTE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050">
              <a:latin typeface="Times New Roman"/>
              <a:cs typeface="Times New Roman"/>
            </a:endParaRPr>
          </a:p>
          <a:p>
            <a:pPr algn="just" marL="12700" marR="19050">
              <a:lnSpc>
                <a:spcPts val="1220"/>
              </a:lnSpc>
            </a:pP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puede</a:t>
            </a:r>
            <a:r>
              <a:rPr dirty="0" sz="1050" spc="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observar</a:t>
            </a:r>
            <a:r>
              <a:rPr dirty="0" sz="1050" spc="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además,</a:t>
            </a:r>
            <a:r>
              <a:rPr dirty="0" sz="1050" spc="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distancia</a:t>
            </a:r>
            <a:r>
              <a:rPr dirty="0" sz="1050" spc="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B</a:t>
            </a:r>
            <a:r>
              <a:rPr dirty="0" sz="1050" spc="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-</a:t>
            </a:r>
            <a:r>
              <a:rPr dirty="0" sz="1050" spc="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</a:t>
            </a:r>
            <a:r>
              <a:rPr dirty="0" sz="1050" spc="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y</a:t>
            </a:r>
            <a:r>
              <a:rPr dirty="0" sz="1050" spc="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F</a:t>
            </a:r>
            <a:r>
              <a:rPr dirty="0" sz="1050" spc="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–</a:t>
            </a:r>
            <a:r>
              <a:rPr dirty="0" sz="1050" spc="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G</a:t>
            </a:r>
            <a:r>
              <a:rPr dirty="0" sz="1050" spc="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son</a:t>
            </a:r>
            <a:r>
              <a:rPr dirty="0" sz="1050" spc="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iguales</a:t>
            </a:r>
            <a:r>
              <a:rPr dirty="0" sz="1050" spc="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y</a:t>
            </a:r>
            <a:r>
              <a:rPr dirty="0" sz="1050" spc="3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equivalentes</a:t>
            </a:r>
            <a:r>
              <a:rPr dirty="0" sz="1050" spc="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</a:t>
            </a:r>
            <a:r>
              <a:rPr dirty="0" sz="1050" spc="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N,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ya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50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el </a:t>
            </a:r>
            <a:r>
              <a:rPr dirty="0" sz="1050">
                <a:latin typeface="Times New Roman"/>
                <a:cs typeface="Times New Roman"/>
              </a:rPr>
              <a:t>cambio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absoluto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también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igual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al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bombeo.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050">
              <a:latin typeface="Times New Roman"/>
              <a:cs typeface="Times New Roman"/>
            </a:endParaRPr>
          </a:p>
          <a:p>
            <a:pPr algn="just" marL="12700" marR="5080">
              <a:lnSpc>
                <a:spcPts val="1220"/>
              </a:lnSpc>
              <a:spcBef>
                <a:spcPts val="5"/>
              </a:spcBef>
            </a:pPr>
            <a:r>
              <a:rPr dirty="0" sz="1050">
                <a:latin typeface="Times New Roman"/>
                <a:cs typeface="Times New Roman"/>
              </a:rPr>
              <a:t>Al efectuar la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transición,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los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bordes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vía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adquieren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una pendiente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diferente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del eje,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pendiente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debe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permanecer constante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lo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largo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toda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transición,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tanto en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del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bombeo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como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 la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del </a:t>
            </a:r>
            <a:r>
              <a:rPr dirty="0" sz="1050" spc="-10">
                <a:latin typeface="Times New Roman"/>
                <a:cs typeface="Times New Roman"/>
              </a:rPr>
              <a:t>peralte.</a:t>
            </a:r>
            <a:endParaRPr sz="1050">
              <a:latin typeface="Times New Roman"/>
              <a:cs typeface="Times New Roman"/>
            </a:endParaRPr>
          </a:p>
          <a:p>
            <a:pPr algn="just" marL="12700">
              <a:lnSpc>
                <a:spcPct val="100000"/>
              </a:lnSpc>
              <a:spcBef>
                <a:spcPts val="785"/>
              </a:spcBef>
            </a:pPr>
            <a:r>
              <a:rPr dirty="0" sz="1150">
                <a:latin typeface="Times New Roman"/>
                <a:cs typeface="Times New Roman"/>
              </a:rPr>
              <a:t>RAMPA</a:t>
            </a:r>
            <a:r>
              <a:rPr dirty="0" sz="1150" spc="-1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DE</a:t>
            </a:r>
            <a:r>
              <a:rPr dirty="0" sz="1150" spc="-10">
                <a:latin typeface="Times New Roman"/>
                <a:cs typeface="Times New Roman"/>
              </a:rPr>
              <a:t> PERALTES</a:t>
            </a:r>
            <a:endParaRPr sz="1150">
              <a:latin typeface="Times New Roman"/>
              <a:cs typeface="Times New Roman"/>
            </a:endParaRPr>
          </a:p>
          <a:p>
            <a:pPr algn="just" marL="12700" marR="8890">
              <a:lnSpc>
                <a:spcPts val="1220"/>
              </a:lnSpc>
              <a:spcBef>
                <a:spcPts val="345"/>
              </a:spcBef>
            </a:pP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15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define</a:t>
            </a:r>
            <a:r>
              <a:rPr dirty="0" sz="1050" spc="17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1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rampa</a:t>
            </a:r>
            <a:r>
              <a:rPr dirty="0" sz="1050" spc="1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15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peraltes,</a:t>
            </a:r>
            <a:r>
              <a:rPr dirty="0" sz="1050" spc="1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como</a:t>
            </a:r>
            <a:r>
              <a:rPr dirty="0" sz="1050" spc="1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15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diferencia</a:t>
            </a:r>
            <a:r>
              <a:rPr dirty="0" sz="1050" spc="1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relativa</a:t>
            </a:r>
            <a:r>
              <a:rPr dirty="0" sz="1050" spc="15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1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existe</a:t>
            </a:r>
            <a:r>
              <a:rPr dirty="0" sz="1050" spc="1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entre</a:t>
            </a:r>
            <a:r>
              <a:rPr dirty="0" sz="1050" spc="15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1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inclinación</a:t>
            </a:r>
            <a:r>
              <a:rPr dirty="0" sz="1050" spc="1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del</a:t>
            </a:r>
            <a:r>
              <a:rPr dirty="0" sz="1050" spc="155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eje </a:t>
            </a:r>
            <a:r>
              <a:rPr dirty="0" sz="1050">
                <a:latin typeface="Times New Roman"/>
                <a:cs typeface="Times New Roman"/>
              </a:rPr>
              <a:t>longitudinal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calzada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y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inclinación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los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bordes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10">
                <a:latin typeface="Times New Roman"/>
                <a:cs typeface="Times New Roman"/>
              </a:rPr>
              <a:t> misma.</a:t>
            </a:r>
            <a:endParaRPr sz="1050">
              <a:latin typeface="Times New Roman"/>
              <a:cs typeface="Times New Roman"/>
            </a:endParaRPr>
          </a:p>
          <a:p>
            <a:pPr algn="just" marL="12700" marR="5080">
              <a:lnSpc>
                <a:spcPct val="97600"/>
              </a:lnSpc>
              <a:spcBef>
                <a:spcPts val="1165"/>
              </a:spcBef>
            </a:pPr>
            <a:r>
              <a:rPr dirty="0" sz="1050">
                <a:latin typeface="Times New Roman"/>
                <a:cs typeface="Times New Roman"/>
              </a:rPr>
              <a:t>En</a:t>
            </a:r>
            <a:r>
              <a:rPr dirty="0" sz="1050" spc="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Figura</a:t>
            </a:r>
            <a:r>
              <a:rPr dirty="0" sz="1050" spc="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8.5</a:t>
            </a:r>
            <a:r>
              <a:rPr dirty="0" sz="1050" spc="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ángulo</a:t>
            </a:r>
            <a:r>
              <a:rPr dirty="0" sz="1050" spc="60">
                <a:latin typeface="Times New Roman"/>
                <a:cs typeface="Times New Roman"/>
              </a:rPr>
              <a:t> </a:t>
            </a:r>
            <a:r>
              <a:rPr dirty="0" sz="1050">
                <a:latin typeface="Consolas"/>
                <a:cs typeface="Consolas"/>
              </a:rPr>
              <a:t>α</a:t>
            </a:r>
            <a:r>
              <a:rPr dirty="0" sz="1050" spc="30">
                <a:latin typeface="Consolas"/>
                <a:cs typeface="Consolas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está</a:t>
            </a:r>
            <a:r>
              <a:rPr dirty="0" sz="1050" spc="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definido</a:t>
            </a:r>
            <a:r>
              <a:rPr dirty="0" sz="1050" spc="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por</a:t>
            </a:r>
            <a:r>
              <a:rPr dirty="0" sz="1050" spc="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línea</a:t>
            </a:r>
            <a:r>
              <a:rPr dirty="0" sz="1050" spc="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del</a:t>
            </a:r>
            <a:r>
              <a:rPr dirty="0" sz="1050" spc="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eje</a:t>
            </a:r>
            <a:r>
              <a:rPr dirty="0" sz="1050" spc="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vía</a:t>
            </a:r>
            <a:r>
              <a:rPr dirty="0" sz="1050" spc="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y</a:t>
            </a:r>
            <a:r>
              <a:rPr dirty="0" sz="1050" spc="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línea</a:t>
            </a:r>
            <a:r>
              <a:rPr dirty="0" sz="1050" spc="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describe</a:t>
            </a:r>
            <a:r>
              <a:rPr dirty="0" sz="1050" spc="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3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borde </a:t>
            </a:r>
            <a:r>
              <a:rPr dirty="0" sz="1050">
                <a:latin typeface="Times New Roman"/>
                <a:cs typeface="Times New Roman"/>
              </a:rPr>
              <a:t>externo de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misma.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 lo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largo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 longitud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28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transición</a:t>
            </a:r>
            <a:r>
              <a:rPr dirty="0" sz="1050" spc="2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(Lt)</a:t>
            </a:r>
            <a:r>
              <a:rPr dirty="0" sz="1050" spc="28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borde externo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asciende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desde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un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cero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hasta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(e)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requerido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para la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curva.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Por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lo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tanto la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distancia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vertical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entre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eje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de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20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vía</a:t>
            </a:r>
            <a:r>
              <a:rPr dirty="0" sz="1050" spc="210">
                <a:latin typeface="Times New Roman"/>
                <a:cs typeface="Times New Roman"/>
              </a:rPr>
              <a:t>  </a:t>
            </a:r>
            <a:r>
              <a:rPr dirty="0" sz="1050">
                <a:latin typeface="Times New Roman"/>
                <a:cs typeface="Times New Roman"/>
              </a:rPr>
              <a:t>y</a:t>
            </a:r>
            <a:r>
              <a:rPr dirty="0" sz="1050" spc="20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ambos</a:t>
            </a:r>
            <a:r>
              <a:rPr dirty="0" sz="1050" spc="210">
                <a:latin typeface="Times New Roman"/>
                <a:cs typeface="Times New Roman"/>
              </a:rPr>
              <a:t>  </a:t>
            </a:r>
            <a:r>
              <a:rPr dirty="0" sz="1050">
                <a:latin typeface="Times New Roman"/>
                <a:cs typeface="Times New Roman"/>
              </a:rPr>
              <a:t>bordes</a:t>
            </a:r>
            <a:r>
              <a:rPr dirty="0" sz="1050" spc="2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</a:t>
            </a:r>
            <a:r>
              <a:rPr dirty="0" sz="1050" spc="2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igual</a:t>
            </a:r>
            <a:r>
              <a:rPr dirty="0" sz="1050" spc="204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</a:t>
            </a:r>
            <a:r>
              <a:rPr dirty="0" sz="1050" spc="2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2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distancia</a:t>
            </a:r>
            <a:r>
              <a:rPr dirty="0" sz="1050" spc="2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horizontal,</a:t>
            </a:r>
            <a:r>
              <a:rPr dirty="0" sz="1050" spc="204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</a:t>
            </a:r>
            <a:r>
              <a:rPr dirty="0" sz="1050" spc="2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este</a:t>
            </a:r>
            <a:r>
              <a:rPr dirty="0" sz="1050" spc="20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caso</a:t>
            </a:r>
            <a:r>
              <a:rPr dirty="0" sz="1050" spc="2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2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mitad</a:t>
            </a:r>
            <a:r>
              <a:rPr dirty="0" sz="1050" spc="2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20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204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calzada, </a:t>
            </a:r>
            <a:r>
              <a:rPr dirty="0" sz="1050">
                <a:latin typeface="Times New Roman"/>
                <a:cs typeface="Times New Roman"/>
              </a:rPr>
              <a:t>multiplicado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por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pendiente,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este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caso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6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peralte.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46" name="object 146" descr=""/>
          <p:cNvSpPr txBox="1"/>
          <p:nvPr/>
        </p:nvSpPr>
        <p:spPr>
          <a:xfrm>
            <a:off x="4130040" y="7109473"/>
            <a:ext cx="35941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latin typeface="Times New Roman"/>
                <a:cs typeface="Times New Roman"/>
              </a:rPr>
              <a:t>(8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-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3)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47" name="object 147" descr=""/>
          <p:cNvSpPr txBox="1"/>
          <p:nvPr/>
        </p:nvSpPr>
        <p:spPr>
          <a:xfrm>
            <a:off x="1040130" y="7536192"/>
            <a:ext cx="3585210" cy="8102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10">
                <a:latin typeface="Times New Roman"/>
                <a:cs typeface="Times New Roman"/>
              </a:rPr>
              <a:t>Donde: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1050">
              <a:latin typeface="Times New Roman"/>
              <a:cs typeface="Times New Roman"/>
            </a:endParaRPr>
          </a:p>
          <a:p>
            <a:pPr marL="12700" marR="5080">
              <a:lnSpc>
                <a:spcPts val="1220"/>
              </a:lnSpc>
            </a:pPr>
            <a:r>
              <a:rPr dirty="0" sz="1050">
                <a:latin typeface="Times New Roman"/>
                <a:cs typeface="Times New Roman"/>
              </a:rPr>
              <a:t>I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=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Inclinación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longitudinal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rampa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peraltes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(%)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=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Peralte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curva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(%)</a:t>
            </a: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ts val="1195"/>
              </a:lnSpc>
            </a:pPr>
            <a:r>
              <a:rPr dirty="0" sz="1050">
                <a:latin typeface="Times New Roman"/>
                <a:cs typeface="Times New Roman"/>
              </a:rPr>
              <a:t>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=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Distancia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del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eje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al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borde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calzada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(m)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48" name="object 148" descr=""/>
          <p:cNvSpPr/>
          <p:nvPr/>
        </p:nvSpPr>
        <p:spPr>
          <a:xfrm>
            <a:off x="1311910" y="7222502"/>
            <a:ext cx="184785" cy="0"/>
          </a:xfrm>
          <a:custGeom>
            <a:avLst/>
            <a:gdLst/>
            <a:ahLst/>
            <a:cxnLst/>
            <a:rect l="l" t="t" r="r" b="b"/>
            <a:pathLst>
              <a:path w="184784" h="0">
                <a:moveTo>
                  <a:pt x="0" y="0"/>
                </a:moveTo>
                <a:lnTo>
                  <a:pt x="184784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9" name="object 149" descr=""/>
          <p:cNvSpPr txBox="1"/>
          <p:nvPr/>
        </p:nvSpPr>
        <p:spPr>
          <a:xfrm>
            <a:off x="1054100" y="7020573"/>
            <a:ext cx="476884" cy="389255"/>
          </a:xfrm>
          <a:prstGeom prst="rect">
            <a:avLst/>
          </a:prstGeom>
          <a:ln w="4444">
            <a:solidFill>
              <a:srgbClr val="000000"/>
            </a:solidFill>
          </a:ln>
        </p:spPr>
        <p:txBody>
          <a:bodyPr wrap="square" lIns="0" tIns="825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65"/>
              </a:spcBef>
            </a:pPr>
            <a:endParaRPr sz="1150">
              <a:latin typeface="Times New Roman"/>
              <a:cs typeface="Times New Roman"/>
            </a:endParaRPr>
          </a:p>
          <a:p>
            <a:pPr marL="30480">
              <a:lnSpc>
                <a:spcPct val="100000"/>
              </a:lnSpc>
            </a:pPr>
            <a:r>
              <a:rPr dirty="0" baseline="14492" sz="1725" spc="-15" i="1">
                <a:latin typeface="Times New Roman"/>
                <a:cs typeface="Times New Roman"/>
              </a:rPr>
              <a:t>I</a:t>
            </a:r>
            <a:r>
              <a:rPr dirty="0" sz="1150" spc="-10" i="1">
                <a:latin typeface="Times New Roman"/>
                <a:cs typeface="Times New Roman"/>
              </a:rPr>
              <a:t>e</a:t>
            </a:r>
            <a:r>
              <a:rPr dirty="0" sz="1150" spc="-10">
                <a:latin typeface="Times New Roman"/>
                <a:cs typeface="Times New Roman"/>
              </a:rPr>
              <a:t>.</a:t>
            </a:r>
            <a:r>
              <a:rPr dirty="0" sz="1150" spc="-10" i="1">
                <a:latin typeface="Times New Roman"/>
                <a:cs typeface="Times New Roman"/>
              </a:rPr>
              <a:t>a</a:t>
            </a:r>
            <a:r>
              <a:rPr dirty="0" baseline="14492" sz="1725" spc="-15">
                <a:latin typeface="Consolas"/>
                <a:cs typeface="Consolas"/>
              </a:rPr>
              <a:t>=</a:t>
            </a:r>
            <a:endParaRPr baseline="14492" sz="1725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040130" y="1395742"/>
            <a:ext cx="5488940" cy="18973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latin typeface="Times New Roman"/>
                <a:cs typeface="Times New Roman"/>
              </a:rPr>
              <a:t>Lt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=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Longitud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transición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(m)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050">
              <a:latin typeface="Times New Roman"/>
              <a:cs typeface="Times New Roman"/>
            </a:endParaRPr>
          </a:p>
          <a:p>
            <a:pPr algn="just" marL="12700" marR="6985">
              <a:lnSpc>
                <a:spcPts val="1220"/>
              </a:lnSpc>
            </a:pP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1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inclinación</a:t>
            </a:r>
            <a:r>
              <a:rPr dirty="0" sz="1050" spc="17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longitudinal</a:t>
            </a:r>
            <a:r>
              <a:rPr dirty="0" sz="1050" spc="1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máxima</a:t>
            </a:r>
            <a:r>
              <a:rPr dirty="0" sz="1050" spc="1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para</a:t>
            </a:r>
            <a:r>
              <a:rPr dirty="0" sz="1050" spc="17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17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rampa</a:t>
            </a:r>
            <a:r>
              <a:rPr dirty="0" sz="1050" spc="1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1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peraltes</a:t>
            </a:r>
            <a:r>
              <a:rPr dirty="0" sz="1050" spc="1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esta</a:t>
            </a:r>
            <a:r>
              <a:rPr dirty="0" sz="1050" spc="17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determinada</a:t>
            </a:r>
            <a:r>
              <a:rPr dirty="0" sz="1050" spc="175">
                <a:latin typeface="Times New Roman"/>
                <a:cs typeface="Times New Roman"/>
              </a:rPr>
              <a:t>  </a:t>
            </a:r>
            <a:r>
              <a:rPr dirty="0" sz="1050">
                <a:latin typeface="Times New Roman"/>
                <a:cs typeface="Times New Roman"/>
              </a:rPr>
              <a:t>por</a:t>
            </a:r>
            <a:r>
              <a:rPr dirty="0" sz="1050" spc="1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170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velocidad </a:t>
            </a:r>
            <a:r>
              <a:rPr dirty="0" sz="1050">
                <a:latin typeface="Times New Roman"/>
                <a:cs typeface="Times New Roman"/>
              </a:rPr>
              <a:t>especifica,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mientras</a:t>
            </a:r>
            <a:r>
              <a:rPr dirty="0" sz="1050" spc="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mínima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está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definida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para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cualquier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velocidad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como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décima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parte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la </a:t>
            </a:r>
            <a:r>
              <a:rPr dirty="0" sz="1050">
                <a:latin typeface="Times New Roman"/>
                <a:cs typeface="Times New Roman"/>
              </a:rPr>
              <a:t>distancia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entre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eje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y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borde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10">
                <a:latin typeface="Times New Roman"/>
                <a:cs typeface="Times New Roman"/>
              </a:rPr>
              <a:t> calzada.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050">
              <a:latin typeface="Times New Roman"/>
              <a:cs typeface="Times New Roman"/>
            </a:endParaRPr>
          </a:p>
          <a:p>
            <a:pPr algn="just" marL="12700" marR="5080">
              <a:lnSpc>
                <a:spcPts val="1220"/>
              </a:lnSpc>
              <a:spcBef>
                <a:spcPts val="5"/>
              </a:spcBef>
            </a:pP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1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entiende</a:t>
            </a:r>
            <a:r>
              <a:rPr dirty="0" sz="1050" spc="1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1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</a:t>
            </a:r>
            <a:r>
              <a:rPr dirty="0" sz="1050" spc="1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mayor</a:t>
            </a:r>
            <a:r>
              <a:rPr dirty="0" sz="1050" spc="1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velocidad,</a:t>
            </a:r>
            <a:r>
              <a:rPr dirty="0" sz="1050" spc="114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los</a:t>
            </a:r>
            <a:r>
              <a:rPr dirty="0" sz="1050" spc="1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bordes</a:t>
            </a:r>
            <a:r>
              <a:rPr dirty="0" sz="1050" spc="1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1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calzada</a:t>
            </a:r>
            <a:r>
              <a:rPr dirty="0" sz="1050" spc="1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deben</a:t>
            </a:r>
            <a:r>
              <a:rPr dirty="0" sz="1050" spc="114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1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desplazarse</a:t>
            </a:r>
            <a:r>
              <a:rPr dirty="0" sz="1050" spc="114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verticalmente</a:t>
            </a:r>
            <a:r>
              <a:rPr dirty="0" sz="1050" spc="114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con </a:t>
            </a:r>
            <a:r>
              <a:rPr dirty="0" sz="1050">
                <a:latin typeface="Times New Roman"/>
                <a:cs typeface="Times New Roman"/>
              </a:rPr>
              <a:t>respecto</a:t>
            </a:r>
            <a:r>
              <a:rPr dirty="0" sz="1050" spc="7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al</a:t>
            </a:r>
            <a:r>
              <a:rPr dirty="0" sz="1050" spc="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eje</a:t>
            </a:r>
            <a:r>
              <a:rPr dirty="0" sz="1050" spc="7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</a:t>
            </a:r>
            <a:r>
              <a:rPr dirty="0" sz="1050" spc="7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una</a:t>
            </a:r>
            <a:r>
              <a:rPr dirty="0" sz="1050" spc="7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rata</a:t>
            </a:r>
            <a:r>
              <a:rPr dirty="0" sz="1050" spc="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menor</a:t>
            </a:r>
            <a:r>
              <a:rPr dirty="0" sz="1050" spc="7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modo</a:t>
            </a:r>
            <a:r>
              <a:rPr dirty="0" sz="1050" spc="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7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genere</a:t>
            </a:r>
            <a:r>
              <a:rPr dirty="0" sz="1050" spc="7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una</a:t>
            </a:r>
            <a:r>
              <a:rPr dirty="0" sz="1050" spc="7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mayor</a:t>
            </a:r>
            <a:r>
              <a:rPr dirty="0" sz="1050" spc="8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comodidad</a:t>
            </a:r>
            <a:r>
              <a:rPr dirty="0" sz="1050" spc="7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para</a:t>
            </a:r>
            <a:r>
              <a:rPr dirty="0" sz="1050" spc="7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los</a:t>
            </a:r>
            <a:r>
              <a:rPr dirty="0" sz="1050" spc="7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usuarios.</a:t>
            </a:r>
            <a:r>
              <a:rPr dirty="0" sz="1050" spc="75">
                <a:latin typeface="Times New Roman"/>
                <a:cs typeface="Times New Roman"/>
              </a:rPr>
              <a:t> </a:t>
            </a:r>
            <a:r>
              <a:rPr dirty="0" sz="1050" spc="-50">
                <a:latin typeface="Times New Roman"/>
                <a:cs typeface="Times New Roman"/>
              </a:rPr>
              <a:t>A </a:t>
            </a:r>
            <a:r>
              <a:rPr dirty="0" sz="1050">
                <a:latin typeface="Times New Roman"/>
                <a:cs typeface="Times New Roman"/>
              </a:rPr>
              <a:t>continuación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tiene la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tabla de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Inclinaciones máximas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 acuerdo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 la velocidad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específica donde </a:t>
            </a:r>
            <a:r>
              <a:rPr dirty="0" sz="1050" spc="-25">
                <a:latin typeface="Times New Roman"/>
                <a:cs typeface="Times New Roman"/>
              </a:rPr>
              <a:t>se </a:t>
            </a:r>
            <a:r>
              <a:rPr dirty="0" sz="1050">
                <a:latin typeface="Times New Roman"/>
                <a:cs typeface="Times New Roman"/>
              </a:rPr>
              <a:t>observa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-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mayor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velocidad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menor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debe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ser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inclinación</a:t>
            </a:r>
            <a:r>
              <a:rPr dirty="0" sz="1050" spc="110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relativa.</a:t>
            </a:r>
            <a:endParaRPr sz="1050">
              <a:latin typeface="Times New Roman"/>
              <a:cs typeface="Times New Roman"/>
            </a:endParaRPr>
          </a:p>
          <a:p>
            <a:pPr algn="ctr" marL="1905">
              <a:lnSpc>
                <a:spcPct val="100000"/>
              </a:lnSpc>
              <a:spcBef>
                <a:spcPts val="1175"/>
              </a:spcBef>
            </a:pPr>
            <a:r>
              <a:rPr dirty="0" sz="1050">
                <a:latin typeface="Times New Roman"/>
                <a:cs typeface="Times New Roman"/>
              </a:rPr>
              <a:t>TABLA</a:t>
            </a:r>
            <a:r>
              <a:rPr dirty="0" sz="1050" spc="-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8.3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–</a:t>
            </a:r>
            <a:r>
              <a:rPr dirty="0" sz="1050" spc="-3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INCLINACION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MAXIMA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RAMPA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30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PERALTES</a:t>
            </a:r>
            <a:endParaRPr sz="1050">
              <a:latin typeface="Times New Roman"/>
              <a:cs typeface="Times New Roman"/>
            </a:endParaRPr>
          </a:p>
        </p:txBody>
      </p:sp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1009014" y="3282962"/>
          <a:ext cx="4944110" cy="29476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19250"/>
                <a:gridCol w="1663700"/>
                <a:gridCol w="1578610"/>
              </a:tblGrid>
              <a:tr h="312420">
                <a:tc rowSpan="2">
                  <a:txBody>
                    <a:bodyPr/>
                    <a:lstStyle/>
                    <a:p>
                      <a:pPr algn="ctr" marL="6985">
                        <a:lnSpc>
                          <a:spcPts val="1220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VELOCID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algn="ctr" marL="518159" marR="504190" indent="635">
                        <a:lnSpc>
                          <a:spcPct val="98800"/>
                        </a:lnSpc>
                        <a:spcBef>
                          <a:spcPts val="10"/>
                        </a:spcBef>
                      </a:pPr>
                      <a:r>
                        <a:rPr dirty="0" sz="1050" spc="-25">
                          <a:latin typeface="Times New Roman"/>
                          <a:cs typeface="Times New Roman"/>
                        </a:rPr>
                        <a:t>AD </a:t>
                      </a: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ESPECIFI </a:t>
                      </a:r>
                      <a:r>
                        <a:rPr dirty="0" sz="1050" spc="-25">
                          <a:latin typeface="Times New Roman"/>
                          <a:cs typeface="Times New Roman"/>
                        </a:rPr>
                        <a:t>CA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algn="ctr" marL="6985">
                        <a:lnSpc>
                          <a:spcPts val="1145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(Km/h)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256540" marR="614680">
                        <a:lnSpc>
                          <a:spcPts val="1200"/>
                        </a:lnSpc>
                      </a:pPr>
                      <a:r>
                        <a:rPr dirty="0" sz="1050">
                          <a:latin typeface="Times New Roman"/>
                          <a:cs typeface="Times New Roman"/>
                        </a:rPr>
                        <a:t>PENDIENTE</a:t>
                      </a:r>
                      <a:r>
                        <a:rPr dirty="0" sz="105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>
                          <a:latin typeface="Times New Roman"/>
                          <a:cs typeface="Times New Roman"/>
                        </a:rPr>
                        <a:t>RELATIVA</a:t>
                      </a: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>
                          <a:latin typeface="Times New Roman"/>
                          <a:cs typeface="Times New Roman"/>
                        </a:rPr>
                        <a:t>DE</a:t>
                      </a:r>
                      <a:r>
                        <a:rPr dirty="0" sz="105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>
                          <a:latin typeface="Times New Roman"/>
                          <a:cs typeface="Times New Roman"/>
                        </a:rPr>
                        <a:t>RAMPA</a:t>
                      </a:r>
                      <a:r>
                        <a:rPr dirty="0" sz="105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 spc="-25">
                          <a:latin typeface="Times New Roman"/>
                          <a:cs typeface="Times New Roman"/>
                        </a:rPr>
                        <a:t>DE </a:t>
                      </a: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PERALTES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47625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0160">
                        <a:lnSpc>
                          <a:spcPts val="1210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Máxima(%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algn="ctr" marL="10795">
                        <a:lnSpc>
                          <a:spcPts val="1235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)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14350">
                        <a:lnSpc>
                          <a:spcPts val="1235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Mínima(%)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5735">
                <a:tc>
                  <a:txBody>
                    <a:bodyPr/>
                    <a:lstStyle/>
                    <a:p>
                      <a:pPr algn="ctr" marL="6350">
                        <a:lnSpc>
                          <a:spcPts val="1205"/>
                        </a:lnSpc>
                      </a:pPr>
                      <a:r>
                        <a:rPr dirty="0" sz="1050" spc="-25">
                          <a:latin typeface="Times New Roman"/>
                          <a:cs typeface="Times New Roman"/>
                        </a:rPr>
                        <a:t>30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890">
                        <a:lnSpc>
                          <a:spcPts val="1205"/>
                        </a:lnSpc>
                      </a:pP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1.28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1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646430">
                        <a:lnSpc>
                          <a:spcPct val="100000"/>
                        </a:lnSpc>
                      </a:pPr>
                      <a:r>
                        <a:rPr dirty="0" sz="1050">
                          <a:latin typeface="Times New Roman"/>
                          <a:cs typeface="Times New Roman"/>
                        </a:rPr>
                        <a:t>0.1</a:t>
                      </a:r>
                      <a:r>
                        <a:rPr dirty="0" sz="105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>
                          <a:latin typeface="Times New Roman"/>
                          <a:cs typeface="Times New Roman"/>
                        </a:rPr>
                        <a:t>x </a:t>
                      </a: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a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7640">
                <a:tc>
                  <a:txBody>
                    <a:bodyPr/>
                    <a:lstStyle/>
                    <a:p>
                      <a:pPr algn="ctr" marL="6350">
                        <a:lnSpc>
                          <a:spcPts val="1215"/>
                        </a:lnSpc>
                      </a:pPr>
                      <a:r>
                        <a:rPr dirty="0" sz="1050" spc="-25">
                          <a:latin typeface="Times New Roman"/>
                          <a:cs typeface="Times New Roman"/>
                        </a:rPr>
                        <a:t>40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890">
                        <a:lnSpc>
                          <a:spcPts val="1215"/>
                        </a:lnSpc>
                      </a:pP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0.96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algn="ctr" marL="6350">
                        <a:lnSpc>
                          <a:spcPts val="1195"/>
                        </a:lnSpc>
                      </a:pPr>
                      <a:r>
                        <a:rPr dirty="0" sz="1050" spc="-25">
                          <a:latin typeface="Times New Roman"/>
                          <a:cs typeface="Times New Roman"/>
                        </a:rPr>
                        <a:t>50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890">
                        <a:lnSpc>
                          <a:spcPts val="1195"/>
                        </a:lnSpc>
                      </a:pP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0.77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7005">
                <a:tc>
                  <a:txBody>
                    <a:bodyPr/>
                    <a:lstStyle/>
                    <a:p>
                      <a:pPr algn="ctr" marL="6350">
                        <a:lnSpc>
                          <a:spcPts val="1205"/>
                        </a:lnSpc>
                      </a:pPr>
                      <a:r>
                        <a:rPr dirty="0" sz="1050" spc="-25">
                          <a:latin typeface="Times New Roman"/>
                          <a:cs typeface="Times New Roman"/>
                        </a:rPr>
                        <a:t>60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890">
                        <a:lnSpc>
                          <a:spcPts val="1205"/>
                        </a:lnSpc>
                      </a:pP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0.64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algn="ctr" marL="6350">
                        <a:lnSpc>
                          <a:spcPts val="1195"/>
                        </a:lnSpc>
                      </a:pPr>
                      <a:r>
                        <a:rPr dirty="0" sz="1050" spc="-25">
                          <a:latin typeface="Times New Roman"/>
                          <a:cs typeface="Times New Roman"/>
                        </a:rPr>
                        <a:t>70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890">
                        <a:lnSpc>
                          <a:spcPts val="1195"/>
                        </a:lnSpc>
                      </a:pP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0.55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7005">
                <a:tc>
                  <a:txBody>
                    <a:bodyPr/>
                    <a:lstStyle/>
                    <a:p>
                      <a:pPr algn="ctr" marL="6350">
                        <a:lnSpc>
                          <a:spcPts val="1205"/>
                        </a:lnSpc>
                      </a:pPr>
                      <a:r>
                        <a:rPr dirty="0" sz="1050" spc="-25">
                          <a:latin typeface="Times New Roman"/>
                          <a:cs typeface="Times New Roman"/>
                        </a:rPr>
                        <a:t>80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890">
                        <a:lnSpc>
                          <a:spcPts val="1205"/>
                        </a:lnSpc>
                      </a:pP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0.50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3195">
                <a:tc>
                  <a:txBody>
                    <a:bodyPr/>
                    <a:lstStyle/>
                    <a:p>
                      <a:pPr algn="ctr" marL="6350">
                        <a:lnSpc>
                          <a:spcPts val="1190"/>
                        </a:lnSpc>
                      </a:pPr>
                      <a:r>
                        <a:rPr dirty="0" sz="1050" spc="-25">
                          <a:latin typeface="Times New Roman"/>
                          <a:cs typeface="Times New Roman"/>
                        </a:rPr>
                        <a:t>90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890">
                        <a:lnSpc>
                          <a:spcPts val="1190"/>
                        </a:lnSpc>
                      </a:pP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0.48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6370">
                <a:tc>
                  <a:txBody>
                    <a:bodyPr/>
                    <a:lstStyle/>
                    <a:p>
                      <a:pPr algn="ctr" marL="5080">
                        <a:lnSpc>
                          <a:spcPts val="1205"/>
                        </a:lnSpc>
                      </a:pPr>
                      <a:r>
                        <a:rPr dirty="0" sz="1050" spc="-25">
                          <a:latin typeface="Times New Roman"/>
                          <a:cs typeface="Times New Roman"/>
                        </a:rPr>
                        <a:t>100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890">
                        <a:lnSpc>
                          <a:spcPts val="1205"/>
                        </a:lnSpc>
                      </a:pP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0.45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6370">
                <a:tc>
                  <a:txBody>
                    <a:bodyPr/>
                    <a:lstStyle/>
                    <a:p>
                      <a:pPr algn="ctr" marL="5080">
                        <a:lnSpc>
                          <a:spcPts val="1195"/>
                        </a:lnSpc>
                      </a:pPr>
                      <a:r>
                        <a:rPr dirty="0" sz="1050" spc="-25">
                          <a:latin typeface="Times New Roman"/>
                          <a:cs typeface="Times New Roman"/>
                        </a:rPr>
                        <a:t>110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890">
                        <a:lnSpc>
                          <a:spcPts val="1195"/>
                        </a:lnSpc>
                      </a:pP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0.42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5735">
                <a:tc>
                  <a:txBody>
                    <a:bodyPr/>
                    <a:lstStyle/>
                    <a:p>
                      <a:pPr algn="ctr" marL="5080">
                        <a:lnSpc>
                          <a:spcPts val="1210"/>
                        </a:lnSpc>
                      </a:pPr>
                      <a:r>
                        <a:rPr dirty="0" sz="1050" spc="-25">
                          <a:latin typeface="Times New Roman"/>
                          <a:cs typeface="Times New Roman"/>
                        </a:rPr>
                        <a:t>120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890">
                        <a:lnSpc>
                          <a:spcPts val="1210"/>
                        </a:lnSpc>
                      </a:pP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0.40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7005">
                <a:tc>
                  <a:txBody>
                    <a:bodyPr/>
                    <a:lstStyle/>
                    <a:p>
                      <a:pPr algn="ctr" marL="5080">
                        <a:lnSpc>
                          <a:spcPts val="1215"/>
                        </a:lnSpc>
                      </a:pPr>
                      <a:r>
                        <a:rPr dirty="0" sz="1050" spc="-25">
                          <a:latin typeface="Times New Roman"/>
                          <a:cs typeface="Times New Roman"/>
                        </a:rPr>
                        <a:t>130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890">
                        <a:lnSpc>
                          <a:spcPts val="1215"/>
                        </a:lnSpc>
                      </a:pP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0.40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algn="ctr" marL="5080">
                        <a:lnSpc>
                          <a:spcPts val="1195"/>
                        </a:lnSpc>
                      </a:pPr>
                      <a:r>
                        <a:rPr dirty="0" sz="1050" spc="-25">
                          <a:latin typeface="Times New Roman"/>
                          <a:cs typeface="Times New Roman"/>
                        </a:rPr>
                        <a:t>140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890">
                        <a:lnSpc>
                          <a:spcPts val="1195"/>
                        </a:lnSpc>
                      </a:pP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0.40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7640">
                <a:tc>
                  <a:txBody>
                    <a:bodyPr/>
                    <a:lstStyle/>
                    <a:p>
                      <a:pPr algn="ctr" marL="5080">
                        <a:lnSpc>
                          <a:spcPts val="1205"/>
                        </a:lnSpc>
                      </a:pPr>
                      <a:r>
                        <a:rPr dirty="0" sz="1050" spc="-25">
                          <a:latin typeface="Times New Roman"/>
                          <a:cs typeface="Times New Roman"/>
                        </a:rPr>
                        <a:t>150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890">
                        <a:lnSpc>
                          <a:spcPts val="1205"/>
                        </a:lnSpc>
                      </a:pP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0.40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object 4" descr=""/>
          <p:cNvSpPr txBox="1"/>
          <p:nvPr/>
        </p:nvSpPr>
        <p:spPr>
          <a:xfrm>
            <a:off x="1040130" y="6375412"/>
            <a:ext cx="5485765" cy="495300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algn="just" marL="12700" marR="5080">
              <a:lnSpc>
                <a:spcPts val="1220"/>
              </a:lnSpc>
              <a:spcBef>
                <a:spcPts val="175"/>
              </a:spcBef>
            </a:pPr>
            <a:r>
              <a:rPr dirty="0" sz="1050">
                <a:latin typeface="Times New Roman"/>
                <a:cs typeface="Times New Roman"/>
              </a:rPr>
              <a:t>Ahora,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acuerdo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al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radio de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curvatura se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define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 velocidad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específica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partir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 cual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 </a:t>
            </a:r>
            <a:r>
              <a:rPr dirty="0" sz="1050" spc="-10">
                <a:latin typeface="Times New Roman"/>
                <a:cs typeface="Times New Roman"/>
              </a:rPr>
              <a:t>obtiene, </a:t>
            </a:r>
            <a:r>
              <a:rPr dirty="0" sz="1050">
                <a:latin typeface="Times New Roman"/>
                <a:cs typeface="Times New Roman"/>
              </a:rPr>
              <a:t>de la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tabla anterior, el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valor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28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máxima</a:t>
            </a:r>
            <a:r>
              <a:rPr dirty="0" sz="1050" spc="28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inclinación relativa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rampa de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peralte.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ecuación </a:t>
            </a:r>
            <a:r>
              <a:rPr dirty="0" sz="1050">
                <a:latin typeface="Times New Roman"/>
                <a:cs typeface="Times New Roman"/>
              </a:rPr>
              <a:t>(8</a:t>
            </a:r>
            <a:r>
              <a:rPr dirty="0" sz="1050" spc="-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–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3)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tiene</a:t>
            </a:r>
            <a:r>
              <a:rPr dirty="0" sz="1050" spc="220">
                <a:latin typeface="Times New Roman"/>
                <a:cs typeface="Times New Roman"/>
              </a:rPr>
              <a:t> </a:t>
            </a:r>
            <a:r>
              <a:rPr dirty="0" sz="1050" spc="-20">
                <a:latin typeface="Times New Roman"/>
                <a:cs typeface="Times New Roman"/>
              </a:rPr>
              <a:t>que: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3519170" y="7099312"/>
            <a:ext cx="38100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latin typeface="Times New Roman"/>
                <a:cs typeface="Times New Roman"/>
              </a:rPr>
              <a:t>(8 –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4)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040130" y="7526032"/>
            <a:ext cx="5487035" cy="815340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marL="12700" marR="5080">
              <a:lnSpc>
                <a:spcPts val="1220"/>
              </a:lnSpc>
              <a:spcBef>
                <a:spcPts val="175"/>
              </a:spcBef>
            </a:pPr>
            <a:r>
              <a:rPr dirty="0" sz="1050">
                <a:latin typeface="Times New Roman"/>
                <a:cs typeface="Times New Roman"/>
              </a:rPr>
              <a:t>Ecuación</a:t>
            </a:r>
            <a:r>
              <a:rPr dirty="0" sz="1050" spc="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con</a:t>
            </a:r>
            <a:r>
              <a:rPr dirty="0" sz="1050" spc="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7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cual</a:t>
            </a:r>
            <a:r>
              <a:rPr dirty="0" sz="1050" spc="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7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calcula</a:t>
            </a:r>
            <a:r>
              <a:rPr dirty="0" sz="1050" spc="8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8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mínima</a:t>
            </a:r>
            <a:r>
              <a:rPr dirty="0" sz="1050" spc="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longitud</a:t>
            </a:r>
            <a:r>
              <a:rPr dirty="0" sz="1050" spc="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7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transición</a:t>
            </a:r>
            <a:r>
              <a:rPr dirty="0" sz="1050" spc="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del</a:t>
            </a:r>
            <a:r>
              <a:rPr dirty="0" sz="1050" spc="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7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40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una</a:t>
            </a:r>
            <a:r>
              <a:rPr dirty="0" sz="1050" spc="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curva</a:t>
            </a:r>
            <a:r>
              <a:rPr dirty="0" sz="1050" spc="8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70">
                <a:latin typeface="Times New Roman"/>
                <a:cs typeface="Times New Roman"/>
              </a:rPr>
              <a:t> </a:t>
            </a:r>
            <a:r>
              <a:rPr dirty="0" sz="1050" spc="-20">
                <a:latin typeface="Times New Roman"/>
                <a:cs typeface="Times New Roman"/>
              </a:rPr>
              <a:t>modo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satisfaga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máxima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inclinación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relativa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rampa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30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peralte.</a:t>
            </a: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dirty="0" sz="1150">
                <a:latin typeface="Times New Roman"/>
                <a:cs typeface="Times New Roman"/>
              </a:rPr>
              <a:t>TRANSICIÓN</a:t>
            </a:r>
            <a:r>
              <a:rPr dirty="0" sz="1150" spc="-2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DEL</a:t>
            </a:r>
            <a:r>
              <a:rPr dirty="0" sz="1150" spc="-25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BOMBEO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60"/>
              </a:spcBef>
            </a:pPr>
            <a:r>
              <a:rPr dirty="0" sz="1050">
                <a:latin typeface="Times New Roman"/>
                <a:cs typeface="Times New Roman"/>
              </a:rPr>
              <a:t>En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Figura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8.5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presentan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dos</a:t>
            </a:r>
            <a:r>
              <a:rPr dirty="0" sz="1050" spc="-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triángulos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semejantes</a:t>
            </a:r>
            <a:r>
              <a:rPr dirty="0" sz="1050" spc="-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con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siguiente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relación:</a:t>
            </a:r>
            <a:endParaRPr sz="1050">
              <a:latin typeface="Times New Roman"/>
              <a:cs typeface="Times New Roman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1089025" y="7010413"/>
            <a:ext cx="543560" cy="401320"/>
            <a:chOff x="1089025" y="7010413"/>
            <a:chExt cx="543560" cy="401320"/>
          </a:xfrm>
        </p:grpSpPr>
        <p:sp>
          <p:nvSpPr>
            <p:cNvPr id="8" name="object 8" descr=""/>
            <p:cNvSpPr/>
            <p:nvPr/>
          </p:nvSpPr>
          <p:spPr>
            <a:xfrm>
              <a:off x="1089025" y="7013588"/>
              <a:ext cx="543560" cy="394970"/>
            </a:xfrm>
            <a:custGeom>
              <a:avLst/>
              <a:gdLst/>
              <a:ahLst/>
              <a:cxnLst/>
              <a:rect l="l" t="t" r="r" b="b"/>
              <a:pathLst>
                <a:path w="543560" h="394970">
                  <a:moveTo>
                    <a:pt x="0" y="0"/>
                  </a:moveTo>
                  <a:lnTo>
                    <a:pt x="543560" y="0"/>
                  </a:lnTo>
                </a:path>
                <a:path w="543560" h="394970">
                  <a:moveTo>
                    <a:pt x="0" y="394970"/>
                  </a:moveTo>
                  <a:lnTo>
                    <a:pt x="327025" y="39497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1416050" y="7407288"/>
              <a:ext cx="216535" cy="0"/>
            </a:xfrm>
            <a:custGeom>
              <a:avLst/>
              <a:gdLst/>
              <a:ahLst/>
              <a:cxnLst/>
              <a:rect l="l" t="t" r="r" b="b"/>
              <a:pathLst>
                <a:path w="216535" h="0">
                  <a:moveTo>
                    <a:pt x="0" y="0"/>
                  </a:moveTo>
                  <a:lnTo>
                    <a:pt x="21653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1092200" y="7010413"/>
              <a:ext cx="537210" cy="401320"/>
            </a:xfrm>
            <a:custGeom>
              <a:avLst/>
              <a:gdLst/>
              <a:ahLst/>
              <a:cxnLst/>
              <a:rect l="l" t="t" r="r" b="b"/>
              <a:pathLst>
                <a:path w="537210" h="401320">
                  <a:moveTo>
                    <a:pt x="0" y="0"/>
                  </a:moveTo>
                  <a:lnTo>
                    <a:pt x="0" y="401320"/>
                  </a:lnTo>
                </a:path>
                <a:path w="537210" h="401320">
                  <a:moveTo>
                    <a:pt x="537210" y="0"/>
                  </a:moveTo>
                  <a:lnTo>
                    <a:pt x="537210" y="398145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1181100" y="7091692"/>
            <a:ext cx="147320" cy="365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340"/>
              </a:lnSpc>
              <a:spcBef>
                <a:spcPts val="100"/>
              </a:spcBef>
            </a:pPr>
            <a:r>
              <a:rPr dirty="0" sz="1150" spc="-25" i="1">
                <a:latin typeface="Times New Roman"/>
                <a:cs typeface="Times New Roman"/>
              </a:rPr>
              <a:t>Lt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ts val="1340"/>
              </a:lnSpc>
            </a:pPr>
            <a:r>
              <a:rPr dirty="0" sz="1150" spc="-50">
                <a:latin typeface="Consolas"/>
                <a:cs typeface="Consolas"/>
              </a:rPr>
              <a:t>=</a:t>
            </a:r>
            <a:endParaRPr sz="1150">
              <a:latin typeface="Consolas"/>
              <a:cs typeface="Consolas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473200" y="6998982"/>
            <a:ext cx="98425" cy="5372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355"/>
              </a:lnSpc>
              <a:spcBef>
                <a:spcPts val="100"/>
              </a:spcBef>
            </a:pPr>
            <a:r>
              <a:rPr dirty="0" sz="1150" spc="-50" i="1">
                <a:latin typeface="Times New Roman"/>
                <a:cs typeface="Times New Roman"/>
              </a:rPr>
              <a:t>e</a:t>
            </a:r>
            <a:endParaRPr sz="1150">
              <a:latin typeface="Times New Roman"/>
              <a:cs typeface="Times New Roman"/>
            </a:endParaRPr>
          </a:p>
          <a:p>
            <a:pPr marL="22225">
              <a:lnSpc>
                <a:spcPts val="1325"/>
              </a:lnSpc>
            </a:pPr>
            <a:r>
              <a:rPr dirty="0" sz="1150" spc="-50">
                <a:latin typeface="Times New Roman"/>
                <a:cs typeface="Times New Roman"/>
              </a:rPr>
              <a:t>.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ts val="1350"/>
              </a:lnSpc>
            </a:pPr>
            <a:r>
              <a:rPr dirty="0" sz="1150" spc="-50" i="1">
                <a:latin typeface="Times New Roman"/>
                <a:cs typeface="Times New Roman"/>
              </a:rPr>
              <a:t>a</a:t>
            </a:r>
            <a:endParaRPr sz="11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027430" y="1400823"/>
            <a:ext cx="709930" cy="6870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5405">
              <a:lnSpc>
                <a:spcPts val="1325"/>
              </a:lnSpc>
              <a:spcBef>
                <a:spcPts val="100"/>
              </a:spcBef>
              <a:tabLst>
                <a:tab pos="422275" algn="l"/>
              </a:tabLst>
            </a:pPr>
            <a:r>
              <a:rPr dirty="0" sz="1150" spc="-25" i="1">
                <a:latin typeface="Times New Roman"/>
                <a:cs typeface="Times New Roman"/>
              </a:rPr>
              <a:t>Lt</a:t>
            </a:r>
            <a:r>
              <a:rPr dirty="0" sz="1150" i="1">
                <a:latin typeface="Times New Roman"/>
                <a:cs typeface="Times New Roman"/>
              </a:rPr>
              <a:t>	</a:t>
            </a:r>
            <a:r>
              <a:rPr dirty="0" sz="1150" spc="-50" i="1">
                <a:latin typeface="Times New Roman"/>
                <a:cs typeface="Times New Roman"/>
              </a:rPr>
              <a:t>e</a:t>
            </a:r>
            <a:endParaRPr sz="1150">
              <a:latin typeface="Times New Roman"/>
              <a:cs typeface="Times New Roman"/>
            </a:endParaRPr>
          </a:p>
          <a:p>
            <a:pPr marL="76835">
              <a:lnSpc>
                <a:spcPts val="1325"/>
              </a:lnSpc>
            </a:pPr>
            <a:r>
              <a:rPr dirty="0" sz="1150" i="1">
                <a:latin typeface="Times New Roman"/>
                <a:cs typeface="Times New Roman"/>
              </a:rPr>
              <a:t>N</a:t>
            </a:r>
            <a:r>
              <a:rPr dirty="0" sz="1150" spc="390" i="1">
                <a:latin typeface="Times New Roman"/>
                <a:cs typeface="Times New Roman"/>
              </a:rPr>
              <a:t> </a:t>
            </a:r>
            <a:r>
              <a:rPr dirty="0" baseline="21739" sz="1725" spc="-15">
                <a:latin typeface="Consolas"/>
                <a:cs typeface="Consolas"/>
              </a:rPr>
              <a:t>=</a:t>
            </a:r>
            <a:r>
              <a:rPr dirty="0" baseline="21739" sz="1725" spc="-517">
                <a:latin typeface="Consolas"/>
                <a:cs typeface="Consolas"/>
              </a:rPr>
              <a:t> </a:t>
            </a:r>
            <a:r>
              <a:rPr dirty="0" sz="1150" spc="-50" i="1">
                <a:latin typeface="Times New Roman"/>
                <a:cs typeface="Times New Roman"/>
              </a:rPr>
              <a:t>b</a:t>
            </a:r>
            <a:endParaRPr sz="1150">
              <a:latin typeface="Times New Roman"/>
              <a:cs typeface="Times New Roman"/>
            </a:endParaRPr>
          </a:p>
          <a:p>
            <a:pPr marL="25400">
              <a:lnSpc>
                <a:spcPct val="100000"/>
              </a:lnSpc>
              <a:spcBef>
                <a:spcPts val="1300"/>
              </a:spcBef>
            </a:pPr>
            <a:r>
              <a:rPr dirty="0" sz="1050">
                <a:latin typeface="Times New Roman"/>
                <a:cs typeface="Times New Roman"/>
              </a:rPr>
              <a:t>Por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lo</a:t>
            </a:r>
            <a:r>
              <a:rPr dirty="0" sz="1050" spc="-10">
                <a:latin typeface="Times New Roman"/>
                <a:cs typeface="Times New Roman"/>
              </a:rPr>
              <a:t> tanto: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3691890" y="2317763"/>
            <a:ext cx="38100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latin typeface="Times New Roman"/>
                <a:cs typeface="Times New Roman"/>
              </a:rPr>
              <a:t>(8 –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5)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040130" y="2748292"/>
            <a:ext cx="5491480" cy="4615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10">
                <a:latin typeface="Times New Roman"/>
                <a:cs typeface="Times New Roman"/>
              </a:rPr>
              <a:t>Donde: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1050">
              <a:latin typeface="Times New Roman"/>
              <a:cs typeface="Times New Roman"/>
            </a:endParaRPr>
          </a:p>
          <a:p>
            <a:pPr marL="12700" marR="2846070">
              <a:lnSpc>
                <a:spcPts val="1220"/>
              </a:lnSpc>
            </a:pPr>
            <a:r>
              <a:rPr dirty="0" sz="1050">
                <a:latin typeface="Times New Roman"/>
                <a:cs typeface="Times New Roman"/>
              </a:rPr>
              <a:t>N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=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Transición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requerida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para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bombeo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(m)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 spc="-50">
                <a:latin typeface="Times New Roman"/>
                <a:cs typeface="Times New Roman"/>
              </a:rPr>
              <a:t>=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curva</a:t>
            </a:r>
            <a:r>
              <a:rPr dirty="0" sz="1050" spc="40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(%)</a:t>
            </a: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ts val="1180"/>
              </a:lnSpc>
            </a:pPr>
            <a:r>
              <a:rPr dirty="0" sz="1050">
                <a:latin typeface="Times New Roman"/>
                <a:cs typeface="Times New Roman"/>
              </a:rPr>
              <a:t>b</a:t>
            </a:r>
            <a:r>
              <a:rPr dirty="0" sz="1050" spc="2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=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Valor del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bombeo</a:t>
            </a:r>
            <a:r>
              <a:rPr dirty="0" sz="1050" spc="210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(%)</a:t>
            </a: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ts val="1245"/>
              </a:lnSpc>
            </a:pPr>
            <a:r>
              <a:rPr dirty="0" sz="1050">
                <a:latin typeface="Times New Roman"/>
                <a:cs typeface="Times New Roman"/>
              </a:rPr>
              <a:t>Lt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=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Longitud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transición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(m)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40"/>
              </a:spcBef>
            </a:pP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350" spc="-10">
                <a:latin typeface="Times New Roman"/>
                <a:cs typeface="Times New Roman"/>
              </a:rPr>
              <a:t>DESARROLLO</a:t>
            </a:r>
            <a:r>
              <a:rPr dirty="0" sz="1350" spc="-35">
                <a:latin typeface="Times New Roman"/>
                <a:cs typeface="Times New Roman"/>
              </a:rPr>
              <a:t> </a:t>
            </a:r>
            <a:r>
              <a:rPr dirty="0" sz="1350">
                <a:latin typeface="Times New Roman"/>
                <a:cs typeface="Times New Roman"/>
              </a:rPr>
              <a:t>DEL</a:t>
            </a:r>
            <a:r>
              <a:rPr dirty="0" sz="1350" spc="-20">
                <a:latin typeface="Times New Roman"/>
                <a:cs typeface="Times New Roman"/>
              </a:rPr>
              <a:t> </a:t>
            </a:r>
            <a:r>
              <a:rPr dirty="0" sz="1350">
                <a:latin typeface="Times New Roman"/>
                <a:cs typeface="Times New Roman"/>
              </a:rPr>
              <a:t>PERALTE</a:t>
            </a:r>
            <a:r>
              <a:rPr dirty="0" sz="1350" spc="-30">
                <a:latin typeface="Times New Roman"/>
                <a:cs typeface="Times New Roman"/>
              </a:rPr>
              <a:t> </a:t>
            </a:r>
            <a:r>
              <a:rPr dirty="0" sz="1350">
                <a:latin typeface="Times New Roman"/>
                <a:cs typeface="Times New Roman"/>
              </a:rPr>
              <a:t>CON</a:t>
            </a:r>
            <a:r>
              <a:rPr dirty="0" sz="1350" spc="-35">
                <a:latin typeface="Times New Roman"/>
                <a:cs typeface="Times New Roman"/>
              </a:rPr>
              <a:t> </a:t>
            </a:r>
            <a:r>
              <a:rPr dirty="0" sz="1350">
                <a:latin typeface="Times New Roman"/>
                <a:cs typeface="Times New Roman"/>
              </a:rPr>
              <a:t>SEPARADOR</a:t>
            </a:r>
            <a:r>
              <a:rPr dirty="0" sz="1350" spc="-30">
                <a:latin typeface="Times New Roman"/>
                <a:cs typeface="Times New Roman"/>
              </a:rPr>
              <a:t> </a:t>
            </a:r>
            <a:r>
              <a:rPr dirty="0" sz="1350" spc="-10">
                <a:latin typeface="Times New Roman"/>
                <a:cs typeface="Times New Roman"/>
              </a:rPr>
              <a:t>CENTRAL</a:t>
            </a:r>
            <a:endParaRPr sz="1350">
              <a:latin typeface="Times New Roman"/>
              <a:cs typeface="Times New Roman"/>
            </a:endParaRPr>
          </a:p>
          <a:p>
            <a:pPr marL="12700" marR="9525">
              <a:lnSpc>
                <a:spcPts val="1220"/>
              </a:lnSpc>
              <a:spcBef>
                <a:spcPts val="390"/>
              </a:spcBef>
            </a:pPr>
            <a:r>
              <a:rPr dirty="0" sz="1050">
                <a:latin typeface="Times New Roman"/>
                <a:cs typeface="Times New Roman"/>
              </a:rPr>
              <a:t>En</a:t>
            </a:r>
            <a:r>
              <a:rPr dirty="0" sz="1050" spc="1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1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diseño</a:t>
            </a:r>
            <a:r>
              <a:rPr dirty="0" sz="1050" spc="114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1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carreteras</a:t>
            </a:r>
            <a:r>
              <a:rPr dirty="0" sz="1050" spc="1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114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doble</a:t>
            </a:r>
            <a:r>
              <a:rPr dirty="0" sz="1050" spc="1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calzada,</a:t>
            </a:r>
            <a:r>
              <a:rPr dirty="0" sz="1050" spc="10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114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inclusión</a:t>
            </a:r>
            <a:r>
              <a:rPr dirty="0" sz="1050" spc="1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114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un</a:t>
            </a:r>
            <a:r>
              <a:rPr dirty="0" sz="1050" spc="114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separador</a:t>
            </a:r>
            <a:r>
              <a:rPr dirty="0" sz="1050" spc="1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</a:t>
            </a:r>
            <a:r>
              <a:rPr dirty="0" sz="1050" spc="114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114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sección</a:t>
            </a:r>
            <a:r>
              <a:rPr dirty="0" sz="1050" spc="120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transversal </a:t>
            </a:r>
            <a:r>
              <a:rPr dirty="0" sz="1050">
                <a:latin typeface="Times New Roman"/>
                <a:cs typeface="Times New Roman"/>
              </a:rPr>
              <a:t>afecta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cierta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forma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tratamiento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del</a:t>
            </a:r>
            <a:r>
              <a:rPr dirty="0" sz="1050" spc="2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desarrollo</a:t>
            </a:r>
            <a:r>
              <a:rPr dirty="0" sz="1050" spc="2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del</a:t>
            </a:r>
            <a:r>
              <a:rPr dirty="0" sz="1050" spc="220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peralte.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050">
              <a:latin typeface="Times New Roman"/>
              <a:cs typeface="Times New Roman"/>
            </a:endParaRPr>
          </a:p>
          <a:p>
            <a:pPr algn="just" marL="12700" marR="7620">
              <a:lnSpc>
                <a:spcPts val="1220"/>
              </a:lnSpc>
            </a:pPr>
            <a:r>
              <a:rPr dirty="0" sz="1050">
                <a:latin typeface="Times New Roman"/>
                <a:cs typeface="Times New Roman"/>
              </a:rPr>
              <a:t>Existen</a:t>
            </a:r>
            <a:r>
              <a:rPr dirty="0" sz="1050" spc="18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tres</a:t>
            </a:r>
            <a:r>
              <a:rPr dirty="0" sz="1050" spc="18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métodos</a:t>
            </a:r>
            <a:r>
              <a:rPr dirty="0" sz="1050" spc="18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para</a:t>
            </a:r>
            <a:r>
              <a:rPr dirty="0" sz="1050" spc="19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desarrollar</a:t>
            </a:r>
            <a:r>
              <a:rPr dirty="0" sz="1050" spc="18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18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19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cuando</a:t>
            </a:r>
            <a:r>
              <a:rPr dirty="0" sz="1050" spc="18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18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dispone</a:t>
            </a:r>
            <a:r>
              <a:rPr dirty="0" sz="1050" spc="19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185">
                <a:latin typeface="Times New Roman"/>
                <a:cs typeface="Times New Roman"/>
              </a:rPr>
              <a:t>  </a:t>
            </a:r>
            <a:r>
              <a:rPr dirty="0" sz="1050">
                <a:latin typeface="Times New Roman"/>
                <a:cs typeface="Times New Roman"/>
              </a:rPr>
              <a:t>un</a:t>
            </a:r>
            <a:r>
              <a:rPr dirty="0" sz="1050" spc="185">
                <a:latin typeface="Times New Roman"/>
                <a:cs typeface="Times New Roman"/>
              </a:rPr>
              <a:t>  </a:t>
            </a:r>
            <a:r>
              <a:rPr dirty="0" sz="1050">
                <a:latin typeface="Times New Roman"/>
                <a:cs typeface="Times New Roman"/>
              </a:rPr>
              <a:t>separador</a:t>
            </a:r>
            <a:r>
              <a:rPr dirty="0" sz="1050" spc="18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central.</a:t>
            </a:r>
            <a:r>
              <a:rPr dirty="0" sz="1050" spc="185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El </a:t>
            </a:r>
            <a:r>
              <a:rPr dirty="0" sz="1050">
                <a:latin typeface="Times New Roman"/>
                <a:cs typeface="Times New Roman"/>
              </a:rPr>
              <a:t>método</a:t>
            </a:r>
            <a:r>
              <a:rPr dirty="0" sz="1050" spc="3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elegido</a:t>
            </a:r>
            <a:r>
              <a:rPr dirty="0" sz="1050" spc="3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depende</a:t>
            </a:r>
            <a:r>
              <a:rPr dirty="0" sz="1050" spc="3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principalmente</a:t>
            </a:r>
            <a:r>
              <a:rPr dirty="0" sz="1050" spc="3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del</a:t>
            </a:r>
            <a:r>
              <a:rPr dirty="0" sz="1050" spc="3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ancho</a:t>
            </a:r>
            <a:r>
              <a:rPr dirty="0" sz="1050" spc="3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del</a:t>
            </a:r>
            <a:r>
              <a:rPr dirty="0" sz="1050" spc="3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separador,</a:t>
            </a:r>
            <a:r>
              <a:rPr dirty="0" sz="1050" spc="3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del</a:t>
            </a:r>
            <a:r>
              <a:rPr dirty="0" sz="1050" spc="3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drenaje</a:t>
            </a:r>
            <a:r>
              <a:rPr dirty="0" sz="1050" spc="3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y</a:t>
            </a:r>
            <a:r>
              <a:rPr dirty="0" sz="1050" spc="3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30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31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sección transversal.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050">
              <a:latin typeface="Times New Roman"/>
              <a:cs typeface="Times New Roman"/>
            </a:endParaRPr>
          </a:p>
          <a:p>
            <a:pPr algn="just" marL="12700" marR="5080" indent="88265">
              <a:lnSpc>
                <a:spcPts val="1220"/>
              </a:lnSpc>
              <a:buChar char="-"/>
              <a:tabLst>
                <a:tab pos="100965" algn="l"/>
              </a:tabLst>
            </a:pPr>
            <a:r>
              <a:rPr dirty="0" sz="1050">
                <a:latin typeface="Times New Roman"/>
                <a:cs typeface="Times New Roman"/>
              </a:rPr>
              <a:t>Método</a:t>
            </a:r>
            <a:r>
              <a:rPr dirty="0" sz="1050" spc="1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A:</a:t>
            </a:r>
            <a:r>
              <a:rPr dirty="0" sz="1050" spc="1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Las</a:t>
            </a:r>
            <a:r>
              <a:rPr dirty="0" sz="1050" spc="1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dos</a:t>
            </a:r>
            <a:r>
              <a:rPr dirty="0" sz="1050" spc="1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calzadas</a:t>
            </a:r>
            <a:r>
              <a:rPr dirty="0" sz="1050" spc="1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y</a:t>
            </a:r>
            <a:r>
              <a:rPr dirty="0" sz="1050" spc="15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1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separador</a:t>
            </a:r>
            <a:r>
              <a:rPr dirty="0" sz="1050" spc="1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son</a:t>
            </a:r>
            <a:r>
              <a:rPr dirty="0" sz="1050" spc="15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tratados</a:t>
            </a:r>
            <a:r>
              <a:rPr dirty="0" sz="1050" spc="1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como</a:t>
            </a:r>
            <a:r>
              <a:rPr dirty="0" sz="1050" spc="1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una</a:t>
            </a:r>
            <a:r>
              <a:rPr dirty="0" sz="1050" spc="1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sola</a:t>
            </a:r>
            <a:r>
              <a:rPr dirty="0" sz="1050" spc="15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sección,</a:t>
            </a:r>
            <a:r>
              <a:rPr dirty="0" sz="1050" spc="1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resultando</a:t>
            </a:r>
            <a:r>
              <a:rPr dirty="0" sz="1050" spc="155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una </a:t>
            </a:r>
            <a:r>
              <a:rPr dirty="0" sz="1050">
                <a:latin typeface="Times New Roman"/>
                <a:cs typeface="Times New Roman"/>
              </a:rPr>
              <a:t>sección</a:t>
            </a:r>
            <a:r>
              <a:rPr dirty="0" sz="1050" spc="-10">
                <a:latin typeface="Times New Roman"/>
                <a:cs typeface="Times New Roman"/>
              </a:rPr>
              <a:t> plana.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Font typeface="Times New Roman"/>
              <a:buChar char="-"/>
            </a:pPr>
            <a:endParaRPr sz="1050">
              <a:latin typeface="Times New Roman"/>
              <a:cs typeface="Times New Roman"/>
            </a:endParaRPr>
          </a:p>
          <a:p>
            <a:pPr algn="just" marL="12700" marR="13970" indent="113664">
              <a:lnSpc>
                <a:spcPts val="1250"/>
              </a:lnSpc>
              <a:buChar char="-"/>
              <a:tabLst>
                <a:tab pos="126364" algn="l"/>
              </a:tabLst>
            </a:pPr>
            <a:r>
              <a:rPr dirty="0" sz="1050">
                <a:latin typeface="Times New Roman"/>
                <a:cs typeface="Times New Roman"/>
              </a:rPr>
              <a:t>Método</a:t>
            </a:r>
            <a:r>
              <a:rPr dirty="0" sz="1050" spc="28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B:</a:t>
            </a:r>
            <a:r>
              <a:rPr dirty="0" sz="1050" spc="28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2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separador</a:t>
            </a:r>
            <a:r>
              <a:rPr dirty="0" sz="1050" spc="27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28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mantiene</a:t>
            </a:r>
            <a:r>
              <a:rPr dirty="0" sz="1050" spc="28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siempre</a:t>
            </a:r>
            <a:r>
              <a:rPr dirty="0" sz="1050" spc="28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horizontal</a:t>
            </a:r>
            <a:r>
              <a:rPr dirty="0" sz="1050" spc="2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mientras</a:t>
            </a:r>
            <a:r>
              <a:rPr dirty="0" sz="1050" spc="28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27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las</a:t>
            </a:r>
            <a:r>
              <a:rPr dirty="0" sz="1050" spc="28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dos</a:t>
            </a:r>
            <a:r>
              <a:rPr dirty="0" sz="1050" spc="27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cazadas</a:t>
            </a:r>
            <a:r>
              <a:rPr dirty="0" sz="1050" spc="27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rotan </a:t>
            </a:r>
            <a:r>
              <a:rPr dirty="0" sz="1050">
                <a:latin typeface="Times New Roman"/>
                <a:cs typeface="Times New Roman"/>
              </a:rPr>
              <a:t>alrededor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los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bordes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del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separador.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Times New Roman"/>
              <a:buChar char="-"/>
            </a:pPr>
            <a:endParaRPr sz="1050">
              <a:latin typeface="Times New Roman"/>
              <a:cs typeface="Times New Roman"/>
            </a:endParaRPr>
          </a:p>
          <a:p>
            <a:pPr algn="just" marL="12700" marR="13335" indent="102235">
              <a:lnSpc>
                <a:spcPts val="1220"/>
              </a:lnSpc>
              <a:buChar char="-"/>
              <a:tabLst>
                <a:tab pos="114935" algn="l"/>
              </a:tabLst>
            </a:pPr>
            <a:r>
              <a:rPr dirty="0" sz="1050">
                <a:latin typeface="Times New Roman"/>
                <a:cs typeface="Times New Roman"/>
              </a:rPr>
              <a:t>Método</a:t>
            </a:r>
            <a:r>
              <a:rPr dirty="0" sz="1050" spc="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C: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Las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dos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calzadas</a:t>
            </a:r>
            <a:r>
              <a:rPr dirty="0" sz="1050" spc="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tratan</a:t>
            </a:r>
            <a:r>
              <a:rPr dirty="0" sz="1050" spc="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forma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independiente,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girando</a:t>
            </a:r>
            <a:r>
              <a:rPr dirty="0" sz="1050" spc="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cada</a:t>
            </a:r>
            <a:r>
              <a:rPr dirty="0" sz="1050" spc="3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una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ellas</a:t>
            </a:r>
            <a:r>
              <a:rPr dirty="0" sz="1050" spc="40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alrededor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su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eje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y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generando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una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diferencia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variable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elevación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los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bordes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del</a:t>
            </a:r>
            <a:r>
              <a:rPr dirty="0" sz="1050" spc="50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separador.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050">
              <a:latin typeface="Times New Roman"/>
              <a:cs typeface="Times New Roman"/>
            </a:endParaRPr>
          </a:p>
          <a:p>
            <a:pPr algn="just" marL="12700" marR="7620">
              <a:lnSpc>
                <a:spcPts val="1220"/>
              </a:lnSpc>
            </a:pPr>
            <a:r>
              <a:rPr dirty="0" sz="1050">
                <a:latin typeface="Times New Roman"/>
                <a:cs typeface="Times New Roman"/>
              </a:rPr>
              <a:t>Para</a:t>
            </a:r>
            <a:r>
              <a:rPr dirty="0" sz="1050" spc="1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los</a:t>
            </a:r>
            <a:r>
              <a:rPr dirty="0" sz="1050" spc="1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tramos</a:t>
            </a:r>
            <a:r>
              <a:rPr dirty="0" sz="1050" spc="1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</a:t>
            </a:r>
            <a:r>
              <a:rPr dirty="0" sz="1050" spc="18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tangente</a:t>
            </a:r>
            <a:r>
              <a:rPr dirty="0" sz="1050" spc="18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1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tratamiento</a:t>
            </a:r>
            <a:r>
              <a:rPr dirty="0" sz="1050" spc="17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del</a:t>
            </a:r>
            <a:r>
              <a:rPr dirty="0" sz="1050" spc="1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bombeo</a:t>
            </a:r>
            <a:r>
              <a:rPr dirty="0" sz="1050" spc="17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puede</a:t>
            </a:r>
            <a:r>
              <a:rPr dirty="0" sz="1050" spc="18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ser</a:t>
            </a:r>
            <a:r>
              <a:rPr dirty="0" sz="1050" spc="17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18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dos</a:t>
            </a:r>
            <a:r>
              <a:rPr dirty="0" sz="1050" spc="175">
                <a:latin typeface="Times New Roman"/>
                <a:cs typeface="Times New Roman"/>
              </a:rPr>
              <a:t>  </a:t>
            </a:r>
            <a:r>
              <a:rPr dirty="0" sz="1050">
                <a:latin typeface="Times New Roman"/>
                <a:cs typeface="Times New Roman"/>
              </a:rPr>
              <a:t>maneras.</a:t>
            </a:r>
            <a:r>
              <a:rPr dirty="0" sz="1050" spc="18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Una</a:t>
            </a:r>
            <a:r>
              <a:rPr dirty="0" sz="1050" spc="1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170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ellas </a:t>
            </a:r>
            <a:r>
              <a:rPr dirty="0" sz="1050">
                <a:latin typeface="Times New Roman"/>
                <a:cs typeface="Times New Roman"/>
              </a:rPr>
              <a:t>diseñando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bombeo</a:t>
            </a:r>
            <a:r>
              <a:rPr dirty="0" sz="1050" spc="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desde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borde</a:t>
            </a:r>
            <a:r>
              <a:rPr dirty="0" sz="1050" spc="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del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separador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hacia</a:t>
            </a:r>
            <a:r>
              <a:rPr dirty="0" sz="1050" spc="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fuera,</a:t>
            </a:r>
            <a:r>
              <a:rPr dirty="0" sz="1050" spc="3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generando</a:t>
            </a:r>
            <a:r>
              <a:rPr dirty="0" sz="1050" spc="3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una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sola</a:t>
            </a:r>
            <a:r>
              <a:rPr dirty="0" sz="1050" spc="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inclinación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 spc="-20">
                <a:latin typeface="Times New Roman"/>
                <a:cs typeface="Times New Roman"/>
              </a:rPr>
              <a:t>para </a:t>
            </a:r>
            <a:r>
              <a:rPr dirty="0" sz="1050">
                <a:latin typeface="Times New Roman"/>
                <a:cs typeface="Times New Roman"/>
              </a:rPr>
              <a:t>cada calzada. El otro método es</a:t>
            </a:r>
            <a:r>
              <a:rPr dirty="0" sz="1050" spc="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49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especificar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 bombeo como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hace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una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vía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una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calzada, </a:t>
            </a:r>
            <a:r>
              <a:rPr dirty="0" sz="1050">
                <a:latin typeface="Times New Roman"/>
                <a:cs typeface="Times New Roman"/>
              </a:rPr>
              <a:t>es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decir,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desde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eje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hacia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cada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uno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los</a:t>
            </a:r>
            <a:r>
              <a:rPr dirty="0" sz="1050" spc="5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bordes.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1077594" y="1610372"/>
            <a:ext cx="153670" cy="0"/>
          </a:xfrm>
          <a:custGeom>
            <a:avLst/>
            <a:gdLst/>
            <a:ahLst/>
            <a:cxnLst/>
            <a:rect l="l" t="t" r="r" b="b"/>
            <a:pathLst>
              <a:path w="153669" h="0">
                <a:moveTo>
                  <a:pt x="0" y="0"/>
                </a:moveTo>
                <a:lnTo>
                  <a:pt x="15367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1397635" y="1610372"/>
            <a:ext cx="88265" cy="0"/>
          </a:xfrm>
          <a:custGeom>
            <a:avLst/>
            <a:gdLst/>
            <a:ahLst/>
            <a:cxnLst/>
            <a:rect l="l" t="t" r="r" b="b"/>
            <a:pathLst>
              <a:path w="88265" h="0">
                <a:moveTo>
                  <a:pt x="0" y="0"/>
                </a:moveTo>
                <a:lnTo>
                  <a:pt x="88265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1054735" y="2228862"/>
            <a:ext cx="599440" cy="388620"/>
          </a:xfrm>
          <a:custGeom>
            <a:avLst/>
            <a:gdLst/>
            <a:ahLst/>
            <a:cxnLst/>
            <a:rect l="l" t="t" r="r" b="b"/>
            <a:pathLst>
              <a:path w="599439" h="388619">
                <a:moveTo>
                  <a:pt x="299720" y="388620"/>
                </a:moveTo>
                <a:lnTo>
                  <a:pt x="0" y="388620"/>
                </a:lnTo>
                <a:lnTo>
                  <a:pt x="0" y="0"/>
                </a:lnTo>
                <a:lnTo>
                  <a:pt x="599440" y="0"/>
                </a:lnTo>
                <a:lnTo>
                  <a:pt x="599440" y="388620"/>
                </a:lnTo>
                <a:lnTo>
                  <a:pt x="299720" y="388620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1059180" y="2254263"/>
            <a:ext cx="589280" cy="200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dirty="0" baseline="-38647" sz="1725" i="1">
                <a:latin typeface="Times New Roman"/>
                <a:cs typeface="Times New Roman"/>
              </a:rPr>
              <a:t>N </a:t>
            </a:r>
            <a:r>
              <a:rPr dirty="0" baseline="-38647" sz="1725">
                <a:latin typeface="Consolas"/>
                <a:cs typeface="Consolas"/>
              </a:rPr>
              <a:t>= </a:t>
            </a:r>
            <a:r>
              <a:rPr dirty="0" u="sng" sz="1150" spc="-20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b</a:t>
            </a:r>
            <a:r>
              <a:rPr dirty="0" u="sng" sz="1150" spc="-2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.</a:t>
            </a:r>
            <a:r>
              <a:rPr dirty="0" u="sng" sz="1150" spc="-20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Lt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451610" y="2405392"/>
            <a:ext cx="78105" cy="200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150" spc="-50" i="1">
                <a:latin typeface="Times New Roman"/>
                <a:cs typeface="Times New Roman"/>
              </a:rPr>
              <a:t>e</a:t>
            </a:r>
            <a:endParaRPr sz="11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040130" y="4396752"/>
            <a:ext cx="5487670" cy="35280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79755"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latin typeface="Times New Roman"/>
                <a:cs typeface="Times New Roman"/>
              </a:rPr>
              <a:t>FIGURA</a:t>
            </a:r>
            <a:r>
              <a:rPr dirty="0" sz="1050" spc="-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8.7</a:t>
            </a:r>
            <a:r>
              <a:rPr dirty="0" sz="1050" spc="-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–</a:t>
            </a:r>
            <a:r>
              <a:rPr dirty="0" sz="1050" spc="-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DESARROLLO</a:t>
            </a:r>
            <a:r>
              <a:rPr dirty="0" sz="1050" spc="-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CON</a:t>
            </a:r>
            <a:r>
              <a:rPr dirty="0" sz="1050" spc="-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SEPARADOR</a:t>
            </a:r>
            <a:r>
              <a:rPr dirty="0" sz="1050" spc="-30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CENTRAL</a:t>
            </a: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50"/>
              </a:spcBef>
            </a:pPr>
            <a:r>
              <a:rPr dirty="0" sz="1350">
                <a:latin typeface="Times New Roman"/>
                <a:cs typeface="Times New Roman"/>
              </a:rPr>
              <a:t>UBICACIÓN</a:t>
            </a:r>
            <a:r>
              <a:rPr dirty="0" sz="1350" spc="-30">
                <a:latin typeface="Times New Roman"/>
                <a:cs typeface="Times New Roman"/>
              </a:rPr>
              <a:t> </a:t>
            </a:r>
            <a:r>
              <a:rPr dirty="0" sz="1350">
                <a:latin typeface="Times New Roman"/>
                <a:cs typeface="Times New Roman"/>
              </a:rPr>
              <a:t>DE</a:t>
            </a:r>
            <a:r>
              <a:rPr dirty="0" sz="1350" spc="-40">
                <a:latin typeface="Times New Roman"/>
                <a:cs typeface="Times New Roman"/>
              </a:rPr>
              <a:t> </a:t>
            </a:r>
            <a:r>
              <a:rPr dirty="0" sz="1350">
                <a:latin typeface="Times New Roman"/>
                <a:cs typeface="Times New Roman"/>
              </a:rPr>
              <a:t>LA</a:t>
            </a:r>
            <a:r>
              <a:rPr dirty="0" sz="1350" spc="-35">
                <a:latin typeface="Times New Roman"/>
                <a:cs typeface="Times New Roman"/>
              </a:rPr>
              <a:t> </a:t>
            </a:r>
            <a:r>
              <a:rPr dirty="0" sz="1350" spc="-10">
                <a:latin typeface="Times New Roman"/>
                <a:cs typeface="Times New Roman"/>
              </a:rPr>
              <a:t>LONGITUD</a:t>
            </a:r>
            <a:r>
              <a:rPr dirty="0" sz="1350" spc="-35">
                <a:latin typeface="Times New Roman"/>
                <a:cs typeface="Times New Roman"/>
              </a:rPr>
              <a:t> </a:t>
            </a:r>
            <a:r>
              <a:rPr dirty="0" sz="1350">
                <a:latin typeface="Times New Roman"/>
                <a:cs typeface="Times New Roman"/>
              </a:rPr>
              <a:t>DE</a:t>
            </a:r>
            <a:r>
              <a:rPr dirty="0" sz="1350" spc="-30">
                <a:latin typeface="Times New Roman"/>
                <a:cs typeface="Times New Roman"/>
              </a:rPr>
              <a:t> </a:t>
            </a:r>
            <a:r>
              <a:rPr dirty="0" sz="1350" spc="-10">
                <a:latin typeface="Times New Roman"/>
                <a:cs typeface="Times New Roman"/>
              </a:rPr>
              <a:t>TRANSICIÓN</a:t>
            </a: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90"/>
              </a:spcBef>
            </a:pPr>
            <a:r>
              <a:rPr dirty="0" sz="1150">
                <a:latin typeface="Times New Roman"/>
                <a:cs typeface="Times New Roman"/>
              </a:rPr>
              <a:t>CURVA</a:t>
            </a:r>
            <a:r>
              <a:rPr dirty="0" sz="1150" spc="15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ESPIRAL</a:t>
            </a:r>
            <a:r>
              <a:rPr dirty="0" sz="1150" spc="14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-</a:t>
            </a:r>
            <a:r>
              <a:rPr dirty="0" sz="1150" spc="15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CIRCULAR</a:t>
            </a:r>
            <a:r>
              <a:rPr dirty="0" sz="1150" spc="14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–</a:t>
            </a:r>
            <a:r>
              <a:rPr dirty="0" sz="1150" spc="135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ESPIRAL</a:t>
            </a:r>
            <a:endParaRPr sz="1150">
              <a:latin typeface="Times New Roman"/>
              <a:cs typeface="Times New Roman"/>
            </a:endParaRPr>
          </a:p>
          <a:p>
            <a:pPr algn="just" marL="12700" marR="5715">
              <a:lnSpc>
                <a:spcPts val="1220"/>
              </a:lnSpc>
              <a:spcBef>
                <a:spcPts val="325"/>
              </a:spcBef>
            </a:pPr>
            <a:r>
              <a:rPr dirty="0" sz="1050">
                <a:latin typeface="Times New Roman"/>
                <a:cs typeface="Times New Roman"/>
              </a:rPr>
              <a:t>Cuando</a:t>
            </a:r>
            <a:r>
              <a:rPr dirty="0" sz="1050" spc="10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9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tienen</a:t>
            </a:r>
            <a:r>
              <a:rPr dirty="0" sz="1050" spc="10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curvas</a:t>
            </a:r>
            <a:r>
              <a:rPr dirty="0" sz="1050" spc="9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con</a:t>
            </a:r>
            <a:r>
              <a:rPr dirty="0" sz="1050" spc="10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espirales</a:t>
            </a:r>
            <a:r>
              <a:rPr dirty="0" sz="1050" spc="10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9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transición</a:t>
            </a:r>
            <a:r>
              <a:rPr dirty="0" sz="1050" spc="10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9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desarrollo</a:t>
            </a:r>
            <a:r>
              <a:rPr dirty="0" sz="1050" spc="10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o</a:t>
            </a:r>
            <a:r>
              <a:rPr dirty="0" sz="1050" spc="9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transición</a:t>
            </a:r>
            <a:r>
              <a:rPr dirty="0" sz="1050" spc="10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del</a:t>
            </a:r>
            <a:r>
              <a:rPr dirty="0" sz="1050" spc="9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10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9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lleva</a:t>
            </a:r>
            <a:r>
              <a:rPr dirty="0" sz="1050" spc="105">
                <a:latin typeface="Times New Roman"/>
                <a:cs typeface="Times New Roman"/>
              </a:rPr>
              <a:t> </a:t>
            </a:r>
            <a:r>
              <a:rPr dirty="0" sz="1050" spc="-50">
                <a:latin typeface="Times New Roman"/>
                <a:cs typeface="Times New Roman"/>
              </a:rPr>
              <a:t>a </a:t>
            </a:r>
            <a:r>
              <a:rPr dirty="0" sz="1050">
                <a:latin typeface="Times New Roman"/>
                <a:cs typeface="Times New Roman"/>
              </a:rPr>
              <a:t>cabo</a:t>
            </a:r>
            <a:r>
              <a:rPr dirty="0" sz="1050" spc="5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conjuntamente</a:t>
            </a:r>
            <a:r>
              <a:rPr dirty="0" sz="1050" spc="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con</a:t>
            </a:r>
            <a:r>
              <a:rPr dirty="0" sz="1050" spc="5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curvatura</a:t>
            </a:r>
            <a:r>
              <a:rPr dirty="0" sz="1050" spc="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espiral.</a:t>
            </a:r>
            <a:r>
              <a:rPr dirty="0" sz="1050" spc="5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Tal</a:t>
            </a:r>
            <a:r>
              <a:rPr dirty="0" sz="1050" spc="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como</a:t>
            </a:r>
            <a:r>
              <a:rPr dirty="0" sz="1050" spc="5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indicó</a:t>
            </a:r>
            <a:r>
              <a:rPr dirty="0" sz="1050" spc="5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</a:t>
            </a:r>
            <a:r>
              <a:rPr dirty="0" sz="1050" spc="5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capítulo</a:t>
            </a:r>
            <a:r>
              <a:rPr dirty="0" sz="1050" spc="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50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curvas </a:t>
            </a:r>
            <a:r>
              <a:rPr dirty="0" sz="1050">
                <a:latin typeface="Times New Roman"/>
                <a:cs typeface="Times New Roman"/>
              </a:rPr>
              <a:t>espiralizadas,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esta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</a:t>
            </a:r>
            <a:r>
              <a:rPr dirty="0" sz="1050" spc="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una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las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ventajas</a:t>
            </a:r>
            <a:r>
              <a:rPr dirty="0" sz="1050" spc="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ofrece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este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tipo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curvas</a:t>
            </a:r>
            <a:r>
              <a:rPr dirty="0" sz="1050" spc="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ya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lo</a:t>
            </a:r>
            <a:r>
              <a:rPr dirty="0" sz="1050" spc="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largo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espiral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valor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del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radio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variable,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al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igual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pero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manera</a:t>
            </a:r>
            <a:r>
              <a:rPr dirty="0" sz="1050" spc="-10">
                <a:latin typeface="Times New Roman"/>
                <a:cs typeface="Times New Roman"/>
              </a:rPr>
              <a:t> inversa.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050">
              <a:latin typeface="Times New Roman"/>
              <a:cs typeface="Times New Roman"/>
            </a:endParaRPr>
          </a:p>
          <a:p>
            <a:pPr algn="just" marL="12700" marR="5080">
              <a:lnSpc>
                <a:spcPts val="1220"/>
              </a:lnSpc>
            </a:pPr>
            <a:r>
              <a:rPr dirty="0" sz="1050">
                <a:latin typeface="Times New Roman"/>
                <a:cs typeface="Times New Roman"/>
              </a:rPr>
              <a:t>Quiere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decir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lo anterior,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 longitud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espiral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igual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longitud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transición del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peralte.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Se </a:t>
            </a:r>
            <a:r>
              <a:rPr dirty="0" sz="1050">
                <a:latin typeface="Times New Roman"/>
                <a:cs typeface="Times New Roman"/>
              </a:rPr>
              <a:t>debe</a:t>
            </a:r>
            <a:r>
              <a:rPr dirty="0" sz="1050" spc="18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tener</a:t>
            </a:r>
            <a:r>
              <a:rPr dirty="0" sz="1050" spc="18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</a:t>
            </a:r>
            <a:r>
              <a:rPr dirty="0" sz="1050" spc="19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cuenta</a:t>
            </a:r>
            <a:r>
              <a:rPr dirty="0" sz="1050" spc="18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entonces</a:t>
            </a:r>
            <a:r>
              <a:rPr dirty="0" sz="1050" spc="18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19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18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longitud</a:t>
            </a:r>
            <a:r>
              <a:rPr dirty="0" sz="1050" spc="19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19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19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curva</a:t>
            </a:r>
            <a:r>
              <a:rPr dirty="0" sz="1050" spc="19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espiral</a:t>
            </a:r>
            <a:r>
              <a:rPr dirty="0" sz="1050" spc="18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siempre</a:t>
            </a:r>
            <a:r>
              <a:rPr dirty="0" sz="1050" spc="18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será</a:t>
            </a:r>
            <a:r>
              <a:rPr dirty="0" sz="1050" spc="19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como</a:t>
            </a:r>
            <a:r>
              <a:rPr dirty="0" sz="1050" spc="19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mínimo</a:t>
            </a:r>
            <a:r>
              <a:rPr dirty="0" sz="1050" spc="190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la </a:t>
            </a:r>
            <a:r>
              <a:rPr dirty="0" sz="1050">
                <a:latin typeface="Times New Roman"/>
                <a:cs typeface="Times New Roman"/>
              </a:rPr>
              <a:t>longitud</a:t>
            </a:r>
            <a:r>
              <a:rPr dirty="0" sz="1050" spc="114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requerida</a:t>
            </a:r>
            <a:r>
              <a:rPr dirty="0" sz="1050" spc="1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para</a:t>
            </a:r>
            <a:r>
              <a:rPr dirty="0" sz="1050" spc="1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125">
                <a:latin typeface="Times New Roman"/>
                <a:cs typeface="Times New Roman"/>
              </a:rPr>
              <a:t>  </a:t>
            </a:r>
            <a:r>
              <a:rPr dirty="0" sz="1050">
                <a:latin typeface="Times New Roman"/>
                <a:cs typeface="Times New Roman"/>
              </a:rPr>
              <a:t>transición</a:t>
            </a:r>
            <a:r>
              <a:rPr dirty="0" sz="1050" spc="120">
                <a:latin typeface="Times New Roman"/>
                <a:cs typeface="Times New Roman"/>
              </a:rPr>
              <a:t>  </a:t>
            </a:r>
            <a:r>
              <a:rPr dirty="0" sz="1050">
                <a:latin typeface="Times New Roman"/>
                <a:cs typeface="Times New Roman"/>
              </a:rPr>
              <a:t>del</a:t>
            </a:r>
            <a:r>
              <a:rPr dirty="0" sz="1050" spc="114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peralte.</a:t>
            </a:r>
            <a:r>
              <a:rPr dirty="0" sz="1050" spc="1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Si</a:t>
            </a:r>
            <a:r>
              <a:rPr dirty="0" sz="1050" spc="1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1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longitud</a:t>
            </a:r>
            <a:r>
              <a:rPr dirty="0" sz="1050" spc="114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1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1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curva</a:t>
            </a:r>
            <a:r>
              <a:rPr dirty="0" sz="1050" spc="1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espiral</a:t>
            </a:r>
            <a:r>
              <a:rPr dirty="0" sz="1050" spc="1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</a:t>
            </a:r>
            <a:r>
              <a:rPr dirty="0" sz="1050" spc="1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mayor</a:t>
            </a:r>
            <a:r>
              <a:rPr dirty="0" sz="1050" spc="114">
                <a:latin typeface="Times New Roman"/>
                <a:cs typeface="Times New Roman"/>
              </a:rPr>
              <a:t> </a:t>
            </a:r>
            <a:r>
              <a:rPr dirty="0" sz="1050" spc="-20">
                <a:latin typeface="Times New Roman"/>
                <a:cs typeface="Times New Roman"/>
              </a:rPr>
              <a:t>esto </a:t>
            </a:r>
            <a:r>
              <a:rPr dirty="0" sz="1050">
                <a:latin typeface="Times New Roman"/>
                <a:cs typeface="Times New Roman"/>
              </a:rPr>
              <a:t>contribuye</a:t>
            </a:r>
            <a:r>
              <a:rPr dirty="0" sz="1050" spc="9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</a:t>
            </a:r>
            <a:r>
              <a:rPr dirty="0" sz="1050" spc="9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9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10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inclinación</a:t>
            </a:r>
            <a:r>
              <a:rPr dirty="0" sz="1050" spc="10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máxima</a:t>
            </a:r>
            <a:r>
              <a:rPr dirty="0" sz="1050" spc="10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relativa</a:t>
            </a:r>
            <a:r>
              <a:rPr dirty="0" sz="1050" spc="9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9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los</a:t>
            </a:r>
            <a:r>
              <a:rPr dirty="0" sz="1050" spc="9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bordes</a:t>
            </a:r>
            <a:r>
              <a:rPr dirty="0" sz="1050" spc="9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9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9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calzada</a:t>
            </a:r>
            <a:r>
              <a:rPr dirty="0" sz="1050" spc="10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con</a:t>
            </a:r>
            <a:r>
              <a:rPr dirty="0" sz="1050" spc="9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respecto</a:t>
            </a:r>
            <a:r>
              <a:rPr dirty="0" sz="1050" spc="10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al</a:t>
            </a:r>
            <a:r>
              <a:rPr dirty="0" sz="1050" spc="9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eje</a:t>
            </a:r>
            <a:r>
              <a:rPr dirty="0" sz="1050" spc="100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sea </a:t>
            </a:r>
            <a:r>
              <a:rPr dirty="0" sz="1050">
                <a:latin typeface="Times New Roman"/>
                <a:cs typeface="Times New Roman"/>
              </a:rPr>
              <a:t>menor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máxima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requerida,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generando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así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una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mayor</a:t>
            </a:r>
            <a:r>
              <a:rPr dirty="0" sz="1050" spc="170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comodidad.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050">
              <a:latin typeface="Times New Roman"/>
              <a:cs typeface="Times New Roman"/>
            </a:endParaRPr>
          </a:p>
          <a:p>
            <a:pPr algn="just" marL="12700" marR="8890">
              <a:lnSpc>
                <a:spcPts val="1220"/>
              </a:lnSpc>
              <a:spcBef>
                <a:spcPts val="5"/>
              </a:spcBef>
            </a:pP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Figura</a:t>
            </a:r>
            <a:r>
              <a:rPr dirty="0" sz="1050" spc="8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8.8</a:t>
            </a:r>
            <a:r>
              <a:rPr dirty="0" sz="1050" spc="9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muestra</a:t>
            </a:r>
            <a:r>
              <a:rPr dirty="0" sz="1050" spc="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8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forma</a:t>
            </a:r>
            <a:r>
              <a:rPr dirty="0" sz="1050" spc="8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longitudinal</a:t>
            </a:r>
            <a:r>
              <a:rPr dirty="0" sz="1050" spc="8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desarrollo</a:t>
            </a:r>
            <a:r>
              <a:rPr dirty="0" sz="1050" spc="9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del</a:t>
            </a:r>
            <a:r>
              <a:rPr dirty="0" sz="1050" spc="8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8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</a:t>
            </a:r>
            <a:r>
              <a:rPr dirty="0" sz="1050" spc="8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una</a:t>
            </a:r>
            <a:r>
              <a:rPr dirty="0" sz="1050" spc="8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curva</a:t>
            </a:r>
            <a:r>
              <a:rPr dirty="0" sz="1050" spc="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con</a:t>
            </a:r>
            <a:r>
              <a:rPr dirty="0" sz="1050" spc="9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espirales</a:t>
            </a:r>
            <a:r>
              <a:rPr dirty="0" sz="1050" spc="85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de </a:t>
            </a:r>
            <a:r>
              <a:rPr dirty="0" sz="1050" spc="-10">
                <a:latin typeface="Times New Roman"/>
                <a:cs typeface="Times New Roman"/>
              </a:rPr>
              <a:t>transición.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050">
              <a:latin typeface="Times New Roman"/>
              <a:cs typeface="Times New Roman"/>
            </a:endParaRPr>
          </a:p>
          <a:p>
            <a:pPr algn="just" marL="12700" marR="8890">
              <a:lnSpc>
                <a:spcPts val="1220"/>
              </a:lnSpc>
            </a:pPr>
            <a:r>
              <a:rPr dirty="0" sz="1050">
                <a:latin typeface="Times New Roman"/>
                <a:cs typeface="Times New Roman"/>
              </a:rPr>
              <a:t>Se puede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observar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entonces,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que en el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TE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donde el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radio es infinito el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cero,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mientras que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en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2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EC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donde el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radio corresponde al mínimo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para la curva,</a:t>
            </a:r>
            <a:r>
              <a:rPr dirty="0" sz="1050" spc="2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máximo.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Igual</a:t>
            </a:r>
            <a:r>
              <a:rPr dirty="0" sz="1050" spc="250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manera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tiene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para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espiral</a:t>
            </a:r>
            <a:r>
              <a:rPr dirty="0" sz="1050" spc="2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salida,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</a:t>
            </a:r>
            <a:r>
              <a:rPr dirty="0" sz="1050" spc="2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decir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desde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al</a:t>
            </a:r>
            <a:r>
              <a:rPr dirty="0" sz="1050" spc="35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ET.</a:t>
            </a:r>
            <a:endParaRPr sz="1050">
              <a:latin typeface="Times New Roman"/>
              <a:cs typeface="Times New Roman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2755264" y="1539252"/>
            <a:ext cx="2085339" cy="2783205"/>
            <a:chOff x="2755264" y="1539252"/>
            <a:chExt cx="2085339" cy="2783205"/>
          </a:xfrm>
        </p:grpSpPr>
        <p:sp>
          <p:nvSpPr>
            <p:cNvPr id="4" name="object 4" descr=""/>
            <p:cNvSpPr/>
            <p:nvPr/>
          </p:nvSpPr>
          <p:spPr>
            <a:xfrm>
              <a:off x="3349624" y="1618627"/>
              <a:ext cx="593725" cy="1094105"/>
            </a:xfrm>
            <a:custGeom>
              <a:avLst/>
              <a:gdLst/>
              <a:ahLst/>
              <a:cxnLst/>
              <a:rect l="l" t="t" r="r" b="b"/>
              <a:pathLst>
                <a:path w="593725" h="1094105">
                  <a:moveTo>
                    <a:pt x="304164" y="1043939"/>
                  </a:moveTo>
                  <a:lnTo>
                    <a:pt x="309879" y="1016000"/>
                  </a:lnTo>
                </a:path>
                <a:path w="593725" h="1094105">
                  <a:moveTo>
                    <a:pt x="309879" y="1016000"/>
                  </a:moveTo>
                  <a:lnTo>
                    <a:pt x="593725" y="1066800"/>
                  </a:lnTo>
                </a:path>
                <a:path w="593725" h="1094105">
                  <a:moveTo>
                    <a:pt x="593725" y="1066800"/>
                  </a:moveTo>
                  <a:lnTo>
                    <a:pt x="589279" y="1094104"/>
                  </a:lnTo>
                </a:path>
                <a:path w="593725" h="1094105">
                  <a:moveTo>
                    <a:pt x="0" y="0"/>
                  </a:moveTo>
                  <a:lnTo>
                    <a:pt x="0" y="634"/>
                  </a:lnTo>
                </a:path>
                <a:path w="593725" h="1094105">
                  <a:moveTo>
                    <a:pt x="0" y="634"/>
                  </a:moveTo>
                  <a:lnTo>
                    <a:pt x="0" y="126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3348989" y="161989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3349624" y="1621167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5"/>
                  </a:lnTo>
                </a:path>
                <a:path w="0" h="3175">
                  <a:moveTo>
                    <a:pt x="0" y="635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3348989" y="1624342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3349624" y="1625612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3348989" y="162878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3349624" y="1630057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39"/>
                  </a:lnTo>
                </a:path>
                <a:path w="0" h="3175">
                  <a:moveTo>
                    <a:pt x="0" y="2539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3348989" y="1633232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3349624" y="1634502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69"/>
                  </a:lnTo>
                </a:path>
                <a:path w="0" h="3175">
                  <a:moveTo>
                    <a:pt x="0" y="1904"/>
                  </a:moveTo>
                  <a:lnTo>
                    <a:pt x="0" y="2539"/>
                  </a:lnTo>
                </a:path>
                <a:path w="0" h="3175">
                  <a:moveTo>
                    <a:pt x="0" y="2539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3348989" y="163767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3349624" y="1638947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5"/>
                  </a:lnTo>
                </a:path>
                <a:path w="0" h="3175">
                  <a:moveTo>
                    <a:pt x="0" y="635"/>
                  </a:moveTo>
                  <a:lnTo>
                    <a:pt x="0" y="1270"/>
                  </a:lnTo>
                </a:path>
                <a:path w="0" h="3175">
                  <a:moveTo>
                    <a:pt x="0" y="1905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3348989" y="1642122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3349624" y="1643392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5"/>
                  </a:lnTo>
                </a:path>
                <a:path w="0" h="3175">
                  <a:moveTo>
                    <a:pt x="0" y="635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3348989" y="164656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3349624" y="1647837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3348989" y="1651012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3349624" y="1652282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39"/>
                  </a:lnTo>
                </a:path>
                <a:path w="0" h="3175">
                  <a:moveTo>
                    <a:pt x="0" y="2539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3348989" y="165545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3349624" y="1656727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69"/>
                  </a:lnTo>
                </a:path>
                <a:path w="0" h="3175">
                  <a:moveTo>
                    <a:pt x="0" y="1904"/>
                  </a:moveTo>
                  <a:lnTo>
                    <a:pt x="0" y="2539"/>
                  </a:lnTo>
                </a:path>
                <a:path w="0" h="3175">
                  <a:moveTo>
                    <a:pt x="0" y="2539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3348989" y="1659902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3349624" y="1661172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5"/>
                  </a:lnTo>
                </a:path>
                <a:path w="0" h="3175">
                  <a:moveTo>
                    <a:pt x="0" y="635"/>
                  </a:moveTo>
                  <a:lnTo>
                    <a:pt x="0" y="1270"/>
                  </a:lnTo>
                </a:path>
                <a:path w="0" h="3175">
                  <a:moveTo>
                    <a:pt x="0" y="1905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3348989" y="166434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3349624" y="1665617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5"/>
                  </a:lnTo>
                </a:path>
                <a:path w="0" h="3175">
                  <a:moveTo>
                    <a:pt x="0" y="635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3348989" y="1668792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3349624" y="1670062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3348989" y="167323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3349624" y="1674507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39"/>
                  </a:lnTo>
                </a:path>
                <a:path w="0" h="3175">
                  <a:moveTo>
                    <a:pt x="0" y="2539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3348989" y="1677682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3349624" y="1678952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69"/>
                  </a:lnTo>
                </a:path>
                <a:path w="0" h="3175">
                  <a:moveTo>
                    <a:pt x="0" y="1904"/>
                  </a:moveTo>
                  <a:lnTo>
                    <a:pt x="0" y="2539"/>
                  </a:lnTo>
                </a:path>
                <a:path w="0" h="3175">
                  <a:moveTo>
                    <a:pt x="0" y="2539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3348989" y="168212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3349624" y="1683397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5"/>
                  </a:lnTo>
                </a:path>
                <a:path w="0" h="3175">
                  <a:moveTo>
                    <a:pt x="0" y="635"/>
                  </a:moveTo>
                  <a:lnTo>
                    <a:pt x="0" y="1270"/>
                  </a:lnTo>
                </a:path>
                <a:path w="0" h="3175">
                  <a:moveTo>
                    <a:pt x="0" y="1905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3348989" y="1686572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3349624" y="1687842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5"/>
                  </a:lnTo>
                </a:path>
                <a:path w="0" h="3175">
                  <a:moveTo>
                    <a:pt x="0" y="635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3348989" y="169101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3349624" y="1692287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3348989" y="1695462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3349624" y="1696732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39"/>
                  </a:lnTo>
                </a:path>
                <a:path w="0" h="3175">
                  <a:moveTo>
                    <a:pt x="0" y="2539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3348989" y="169990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3349624" y="1701177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69"/>
                  </a:lnTo>
                </a:path>
                <a:path w="0" h="3175">
                  <a:moveTo>
                    <a:pt x="0" y="1904"/>
                  </a:moveTo>
                  <a:lnTo>
                    <a:pt x="0" y="2539"/>
                  </a:lnTo>
                </a:path>
                <a:path w="0" h="3175">
                  <a:moveTo>
                    <a:pt x="0" y="2539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3348989" y="1704352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3349624" y="1705622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5"/>
                  </a:lnTo>
                </a:path>
                <a:path w="0" h="3175">
                  <a:moveTo>
                    <a:pt x="0" y="635"/>
                  </a:moveTo>
                  <a:lnTo>
                    <a:pt x="0" y="1270"/>
                  </a:lnTo>
                </a:path>
                <a:path w="0" h="3175">
                  <a:moveTo>
                    <a:pt x="0" y="1905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3348989" y="170879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3349624" y="1710067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5"/>
                  </a:lnTo>
                </a:path>
                <a:path w="0" h="3175">
                  <a:moveTo>
                    <a:pt x="0" y="635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3348989" y="1713242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3349624" y="1714512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3348989" y="171768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3349624" y="1718957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39"/>
                  </a:lnTo>
                </a:path>
                <a:path w="0" h="3175">
                  <a:moveTo>
                    <a:pt x="0" y="2539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3348989" y="1722132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3349624" y="1723402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69"/>
                  </a:lnTo>
                </a:path>
                <a:path w="0" h="3175">
                  <a:moveTo>
                    <a:pt x="0" y="1904"/>
                  </a:moveTo>
                  <a:lnTo>
                    <a:pt x="0" y="2539"/>
                  </a:lnTo>
                </a:path>
                <a:path w="0" h="3175">
                  <a:moveTo>
                    <a:pt x="0" y="2539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3348989" y="172657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3349624" y="1727847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5"/>
                  </a:lnTo>
                </a:path>
                <a:path w="0" h="3175">
                  <a:moveTo>
                    <a:pt x="0" y="635"/>
                  </a:moveTo>
                  <a:lnTo>
                    <a:pt x="0" y="1270"/>
                  </a:lnTo>
                </a:path>
                <a:path w="0" h="3175">
                  <a:moveTo>
                    <a:pt x="0" y="1905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3348989" y="1731022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3349624" y="1732292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5"/>
                  </a:lnTo>
                </a:path>
                <a:path w="0" h="3175">
                  <a:moveTo>
                    <a:pt x="0" y="635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3348989" y="173546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3349624" y="1736737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3348989" y="1739912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 descr=""/>
            <p:cNvSpPr/>
            <p:nvPr/>
          </p:nvSpPr>
          <p:spPr>
            <a:xfrm>
              <a:off x="3349624" y="1741182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39"/>
                  </a:lnTo>
                </a:path>
                <a:path w="0" h="3175">
                  <a:moveTo>
                    <a:pt x="0" y="2539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3348989" y="174435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 descr=""/>
            <p:cNvSpPr/>
            <p:nvPr/>
          </p:nvSpPr>
          <p:spPr>
            <a:xfrm>
              <a:off x="3349624" y="1745627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69"/>
                  </a:lnTo>
                </a:path>
                <a:path w="0" h="3175">
                  <a:moveTo>
                    <a:pt x="0" y="1904"/>
                  </a:moveTo>
                  <a:lnTo>
                    <a:pt x="0" y="2539"/>
                  </a:lnTo>
                </a:path>
                <a:path w="0" h="3175">
                  <a:moveTo>
                    <a:pt x="0" y="2539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 descr=""/>
            <p:cNvSpPr/>
            <p:nvPr/>
          </p:nvSpPr>
          <p:spPr>
            <a:xfrm>
              <a:off x="3348989" y="1748802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 descr=""/>
            <p:cNvSpPr/>
            <p:nvPr/>
          </p:nvSpPr>
          <p:spPr>
            <a:xfrm>
              <a:off x="3349624" y="1750072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5"/>
                  </a:lnTo>
                </a:path>
                <a:path w="0" h="3175">
                  <a:moveTo>
                    <a:pt x="0" y="635"/>
                  </a:moveTo>
                  <a:lnTo>
                    <a:pt x="0" y="1270"/>
                  </a:lnTo>
                </a:path>
                <a:path w="0" h="3175">
                  <a:moveTo>
                    <a:pt x="0" y="1905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 descr=""/>
            <p:cNvSpPr/>
            <p:nvPr/>
          </p:nvSpPr>
          <p:spPr>
            <a:xfrm>
              <a:off x="3348989" y="175324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 descr=""/>
            <p:cNvSpPr/>
            <p:nvPr/>
          </p:nvSpPr>
          <p:spPr>
            <a:xfrm>
              <a:off x="3349624" y="1754517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5"/>
                  </a:lnTo>
                </a:path>
                <a:path w="0" h="3175">
                  <a:moveTo>
                    <a:pt x="0" y="635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 descr=""/>
            <p:cNvSpPr/>
            <p:nvPr/>
          </p:nvSpPr>
          <p:spPr>
            <a:xfrm>
              <a:off x="3348989" y="1757692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 descr=""/>
            <p:cNvSpPr/>
            <p:nvPr/>
          </p:nvSpPr>
          <p:spPr>
            <a:xfrm>
              <a:off x="3349624" y="1758962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 descr=""/>
            <p:cNvSpPr/>
            <p:nvPr/>
          </p:nvSpPr>
          <p:spPr>
            <a:xfrm>
              <a:off x="3348989" y="176213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 descr=""/>
            <p:cNvSpPr/>
            <p:nvPr/>
          </p:nvSpPr>
          <p:spPr>
            <a:xfrm>
              <a:off x="3349624" y="1763407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39"/>
                  </a:lnTo>
                </a:path>
                <a:path w="0" h="3175">
                  <a:moveTo>
                    <a:pt x="0" y="2539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 descr=""/>
            <p:cNvSpPr/>
            <p:nvPr/>
          </p:nvSpPr>
          <p:spPr>
            <a:xfrm>
              <a:off x="3348989" y="1766582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 descr=""/>
            <p:cNvSpPr/>
            <p:nvPr/>
          </p:nvSpPr>
          <p:spPr>
            <a:xfrm>
              <a:off x="3349624" y="1767852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69"/>
                  </a:lnTo>
                </a:path>
                <a:path w="0" h="3175">
                  <a:moveTo>
                    <a:pt x="0" y="1904"/>
                  </a:moveTo>
                  <a:lnTo>
                    <a:pt x="0" y="2539"/>
                  </a:lnTo>
                </a:path>
                <a:path w="0" h="3175">
                  <a:moveTo>
                    <a:pt x="0" y="2539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 descr=""/>
            <p:cNvSpPr/>
            <p:nvPr/>
          </p:nvSpPr>
          <p:spPr>
            <a:xfrm>
              <a:off x="3348989" y="177102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 descr=""/>
            <p:cNvSpPr/>
            <p:nvPr/>
          </p:nvSpPr>
          <p:spPr>
            <a:xfrm>
              <a:off x="3349624" y="1772297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5"/>
                  </a:lnTo>
                </a:path>
                <a:path w="0" h="3175">
                  <a:moveTo>
                    <a:pt x="0" y="635"/>
                  </a:moveTo>
                  <a:lnTo>
                    <a:pt x="0" y="1270"/>
                  </a:lnTo>
                </a:path>
                <a:path w="0" h="3175">
                  <a:moveTo>
                    <a:pt x="0" y="1905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 descr=""/>
            <p:cNvSpPr/>
            <p:nvPr/>
          </p:nvSpPr>
          <p:spPr>
            <a:xfrm>
              <a:off x="3348989" y="1775472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 descr=""/>
            <p:cNvSpPr/>
            <p:nvPr/>
          </p:nvSpPr>
          <p:spPr>
            <a:xfrm>
              <a:off x="3349624" y="1776742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5"/>
                  </a:lnTo>
                </a:path>
                <a:path w="0" h="3175">
                  <a:moveTo>
                    <a:pt x="0" y="635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 descr=""/>
            <p:cNvSpPr/>
            <p:nvPr/>
          </p:nvSpPr>
          <p:spPr>
            <a:xfrm>
              <a:off x="3348989" y="177991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 descr=""/>
            <p:cNvSpPr/>
            <p:nvPr/>
          </p:nvSpPr>
          <p:spPr>
            <a:xfrm>
              <a:off x="3349624" y="1781187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 descr=""/>
            <p:cNvSpPr/>
            <p:nvPr/>
          </p:nvSpPr>
          <p:spPr>
            <a:xfrm>
              <a:off x="3348989" y="1784362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 descr=""/>
            <p:cNvSpPr/>
            <p:nvPr/>
          </p:nvSpPr>
          <p:spPr>
            <a:xfrm>
              <a:off x="3349624" y="1785632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39"/>
                  </a:lnTo>
                </a:path>
                <a:path w="0" h="3175">
                  <a:moveTo>
                    <a:pt x="0" y="2539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 descr=""/>
            <p:cNvSpPr/>
            <p:nvPr/>
          </p:nvSpPr>
          <p:spPr>
            <a:xfrm>
              <a:off x="3348989" y="178880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 descr=""/>
            <p:cNvSpPr/>
            <p:nvPr/>
          </p:nvSpPr>
          <p:spPr>
            <a:xfrm>
              <a:off x="3349624" y="1790077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69"/>
                  </a:lnTo>
                </a:path>
                <a:path w="0" h="3175">
                  <a:moveTo>
                    <a:pt x="0" y="1904"/>
                  </a:moveTo>
                  <a:lnTo>
                    <a:pt x="0" y="2539"/>
                  </a:lnTo>
                </a:path>
                <a:path w="0" h="3175">
                  <a:moveTo>
                    <a:pt x="0" y="2539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 descr=""/>
            <p:cNvSpPr/>
            <p:nvPr/>
          </p:nvSpPr>
          <p:spPr>
            <a:xfrm>
              <a:off x="3348989" y="1793252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 descr=""/>
            <p:cNvSpPr/>
            <p:nvPr/>
          </p:nvSpPr>
          <p:spPr>
            <a:xfrm>
              <a:off x="3349624" y="1794522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5"/>
                  </a:lnTo>
                </a:path>
                <a:path w="0" h="3175">
                  <a:moveTo>
                    <a:pt x="0" y="635"/>
                  </a:moveTo>
                  <a:lnTo>
                    <a:pt x="0" y="1270"/>
                  </a:lnTo>
                </a:path>
                <a:path w="0" h="3175">
                  <a:moveTo>
                    <a:pt x="0" y="1905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 descr=""/>
            <p:cNvSpPr/>
            <p:nvPr/>
          </p:nvSpPr>
          <p:spPr>
            <a:xfrm>
              <a:off x="3348989" y="179769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 descr=""/>
            <p:cNvSpPr/>
            <p:nvPr/>
          </p:nvSpPr>
          <p:spPr>
            <a:xfrm>
              <a:off x="3349624" y="1798967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5"/>
                  </a:lnTo>
                </a:path>
                <a:path w="0" h="3175">
                  <a:moveTo>
                    <a:pt x="0" y="635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 descr=""/>
            <p:cNvSpPr/>
            <p:nvPr/>
          </p:nvSpPr>
          <p:spPr>
            <a:xfrm>
              <a:off x="3348989" y="1802142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 descr=""/>
            <p:cNvSpPr/>
            <p:nvPr/>
          </p:nvSpPr>
          <p:spPr>
            <a:xfrm>
              <a:off x="3349624" y="1803412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 descr=""/>
            <p:cNvSpPr/>
            <p:nvPr/>
          </p:nvSpPr>
          <p:spPr>
            <a:xfrm>
              <a:off x="3348989" y="180658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 descr=""/>
            <p:cNvSpPr/>
            <p:nvPr/>
          </p:nvSpPr>
          <p:spPr>
            <a:xfrm>
              <a:off x="3349624" y="1807857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39"/>
                  </a:lnTo>
                </a:path>
                <a:path w="0" h="3175">
                  <a:moveTo>
                    <a:pt x="0" y="2539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 descr=""/>
            <p:cNvSpPr/>
            <p:nvPr/>
          </p:nvSpPr>
          <p:spPr>
            <a:xfrm>
              <a:off x="3348989" y="1811032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 descr=""/>
            <p:cNvSpPr/>
            <p:nvPr/>
          </p:nvSpPr>
          <p:spPr>
            <a:xfrm>
              <a:off x="3349624" y="1812302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69"/>
                  </a:lnTo>
                </a:path>
                <a:path w="0" h="3175">
                  <a:moveTo>
                    <a:pt x="0" y="1904"/>
                  </a:moveTo>
                  <a:lnTo>
                    <a:pt x="0" y="2539"/>
                  </a:lnTo>
                </a:path>
                <a:path w="0" h="3175">
                  <a:moveTo>
                    <a:pt x="0" y="2539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 descr=""/>
            <p:cNvSpPr/>
            <p:nvPr/>
          </p:nvSpPr>
          <p:spPr>
            <a:xfrm>
              <a:off x="3348989" y="181547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 descr=""/>
            <p:cNvSpPr/>
            <p:nvPr/>
          </p:nvSpPr>
          <p:spPr>
            <a:xfrm>
              <a:off x="3349624" y="1816747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5"/>
                  </a:lnTo>
                </a:path>
                <a:path w="0" h="3175">
                  <a:moveTo>
                    <a:pt x="0" y="635"/>
                  </a:moveTo>
                  <a:lnTo>
                    <a:pt x="0" y="1270"/>
                  </a:lnTo>
                </a:path>
                <a:path w="0" h="3175">
                  <a:moveTo>
                    <a:pt x="0" y="1905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 descr=""/>
            <p:cNvSpPr/>
            <p:nvPr/>
          </p:nvSpPr>
          <p:spPr>
            <a:xfrm>
              <a:off x="3348989" y="1819922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 descr=""/>
            <p:cNvSpPr/>
            <p:nvPr/>
          </p:nvSpPr>
          <p:spPr>
            <a:xfrm>
              <a:off x="3349624" y="1821192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5"/>
                  </a:lnTo>
                </a:path>
                <a:path w="0" h="3175">
                  <a:moveTo>
                    <a:pt x="0" y="635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 descr=""/>
            <p:cNvSpPr/>
            <p:nvPr/>
          </p:nvSpPr>
          <p:spPr>
            <a:xfrm>
              <a:off x="3348989" y="182436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 descr=""/>
            <p:cNvSpPr/>
            <p:nvPr/>
          </p:nvSpPr>
          <p:spPr>
            <a:xfrm>
              <a:off x="3349624" y="1825637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 descr=""/>
            <p:cNvSpPr/>
            <p:nvPr/>
          </p:nvSpPr>
          <p:spPr>
            <a:xfrm>
              <a:off x="3348989" y="1828812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 descr=""/>
            <p:cNvSpPr/>
            <p:nvPr/>
          </p:nvSpPr>
          <p:spPr>
            <a:xfrm>
              <a:off x="3349624" y="1830082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39"/>
                  </a:lnTo>
                </a:path>
                <a:path w="0" h="3175">
                  <a:moveTo>
                    <a:pt x="0" y="2539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 descr=""/>
            <p:cNvSpPr/>
            <p:nvPr/>
          </p:nvSpPr>
          <p:spPr>
            <a:xfrm>
              <a:off x="3348989" y="183325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 descr=""/>
            <p:cNvSpPr/>
            <p:nvPr/>
          </p:nvSpPr>
          <p:spPr>
            <a:xfrm>
              <a:off x="3349624" y="1834527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69"/>
                  </a:lnTo>
                </a:path>
                <a:path w="0" h="3175">
                  <a:moveTo>
                    <a:pt x="0" y="1904"/>
                  </a:moveTo>
                  <a:lnTo>
                    <a:pt x="0" y="2539"/>
                  </a:lnTo>
                </a:path>
                <a:path w="0" h="3175">
                  <a:moveTo>
                    <a:pt x="0" y="2539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 descr=""/>
            <p:cNvSpPr/>
            <p:nvPr/>
          </p:nvSpPr>
          <p:spPr>
            <a:xfrm>
              <a:off x="3348989" y="1837702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 descr=""/>
            <p:cNvSpPr/>
            <p:nvPr/>
          </p:nvSpPr>
          <p:spPr>
            <a:xfrm>
              <a:off x="3349624" y="1838972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5"/>
                  </a:lnTo>
                </a:path>
                <a:path w="0" h="3175">
                  <a:moveTo>
                    <a:pt x="0" y="635"/>
                  </a:moveTo>
                  <a:lnTo>
                    <a:pt x="0" y="1270"/>
                  </a:lnTo>
                </a:path>
                <a:path w="0" h="3175">
                  <a:moveTo>
                    <a:pt x="0" y="1905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 descr=""/>
            <p:cNvSpPr/>
            <p:nvPr/>
          </p:nvSpPr>
          <p:spPr>
            <a:xfrm>
              <a:off x="3348989" y="184214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6" name="object 106" descr=""/>
            <p:cNvSpPr/>
            <p:nvPr/>
          </p:nvSpPr>
          <p:spPr>
            <a:xfrm>
              <a:off x="3349624" y="1843417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5"/>
                  </a:lnTo>
                </a:path>
                <a:path w="0" h="3175">
                  <a:moveTo>
                    <a:pt x="0" y="635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7" name="object 107" descr=""/>
            <p:cNvSpPr/>
            <p:nvPr/>
          </p:nvSpPr>
          <p:spPr>
            <a:xfrm>
              <a:off x="3348989" y="1846592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 descr=""/>
            <p:cNvSpPr/>
            <p:nvPr/>
          </p:nvSpPr>
          <p:spPr>
            <a:xfrm>
              <a:off x="3349624" y="1847862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9" name="object 109" descr=""/>
            <p:cNvSpPr/>
            <p:nvPr/>
          </p:nvSpPr>
          <p:spPr>
            <a:xfrm>
              <a:off x="3348989" y="185103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0" name="object 110" descr=""/>
            <p:cNvSpPr/>
            <p:nvPr/>
          </p:nvSpPr>
          <p:spPr>
            <a:xfrm>
              <a:off x="3349624" y="1852307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39"/>
                  </a:lnTo>
                </a:path>
                <a:path w="0" h="3175">
                  <a:moveTo>
                    <a:pt x="0" y="2539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 descr=""/>
            <p:cNvSpPr/>
            <p:nvPr/>
          </p:nvSpPr>
          <p:spPr>
            <a:xfrm>
              <a:off x="3348989" y="1855482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2" name="object 112" descr=""/>
            <p:cNvSpPr/>
            <p:nvPr/>
          </p:nvSpPr>
          <p:spPr>
            <a:xfrm>
              <a:off x="3349624" y="1856752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69"/>
                  </a:lnTo>
                </a:path>
                <a:path w="0" h="3175">
                  <a:moveTo>
                    <a:pt x="0" y="1904"/>
                  </a:moveTo>
                  <a:lnTo>
                    <a:pt x="0" y="2539"/>
                  </a:lnTo>
                </a:path>
                <a:path w="0" h="3175">
                  <a:moveTo>
                    <a:pt x="0" y="2539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3" name="object 113" descr=""/>
            <p:cNvSpPr/>
            <p:nvPr/>
          </p:nvSpPr>
          <p:spPr>
            <a:xfrm>
              <a:off x="3348989" y="185992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4" name="object 114" descr=""/>
            <p:cNvSpPr/>
            <p:nvPr/>
          </p:nvSpPr>
          <p:spPr>
            <a:xfrm>
              <a:off x="3349624" y="1861197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5"/>
                  </a:lnTo>
                </a:path>
                <a:path w="0" h="3175">
                  <a:moveTo>
                    <a:pt x="0" y="635"/>
                  </a:moveTo>
                  <a:lnTo>
                    <a:pt x="0" y="1270"/>
                  </a:lnTo>
                </a:path>
                <a:path w="0" h="3175">
                  <a:moveTo>
                    <a:pt x="0" y="1905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5" name="object 115" descr=""/>
            <p:cNvSpPr/>
            <p:nvPr/>
          </p:nvSpPr>
          <p:spPr>
            <a:xfrm>
              <a:off x="3348989" y="1864372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 descr=""/>
            <p:cNvSpPr/>
            <p:nvPr/>
          </p:nvSpPr>
          <p:spPr>
            <a:xfrm>
              <a:off x="3349624" y="1865642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5"/>
                  </a:lnTo>
                </a:path>
                <a:path w="0" h="3175">
                  <a:moveTo>
                    <a:pt x="0" y="635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 descr=""/>
            <p:cNvSpPr/>
            <p:nvPr/>
          </p:nvSpPr>
          <p:spPr>
            <a:xfrm>
              <a:off x="3348989" y="186881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 descr=""/>
            <p:cNvSpPr/>
            <p:nvPr/>
          </p:nvSpPr>
          <p:spPr>
            <a:xfrm>
              <a:off x="3349624" y="1870087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9" name="object 119" descr=""/>
            <p:cNvSpPr/>
            <p:nvPr/>
          </p:nvSpPr>
          <p:spPr>
            <a:xfrm>
              <a:off x="3348989" y="1873262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0" name="object 120" descr=""/>
            <p:cNvSpPr/>
            <p:nvPr/>
          </p:nvSpPr>
          <p:spPr>
            <a:xfrm>
              <a:off x="3349624" y="1874532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39"/>
                  </a:lnTo>
                </a:path>
                <a:path w="0" h="3175">
                  <a:moveTo>
                    <a:pt x="0" y="2539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1" name="object 121" descr=""/>
            <p:cNvSpPr/>
            <p:nvPr/>
          </p:nvSpPr>
          <p:spPr>
            <a:xfrm>
              <a:off x="3348989" y="187770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122" descr=""/>
            <p:cNvSpPr/>
            <p:nvPr/>
          </p:nvSpPr>
          <p:spPr>
            <a:xfrm>
              <a:off x="3349624" y="1878977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69"/>
                  </a:lnTo>
                </a:path>
                <a:path w="0" h="3175">
                  <a:moveTo>
                    <a:pt x="0" y="1904"/>
                  </a:moveTo>
                  <a:lnTo>
                    <a:pt x="0" y="2539"/>
                  </a:lnTo>
                </a:path>
                <a:path w="0" h="3175">
                  <a:moveTo>
                    <a:pt x="0" y="2539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123" descr=""/>
            <p:cNvSpPr/>
            <p:nvPr/>
          </p:nvSpPr>
          <p:spPr>
            <a:xfrm>
              <a:off x="3348989" y="1882152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 descr=""/>
            <p:cNvSpPr/>
            <p:nvPr/>
          </p:nvSpPr>
          <p:spPr>
            <a:xfrm>
              <a:off x="3349624" y="1883422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5"/>
                  </a:lnTo>
                </a:path>
                <a:path w="0" h="3175">
                  <a:moveTo>
                    <a:pt x="0" y="635"/>
                  </a:moveTo>
                  <a:lnTo>
                    <a:pt x="0" y="1270"/>
                  </a:lnTo>
                </a:path>
                <a:path w="0" h="3175">
                  <a:moveTo>
                    <a:pt x="0" y="1905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 descr=""/>
            <p:cNvSpPr/>
            <p:nvPr/>
          </p:nvSpPr>
          <p:spPr>
            <a:xfrm>
              <a:off x="3348989" y="188659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 descr=""/>
            <p:cNvSpPr/>
            <p:nvPr/>
          </p:nvSpPr>
          <p:spPr>
            <a:xfrm>
              <a:off x="3349624" y="1887867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5"/>
                  </a:lnTo>
                </a:path>
                <a:path w="0" h="3175">
                  <a:moveTo>
                    <a:pt x="0" y="635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 descr=""/>
            <p:cNvSpPr/>
            <p:nvPr/>
          </p:nvSpPr>
          <p:spPr>
            <a:xfrm>
              <a:off x="3348989" y="1891042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8" name="object 128" descr=""/>
            <p:cNvSpPr/>
            <p:nvPr/>
          </p:nvSpPr>
          <p:spPr>
            <a:xfrm>
              <a:off x="3349624" y="1892312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9" name="object 129" descr=""/>
            <p:cNvSpPr/>
            <p:nvPr/>
          </p:nvSpPr>
          <p:spPr>
            <a:xfrm>
              <a:off x="3348989" y="189548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0" name="object 130" descr=""/>
            <p:cNvSpPr/>
            <p:nvPr/>
          </p:nvSpPr>
          <p:spPr>
            <a:xfrm>
              <a:off x="3349624" y="1896757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39"/>
                  </a:lnTo>
                </a:path>
                <a:path w="0" h="3175">
                  <a:moveTo>
                    <a:pt x="0" y="2539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1" name="object 131" descr=""/>
            <p:cNvSpPr/>
            <p:nvPr/>
          </p:nvSpPr>
          <p:spPr>
            <a:xfrm>
              <a:off x="3348989" y="1899932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2" name="object 132" descr=""/>
            <p:cNvSpPr/>
            <p:nvPr/>
          </p:nvSpPr>
          <p:spPr>
            <a:xfrm>
              <a:off x="3349624" y="1901202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69"/>
                  </a:lnTo>
                </a:path>
                <a:path w="0" h="3175">
                  <a:moveTo>
                    <a:pt x="0" y="1904"/>
                  </a:moveTo>
                  <a:lnTo>
                    <a:pt x="0" y="2539"/>
                  </a:lnTo>
                </a:path>
                <a:path w="0" h="3175">
                  <a:moveTo>
                    <a:pt x="0" y="2539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3" name="object 133" descr=""/>
            <p:cNvSpPr/>
            <p:nvPr/>
          </p:nvSpPr>
          <p:spPr>
            <a:xfrm>
              <a:off x="3348989" y="190437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4" name="object 134" descr=""/>
            <p:cNvSpPr/>
            <p:nvPr/>
          </p:nvSpPr>
          <p:spPr>
            <a:xfrm>
              <a:off x="3349624" y="1905647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5"/>
                  </a:lnTo>
                </a:path>
                <a:path w="0" h="3175">
                  <a:moveTo>
                    <a:pt x="0" y="635"/>
                  </a:moveTo>
                  <a:lnTo>
                    <a:pt x="0" y="1270"/>
                  </a:lnTo>
                </a:path>
                <a:path w="0" h="3175">
                  <a:moveTo>
                    <a:pt x="0" y="1905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5" name="object 135" descr=""/>
            <p:cNvSpPr/>
            <p:nvPr/>
          </p:nvSpPr>
          <p:spPr>
            <a:xfrm>
              <a:off x="3348989" y="1908822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6" name="object 136" descr=""/>
            <p:cNvSpPr/>
            <p:nvPr/>
          </p:nvSpPr>
          <p:spPr>
            <a:xfrm>
              <a:off x="3349624" y="1910092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5"/>
                  </a:lnTo>
                </a:path>
                <a:path w="0" h="3175">
                  <a:moveTo>
                    <a:pt x="0" y="635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7" name="object 137" descr=""/>
            <p:cNvSpPr/>
            <p:nvPr/>
          </p:nvSpPr>
          <p:spPr>
            <a:xfrm>
              <a:off x="3348989" y="191326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8" name="object 138" descr=""/>
            <p:cNvSpPr/>
            <p:nvPr/>
          </p:nvSpPr>
          <p:spPr>
            <a:xfrm>
              <a:off x="3349624" y="1914537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9" name="object 139" descr=""/>
            <p:cNvSpPr/>
            <p:nvPr/>
          </p:nvSpPr>
          <p:spPr>
            <a:xfrm>
              <a:off x="3348989" y="1917712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0" name="object 140" descr=""/>
            <p:cNvSpPr/>
            <p:nvPr/>
          </p:nvSpPr>
          <p:spPr>
            <a:xfrm>
              <a:off x="3349624" y="1918982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39"/>
                  </a:lnTo>
                </a:path>
                <a:path w="0" h="3175">
                  <a:moveTo>
                    <a:pt x="0" y="2539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1" name="object 141" descr=""/>
            <p:cNvSpPr/>
            <p:nvPr/>
          </p:nvSpPr>
          <p:spPr>
            <a:xfrm>
              <a:off x="3348989" y="192215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2" name="object 142" descr=""/>
            <p:cNvSpPr/>
            <p:nvPr/>
          </p:nvSpPr>
          <p:spPr>
            <a:xfrm>
              <a:off x="3349624" y="1923427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69"/>
                  </a:lnTo>
                </a:path>
                <a:path w="0" h="3175">
                  <a:moveTo>
                    <a:pt x="0" y="1904"/>
                  </a:moveTo>
                  <a:lnTo>
                    <a:pt x="0" y="2539"/>
                  </a:lnTo>
                </a:path>
                <a:path w="0" h="3175">
                  <a:moveTo>
                    <a:pt x="0" y="2539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3" name="object 143" descr=""/>
            <p:cNvSpPr/>
            <p:nvPr/>
          </p:nvSpPr>
          <p:spPr>
            <a:xfrm>
              <a:off x="3348989" y="1926602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4" name="object 144" descr=""/>
            <p:cNvSpPr/>
            <p:nvPr/>
          </p:nvSpPr>
          <p:spPr>
            <a:xfrm>
              <a:off x="3349624" y="1927872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5"/>
                  </a:lnTo>
                </a:path>
                <a:path w="0" h="3175">
                  <a:moveTo>
                    <a:pt x="0" y="635"/>
                  </a:moveTo>
                  <a:lnTo>
                    <a:pt x="0" y="1270"/>
                  </a:lnTo>
                </a:path>
                <a:path w="0" h="3175">
                  <a:moveTo>
                    <a:pt x="0" y="1905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5" name="object 145" descr=""/>
            <p:cNvSpPr/>
            <p:nvPr/>
          </p:nvSpPr>
          <p:spPr>
            <a:xfrm>
              <a:off x="3348989" y="193104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6" name="object 146" descr=""/>
            <p:cNvSpPr/>
            <p:nvPr/>
          </p:nvSpPr>
          <p:spPr>
            <a:xfrm>
              <a:off x="3349624" y="1932317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5"/>
                  </a:lnTo>
                </a:path>
                <a:path w="0" h="3175">
                  <a:moveTo>
                    <a:pt x="0" y="635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7" name="object 147" descr=""/>
            <p:cNvSpPr/>
            <p:nvPr/>
          </p:nvSpPr>
          <p:spPr>
            <a:xfrm>
              <a:off x="3348989" y="1935492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8" name="object 148" descr=""/>
            <p:cNvSpPr/>
            <p:nvPr/>
          </p:nvSpPr>
          <p:spPr>
            <a:xfrm>
              <a:off x="3349624" y="1936762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9" name="object 149" descr=""/>
            <p:cNvSpPr/>
            <p:nvPr/>
          </p:nvSpPr>
          <p:spPr>
            <a:xfrm>
              <a:off x="3348989" y="193993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0" name="object 150" descr=""/>
            <p:cNvSpPr/>
            <p:nvPr/>
          </p:nvSpPr>
          <p:spPr>
            <a:xfrm>
              <a:off x="3349624" y="1941207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39"/>
                  </a:lnTo>
                </a:path>
                <a:path w="0" h="3175">
                  <a:moveTo>
                    <a:pt x="0" y="2539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1" name="object 151" descr=""/>
            <p:cNvSpPr/>
            <p:nvPr/>
          </p:nvSpPr>
          <p:spPr>
            <a:xfrm>
              <a:off x="3348989" y="1944382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2" name="object 152" descr=""/>
            <p:cNvSpPr/>
            <p:nvPr/>
          </p:nvSpPr>
          <p:spPr>
            <a:xfrm>
              <a:off x="3349624" y="1945652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69"/>
                  </a:lnTo>
                </a:path>
                <a:path w="0" h="3175">
                  <a:moveTo>
                    <a:pt x="0" y="1904"/>
                  </a:moveTo>
                  <a:lnTo>
                    <a:pt x="0" y="2539"/>
                  </a:lnTo>
                </a:path>
                <a:path w="0" h="3175">
                  <a:moveTo>
                    <a:pt x="0" y="2539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3" name="object 153" descr=""/>
            <p:cNvSpPr/>
            <p:nvPr/>
          </p:nvSpPr>
          <p:spPr>
            <a:xfrm>
              <a:off x="3348989" y="194882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4" name="object 154" descr=""/>
            <p:cNvSpPr/>
            <p:nvPr/>
          </p:nvSpPr>
          <p:spPr>
            <a:xfrm>
              <a:off x="3349624" y="1950097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5"/>
                  </a:lnTo>
                </a:path>
                <a:path w="0" h="3175">
                  <a:moveTo>
                    <a:pt x="0" y="635"/>
                  </a:moveTo>
                  <a:lnTo>
                    <a:pt x="0" y="1270"/>
                  </a:lnTo>
                </a:path>
                <a:path w="0" h="3175">
                  <a:moveTo>
                    <a:pt x="0" y="1905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5" name="object 155" descr=""/>
            <p:cNvSpPr/>
            <p:nvPr/>
          </p:nvSpPr>
          <p:spPr>
            <a:xfrm>
              <a:off x="3348989" y="1953272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6" name="object 156" descr=""/>
            <p:cNvSpPr/>
            <p:nvPr/>
          </p:nvSpPr>
          <p:spPr>
            <a:xfrm>
              <a:off x="3349624" y="1954542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5"/>
                  </a:lnTo>
                </a:path>
                <a:path w="0" h="3175">
                  <a:moveTo>
                    <a:pt x="0" y="635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7" name="object 157" descr=""/>
            <p:cNvSpPr/>
            <p:nvPr/>
          </p:nvSpPr>
          <p:spPr>
            <a:xfrm>
              <a:off x="3348989" y="195771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8" name="object 158" descr=""/>
            <p:cNvSpPr/>
            <p:nvPr/>
          </p:nvSpPr>
          <p:spPr>
            <a:xfrm>
              <a:off x="3349624" y="1958987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9" name="object 159" descr=""/>
            <p:cNvSpPr/>
            <p:nvPr/>
          </p:nvSpPr>
          <p:spPr>
            <a:xfrm>
              <a:off x="3348989" y="1962162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0" name="object 160" descr=""/>
            <p:cNvSpPr/>
            <p:nvPr/>
          </p:nvSpPr>
          <p:spPr>
            <a:xfrm>
              <a:off x="3349624" y="1963432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39"/>
                  </a:lnTo>
                </a:path>
                <a:path w="0" h="3175">
                  <a:moveTo>
                    <a:pt x="0" y="2539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1" name="object 161" descr=""/>
            <p:cNvSpPr/>
            <p:nvPr/>
          </p:nvSpPr>
          <p:spPr>
            <a:xfrm>
              <a:off x="3348989" y="196660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2" name="object 162" descr=""/>
            <p:cNvSpPr/>
            <p:nvPr/>
          </p:nvSpPr>
          <p:spPr>
            <a:xfrm>
              <a:off x="3349624" y="1967877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69"/>
                  </a:lnTo>
                </a:path>
                <a:path w="0" h="3175">
                  <a:moveTo>
                    <a:pt x="0" y="1904"/>
                  </a:moveTo>
                  <a:lnTo>
                    <a:pt x="0" y="2539"/>
                  </a:lnTo>
                </a:path>
                <a:path w="0" h="3175">
                  <a:moveTo>
                    <a:pt x="0" y="2539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3" name="object 163" descr=""/>
            <p:cNvSpPr/>
            <p:nvPr/>
          </p:nvSpPr>
          <p:spPr>
            <a:xfrm>
              <a:off x="3348989" y="1971052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4" name="object 164" descr=""/>
            <p:cNvSpPr/>
            <p:nvPr/>
          </p:nvSpPr>
          <p:spPr>
            <a:xfrm>
              <a:off x="3349624" y="1972322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5"/>
                  </a:lnTo>
                </a:path>
                <a:path w="0" h="3175">
                  <a:moveTo>
                    <a:pt x="0" y="635"/>
                  </a:moveTo>
                  <a:lnTo>
                    <a:pt x="0" y="1270"/>
                  </a:lnTo>
                </a:path>
                <a:path w="0" h="3175">
                  <a:moveTo>
                    <a:pt x="0" y="1905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5" name="object 165" descr=""/>
            <p:cNvSpPr/>
            <p:nvPr/>
          </p:nvSpPr>
          <p:spPr>
            <a:xfrm>
              <a:off x="3348989" y="197549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6" name="object 166" descr=""/>
            <p:cNvSpPr/>
            <p:nvPr/>
          </p:nvSpPr>
          <p:spPr>
            <a:xfrm>
              <a:off x="3349624" y="1976767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5"/>
                  </a:lnTo>
                </a:path>
                <a:path w="0" h="3175">
                  <a:moveTo>
                    <a:pt x="0" y="635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7" name="object 167" descr=""/>
            <p:cNvSpPr/>
            <p:nvPr/>
          </p:nvSpPr>
          <p:spPr>
            <a:xfrm>
              <a:off x="3348989" y="1979942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8" name="object 168" descr=""/>
            <p:cNvSpPr/>
            <p:nvPr/>
          </p:nvSpPr>
          <p:spPr>
            <a:xfrm>
              <a:off x="3349624" y="1981212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9" name="object 169" descr=""/>
            <p:cNvSpPr/>
            <p:nvPr/>
          </p:nvSpPr>
          <p:spPr>
            <a:xfrm>
              <a:off x="3348989" y="198438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0" name="object 170" descr=""/>
            <p:cNvSpPr/>
            <p:nvPr/>
          </p:nvSpPr>
          <p:spPr>
            <a:xfrm>
              <a:off x="3349624" y="1985657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39"/>
                  </a:lnTo>
                </a:path>
                <a:path w="0" h="3175">
                  <a:moveTo>
                    <a:pt x="0" y="2539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1" name="object 171" descr=""/>
            <p:cNvSpPr/>
            <p:nvPr/>
          </p:nvSpPr>
          <p:spPr>
            <a:xfrm>
              <a:off x="3348989" y="1988832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2" name="object 172" descr=""/>
            <p:cNvSpPr/>
            <p:nvPr/>
          </p:nvSpPr>
          <p:spPr>
            <a:xfrm>
              <a:off x="3349624" y="1990102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69"/>
                  </a:lnTo>
                </a:path>
                <a:path w="0" h="3175">
                  <a:moveTo>
                    <a:pt x="0" y="1904"/>
                  </a:moveTo>
                  <a:lnTo>
                    <a:pt x="0" y="2539"/>
                  </a:lnTo>
                </a:path>
                <a:path w="0" h="3175">
                  <a:moveTo>
                    <a:pt x="0" y="2539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3" name="object 173" descr=""/>
            <p:cNvSpPr/>
            <p:nvPr/>
          </p:nvSpPr>
          <p:spPr>
            <a:xfrm>
              <a:off x="3348989" y="199327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4" name="object 174" descr=""/>
            <p:cNvSpPr/>
            <p:nvPr/>
          </p:nvSpPr>
          <p:spPr>
            <a:xfrm>
              <a:off x="3349624" y="1994547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5"/>
                  </a:lnTo>
                </a:path>
                <a:path w="0" h="3175">
                  <a:moveTo>
                    <a:pt x="0" y="635"/>
                  </a:moveTo>
                  <a:lnTo>
                    <a:pt x="0" y="1270"/>
                  </a:lnTo>
                </a:path>
                <a:path w="0" h="3175">
                  <a:moveTo>
                    <a:pt x="0" y="1905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5" name="object 175" descr=""/>
            <p:cNvSpPr/>
            <p:nvPr/>
          </p:nvSpPr>
          <p:spPr>
            <a:xfrm>
              <a:off x="3348989" y="1997722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6" name="object 176" descr=""/>
            <p:cNvSpPr/>
            <p:nvPr/>
          </p:nvSpPr>
          <p:spPr>
            <a:xfrm>
              <a:off x="3349624" y="1998992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5"/>
                  </a:lnTo>
                </a:path>
                <a:path w="0" h="3175">
                  <a:moveTo>
                    <a:pt x="0" y="635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7" name="object 177" descr=""/>
            <p:cNvSpPr/>
            <p:nvPr/>
          </p:nvSpPr>
          <p:spPr>
            <a:xfrm>
              <a:off x="3348989" y="200216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8" name="object 178" descr=""/>
            <p:cNvSpPr/>
            <p:nvPr/>
          </p:nvSpPr>
          <p:spPr>
            <a:xfrm>
              <a:off x="3349624" y="2003437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9" name="object 179" descr=""/>
            <p:cNvSpPr/>
            <p:nvPr/>
          </p:nvSpPr>
          <p:spPr>
            <a:xfrm>
              <a:off x="3348989" y="2006612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0" name="object 180" descr=""/>
            <p:cNvSpPr/>
            <p:nvPr/>
          </p:nvSpPr>
          <p:spPr>
            <a:xfrm>
              <a:off x="3349624" y="2007882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39"/>
                  </a:lnTo>
                </a:path>
                <a:path w="0" h="3175">
                  <a:moveTo>
                    <a:pt x="0" y="2539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1" name="object 181" descr=""/>
            <p:cNvSpPr/>
            <p:nvPr/>
          </p:nvSpPr>
          <p:spPr>
            <a:xfrm>
              <a:off x="3348989" y="201105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2" name="object 182" descr=""/>
            <p:cNvSpPr/>
            <p:nvPr/>
          </p:nvSpPr>
          <p:spPr>
            <a:xfrm>
              <a:off x="3349624" y="2012327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69"/>
                  </a:lnTo>
                </a:path>
                <a:path w="0" h="3175">
                  <a:moveTo>
                    <a:pt x="0" y="1904"/>
                  </a:moveTo>
                  <a:lnTo>
                    <a:pt x="0" y="2539"/>
                  </a:lnTo>
                </a:path>
                <a:path w="0" h="3175">
                  <a:moveTo>
                    <a:pt x="0" y="2539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3" name="object 183" descr=""/>
            <p:cNvSpPr/>
            <p:nvPr/>
          </p:nvSpPr>
          <p:spPr>
            <a:xfrm>
              <a:off x="3348989" y="2015502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4" name="object 184" descr=""/>
            <p:cNvSpPr/>
            <p:nvPr/>
          </p:nvSpPr>
          <p:spPr>
            <a:xfrm>
              <a:off x="3349624" y="2016772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5"/>
                  </a:lnTo>
                </a:path>
                <a:path w="0" h="3175">
                  <a:moveTo>
                    <a:pt x="0" y="635"/>
                  </a:moveTo>
                  <a:lnTo>
                    <a:pt x="0" y="1270"/>
                  </a:lnTo>
                </a:path>
                <a:path w="0" h="3175">
                  <a:moveTo>
                    <a:pt x="0" y="1905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5" name="object 185" descr=""/>
            <p:cNvSpPr/>
            <p:nvPr/>
          </p:nvSpPr>
          <p:spPr>
            <a:xfrm>
              <a:off x="3348989" y="201994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6" name="object 186" descr=""/>
            <p:cNvSpPr/>
            <p:nvPr/>
          </p:nvSpPr>
          <p:spPr>
            <a:xfrm>
              <a:off x="3349624" y="2021217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5"/>
                  </a:lnTo>
                </a:path>
                <a:path w="0" h="3175">
                  <a:moveTo>
                    <a:pt x="0" y="635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7" name="object 187" descr=""/>
            <p:cNvSpPr/>
            <p:nvPr/>
          </p:nvSpPr>
          <p:spPr>
            <a:xfrm>
              <a:off x="3348989" y="2024392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8" name="object 188" descr=""/>
            <p:cNvSpPr/>
            <p:nvPr/>
          </p:nvSpPr>
          <p:spPr>
            <a:xfrm>
              <a:off x="3349624" y="2025662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9" name="object 189" descr=""/>
            <p:cNvSpPr/>
            <p:nvPr/>
          </p:nvSpPr>
          <p:spPr>
            <a:xfrm>
              <a:off x="3348989" y="202883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0" name="object 190" descr=""/>
            <p:cNvSpPr/>
            <p:nvPr/>
          </p:nvSpPr>
          <p:spPr>
            <a:xfrm>
              <a:off x="3349624" y="2030107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39"/>
                  </a:lnTo>
                </a:path>
                <a:path w="0" h="3175">
                  <a:moveTo>
                    <a:pt x="0" y="2539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1" name="object 191" descr=""/>
            <p:cNvSpPr/>
            <p:nvPr/>
          </p:nvSpPr>
          <p:spPr>
            <a:xfrm>
              <a:off x="3348989" y="2033282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2" name="object 192" descr=""/>
            <p:cNvSpPr/>
            <p:nvPr/>
          </p:nvSpPr>
          <p:spPr>
            <a:xfrm>
              <a:off x="3349624" y="2034552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69"/>
                  </a:lnTo>
                </a:path>
                <a:path w="0" h="3175">
                  <a:moveTo>
                    <a:pt x="0" y="1904"/>
                  </a:moveTo>
                  <a:lnTo>
                    <a:pt x="0" y="2539"/>
                  </a:lnTo>
                </a:path>
                <a:path w="0" h="3175">
                  <a:moveTo>
                    <a:pt x="0" y="2539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3" name="object 193" descr=""/>
            <p:cNvSpPr/>
            <p:nvPr/>
          </p:nvSpPr>
          <p:spPr>
            <a:xfrm>
              <a:off x="3348989" y="203772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4" name="object 194" descr=""/>
            <p:cNvSpPr/>
            <p:nvPr/>
          </p:nvSpPr>
          <p:spPr>
            <a:xfrm>
              <a:off x="3349624" y="2038997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5"/>
                  </a:lnTo>
                </a:path>
                <a:path w="0" h="3175">
                  <a:moveTo>
                    <a:pt x="0" y="635"/>
                  </a:moveTo>
                  <a:lnTo>
                    <a:pt x="0" y="1270"/>
                  </a:lnTo>
                </a:path>
                <a:path w="0" h="3175">
                  <a:moveTo>
                    <a:pt x="0" y="1905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5" name="object 195" descr=""/>
            <p:cNvSpPr/>
            <p:nvPr/>
          </p:nvSpPr>
          <p:spPr>
            <a:xfrm>
              <a:off x="3348989" y="2042172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6" name="object 196" descr=""/>
            <p:cNvSpPr/>
            <p:nvPr/>
          </p:nvSpPr>
          <p:spPr>
            <a:xfrm>
              <a:off x="3349624" y="2043442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5"/>
                  </a:lnTo>
                </a:path>
                <a:path w="0" h="3175">
                  <a:moveTo>
                    <a:pt x="0" y="635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7" name="object 197" descr=""/>
            <p:cNvSpPr/>
            <p:nvPr/>
          </p:nvSpPr>
          <p:spPr>
            <a:xfrm>
              <a:off x="3348989" y="204661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8" name="object 198" descr=""/>
            <p:cNvSpPr/>
            <p:nvPr/>
          </p:nvSpPr>
          <p:spPr>
            <a:xfrm>
              <a:off x="3349624" y="2047887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9" name="object 199" descr=""/>
            <p:cNvSpPr/>
            <p:nvPr/>
          </p:nvSpPr>
          <p:spPr>
            <a:xfrm>
              <a:off x="3348989" y="2051062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0" name="object 200" descr=""/>
            <p:cNvSpPr/>
            <p:nvPr/>
          </p:nvSpPr>
          <p:spPr>
            <a:xfrm>
              <a:off x="3349624" y="2052332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39"/>
                  </a:lnTo>
                </a:path>
                <a:path w="0" h="3175">
                  <a:moveTo>
                    <a:pt x="0" y="2539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1" name="object 201" descr=""/>
            <p:cNvSpPr/>
            <p:nvPr/>
          </p:nvSpPr>
          <p:spPr>
            <a:xfrm>
              <a:off x="3348989" y="205550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2" name="object 202" descr=""/>
            <p:cNvSpPr/>
            <p:nvPr/>
          </p:nvSpPr>
          <p:spPr>
            <a:xfrm>
              <a:off x="3349624" y="2056777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69"/>
                  </a:lnTo>
                </a:path>
                <a:path w="0" h="3175">
                  <a:moveTo>
                    <a:pt x="0" y="1904"/>
                  </a:moveTo>
                  <a:lnTo>
                    <a:pt x="0" y="2539"/>
                  </a:lnTo>
                </a:path>
                <a:path w="0" h="3175">
                  <a:moveTo>
                    <a:pt x="0" y="2539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3" name="object 203" descr=""/>
            <p:cNvSpPr/>
            <p:nvPr/>
          </p:nvSpPr>
          <p:spPr>
            <a:xfrm>
              <a:off x="3348989" y="2059952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4" name="object 204" descr=""/>
            <p:cNvSpPr/>
            <p:nvPr/>
          </p:nvSpPr>
          <p:spPr>
            <a:xfrm>
              <a:off x="3349624" y="2061222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5"/>
                  </a:lnTo>
                </a:path>
                <a:path w="0" h="3175">
                  <a:moveTo>
                    <a:pt x="0" y="635"/>
                  </a:moveTo>
                  <a:lnTo>
                    <a:pt x="0" y="1270"/>
                  </a:lnTo>
                </a:path>
                <a:path w="0" h="3175">
                  <a:moveTo>
                    <a:pt x="0" y="1905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5" name="object 205" descr=""/>
            <p:cNvSpPr/>
            <p:nvPr/>
          </p:nvSpPr>
          <p:spPr>
            <a:xfrm>
              <a:off x="3348989" y="206439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6" name="object 206" descr=""/>
            <p:cNvSpPr/>
            <p:nvPr/>
          </p:nvSpPr>
          <p:spPr>
            <a:xfrm>
              <a:off x="3349624" y="2065667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5"/>
                  </a:lnTo>
                </a:path>
                <a:path w="0" h="3175">
                  <a:moveTo>
                    <a:pt x="0" y="635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7" name="object 207" descr=""/>
            <p:cNvSpPr/>
            <p:nvPr/>
          </p:nvSpPr>
          <p:spPr>
            <a:xfrm>
              <a:off x="3348989" y="2068842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8" name="object 208" descr=""/>
            <p:cNvSpPr/>
            <p:nvPr/>
          </p:nvSpPr>
          <p:spPr>
            <a:xfrm>
              <a:off x="3349624" y="2070112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9" name="object 209" descr=""/>
            <p:cNvSpPr/>
            <p:nvPr/>
          </p:nvSpPr>
          <p:spPr>
            <a:xfrm>
              <a:off x="3348989" y="207328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0" name="object 210" descr=""/>
            <p:cNvSpPr/>
            <p:nvPr/>
          </p:nvSpPr>
          <p:spPr>
            <a:xfrm>
              <a:off x="3349624" y="2074557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39"/>
                  </a:lnTo>
                </a:path>
                <a:path w="0" h="3175">
                  <a:moveTo>
                    <a:pt x="0" y="2539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1" name="object 211" descr=""/>
            <p:cNvSpPr/>
            <p:nvPr/>
          </p:nvSpPr>
          <p:spPr>
            <a:xfrm>
              <a:off x="3348989" y="2077732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2" name="object 212" descr=""/>
            <p:cNvSpPr/>
            <p:nvPr/>
          </p:nvSpPr>
          <p:spPr>
            <a:xfrm>
              <a:off x="3349624" y="2079002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69"/>
                  </a:lnTo>
                </a:path>
                <a:path w="0" h="3175">
                  <a:moveTo>
                    <a:pt x="0" y="1904"/>
                  </a:moveTo>
                  <a:lnTo>
                    <a:pt x="0" y="2539"/>
                  </a:lnTo>
                </a:path>
                <a:path w="0" h="3175">
                  <a:moveTo>
                    <a:pt x="0" y="2539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3" name="object 213" descr=""/>
            <p:cNvSpPr/>
            <p:nvPr/>
          </p:nvSpPr>
          <p:spPr>
            <a:xfrm>
              <a:off x="3348989" y="208217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4" name="object 214" descr=""/>
            <p:cNvSpPr/>
            <p:nvPr/>
          </p:nvSpPr>
          <p:spPr>
            <a:xfrm>
              <a:off x="3349624" y="2083447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5"/>
                  </a:lnTo>
                </a:path>
                <a:path w="0" h="3175">
                  <a:moveTo>
                    <a:pt x="0" y="635"/>
                  </a:moveTo>
                  <a:lnTo>
                    <a:pt x="0" y="1270"/>
                  </a:lnTo>
                </a:path>
                <a:path w="0" h="3175">
                  <a:moveTo>
                    <a:pt x="0" y="1905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5" name="object 215" descr=""/>
            <p:cNvSpPr/>
            <p:nvPr/>
          </p:nvSpPr>
          <p:spPr>
            <a:xfrm>
              <a:off x="3348989" y="2086622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6" name="object 216" descr=""/>
            <p:cNvSpPr/>
            <p:nvPr/>
          </p:nvSpPr>
          <p:spPr>
            <a:xfrm>
              <a:off x="3349624" y="2087892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5"/>
                  </a:lnTo>
                </a:path>
                <a:path w="0" h="3175">
                  <a:moveTo>
                    <a:pt x="0" y="635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7" name="object 217" descr=""/>
            <p:cNvSpPr/>
            <p:nvPr/>
          </p:nvSpPr>
          <p:spPr>
            <a:xfrm>
              <a:off x="3348989" y="209106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8" name="object 218" descr=""/>
            <p:cNvSpPr/>
            <p:nvPr/>
          </p:nvSpPr>
          <p:spPr>
            <a:xfrm>
              <a:off x="3349624" y="2092337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9" name="object 219" descr=""/>
            <p:cNvSpPr/>
            <p:nvPr/>
          </p:nvSpPr>
          <p:spPr>
            <a:xfrm>
              <a:off x="3348989" y="2095512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0" name="object 220" descr=""/>
            <p:cNvSpPr/>
            <p:nvPr/>
          </p:nvSpPr>
          <p:spPr>
            <a:xfrm>
              <a:off x="3349624" y="2096782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39"/>
                  </a:lnTo>
                </a:path>
                <a:path w="0" h="3175">
                  <a:moveTo>
                    <a:pt x="0" y="2539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1" name="object 221" descr=""/>
            <p:cNvSpPr/>
            <p:nvPr/>
          </p:nvSpPr>
          <p:spPr>
            <a:xfrm>
              <a:off x="3348989" y="209995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2" name="object 222" descr=""/>
            <p:cNvSpPr/>
            <p:nvPr/>
          </p:nvSpPr>
          <p:spPr>
            <a:xfrm>
              <a:off x="3349624" y="2101227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69"/>
                  </a:lnTo>
                </a:path>
                <a:path w="0" h="3175">
                  <a:moveTo>
                    <a:pt x="0" y="1904"/>
                  </a:moveTo>
                  <a:lnTo>
                    <a:pt x="0" y="2539"/>
                  </a:lnTo>
                </a:path>
                <a:path w="0" h="3175">
                  <a:moveTo>
                    <a:pt x="0" y="2539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3" name="object 223" descr=""/>
            <p:cNvSpPr/>
            <p:nvPr/>
          </p:nvSpPr>
          <p:spPr>
            <a:xfrm>
              <a:off x="3348989" y="2104402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4" name="object 224" descr=""/>
            <p:cNvSpPr/>
            <p:nvPr/>
          </p:nvSpPr>
          <p:spPr>
            <a:xfrm>
              <a:off x="3349624" y="2105672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5"/>
                  </a:lnTo>
                </a:path>
                <a:path w="0" h="3175">
                  <a:moveTo>
                    <a:pt x="0" y="635"/>
                  </a:moveTo>
                  <a:lnTo>
                    <a:pt x="0" y="1270"/>
                  </a:lnTo>
                </a:path>
                <a:path w="0" h="3175">
                  <a:moveTo>
                    <a:pt x="0" y="1905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5" name="object 225" descr=""/>
            <p:cNvSpPr/>
            <p:nvPr/>
          </p:nvSpPr>
          <p:spPr>
            <a:xfrm>
              <a:off x="3348989" y="210884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6" name="object 226" descr=""/>
            <p:cNvSpPr/>
            <p:nvPr/>
          </p:nvSpPr>
          <p:spPr>
            <a:xfrm>
              <a:off x="3349624" y="2110117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5"/>
                  </a:lnTo>
                </a:path>
                <a:path w="0" h="3175">
                  <a:moveTo>
                    <a:pt x="0" y="635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7" name="object 227" descr=""/>
            <p:cNvSpPr/>
            <p:nvPr/>
          </p:nvSpPr>
          <p:spPr>
            <a:xfrm>
              <a:off x="3348989" y="2113292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8" name="object 228" descr=""/>
            <p:cNvSpPr/>
            <p:nvPr/>
          </p:nvSpPr>
          <p:spPr>
            <a:xfrm>
              <a:off x="3349624" y="2114562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9" name="object 229" descr=""/>
            <p:cNvSpPr/>
            <p:nvPr/>
          </p:nvSpPr>
          <p:spPr>
            <a:xfrm>
              <a:off x="3348989" y="211773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0" name="object 230" descr=""/>
            <p:cNvSpPr/>
            <p:nvPr/>
          </p:nvSpPr>
          <p:spPr>
            <a:xfrm>
              <a:off x="3349624" y="2119007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39"/>
                  </a:lnTo>
                </a:path>
                <a:path w="0" h="3175">
                  <a:moveTo>
                    <a:pt x="0" y="2539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1" name="object 231" descr=""/>
            <p:cNvSpPr/>
            <p:nvPr/>
          </p:nvSpPr>
          <p:spPr>
            <a:xfrm>
              <a:off x="3348989" y="2122182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2" name="object 232" descr=""/>
            <p:cNvSpPr/>
            <p:nvPr/>
          </p:nvSpPr>
          <p:spPr>
            <a:xfrm>
              <a:off x="3349624" y="2123452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69"/>
                  </a:lnTo>
                </a:path>
                <a:path w="0" h="3175">
                  <a:moveTo>
                    <a:pt x="0" y="1904"/>
                  </a:moveTo>
                  <a:lnTo>
                    <a:pt x="0" y="2539"/>
                  </a:lnTo>
                </a:path>
                <a:path w="0" h="3175">
                  <a:moveTo>
                    <a:pt x="0" y="2539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3" name="object 233" descr=""/>
            <p:cNvSpPr/>
            <p:nvPr/>
          </p:nvSpPr>
          <p:spPr>
            <a:xfrm>
              <a:off x="3348989" y="212662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4" name="object 234" descr=""/>
            <p:cNvSpPr/>
            <p:nvPr/>
          </p:nvSpPr>
          <p:spPr>
            <a:xfrm>
              <a:off x="3349624" y="2127897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5"/>
                  </a:lnTo>
                </a:path>
                <a:path w="0" h="3175">
                  <a:moveTo>
                    <a:pt x="0" y="635"/>
                  </a:moveTo>
                  <a:lnTo>
                    <a:pt x="0" y="1270"/>
                  </a:lnTo>
                </a:path>
                <a:path w="0" h="3175">
                  <a:moveTo>
                    <a:pt x="0" y="1905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5" name="object 235" descr=""/>
            <p:cNvSpPr/>
            <p:nvPr/>
          </p:nvSpPr>
          <p:spPr>
            <a:xfrm>
              <a:off x="3348989" y="2131072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6" name="object 236" descr=""/>
            <p:cNvSpPr/>
            <p:nvPr/>
          </p:nvSpPr>
          <p:spPr>
            <a:xfrm>
              <a:off x="3349624" y="2132342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5"/>
                  </a:lnTo>
                </a:path>
                <a:path w="0" h="3175">
                  <a:moveTo>
                    <a:pt x="0" y="635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7" name="object 237" descr=""/>
            <p:cNvSpPr/>
            <p:nvPr/>
          </p:nvSpPr>
          <p:spPr>
            <a:xfrm>
              <a:off x="3348989" y="213551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8" name="object 238" descr=""/>
            <p:cNvSpPr/>
            <p:nvPr/>
          </p:nvSpPr>
          <p:spPr>
            <a:xfrm>
              <a:off x="3349624" y="2136787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9" name="object 239" descr=""/>
            <p:cNvSpPr/>
            <p:nvPr/>
          </p:nvSpPr>
          <p:spPr>
            <a:xfrm>
              <a:off x="3348989" y="2139962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0" name="object 240" descr=""/>
            <p:cNvSpPr/>
            <p:nvPr/>
          </p:nvSpPr>
          <p:spPr>
            <a:xfrm>
              <a:off x="3349624" y="2141232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39"/>
                  </a:lnTo>
                </a:path>
                <a:path w="0" h="3175">
                  <a:moveTo>
                    <a:pt x="0" y="2539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1" name="object 241" descr=""/>
            <p:cNvSpPr/>
            <p:nvPr/>
          </p:nvSpPr>
          <p:spPr>
            <a:xfrm>
              <a:off x="3348989" y="214440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2" name="object 242" descr=""/>
            <p:cNvSpPr/>
            <p:nvPr/>
          </p:nvSpPr>
          <p:spPr>
            <a:xfrm>
              <a:off x="3349624" y="2145677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69"/>
                  </a:lnTo>
                </a:path>
                <a:path w="0" h="3175">
                  <a:moveTo>
                    <a:pt x="0" y="1904"/>
                  </a:moveTo>
                  <a:lnTo>
                    <a:pt x="0" y="2539"/>
                  </a:lnTo>
                </a:path>
                <a:path w="0" h="3175">
                  <a:moveTo>
                    <a:pt x="0" y="2539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3" name="object 243" descr=""/>
            <p:cNvSpPr/>
            <p:nvPr/>
          </p:nvSpPr>
          <p:spPr>
            <a:xfrm>
              <a:off x="3348989" y="2148852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4" name="object 244" descr=""/>
            <p:cNvSpPr/>
            <p:nvPr/>
          </p:nvSpPr>
          <p:spPr>
            <a:xfrm>
              <a:off x="3349624" y="2150122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5"/>
                  </a:lnTo>
                </a:path>
                <a:path w="0" h="3175">
                  <a:moveTo>
                    <a:pt x="0" y="635"/>
                  </a:moveTo>
                  <a:lnTo>
                    <a:pt x="0" y="1270"/>
                  </a:lnTo>
                </a:path>
                <a:path w="0" h="3175">
                  <a:moveTo>
                    <a:pt x="0" y="1905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5" name="object 245" descr=""/>
            <p:cNvSpPr/>
            <p:nvPr/>
          </p:nvSpPr>
          <p:spPr>
            <a:xfrm>
              <a:off x="3348989" y="215329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6" name="object 246" descr=""/>
            <p:cNvSpPr/>
            <p:nvPr/>
          </p:nvSpPr>
          <p:spPr>
            <a:xfrm>
              <a:off x="3349624" y="2154567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5"/>
                  </a:lnTo>
                </a:path>
                <a:path w="0" h="3175">
                  <a:moveTo>
                    <a:pt x="0" y="635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7" name="object 247" descr=""/>
            <p:cNvSpPr/>
            <p:nvPr/>
          </p:nvSpPr>
          <p:spPr>
            <a:xfrm>
              <a:off x="3348989" y="2157742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8" name="object 248" descr=""/>
            <p:cNvSpPr/>
            <p:nvPr/>
          </p:nvSpPr>
          <p:spPr>
            <a:xfrm>
              <a:off x="3349624" y="2159012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9" name="object 249" descr=""/>
            <p:cNvSpPr/>
            <p:nvPr/>
          </p:nvSpPr>
          <p:spPr>
            <a:xfrm>
              <a:off x="3348989" y="216218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0" name="object 250" descr=""/>
            <p:cNvSpPr/>
            <p:nvPr/>
          </p:nvSpPr>
          <p:spPr>
            <a:xfrm>
              <a:off x="3349624" y="2163457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39"/>
                  </a:lnTo>
                </a:path>
                <a:path w="0" h="3175">
                  <a:moveTo>
                    <a:pt x="0" y="2539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1" name="object 251" descr=""/>
            <p:cNvSpPr/>
            <p:nvPr/>
          </p:nvSpPr>
          <p:spPr>
            <a:xfrm>
              <a:off x="3348989" y="2166632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2" name="object 252" descr=""/>
            <p:cNvSpPr/>
            <p:nvPr/>
          </p:nvSpPr>
          <p:spPr>
            <a:xfrm>
              <a:off x="3349624" y="2167902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69"/>
                  </a:lnTo>
                </a:path>
                <a:path w="0" h="3175">
                  <a:moveTo>
                    <a:pt x="0" y="1904"/>
                  </a:moveTo>
                  <a:lnTo>
                    <a:pt x="0" y="2539"/>
                  </a:lnTo>
                </a:path>
                <a:path w="0" h="3175">
                  <a:moveTo>
                    <a:pt x="0" y="2539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3" name="object 253" descr=""/>
            <p:cNvSpPr/>
            <p:nvPr/>
          </p:nvSpPr>
          <p:spPr>
            <a:xfrm>
              <a:off x="3348989" y="217107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4" name="object 254" descr=""/>
            <p:cNvSpPr/>
            <p:nvPr/>
          </p:nvSpPr>
          <p:spPr>
            <a:xfrm>
              <a:off x="3349624" y="2172347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5"/>
                  </a:lnTo>
                </a:path>
                <a:path w="0" h="3175">
                  <a:moveTo>
                    <a:pt x="0" y="635"/>
                  </a:moveTo>
                  <a:lnTo>
                    <a:pt x="0" y="1270"/>
                  </a:lnTo>
                </a:path>
                <a:path w="0" h="3175">
                  <a:moveTo>
                    <a:pt x="0" y="1905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5" name="object 255" descr=""/>
            <p:cNvSpPr/>
            <p:nvPr/>
          </p:nvSpPr>
          <p:spPr>
            <a:xfrm>
              <a:off x="3348989" y="2175522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6" name="object 256" descr=""/>
            <p:cNvSpPr/>
            <p:nvPr/>
          </p:nvSpPr>
          <p:spPr>
            <a:xfrm>
              <a:off x="3349624" y="2176792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5"/>
                  </a:lnTo>
                </a:path>
                <a:path w="0" h="3175">
                  <a:moveTo>
                    <a:pt x="0" y="635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7" name="object 257" descr=""/>
            <p:cNvSpPr/>
            <p:nvPr/>
          </p:nvSpPr>
          <p:spPr>
            <a:xfrm>
              <a:off x="3348989" y="217996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8" name="object 258" descr=""/>
            <p:cNvSpPr/>
            <p:nvPr/>
          </p:nvSpPr>
          <p:spPr>
            <a:xfrm>
              <a:off x="3349624" y="2181237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9" name="object 259" descr=""/>
            <p:cNvSpPr/>
            <p:nvPr/>
          </p:nvSpPr>
          <p:spPr>
            <a:xfrm>
              <a:off x="3348989" y="2184412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0" name="object 260" descr=""/>
            <p:cNvSpPr/>
            <p:nvPr/>
          </p:nvSpPr>
          <p:spPr>
            <a:xfrm>
              <a:off x="3349624" y="2185682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39"/>
                  </a:lnTo>
                </a:path>
                <a:path w="0" h="3175">
                  <a:moveTo>
                    <a:pt x="0" y="2539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1" name="object 261" descr=""/>
            <p:cNvSpPr/>
            <p:nvPr/>
          </p:nvSpPr>
          <p:spPr>
            <a:xfrm>
              <a:off x="3348989" y="218885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2" name="object 262" descr=""/>
            <p:cNvSpPr/>
            <p:nvPr/>
          </p:nvSpPr>
          <p:spPr>
            <a:xfrm>
              <a:off x="3349624" y="2190127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69"/>
                  </a:lnTo>
                </a:path>
                <a:path w="0" h="3175">
                  <a:moveTo>
                    <a:pt x="0" y="1904"/>
                  </a:moveTo>
                  <a:lnTo>
                    <a:pt x="0" y="2539"/>
                  </a:lnTo>
                </a:path>
                <a:path w="0" h="3175">
                  <a:moveTo>
                    <a:pt x="0" y="2539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3" name="object 263" descr=""/>
            <p:cNvSpPr/>
            <p:nvPr/>
          </p:nvSpPr>
          <p:spPr>
            <a:xfrm>
              <a:off x="3348989" y="2193302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4" name="object 264" descr=""/>
            <p:cNvSpPr/>
            <p:nvPr/>
          </p:nvSpPr>
          <p:spPr>
            <a:xfrm>
              <a:off x="3349624" y="2194572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5"/>
                  </a:lnTo>
                </a:path>
                <a:path w="0" h="3175">
                  <a:moveTo>
                    <a:pt x="0" y="635"/>
                  </a:moveTo>
                  <a:lnTo>
                    <a:pt x="0" y="1270"/>
                  </a:lnTo>
                </a:path>
                <a:path w="0" h="3175">
                  <a:moveTo>
                    <a:pt x="0" y="1905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5" name="object 265" descr=""/>
            <p:cNvSpPr/>
            <p:nvPr/>
          </p:nvSpPr>
          <p:spPr>
            <a:xfrm>
              <a:off x="3348989" y="219774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6" name="object 266" descr=""/>
            <p:cNvSpPr/>
            <p:nvPr/>
          </p:nvSpPr>
          <p:spPr>
            <a:xfrm>
              <a:off x="3349624" y="2199017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5"/>
                  </a:lnTo>
                </a:path>
                <a:path w="0" h="3175">
                  <a:moveTo>
                    <a:pt x="0" y="635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7" name="object 267" descr=""/>
            <p:cNvSpPr/>
            <p:nvPr/>
          </p:nvSpPr>
          <p:spPr>
            <a:xfrm>
              <a:off x="3348989" y="2202192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8" name="object 268" descr=""/>
            <p:cNvSpPr/>
            <p:nvPr/>
          </p:nvSpPr>
          <p:spPr>
            <a:xfrm>
              <a:off x="3349624" y="2203462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9" name="object 269" descr=""/>
            <p:cNvSpPr/>
            <p:nvPr/>
          </p:nvSpPr>
          <p:spPr>
            <a:xfrm>
              <a:off x="3348989" y="220663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0" name="object 270" descr=""/>
            <p:cNvSpPr/>
            <p:nvPr/>
          </p:nvSpPr>
          <p:spPr>
            <a:xfrm>
              <a:off x="3349624" y="2207907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39"/>
                  </a:lnTo>
                </a:path>
                <a:path w="0" h="3175">
                  <a:moveTo>
                    <a:pt x="0" y="2539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1" name="object 271" descr=""/>
            <p:cNvSpPr/>
            <p:nvPr/>
          </p:nvSpPr>
          <p:spPr>
            <a:xfrm>
              <a:off x="3348989" y="2211082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2" name="object 272" descr=""/>
            <p:cNvSpPr/>
            <p:nvPr/>
          </p:nvSpPr>
          <p:spPr>
            <a:xfrm>
              <a:off x="3349624" y="2212352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69"/>
                  </a:lnTo>
                </a:path>
                <a:path w="0" h="3175">
                  <a:moveTo>
                    <a:pt x="0" y="1904"/>
                  </a:moveTo>
                  <a:lnTo>
                    <a:pt x="0" y="2539"/>
                  </a:lnTo>
                </a:path>
                <a:path w="0" h="3175">
                  <a:moveTo>
                    <a:pt x="0" y="2539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3" name="object 273" descr=""/>
            <p:cNvSpPr/>
            <p:nvPr/>
          </p:nvSpPr>
          <p:spPr>
            <a:xfrm>
              <a:off x="3348989" y="221552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4" name="object 274" descr=""/>
            <p:cNvSpPr/>
            <p:nvPr/>
          </p:nvSpPr>
          <p:spPr>
            <a:xfrm>
              <a:off x="3349624" y="2216797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5"/>
                  </a:lnTo>
                </a:path>
                <a:path w="0" h="3175">
                  <a:moveTo>
                    <a:pt x="0" y="635"/>
                  </a:moveTo>
                  <a:lnTo>
                    <a:pt x="0" y="1270"/>
                  </a:lnTo>
                </a:path>
                <a:path w="0" h="3175">
                  <a:moveTo>
                    <a:pt x="0" y="1905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5" name="object 275" descr=""/>
            <p:cNvSpPr/>
            <p:nvPr/>
          </p:nvSpPr>
          <p:spPr>
            <a:xfrm>
              <a:off x="3348989" y="2219972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6" name="object 276" descr=""/>
            <p:cNvSpPr/>
            <p:nvPr/>
          </p:nvSpPr>
          <p:spPr>
            <a:xfrm>
              <a:off x="3349624" y="2221242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5"/>
                  </a:lnTo>
                </a:path>
                <a:path w="0" h="3175">
                  <a:moveTo>
                    <a:pt x="0" y="635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7" name="object 277" descr=""/>
            <p:cNvSpPr/>
            <p:nvPr/>
          </p:nvSpPr>
          <p:spPr>
            <a:xfrm>
              <a:off x="3348989" y="222441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8" name="object 278" descr=""/>
            <p:cNvSpPr/>
            <p:nvPr/>
          </p:nvSpPr>
          <p:spPr>
            <a:xfrm>
              <a:off x="3349624" y="2225687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9" name="object 279" descr=""/>
            <p:cNvSpPr/>
            <p:nvPr/>
          </p:nvSpPr>
          <p:spPr>
            <a:xfrm>
              <a:off x="3348989" y="2228862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0" name="object 280" descr=""/>
            <p:cNvSpPr/>
            <p:nvPr/>
          </p:nvSpPr>
          <p:spPr>
            <a:xfrm>
              <a:off x="3349624" y="2230132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39"/>
                  </a:lnTo>
                </a:path>
                <a:path w="0" h="3175">
                  <a:moveTo>
                    <a:pt x="0" y="2539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1" name="object 281" descr=""/>
            <p:cNvSpPr/>
            <p:nvPr/>
          </p:nvSpPr>
          <p:spPr>
            <a:xfrm>
              <a:off x="3348989" y="223330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2" name="object 282" descr=""/>
            <p:cNvSpPr/>
            <p:nvPr/>
          </p:nvSpPr>
          <p:spPr>
            <a:xfrm>
              <a:off x="3349624" y="2234577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69"/>
                  </a:lnTo>
                </a:path>
                <a:path w="0" h="3175">
                  <a:moveTo>
                    <a:pt x="0" y="1904"/>
                  </a:moveTo>
                  <a:lnTo>
                    <a:pt x="0" y="2539"/>
                  </a:lnTo>
                </a:path>
                <a:path w="0" h="3175">
                  <a:moveTo>
                    <a:pt x="0" y="2539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3" name="object 283" descr=""/>
            <p:cNvSpPr/>
            <p:nvPr/>
          </p:nvSpPr>
          <p:spPr>
            <a:xfrm>
              <a:off x="3348989" y="2237752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4" name="object 284" descr=""/>
            <p:cNvSpPr/>
            <p:nvPr/>
          </p:nvSpPr>
          <p:spPr>
            <a:xfrm>
              <a:off x="3349624" y="2239022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5"/>
                  </a:lnTo>
                </a:path>
                <a:path w="0" h="3175">
                  <a:moveTo>
                    <a:pt x="0" y="635"/>
                  </a:moveTo>
                  <a:lnTo>
                    <a:pt x="0" y="1270"/>
                  </a:lnTo>
                </a:path>
                <a:path w="0" h="3175">
                  <a:moveTo>
                    <a:pt x="0" y="1905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5" name="object 285" descr=""/>
            <p:cNvSpPr/>
            <p:nvPr/>
          </p:nvSpPr>
          <p:spPr>
            <a:xfrm>
              <a:off x="3348989" y="224219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6" name="object 286" descr=""/>
            <p:cNvSpPr/>
            <p:nvPr/>
          </p:nvSpPr>
          <p:spPr>
            <a:xfrm>
              <a:off x="3349624" y="2243467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5"/>
                  </a:lnTo>
                </a:path>
                <a:path w="0" h="3175">
                  <a:moveTo>
                    <a:pt x="0" y="635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7" name="object 287" descr=""/>
            <p:cNvSpPr/>
            <p:nvPr/>
          </p:nvSpPr>
          <p:spPr>
            <a:xfrm>
              <a:off x="3348989" y="2246642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8" name="object 288" descr=""/>
            <p:cNvSpPr/>
            <p:nvPr/>
          </p:nvSpPr>
          <p:spPr>
            <a:xfrm>
              <a:off x="3349624" y="2247912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9" name="object 289" descr=""/>
            <p:cNvSpPr/>
            <p:nvPr/>
          </p:nvSpPr>
          <p:spPr>
            <a:xfrm>
              <a:off x="3348989" y="225108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0" name="object 290" descr=""/>
            <p:cNvSpPr/>
            <p:nvPr/>
          </p:nvSpPr>
          <p:spPr>
            <a:xfrm>
              <a:off x="3349624" y="2252357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39"/>
                  </a:lnTo>
                </a:path>
                <a:path w="0" h="3175">
                  <a:moveTo>
                    <a:pt x="0" y="2539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1" name="object 291" descr=""/>
            <p:cNvSpPr/>
            <p:nvPr/>
          </p:nvSpPr>
          <p:spPr>
            <a:xfrm>
              <a:off x="3348989" y="2255532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2" name="object 292" descr=""/>
            <p:cNvSpPr/>
            <p:nvPr/>
          </p:nvSpPr>
          <p:spPr>
            <a:xfrm>
              <a:off x="3349624" y="2256802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69"/>
                  </a:lnTo>
                </a:path>
                <a:path w="0" h="3175">
                  <a:moveTo>
                    <a:pt x="0" y="1904"/>
                  </a:moveTo>
                  <a:lnTo>
                    <a:pt x="0" y="2539"/>
                  </a:lnTo>
                </a:path>
                <a:path w="0" h="3175">
                  <a:moveTo>
                    <a:pt x="0" y="2539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3" name="object 293" descr=""/>
            <p:cNvSpPr/>
            <p:nvPr/>
          </p:nvSpPr>
          <p:spPr>
            <a:xfrm>
              <a:off x="3348989" y="225997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4" name="object 294" descr=""/>
            <p:cNvSpPr/>
            <p:nvPr/>
          </p:nvSpPr>
          <p:spPr>
            <a:xfrm>
              <a:off x="3349624" y="2261247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5"/>
                  </a:lnTo>
                </a:path>
                <a:path w="0" h="3175">
                  <a:moveTo>
                    <a:pt x="0" y="635"/>
                  </a:moveTo>
                  <a:lnTo>
                    <a:pt x="0" y="1270"/>
                  </a:lnTo>
                </a:path>
                <a:path w="0" h="3175">
                  <a:moveTo>
                    <a:pt x="0" y="1905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5" name="object 295" descr=""/>
            <p:cNvSpPr/>
            <p:nvPr/>
          </p:nvSpPr>
          <p:spPr>
            <a:xfrm>
              <a:off x="3348989" y="2264422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6" name="object 296" descr=""/>
            <p:cNvSpPr/>
            <p:nvPr/>
          </p:nvSpPr>
          <p:spPr>
            <a:xfrm>
              <a:off x="3349624" y="2265692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5"/>
                  </a:lnTo>
                </a:path>
                <a:path w="0" h="3175">
                  <a:moveTo>
                    <a:pt x="0" y="635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7" name="object 297" descr=""/>
            <p:cNvSpPr/>
            <p:nvPr/>
          </p:nvSpPr>
          <p:spPr>
            <a:xfrm>
              <a:off x="3348989" y="226886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8" name="object 298" descr=""/>
            <p:cNvSpPr/>
            <p:nvPr/>
          </p:nvSpPr>
          <p:spPr>
            <a:xfrm>
              <a:off x="3349624" y="2270137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9" name="object 299" descr=""/>
            <p:cNvSpPr/>
            <p:nvPr/>
          </p:nvSpPr>
          <p:spPr>
            <a:xfrm>
              <a:off x="3348989" y="2273312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0" name="object 300" descr=""/>
            <p:cNvSpPr/>
            <p:nvPr/>
          </p:nvSpPr>
          <p:spPr>
            <a:xfrm>
              <a:off x="3349624" y="2274582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39"/>
                  </a:lnTo>
                </a:path>
                <a:path w="0" h="3175">
                  <a:moveTo>
                    <a:pt x="0" y="2539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1" name="object 301" descr=""/>
            <p:cNvSpPr/>
            <p:nvPr/>
          </p:nvSpPr>
          <p:spPr>
            <a:xfrm>
              <a:off x="3348989" y="227775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2" name="object 302" descr=""/>
            <p:cNvSpPr/>
            <p:nvPr/>
          </p:nvSpPr>
          <p:spPr>
            <a:xfrm>
              <a:off x="3349624" y="2279027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69"/>
                  </a:lnTo>
                </a:path>
                <a:path w="0" h="3175">
                  <a:moveTo>
                    <a:pt x="0" y="1904"/>
                  </a:moveTo>
                  <a:lnTo>
                    <a:pt x="0" y="2539"/>
                  </a:lnTo>
                </a:path>
                <a:path w="0" h="3175">
                  <a:moveTo>
                    <a:pt x="0" y="2539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3" name="object 303" descr=""/>
            <p:cNvSpPr/>
            <p:nvPr/>
          </p:nvSpPr>
          <p:spPr>
            <a:xfrm>
              <a:off x="3348989" y="2282202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4" name="object 304" descr=""/>
            <p:cNvSpPr/>
            <p:nvPr/>
          </p:nvSpPr>
          <p:spPr>
            <a:xfrm>
              <a:off x="3349624" y="2283472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5"/>
                  </a:lnTo>
                </a:path>
                <a:path w="0" h="3175">
                  <a:moveTo>
                    <a:pt x="0" y="635"/>
                  </a:moveTo>
                  <a:lnTo>
                    <a:pt x="0" y="1270"/>
                  </a:lnTo>
                </a:path>
                <a:path w="0" h="3175">
                  <a:moveTo>
                    <a:pt x="0" y="1905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5" name="object 305" descr=""/>
            <p:cNvSpPr/>
            <p:nvPr/>
          </p:nvSpPr>
          <p:spPr>
            <a:xfrm>
              <a:off x="3348989" y="228664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6" name="object 306" descr=""/>
            <p:cNvSpPr/>
            <p:nvPr/>
          </p:nvSpPr>
          <p:spPr>
            <a:xfrm>
              <a:off x="3349624" y="2287917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5"/>
                  </a:lnTo>
                </a:path>
                <a:path w="0" h="3175">
                  <a:moveTo>
                    <a:pt x="0" y="635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7" name="object 307" descr=""/>
            <p:cNvSpPr/>
            <p:nvPr/>
          </p:nvSpPr>
          <p:spPr>
            <a:xfrm>
              <a:off x="3348989" y="2291092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8" name="object 308" descr=""/>
            <p:cNvSpPr/>
            <p:nvPr/>
          </p:nvSpPr>
          <p:spPr>
            <a:xfrm>
              <a:off x="3349624" y="2292362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9" name="object 309" descr=""/>
            <p:cNvSpPr/>
            <p:nvPr/>
          </p:nvSpPr>
          <p:spPr>
            <a:xfrm>
              <a:off x="3348989" y="229553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0" name="object 310" descr=""/>
            <p:cNvSpPr/>
            <p:nvPr/>
          </p:nvSpPr>
          <p:spPr>
            <a:xfrm>
              <a:off x="3349624" y="2296807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39"/>
                  </a:lnTo>
                </a:path>
                <a:path w="0" h="3175">
                  <a:moveTo>
                    <a:pt x="0" y="2539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1" name="object 311" descr=""/>
            <p:cNvSpPr/>
            <p:nvPr/>
          </p:nvSpPr>
          <p:spPr>
            <a:xfrm>
              <a:off x="3348989" y="2299982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2" name="object 312" descr=""/>
            <p:cNvSpPr/>
            <p:nvPr/>
          </p:nvSpPr>
          <p:spPr>
            <a:xfrm>
              <a:off x="3349624" y="2301252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69"/>
                  </a:lnTo>
                </a:path>
                <a:path w="0" h="3175">
                  <a:moveTo>
                    <a:pt x="0" y="1904"/>
                  </a:moveTo>
                  <a:lnTo>
                    <a:pt x="0" y="2539"/>
                  </a:lnTo>
                </a:path>
                <a:path w="0" h="3175">
                  <a:moveTo>
                    <a:pt x="0" y="2539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3" name="object 313" descr=""/>
            <p:cNvSpPr/>
            <p:nvPr/>
          </p:nvSpPr>
          <p:spPr>
            <a:xfrm>
              <a:off x="3348989" y="230442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4" name="object 314" descr=""/>
            <p:cNvSpPr/>
            <p:nvPr/>
          </p:nvSpPr>
          <p:spPr>
            <a:xfrm>
              <a:off x="3349624" y="2305697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5"/>
                  </a:lnTo>
                </a:path>
                <a:path w="0" h="3175">
                  <a:moveTo>
                    <a:pt x="0" y="635"/>
                  </a:moveTo>
                  <a:lnTo>
                    <a:pt x="0" y="1270"/>
                  </a:lnTo>
                </a:path>
                <a:path w="0" h="3175">
                  <a:moveTo>
                    <a:pt x="0" y="1905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5" name="object 315" descr=""/>
            <p:cNvSpPr/>
            <p:nvPr/>
          </p:nvSpPr>
          <p:spPr>
            <a:xfrm>
              <a:off x="3348989" y="2308872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6" name="object 316" descr=""/>
            <p:cNvSpPr/>
            <p:nvPr/>
          </p:nvSpPr>
          <p:spPr>
            <a:xfrm>
              <a:off x="3349624" y="2310142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5"/>
                  </a:lnTo>
                </a:path>
                <a:path w="0" h="3175">
                  <a:moveTo>
                    <a:pt x="0" y="635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7" name="object 317" descr=""/>
            <p:cNvSpPr/>
            <p:nvPr/>
          </p:nvSpPr>
          <p:spPr>
            <a:xfrm>
              <a:off x="3348989" y="231331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8" name="object 318" descr=""/>
            <p:cNvSpPr/>
            <p:nvPr/>
          </p:nvSpPr>
          <p:spPr>
            <a:xfrm>
              <a:off x="3349624" y="2314587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9" name="object 319" descr=""/>
            <p:cNvSpPr/>
            <p:nvPr/>
          </p:nvSpPr>
          <p:spPr>
            <a:xfrm>
              <a:off x="3348989" y="2317762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0" name="object 320" descr=""/>
            <p:cNvSpPr/>
            <p:nvPr/>
          </p:nvSpPr>
          <p:spPr>
            <a:xfrm>
              <a:off x="3349624" y="2319032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39"/>
                  </a:lnTo>
                </a:path>
                <a:path w="0" h="3175">
                  <a:moveTo>
                    <a:pt x="0" y="2539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1" name="object 321" descr=""/>
            <p:cNvSpPr/>
            <p:nvPr/>
          </p:nvSpPr>
          <p:spPr>
            <a:xfrm>
              <a:off x="3348989" y="232220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2" name="object 322" descr=""/>
            <p:cNvSpPr/>
            <p:nvPr/>
          </p:nvSpPr>
          <p:spPr>
            <a:xfrm>
              <a:off x="3349624" y="2323477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69"/>
                  </a:lnTo>
                </a:path>
                <a:path w="0" h="3175">
                  <a:moveTo>
                    <a:pt x="0" y="1904"/>
                  </a:moveTo>
                  <a:lnTo>
                    <a:pt x="0" y="2539"/>
                  </a:lnTo>
                </a:path>
                <a:path w="0" h="3175">
                  <a:moveTo>
                    <a:pt x="0" y="2539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3" name="object 323" descr=""/>
            <p:cNvSpPr/>
            <p:nvPr/>
          </p:nvSpPr>
          <p:spPr>
            <a:xfrm>
              <a:off x="3348989" y="2326652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4" name="object 324" descr=""/>
            <p:cNvSpPr/>
            <p:nvPr/>
          </p:nvSpPr>
          <p:spPr>
            <a:xfrm>
              <a:off x="3349624" y="2327922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5"/>
                  </a:lnTo>
                </a:path>
                <a:path w="0" h="3175">
                  <a:moveTo>
                    <a:pt x="0" y="635"/>
                  </a:moveTo>
                  <a:lnTo>
                    <a:pt x="0" y="1270"/>
                  </a:lnTo>
                </a:path>
                <a:path w="0" h="3175">
                  <a:moveTo>
                    <a:pt x="0" y="1905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5" name="object 325" descr=""/>
            <p:cNvSpPr/>
            <p:nvPr/>
          </p:nvSpPr>
          <p:spPr>
            <a:xfrm>
              <a:off x="3348989" y="233109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6" name="object 326" descr=""/>
            <p:cNvSpPr/>
            <p:nvPr/>
          </p:nvSpPr>
          <p:spPr>
            <a:xfrm>
              <a:off x="3349624" y="2332367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5"/>
                  </a:lnTo>
                </a:path>
                <a:path w="0" h="3175">
                  <a:moveTo>
                    <a:pt x="0" y="635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7" name="object 327" descr=""/>
            <p:cNvSpPr/>
            <p:nvPr/>
          </p:nvSpPr>
          <p:spPr>
            <a:xfrm>
              <a:off x="3348989" y="2335542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8" name="object 328" descr=""/>
            <p:cNvSpPr/>
            <p:nvPr/>
          </p:nvSpPr>
          <p:spPr>
            <a:xfrm>
              <a:off x="3349624" y="2336812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9" name="object 329" descr=""/>
            <p:cNvSpPr/>
            <p:nvPr/>
          </p:nvSpPr>
          <p:spPr>
            <a:xfrm>
              <a:off x="3348989" y="233998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0" name="object 330" descr=""/>
            <p:cNvSpPr/>
            <p:nvPr/>
          </p:nvSpPr>
          <p:spPr>
            <a:xfrm>
              <a:off x="3349624" y="2341257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39"/>
                  </a:lnTo>
                </a:path>
                <a:path w="0" h="3175">
                  <a:moveTo>
                    <a:pt x="0" y="2539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1" name="object 331" descr=""/>
            <p:cNvSpPr/>
            <p:nvPr/>
          </p:nvSpPr>
          <p:spPr>
            <a:xfrm>
              <a:off x="3348989" y="2344432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2" name="object 332" descr=""/>
            <p:cNvSpPr/>
            <p:nvPr/>
          </p:nvSpPr>
          <p:spPr>
            <a:xfrm>
              <a:off x="3349624" y="2345702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69"/>
                  </a:lnTo>
                </a:path>
                <a:path w="0" h="3175">
                  <a:moveTo>
                    <a:pt x="0" y="1904"/>
                  </a:moveTo>
                  <a:lnTo>
                    <a:pt x="0" y="2539"/>
                  </a:lnTo>
                </a:path>
                <a:path w="0" h="3175">
                  <a:moveTo>
                    <a:pt x="0" y="2539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3" name="object 333" descr=""/>
            <p:cNvSpPr/>
            <p:nvPr/>
          </p:nvSpPr>
          <p:spPr>
            <a:xfrm>
              <a:off x="3348989" y="234887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4" name="object 334" descr=""/>
            <p:cNvSpPr/>
            <p:nvPr/>
          </p:nvSpPr>
          <p:spPr>
            <a:xfrm>
              <a:off x="3349624" y="2350147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5"/>
                  </a:lnTo>
                </a:path>
                <a:path w="0" h="3175">
                  <a:moveTo>
                    <a:pt x="0" y="635"/>
                  </a:moveTo>
                  <a:lnTo>
                    <a:pt x="0" y="1270"/>
                  </a:lnTo>
                </a:path>
                <a:path w="0" h="3175">
                  <a:moveTo>
                    <a:pt x="0" y="1905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5" name="object 335" descr=""/>
            <p:cNvSpPr/>
            <p:nvPr/>
          </p:nvSpPr>
          <p:spPr>
            <a:xfrm>
              <a:off x="3348989" y="2353322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6" name="object 336" descr=""/>
            <p:cNvSpPr/>
            <p:nvPr/>
          </p:nvSpPr>
          <p:spPr>
            <a:xfrm>
              <a:off x="3349624" y="2354592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5"/>
                  </a:lnTo>
                </a:path>
                <a:path w="0" h="3175">
                  <a:moveTo>
                    <a:pt x="0" y="635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7" name="object 337" descr=""/>
            <p:cNvSpPr/>
            <p:nvPr/>
          </p:nvSpPr>
          <p:spPr>
            <a:xfrm>
              <a:off x="3348989" y="235776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8" name="object 338" descr=""/>
            <p:cNvSpPr/>
            <p:nvPr/>
          </p:nvSpPr>
          <p:spPr>
            <a:xfrm>
              <a:off x="3349624" y="2359037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9" name="object 339" descr=""/>
            <p:cNvSpPr/>
            <p:nvPr/>
          </p:nvSpPr>
          <p:spPr>
            <a:xfrm>
              <a:off x="3348989" y="2362212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0" name="object 340" descr=""/>
            <p:cNvSpPr/>
            <p:nvPr/>
          </p:nvSpPr>
          <p:spPr>
            <a:xfrm>
              <a:off x="3349624" y="2363482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39"/>
                  </a:lnTo>
                </a:path>
                <a:path w="0" h="3175">
                  <a:moveTo>
                    <a:pt x="0" y="2539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1" name="object 341" descr=""/>
            <p:cNvSpPr/>
            <p:nvPr/>
          </p:nvSpPr>
          <p:spPr>
            <a:xfrm>
              <a:off x="3348989" y="236665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2" name="object 342" descr=""/>
            <p:cNvSpPr/>
            <p:nvPr/>
          </p:nvSpPr>
          <p:spPr>
            <a:xfrm>
              <a:off x="3349624" y="2367927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69"/>
                  </a:lnTo>
                </a:path>
                <a:path w="0" h="3175">
                  <a:moveTo>
                    <a:pt x="0" y="1904"/>
                  </a:moveTo>
                  <a:lnTo>
                    <a:pt x="0" y="2539"/>
                  </a:lnTo>
                </a:path>
                <a:path w="0" h="3175">
                  <a:moveTo>
                    <a:pt x="0" y="2539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3" name="object 343" descr=""/>
            <p:cNvSpPr/>
            <p:nvPr/>
          </p:nvSpPr>
          <p:spPr>
            <a:xfrm>
              <a:off x="3348989" y="2371102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4" name="object 344" descr=""/>
            <p:cNvSpPr/>
            <p:nvPr/>
          </p:nvSpPr>
          <p:spPr>
            <a:xfrm>
              <a:off x="3349624" y="2372372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5"/>
                  </a:lnTo>
                </a:path>
                <a:path w="0" h="3175">
                  <a:moveTo>
                    <a:pt x="0" y="635"/>
                  </a:moveTo>
                  <a:lnTo>
                    <a:pt x="0" y="1270"/>
                  </a:lnTo>
                </a:path>
                <a:path w="0" h="3175">
                  <a:moveTo>
                    <a:pt x="0" y="1905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5" name="object 345" descr=""/>
            <p:cNvSpPr/>
            <p:nvPr/>
          </p:nvSpPr>
          <p:spPr>
            <a:xfrm>
              <a:off x="3348989" y="237554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6" name="object 346" descr=""/>
            <p:cNvSpPr/>
            <p:nvPr/>
          </p:nvSpPr>
          <p:spPr>
            <a:xfrm>
              <a:off x="3349624" y="2376817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5"/>
                  </a:lnTo>
                </a:path>
                <a:path w="0" h="3175">
                  <a:moveTo>
                    <a:pt x="0" y="635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7" name="object 347" descr=""/>
            <p:cNvSpPr/>
            <p:nvPr/>
          </p:nvSpPr>
          <p:spPr>
            <a:xfrm>
              <a:off x="3348989" y="2379992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8" name="object 348" descr=""/>
            <p:cNvSpPr/>
            <p:nvPr/>
          </p:nvSpPr>
          <p:spPr>
            <a:xfrm>
              <a:off x="3349624" y="2381262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9" name="object 349" descr=""/>
            <p:cNvSpPr/>
            <p:nvPr/>
          </p:nvSpPr>
          <p:spPr>
            <a:xfrm>
              <a:off x="3348989" y="238443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0" name="object 350" descr=""/>
            <p:cNvSpPr/>
            <p:nvPr/>
          </p:nvSpPr>
          <p:spPr>
            <a:xfrm>
              <a:off x="3349624" y="2385707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39"/>
                  </a:lnTo>
                </a:path>
                <a:path w="0" h="3175">
                  <a:moveTo>
                    <a:pt x="0" y="2539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1" name="object 351" descr=""/>
            <p:cNvSpPr/>
            <p:nvPr/>
          </p:nvSpPr>
          <p:spPr>
            <a:xfrm>
              <a:off x="3348989" y="2388882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2" name="object 352" descr=""/>
            <p:cNvSpPr/>
            <p:nvPr/>
          </p:nvSpPr>
          <p:spPr>
            <a:xfrm>
              <a:off x="3349624" y="2390152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69"/>
                  </a:lnTo>
                </a:path>
                <a:path w="0" h="3175">
                  <a:moveTo>
                    <a:pt x="0" y="1904"/>
                  </a:moveTo>
                  <a:lnTo>
                    <a:pt x="0" y="2539"/>
                  </a:lnTo>
                </a:path>
                <a:path w="0" h="3175">
                  <a:moveTo>
                    <a:pt x="0" y="2539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3" name="object 353" descr=""/>
            <p:cNvSpPr/>
            <p:nvPr/>
          </p:nvSpPr>
          <p:spPr>
            <a:xfrm>
              <a:off x="3348989" y="239332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4" name="object 354" descr=""/>
            <p:cNvSpPr/>
            <p:nvPr/>
          </p:nvSpPr>
          <p:spPr>
            <a:xfrm>
              <a:off x="3349624" y="2394597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5"/>
                  </a:lnTo>
                </a:path>
                <a:path w="0" h="3175">
                  <a:moveTo>
                    <a:pt x="0" y="635"/>
                  </a:moveTo>
                  <a:lnTo>
                    <a:pt x="0" y="1270"/>
                  </a:lnTo>
                </a:path>
                <a:path w="0" h="3175">
                  <a:moveTo>
                    <a:pt x="0" y="1905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5" name="object 355" descr=""/>
            <p:cNvSpPr/>
            <p:nvPr/>
          </p:nvSpPr>
          <p:spPr>
            <a:xfrm>
              <a:off x="3348989" y="2397772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6" name="object 356" descr=""/>
            <p:cNvSpPr/>
            <p:nvPr/>
          </p:nvSpPr>
          <p:spPr>
            <a:xfrm>
              <a:off x="3349624" y="2399042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5"/>
                  </a:lnTo>
                </a:path>
                <a:path w="0" h="3175">
                  <a:moveTo>
                    <a:pt x="0" y="635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7" name="object 357" descr=""/>
            <p:cNvSpPr/>
            <p:nvPr/>
          </p:nvSpPr>
          <p:spPr>
            <a:xfrm>
              <a:off x="3348989" y="240221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8" name="object 358" descr=""/>
            <p:cNvSpPr/>
            <p:nvPr/>
          </p:nvSpPr>
          <p:spPr>
            <a:xfrm>
              <a:off x="3349624" y="2403487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9" name="object 359" descr=""/>
            <p:cNvSpPr/>
            <p:nvPr/>
          </p:nvSpPr>
          <p:spPr>
            <a:xfrm>
              <a:off x="3348989" y="2406662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0" name="object 360" descr=""/>
            <p:cNvSpPr/>
            <p:nvPr/>
          </p:nvSpPr>
          <p:spPr>
            <a:xfrm>
              <a:off x="3349624" y="2407932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39"/>
                  </a:lnTo>
                </a:path>
                <a:path w="0" h="3175">
                  <a:moveTo>
                    <a:pt x="0" y="2539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1" name="object 361" descr=""/>
            <p:cNvSpPr/>
            <p:nvPr/>
          </p:nvSpPr>
          <p:spPr>
            <a:xfrm>
              <a:off x="3348989" y="241110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2" name="object 362" descr=""/>
            <p:cNvSpPr/>
            <p:nvPr/>
          </p:nvSpPr>
          <p:spPr>
            <a:xfrm>
              <a:off x="3349624" y="2412377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69"/>
                  </a:lnTo>
                </a:path>
                <a:path w="0" h="3175">
                  <a:moveTo>
                    <a:pt x="0" y="1904"/>
                  </a:moveTo>
                  <a:lnTo>
                    <a:pt x="0" y="2539"/>
                  </a:lnTo>
                </a:path>
                <a:path w="0" h="3175">
                  <a:moveTo>
                    <a:pt x="0" y="2539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3" name="object 363" descr=""/>
            <p:cNvSpPr/>
            <p:nvPr/>
          </p:nvSpPr>
          <p:spPr>
            <a:xfrm>
              <a:off x="3348989" y="2415552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4" name="object 364" descr=""/>
            <p:cNvSpPr/>
            <p:nvPr/>
          </p:nvSpPr>
          <p:spPr>
            <a:xfrm>
              <a:off x="3349624" y="2416822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5"/>
                  </a:lnTo>
                </a:path>
                <a:path w="0" h="3175">
                  <a:moveTo>
                    <a:pt x="0" y="635"/>
                  </a:moveTo>
                  <a:lnTo>
                    <a:pt x="0" y="1270"/>
                  </a:lnTo>
                </a:path>
                <a:path w="0" h="3175">
                  <a:moveTo>
                    <a:pt x="0" y="1905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5" name="object 365" descr=""/>
            <p:cNvSpPr/>
            <p:nvPr/>
          </p:nvSpPr>
          <p:spPr>
            <a:xfrm>
              <a:off x="3348989" y="241999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6" name="object 366" descr=""/>
            <p:cNvSpPr/>
            <p:nvPr/>
          </p:nvSpPr>
          <p:spPr>
            <a:xfrm>
              <a:off x="3349624" y="2421267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5"/>
                  </a:lnTo>
                </a:path>
                <a:path w="0" h="3175">
                  <a:moveTo>
                    <a:pt x="0" y="635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7" name="object 367" descr=""/>
            <p:cNvSpPr/>
            <p:nvPr/>
          </p:nvSpPr>
          <p:spPr>
            <a:xfrm>
              <a:off x="3348989" y="2424442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8" name="object 368" descr=""/>
            <p:cNvSpPr/>
            <p:nvPr/>
          </p:nvSpPr>
          <p:spPr>
            <a:xfrm>
              <a:off x="3349624" y="2425712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9" name="object 369" descr=""/>
            <p:cNvSpPr/>
            <p:nvPr/>
          </p:nvSpPr>
          <p:spPr>
            <a:xfrm>
              <a:off x="3348989" y="242888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0" name="object 370" descr=""/>
            <p:cNvSpPr/>
            <p:nvPr/>
          </p:nvSpPr>
          <p:spPr>
            <a:xfrm>
              <a:off x="3349624" y="2430157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39"/>
                  </a:lnTo>
                </a:path>
                <a:path w="0" h="3175">
                  <a:moveTo>
                    <a:pt x="0" y="2539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1" name="object 371" descr=""/>
            <p:cNvSpPr/>
            <p:nvPr/>
          </p:nvSpPr>
          <p:spPr>
            <a:xfrm>
              <a:off x="3348989" y="2433332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2" name="object 372" descr=""/>
            <p:cNvSpPr/>
            <p:nvPr/>
          </p:nvSpPr>
          <p:spPr>
            <a:xfrm>
              <a:off x="3349624" y="2434602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69"/>
                  </a:lnTo>
                </a:path>
                <a:path w="0" h="3175">
                  <a:moveTo>
                    <a:pt x="0" y="1904"/>
                  </a:moveTo>
                  <a:lnTo>
                    <a:pt x="0" y="2539"/>
                  </a:lnTo>
                </a:path>
                <a:path w="0" h="3175">
                  <a:moveTo>
                    <a:pt x="0" y="2539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3" name="object 373" descr=""/>
            <p:cNvSpPr/>
            <p:nvPr/>
          </p:nvSpPr>
          <p:spPr>
            <a:xfrm>
              <a:off x="3348989" y="243777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4" name="object 374" descr=""/>
            <p:cNvSpPr/>
            <p:nvPr/>
          </p:nvSpPr>
          <p:spPr>
            <a:xfrm>
              <a:off x="3349624" y="2439047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5"/>
                  </a:lnTo>
                </a:path>
                <a:path w="0" h="3175">
                  <a:moveTo>
                    <a:pt x="0" y="635"/>
                  </a:moveTo>
                  <a:lnTo>
                    <a:pt x="0" y="1270"/>
                  </a:lnTo>
                </a:path>
                <a:path w="0" h="3175">
                  <a:moveTo>
                    <a:pt x="0" y="1905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5" name="object 375" descr=""/>
            <p:cNvSpPr/>
            <p:nvPr/>
          </p:nvSpPr>
          <p:spPr>
            <a:xfrm>
              <a:off x="3348989" y="2442222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6" name="object 376" descr=""/>
            <p:cNvSpPr/>
            <p:nvPr/>
          </p:nvSpPr>
          <p:spPr>
            <a:xfrm>
              <a:off x="3349624" y="2443492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5"/>
                  </a:lnTo>
                </a:path>
                <a:path w="0" h="3175">
                  <a:moveTo>
                    <a:pt x="0" y="635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7" name="object 377" descr=""/>
            <p:cNvSpPr/>
            <p:nvPr/>
          </p:nvSpPr>
          <p:spPr>
            <a:xfrm>
              <a:off x="3348989" y="244666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8" name="object 378" descr=""/>
            <p:cNvSpPr/>
            <p:nvPr/>
          </p:nvSpPr>
          <p:spPr>
            <a:xfrm>
              <a:off x="3349624" y="2447937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9" name="object 379" descr=""/>
            <p:cNvSpPr/>
            <p:nvPr/>
          </p:nvSpPr>
          <p:spPr>
            <a:xfrm>
              <a:off x="3348989" y="2451112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0" name="object 380" descr=""/>
            <p:cNvSpPr/>
            <p:nvPr/>
          </p:nvSpPr>
          <p:spPr>
            <a:xfrm>
              <a:off x="3349624" y="2452382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39"/>
                  </a:lnTo>
                </a:path>
                <a:path w="0" h="3175">
                  <a:moveTo>
                    <a:pt x="0" y="2539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1" name="object 381" descr=""/>
            <p:cNvSpPr/>
            <p:nvPr/>
          </p:nvSpPr>
          <p:spPr>
            <a:xfrm>
              <a:off x="3348989" y="245555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2" name="object 382" descr=""/>
            <p:cNvSpPr/>
            <p:nvPr/>
          </p:nvSpPr>
          <p:spPr>
            <a:xfrm>
              <a:off x="3349624" y="2456827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69"/>
                  </a:lnTo>
                </a:path>
                <a:path w="0" h="3175">
                  <a:moveTo>
                    <a:pt x="0" y="1904"/>
                  </a:moveTo>
                  <a:lnTo>
                    <a:pt x="0" y="2539"/>
                  </a:lnTo>
                </a:path>
                <a:path w="0" h="3175">
                  <a:moveTo>
                    <a:pt x="0" y="2539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3" name="object 383" descr=""/>
            <p:cNvSpPr/>
            <p:nvPr/>
          </p:nvSpPr>
          <p:spPr>
            <a:xfrm>
              <a:off x="3348989" y="2460002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4" name="object 384" descr=""/>
            <p:cNvSpPr/>
            <p:nvPr/>
          </p:nvSpPr>
          <p:spPr>
            <a:xfrm>
              <a:off x="3349624" y="2461272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5"/>
                  </a:lnTo>
                </a:path>
                <a:path w="0" h="3175">
                  <a:moveTo>
                    <a:pt x="0" y="635"/>
                  </a:moveTo>
                  <a:lnTo>
                    <a:pt x="0" y="1270"/>
                  </a:lnTo>
                </a:path>
                <a:path w="0" h="3175">
                  <a:moveTo>
                    <a:pt x="0" y="1905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5" name="object 385" descr=""/>
            <p:cNvSpPr/>
            <p:nvPr/>
          </p:nvSpPr>
          <p:spPr>
            <a:xfrm>
              <a:off x="3348989" y="246444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6" name="object 386" descr=""/>
            <p:cNvSpPr/>
            <p:nvPr/>
          </p:nvSpPr>
          <p:spPr>
            <a:xfrm>
              <a:off x="3349624" y="2465717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5"/>
                  </a:lnTo>
                </a:path>
                <a:path w="0" h="3175">
                  <a:moveTo>
                    <a:pt x="0" y="635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7" name="object 387" descr=""/>
            <p:cNvSpPr/>
            <p:nvPr/>
          </p:nvSpPr>
          <p:spPr>
            <a:xfrm>
              <a:off x="3348989" y="2468892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8" name="object 388" descr=""/>
            <p:cNvSpPr/>
            <p:nvPr/>
          </p:nvSpPr>
          <p:spPr>
            <a:xfrm>
              <a:off x="3349624" y="2470162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9" name="object 389" descr=""/>
            <p:cNvSpPr/>
            <p:nvPr/>
          </p:nvSpPr>
          <p:spPr>
            <a:xfrm>
              <a:off x="3348989" y="247333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0" name="object 390" descr=""/>
            <p:cNvSpPr/>
            <p:nvPr/>
          </p:nvSpPr>
          <p:spPr>
            <a:xfrm>
              <a:off x="3349624" y="2474607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39"/>
                  </a:lnTo>
                </a:path>
                <a:path w="0" h="3175">
                  <a:moveTo>
                    <a:pt x="0" y="2539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1" name="object 391" descr=""/>
            <p:cNvSpPr/>
            <p:nvPr/>
          </p:nvSpPr>
          <p:spPr>
            <a:xfrm>
              <a:off x="3348989" y="2477782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2" name="object 392" descr=""/>
            <p:cNvSpPr/>
            <p:nvPr/>
          </p:nvSpPr>
          <p:spPr>
            <a:xfrm>
              <a:off x="3349624" y="2479052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69"/>
                  </a:lnTo>
                </a:path>
                <a:path w="0" h="3175">
                  <a:moveTo>
                    <a:pt x="0" y="1904"/>
                  </a:moveTo>
                  <a:lnTo>
                    <a:pt x="0" y="2539"/>
                  </a:lnTo>
                </a:path>
                <a:path w="0" h="3175">
                  <a:moveTo>
                    <a:pt x="0" y="2539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3" name="object 393" descr=""/>
            <p:cNvSpPr/>
            <p:nvPr/>
          </p:nvSpPr>
          <p:spPr>
            <a:xfrm>
              <a:off x="3348989" y="248222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4" name="object 394" descr=""/>
            <p:cNvSpPr/>
            <p:nvPr/>
          </p:nvSpPr>
          <p:spPr>
            <a:xfrm>
              <a:off x="3349624" y="2483497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5"/>
                  </a:lnTo>
                </a:path>
                <a:path w="0" h="3175">
                  <a:moveTo>
                    <a:pt x="0" y="635"/>
                  </a:moveTo>
                  <a:lnTo>
                    <a:pt x="0" y="1270"/>
                  </a:lnTo>
                </a:path>
                <a:path w="0" h="3175">
                  <a:moveTo>
                    <a:pt x="0" y="1905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5" name="object 395" descr=""/>
            <p:cNvSpPr/>
            <p:nvPr/>
          </p:nvSpPr>
          <p:spPr>
            <a:xfrm>
              <a:off x="3348989" y="2486672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6" name="object 396" descr=""/>
            <p:cNvSpPr/>
            <p:nvPr/>
          </p:nvSpPr>
          <p:spPr>
            <a:xfrm>
              <a:off x="3349624" y="2487942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5"/>
                  </a:lnTo>
                </a:path>
                <a:path w="0" h="3175">
                  <a:moveTo>
                    <a:pt x="0" y="635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7" name="object 397" descr=""/>
            <p:cNvSpPr/>
            <p:nvPr/>
          </p:nvSpPr>
          <p:spPr>
            <a:xfrm>
              <a:off x="3348989" y="249111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8" name="object 398" descr=""/>
            <p:cNvSpPr/>
            <p:nvPr/>
          </p:nvSpPr>
          <p:spPr>
            <a:xfrm>
              <a:off x="3349624" y="2492387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9" name="object 399" descr=""/>
            <p:cNvSpPr/>
            <p:nvPr/>
          </p:nvSpPr>
          <p:spPr>
            <a:xfrm>
              <a:off x="3348989" y="2495562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0" name="object 400" descr=""/>
            <p:cNvSpPr/>
            <p:nvPr/>
          </p:nvSpPr>
          <p:spPr>
            <a:xfrm>
              <a:off x="3349624" y="2496832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39"/>
                  </a:lnTo>
                </a:path>
                <a:path w="0" h="3175">
                  <a:moveTo>
                    <a:pt x="0" y="2539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1" name="object 401" descr=""/>
            <p:cNvSpPr/>
            <p:nvPr/>
          </p:nvSpPr>
          <p:spPr>
            <a:xfrm>
              <a:off x="3348989" y="250000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2" name="object 402" descr=""/>
            <p:cNvSpPr/>
            <p:nvPr/>
          </p:nvSpPr>
          <p:spPr>
            <a:xfrm>
              <a:off x="3349624" y="2501277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69"/>
                  </a:lnTo>
                </a:path>
                <a:path w="0" h="3175">
                  <a:moveTo>
                    <a:pt x="0" y="1904"/>
                  </a:moveTo>
                  <a:lnTo>
                    <a:pt x="0" y="2539"/>
                  </a:lnTo>
                </a:path>
                <a:path w="0" h="3175">
                  <a:moveTo>
                    <a:pt x="0" y="2539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3" name="object 403" descr=""/>
            <p:cNvSpPr/>
            <p:nvPr/>
          </p:nvSpPr>
          <p:spPr>
            <a:xfrm>
              <a:off x="3348989" y="2504452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4" name="object 404" descr=""/>
            <p:cNvSpPr/>
            <p:nvPr/>
          </p:nvSpPr>
          <p:spPr>
            <a:xfrm>
              <a:off x="3349624" y="2505722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5"/>
                  </a:lnTo>
                </a:path>
                <a:path w="0" h="3175">
                  <a:moveTo>
                    <a:pt x="0" y="635"/>
                  </a:moveTo>
                  <a:lnTo>
                    <a:pt x="0" y="1270"/>
                  </a:lnTo>
                </a:path>
                <a:path w="0" h="3175">
                  <a:moveTo>
                    <a:pt x="0" y="1905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5" name="object 405" descr=""/>
            <p:cNvSpPr/>
            <p:nvPr/>
          </p:nvSpPr>
          <p:spPr>
            <a:xfrm>
              <a:off x="3348989" y="250889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6" name="object 406" descr=""/>
            <p:cNvSpPr/>
            <p:nvPr/>
          </p:nvSpPr>
          <p:spPr>
            <a:xfrm>
              <a:off x="3349624" y="2510167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5"/>
                  </a:lnTo>
                </a:path>
                <a:path w="0" h="3175">
                  <a:moveTo>
                    <a:pt x="0" y="635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7" name="object 407" descr=""/>
            <p:cNvSpPr/>
            <p:nvPr/>
          </p:nvSpPr>
          <p:spPr>
            <a:xfrm>
              <a:off x="3348989" y="2513342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8" name="object 408" descr=""/>
            <p:cNvSpPr/>
            <p:nvPr/>
          </p:nvSpPr>
          <p:spPr>
            <a:xfrm>
              <a:off x="3349624" y="2514612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9" name="object 409" descr=""/>
            <p:cNvSpPr/>
            <p:nvPr/>
          </p:nvSpPr>
          <p:spPr>
            <a:xfrm>
              <a:off x="3348989" y="251778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0" name="object 410" descr=""/>
            <p:cNvSpPr/>
            <p:nvPr/>
          </p:nvSpPr>
          <p:spPr>
            <a:xfrm>
              <a:off x="3349624" y="2519057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39"/>
                  </a:lnTo>
                </a:path>
                <a:path w="0" h="3175">
                  <a:moveTo>
                    <a:pt x="0" y="2539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1" name="object 411" descr=""/>
            <p:cNvSpPr/>
            <p:nvPr/>
          </p:nvSpPr>
          <p:spPr>
            <a:xfrm>
              <a:off x="3348989" y="2522232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2" name="object 412" descr=""/>
            <p:cNvSpPr/>
            <p:nvPr/>
          </p:nvSpPr>
          <p:spPr>
            <a:xfrm>
              <a:off x="3349624" y="2523502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69"/>
                  </a:lnTo>
                </a:path>
                <a:path w="0" h="3175">
                  <a:moveTo>
                    <a:pt x="0" y="1904"/>
                  </a:moveTo>
                  <a:lnTo>
                    <a:pt x="0" y="2539"/>
                  </a:lnTo>
                </a:path>
                <a:path w="0" h="3175">
                  <a:moveTo>
                    <a:pt x="0" y="2539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3" name="object 413" descr=""/>
            <p:cNvSpPr/>
            <p:nvPr/>
          </p:nvSpPr>
          <p:spPr>
            <a:xfrm>
              <a:off x="3348989" y="252667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4" name="object 414" descr=""/>
            <p:cNvSpPr/>
            <p:nvPr/>
          </p:nvSpPr>
          <p:spPr>
            <a:xfrm>
              <a:off x="3349624" y="2527947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5"/>
                  </a:lnTo>
                </a:path>
                <a:path w="0" h="3175">
                  <a:moveTo>
                    <a:pt x="0" y="635"/>
                  </a:moveTo>
                  <a:lnTo>
                    <a:pt x="0" y="1270"/>
                  </a:lnTo>
                </a:path>
                <a:path w="0" h="3175">
                  <a:moveTo>
                    <a:pt x="0" y="1905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5" name="object 415" descr=""/>
            <p:cNvSpPr/>
            <p:nvPr/>
          </p:nvSpPr>
          <p:spPr>
            <a:xfrm>
              <a:off x="3348989" y="2531122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6" name="object 416" descr=""/>
            <p:cNvSpPr/>
            <p:nvPr/>
          </p:nvSpPr>
          <p:spPr>
            <a:xfrm>
              <a:off x="3349624" y="2532392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5"/>
                  </a:lnTo>
                </a:path>
                <a:path w="0" h="3175">
                  <a:moveTo>
                    <a:pt x="0" y="635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7" name="object 417" descr=""/>
            <p:cNvSpPr/>
            <p:nvPr/>
          </p:nvSpPr>
          <p:spPr>
            <a:xfrm>
              <a:off x="3348989" y="253556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8" name="object 418" descr=""/>
            <p:cNvSpPr/>
            <p:nvPr/>
          </p:nvSpPr>
          <p:spPr>
            <a:xfrm>
              <a:off x="3349624" y="2536837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9" name="object 419" descr=""/>
            <p:cNvSpPr/>
            <p:nvPr/>
          </p:nvSpPr>
          <p:spPr>
            <a:xfrm>
              <a:off x="3348989" y="2540012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0" name="object 420" descr=""/>
            <p:cNvSpPr/>
            <p:nvPr/>
          </p:nvSpPr>
          <p:spPr>
            <a:xfrm>
              <a:off x="3349624" y="2541282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39"/>
                  </a:lnTo>
                </a:path>
                <a:path w="0" h="3175">
                  <a:moveTo>
                    <a:pt x="0" y="2539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1" name="object 421" descr=""/>
            <p:cNvSpPr/>
            <p:nvPr/>
          </p:nvSpPr>
          <p:spPr>
            <a:xfrm>
              <a:off x="3348989" y="254445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2" name="object 422" descr=""/>
            <p:cNvSpPr/>
            <p:nvPr/>
          </p:nvSpPr>
          <p:spPr>
            <a:xfrm>
              <a:off x="3349624" y="2545727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69"/>
                  </a:lnTo>
                </a:path>
                <a:path w="0" h="3175">
                  <a:moveTo>
                    <a:pt x="0" y="1904"/>
                  </a:moveTo>
                  <a:lnTo>
                    <a:pt x="0" y="2539"/>
                  </a:lnTo>
                </a:path>
                <a:path w="0" h="3175">
                  <a:moveTo>
                    <a:pt x="0" y="2539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3" name="object 423" descr=""/>
            <p:cNvSpPr/>
            <p:nvPr/>
          </p:nvSpPr>
          <p:spPr>
            <a:xfrm>
              <a:off x="3348989" y="2548902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4" name="object 424" descr=""/>
            <p:cNvSpPr/>
            <p:nvPr/>
          </p:nvSpPr>
          <p:spPr>
            <a:xfrm>
              <a:off x="3349624" y="2550172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5"/>
                  </a:lnTo>
                </a:path>
                <a:path w="0" h="3175">
                  <a:moveTo>
                    <a:pt x="0" y="635"/>
                  </a:moveTo>
                  <a:lnTo>
                    <a:pt x="0" y="1270"/>
                  </a:lnTo>
                </a:path>
                <a:path w="0" h="3175">
                  <a:moveTo>
                    <a:pt x="0" y="1905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5" name="object 425" descr=""/>
            <p:cNvSpPr/>
            <p:nvPr/>
          </p:nvSpPr>
          <p:spPr>
            <a:xfrm>
              <a:off x="3348989" y="255334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6" name="object 426" descr=""/>
            <p:cNvSpPr/>
            <p:nvPr/>
          </p:nvSpPr>
          <p:spPr>
            <a:xfrm>
              <a:off x="3349624" y="2554617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5"/>
                  </a:lnTo>
                </a:path>
                <a:path w="0" h="3175">
                  <a:moveTo>
                    <a:pt x="0" y="635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7" name="object 427" descr=""/>
            <p:cNvSpPr/>
            <p:nvPr/>
          </p:nvSpPr>
          <p:spPr>
            <a:xfrm>
              <a:off x="3348989" y="2557792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8" name="object 428" descr=""/>
            <p:cNvSpPr/>
            <p:nvPr/>
          </p:nvSpPr>
          <p:spPr>
            <a:xfrm>
              <a:off x="3349624" y="2559062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9" name="object 429" descr=""/>
            <p:cNvSpPr/>
            <p:nvPr/>
          </p:nvSpPr>
          <p:spPr>
            <a:xfrm>
              <a:off x="3348989" y="256223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0" name="object 430" descr=""/>
            <p:cNvSpPr/>
            <p:nvPr/>
          </p:nvSpPr>
          <p:spPr>
            <a:xfrm>
              <a:off x="3349624" y="2563507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39"/>
                  </a:lnTo>
                </a:path>
                <a:path w="0" h="3175">
                  <a:moveTo>
                    <a:pt x="0" y="2539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1" name="object 431" descr=""/>
            <p:cNvSpPr/>
            <p:nvPr/>
          </p:nvSpPr>
          <p:spPr>
            <a:xfrm>
              <a:off x="3348989" y="2566682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2" name="object 432" descr=""/>
            <p:cNvSpPr/>
            <p:nvPr/>
          </p:nvSpPr>
          <p:spPr>
            <a:xfrm>
              <a:off x="3349624" y="2567952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69"/>
                  </a:lnTo>
                </a:path>
                <a:path w="0" h="3175">
                  <a:moveTo>
                    <a:pt x="0" y="1904"/>
                  </a:moveTo>
                  <a:lnTo>
                    <a:pt x="0" y="2539"/>
                  </a:lnTo>
                </a:path>
                <a:path w="0" h="3175">
                  <a:moveTo>
                    <a:pt x="0" y="2539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3" name="object 433" descr=""/>
            <p:cNvSpPr/>
            <p:nvPr/>
          </p:nvSpPr>
          <p:spPr>
            <a:xfrm>
              <a:off x="3348989" y="257112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4" name="object 434" descr=""/>
            <p:cNvSpPr/>
            <p:nvPr/>
          </p:nvSpPr>
          <p:spPr>
            <a:xfrm>
              <a:off x="3349624" y="2572397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5"/>
                  </a:lnTo>
                </a:path>
                <a:path w="0" h="3175">
                  <a:moveTo>
                    <a:pt x="0" y="635"/>
                  </a:moveTo>
                  <a:lnTo>
                    <a:pt x="0" y="1270"/>
                  </a:lnTo>
                </a:path>
                <a:path w="0" h="3175">
                  <a:moveTo>
                    <a:pt x="0" y="1905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5" name="object 435" descr=""/>
            <p:cNvSpPr/>
            <p:nvPr/>
          </p:nvSpPr>
          <p:spPr>
            <a:xfrm>
              <a:off x="3348989" y="2575572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6" name="object 436" descr=""/>
            <p:cNvSpPr/>
            <p:nvPr/>
          </p:nvSpPr>
          <p:spPr>
            <a:xfrm>
              <a:off x="3349624" y="2576842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5"/>
                  </a:lnTo>
                </a:path>
                <a:path w="0" h="3175">
                  <a:moveTo>
                    <a:pt x="0" y="635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7" name="object 437" descr=""/>
            <p:cNvSpPr/>
            <p:nvPr/>
          </p:nvSpPr>
          <p:spPr>
            <a:xfrm>
              <a:off x="3348989" y="258001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8" name="object 438" descr=""/>
            <p:cNvSpPr/>
            <p:nvPr/>
          </p:nvSpPr>
          <p:spPr>
            <a:xfrm>
              <a:off x="3349624" y="2581287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9" name="object 439" descr=""/>
            <p:cNvSpPr/>
            <p:nvPr/>
          </p:nvSpPr>
          <p:spPr>
            <a:xfrm>
              <a:off x="3348989" y="2584462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0" name="object 440" descr=""/>
            <p:cNvSpPr/>
            <p:nvPr/>
          </p:nvSpPr>
          <p:spPr>
            <a:xfrm>
              <a:off x="3349624" y="2585732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39"/>
                  </a:lnTo>
                </a:path>
                <a:path w="0" h="3175">
                  <a:moveTo>
                    <a:pt x="0" y="2539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1" name="object 441" descr=""/>
            <p:cNvSpPr/>
            <p:nvPr/>
          </p:nvSpPr>
          <p:spPr>
            <a:xfrm>
              <a:off x="3348989" y="258890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2" name="object 442" descr=""/>
            <p:cNvSpPr/>
            <p:nvPr/>
          </p:nvSpPr>
          <p:spPr>
            <a:xfrm>
              <a:off x="3349624" y="2590177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69"/>
                  </a:lnTo>
                </a:path>
                <a:path w="0" h="3175">
                  <a:moveTo>
                    <a:pt x="0" y="1904"/>
                  </a:moveTo>
                  <a:lnTo>
                    <a:pt x="0" y="2539"/>
                  </a:lnTo>
                </a:path>
                <a:path w="0" h="3175">
                  <a:moveTo>
                    <a:pt x="0" y="2539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3" name="object 443" descr=""/>
            <p:cNvSpPr/>
            <p:nvPr/>
          </p:nvSpPr>
          <p:spPr>
            <a:xfrm>
              <a:off x="3348989" y="2593352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4" name="object 444" descr=""/>
            <p:cNvSpPr/>
            <p:nvPr/>
          </p:nvSpPr>
          <p:spPr>
            <a:xfrm>
              <a:off x="3349624" y="2594622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5"/>
                  </a:lnTo>
                </a:path>
                <a:path w="0" h="3175">
                  <a:moveTo>
                    <a:pt x="0" y="635"/>
                  </a:moveTo>
                  <a:lnTo>
                    <a:pt x="0" y="1270"/>
                  </a:lnTo>
                </a:path>
                <a:path w="0" h="3175">
                  <a:moveTo>
                    <a:pt x="0" y="1905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5" name="object 445" descr=""/>
            <p:cNvSpPr/>
            <p:nvPr/>
          </p:nvSpPr>
          <p:spPr>
            <a:xfrm>
              <a:off x="3348989" y="259779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6" name="object 446" descr=""/>
            <p:cNvSpPr/>
            <p:nvPr/>
          </p:nvSpPr>
          <p:spPr>
            <a:xfrm>
              <a:off x="3349624" y="2599067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5"/>
                  </a:lnTo>
                </a:path>
                <a:path w="0" h="3175">
                  <a:moveTo>
                    <a:pt x="0" y="635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7" name="object 447" descr=""/>
            <p:cNvSpPr/>
            <p:nvPr/>
          </p:nvSpPr>
          <p:spPr>
            <a:xfrm>
              <a:off x="3348989" y="2602242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8" name="object 448" descr=""/>
            <p:cNvSpPr/>
            <p:nvPr/>
          </p:nvSpPr>
          <p:spPr>
            <a:xfrm>
              <a:off x="3349624" y="2603512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9" name="object 449" descr=""/>
            <p:cNvSpPr/>
            <p:nvPr/>
          </p:nvSpPr>
          <p:spPr>
            <a:xfrm>
              <a:off x="3348989" y="260668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0" name="object 450" descr=""/>
            <p:cNvSpPr/>
            <p:nvPr/>
          </p:nvSpPr>
          <p:spPr>
            <a:xfrm>
              <a:off x="3349624" y="2607957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39"/>
                  </a:lnTo>
                </a:path>
                <a:path w="0" h="3175">
                  <a:moveTo>
                    <a:pt x="0" y="2539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1" name="object 451" descr=""/>
            <p:cNvSpPr/>
            <p:nvPr/>
          </p:nvSpPr>
          <p:spPr>
            <a:xfrm>
              <a:off x="3348989" y="2611132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2" name="object 452" descr=""/>
            <p:cNvSpPr/>
            <p:nvPr/>
          </p:nvSpPr>
          <p:spPr>
            <a:xfrm>
              <a:off x="3349624" y="2612402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69"/>
                  </a:lnTo>
                </a:path>
                <a:path w="0" h="3175">
                  <a:moveTo>
                    <a:pt x="0" y="1904"/>
                  </a:moveTo>
                  <a:lnTo>
                    <a:pt x="0" y="2539"/>
                  </a:lnTo>
                </a:path>
                <a:path w="0" h="3175">
                  <a:moveTo>
                    <a:pt x="0" y="2539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3" name="object 453" descr=""/>
            <p:cNvSpPr/>
            <p:nvPr/>
          </p:nvSpPr>
          <p:spPr>
            <a:xfrm>
              <a:off x="3348989" y="261557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4" name="object 454" descr=""/>
            <p:cNvSpPr/>
            <p:nvPr/>
          </p:nvSpPr>
          <p:spPr>
            <a:xfrm>
              <a:off x="3349624" y="2616847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5"/>
                  </a:lnTo>
                </a:path>
                <a:path w="0" h="3175">
                  <a:moveTo>
                    <a:pt x="0" y="635"/>
                  </a:moveTo>
                  <a:lnTo>
                    <a:pt x="0" y="1270"/>
                  </a:lnTo>
                </a:path>
                <a:path w="0" h="3175">
                  <a:moveTo>
                    <a:pt x="0" y="1905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5" name="object 455" descr=""/>
            <p:cNvSpPr/>
            <p:nvPr/>
          </p:nvSpPr>
          <p:spPr>
            <a:xfrm>
              <a:off x="3348989" y="2620022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6" name="object 456" descr=""/>
            <p:cNvSpPr/>
            <p:nvPr/>
          </p:nvSpPr>
          <p:spPr>
            <a:xfrm>
              <a:off x="3349624" y="2621292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5"/>
                  </a:lnTo>
                </a:path>
                <a:path w="0" h="3175">
                  <a:moveTo>
                    <a:pt x="0" y="635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7" name="object 457" descr=""/>
            <p:cNvSpPr/>
            <p:nvPr/>
          </p:nvSpPr>
          <p:spPr>
            <a:xfrm>
              <a:off x="3348989" y="262446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8" name="object 458" descr=""/>
            <p:cNvSpPr/>
            <p:nvPr/>
          </p:nvSpPr>
          <p:spPr>
            <a:xfrm>
              <a:off x="3349624" y="2625737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9" name="object 459" descr=""/>
            <p:cNvSpPr/>
            <p:nvPr/>
          </p:nvSpPr>
          <p:spPr>
            <a:xfrm>
              <a:off x="3348989" y="2628912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0" name="object 460" descr=""/>
            <p:cNvSpPr/>
            <p:nvPr/>
          </p:nvSpPr>
          <p:spPr>
            <a:xfrm>
              <a:off x="3349624" y="2630182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39"/>
                  </a:lnTo>
                </a:path>
                <a:path w="0" h="3175">
                  <a:moveTo>
                    <a:pt x="0" y="2539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1" name="object 461" descr=""/>
            <p:cNvSpPr/>
            <p:nvPr/>
          </p:nvSpPr>
          <p:spPr>
            <a:xfrm>
              <a:off x="3348989" y="263335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2" name="object 462" descr=""/>
            <p:cNvSpPr/>
            <p:nvPr/>
          </p:nvSpPr>
          <p:spPr>
            <a:xfrm>
              <a:off x="3349624" y="2634627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69"/>
                  </a:lnTo>
                </a:path>
                <a:path w="0" h="3175">
                  <a:moveTo>
                    <a:pt x="0" y="1904"/>
                  </a:moveTo>
                  <a:lnTo>
                    <a:pt x="0" y="2539"/>
                  </a:lnTo>
                </a:path>
                <a:path w="0" h="3175">
                  <a:moveTo>
                    <a:pt x="0" y="2539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3" name="object 463" descr=""/>
            <p:cNvSpPr/>
            <p:nvPr/>
          </p:nvSpPr>
          <p:spPr>
            <a:xfrm>
              <a:off x="3348989" y="2637802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4" name="object 464" descr=""/>
            <p:cNvSpPr/>
            <p:nvPr/>
          </p:nvSpPr>
          <p:spPr>
            <a:xfrm>
              <a:off x="3349624" y="2639072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5"/>
                  </a:lnTo>
                </a:path>
                <a:path w="0" h="3175">
                  <a:moveTo>
                    <a:pt x="0" y="635"/>
                  </a:moveTo>
                  <a:lnTo>
                    <a:pt x="0" y="1270"/>
                  </a:lnTo>
                </a:path>
                <a:path w="0" h="3175">
                  <a:moveTo>
                    <a:pt x="0" y="1905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5" name="object 465" descr=""/>
            <p:cNvSpPr/>
            <p:nvPr/>
          </p:nvSpPr>
          <p:spPr>
            <a:xfrm>
              <a:off x="3348989" y="264224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6" name="object 466" descr=""/>
            <p:cNvSpPr/>
            <p:nvPr/>
          </p:nvSpPr>
          <p:spPr>
            <a:xfrm>
              <a:off x="3349624" y="2643517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5"/>
                  </a:lnTo>
                </a:path>
                <a:path w="0" h="3175">
                  <a:moveTo>
                    <a:pt x="0" y="635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7" name="object 467" descr=""/>
            <p:cNvSpPr/>
            <p:nvPr/>
          </p:nvSpPr>
          <p:spPr>
            <a:xfrm>
              <a:off x="3348989" y="2646692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8" name="object 468" descr=""/>
            <p:cNvSpPr/>
            <p:nvPr/>
          </p:nvSpPr>
          <p:spPr>
            <a:xfrm>
              <a:off x="3349624" y="2647962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9" name="object 469" descr=""/>
            <p:cNvSpPr/>
            <p:nvPr/>
          </p:nvSpPr>
          <p:spPr>
            <a:xfrm>
              <a:off x="3348989" y="265113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0" name="object 470" descr=""/>
            <p:cNvSpPr/>
            <p:nvPr/>
          </p:nvSpPr>
          <p:spPr>
            <a:xfrm>
              <a:off x="3349624" y="2652407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39"/>
                  </a:lnTo>
                </a:path>
                <a:path w="0" h="3175">
                  <a:moveTo>
                    <a:pt x="0" y="2539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1" name="object 471" descr=""/>
            <p:cNvSpPr/>
            <p:nvPr/>
          </p:nvSpPr>
          <p:spPr>
            <a:xfrm>
              <a:off x="3348989" y="2655582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2" name="object 472" descr=""/>
            <p:cNvSpPr/>
            <p:nvPr/>
          </p:nvSpPr>
          <p:spPr>
            <a:xfrm>
              <a:off x="3349624" y="2656852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69"/>
                  </a:lnTo>
                </a:path>
                <a:path w="0" h="3175">
                  <a:moveTo>
                    <a:pt x="0" y="1904"/>
                  </a:moveTo>
                  <a:lnTo>
                    <a:pt x="0" y="2539"/>
                  </a:lnTo>
                </a:path>
                <a:path w="0" h="3175">
                  <a:moveTo>
                    <a:pt x="0" y="2539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3" name="object 473" descr=""/>
            <p:cNvSpPr/>
            <p:nvPr/>
          </p:nvSpPr>
          <p:spPr>
            <a:xfrm>
              <a:off x="3348989" y="266002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4" name="object 474" descr=""/>
            <p:cNvSpPr/>
            <p:nvPr/>
          </p:nvSpPr>
          <p:spPr>
            <a:xfrm>
              <a:off x="3349624" y="2661297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5"/>
                  </a:lnTo>
                </a:path>
                <a:path w="0" h="3175">
                  <a:moveTo>
                    <a:pt x="0" y="635"/>
                  </a:moveTo>
                  <a:lnTo>
                    <a:pt x="0" y="1270"/>
                  </a:lnTo>
                </a:path>
                <a:path w="0" h="3175">
                  <a:moveTo>
                    <a:pt x="0" y="1905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5" name="object 475" descr=""/>
            <p:cNvSpPr/>
            <p:nvPr/>
          </p:nvSpPr>
          <p:spPr>
            <a:xfrm>
              <a:off x="3348989" y="2664472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6" name="object 476" descr=""/>
            <p:cNvSpPr/>
            <p:nvPr/>
          </p:nvSpPr>
          <p:spPr>
            <a:xfrm>
              <a:off x="3349624" y="2665742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5"/>
                  </a:lnTo>
                </a:path>
                <a:path w="0" h="3175">
                  <a:moveTo>
                    <a:pt x="0" y="635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7" name="object 477" descr=""/>
            <p:cNvSpPr/>
            <p:nvPr/>
          </p:nvSpPr>
          <p:spPr>
            <a:xfrm>
              <a:off x="3348989" y="266891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8" name="object 478" descr=""/>
            <p:cNvSpPr/>
            <p:nvPr/>
          </p:nvSpPr>
          <p:spPr>
            <a:xfrm>
              <a:off x="3349624" y="2670187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9" name="object 479" descr=""/>
            <p:cNvSpPr/>
            <p:nvPr/>
          </p:nvSpPr>
          <p:spPr>
            <a:xfrm>
              <a:off x="3348989" y="2673362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0" name="object 480" descr=""/>
            <p:cNvSpPr/>
            <p:nvPr/>
          </p:nvSpPr>
          <p:spPr>
            <a:xfrm>
              <a:off x="3349624" y="2674632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39"/>
                  </a:lnTo>
                </a:path>
                <a:path w="0" h="3175">
                  <a:moveTo>
                    <a:pt x="0" y="2539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1" name="object 481" descr=""/>
            <p:cNvSpPr/>
            <p:nvPr/>
          </p:nvSpPr>
          <p:spPr>
            <a:xfrm>
              <a:off x="3348989" y="267780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2" name="object 482" descr=""/>
            <p:cNvSpPr/>
            <p:nvPr/>
          </p:nvSpPr>
          <p:spPr>
            <a:xfrm>
              <a:off x="3349624" y="2679077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69"/>
                  </a:lnTo>
                </a:path>
                <a:path w="0" h="3175">
                  <a:moveTo>
                    <a:pt x="0" y="1904"/>
                  </a:moveTo>
                  <a:lnTo>
                    <a:pt x="0" y="2539"/>
                  </a:lnTo>
                </a:path>
                <a:path w="0" h="3175">
                  <a:moveTo>
                    <a:pt x="0" y="2539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3" name="object 483" descr=""/>
            <p:cNvSpPr/>
            <p:nvPr/>
          </p:nvSpPr>
          <p:spPr>
            <a:xfrm>
              <a:off x="3348989" y="2682252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4" name="object 484" descr=""/>
            <p:cNvSpPr/>
            <p:nvPr/>
          </p:nvSpPr>
          <p:spPr>
            <a:xfrm>
              <a:off x="3349624" y="2683522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5"/>
                  </a:lnTo>
                </a:path>
                <a:path w="0" h="3175">
                  <a:moveTo>
                    <a:pt x="0" y="635"/>
                  </a:moveTo>
                  <a:lnTo>
                    <a:pt x="0" y="1270"/>
                  </a:lnTo>
                </a:path>
                <a:path w="0" h="3175">
                  <a:moveTo>
                    <a:pt x="0" y="1905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5" name="object 485" descr=""/>
            <p:cNvSpPr/>
            <p:nvPr/>
          </p:nvSpPr>
          <p:spPr>
            <a:xfrm>
              <a:off x="3348989" y="268669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6" name="object 486" descr=""/>
            <p:cNvSpPr/>
            <p:nvPr/>
          </p:nvSpPr>
          <p:spPr>
            <a:xfrm>
              <a:off x="3349624" y="2687967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5"/>
                  </a:lnTo>
                </a:path>
                <a:path w="0" h="3175">
                  <a:moveTo>
                    <a:pt x="0" y="635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7" name="object 487" descr=""/>
            <p:cNvSpPr/>
            <p:nvPr/>
          </p:nvSpPr>
          <p:spPr>
            <a:xfrm>
              <a:off x="3348989" y="2691142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8" name="object 488" descr=""/>
            <p:cNvSpPr/>
            <p:nvPr/>
          </p:nvSpPr>
          <p:spPr>
            <a:xfrm>
              <a:off x="3349624" y="2692412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9" name="object 489" descr=""/>
            <p:cNvSpPr/>
            <p:nvPr/>
          </p:nvSpPr>
          <p:spPr>
            <a:xfrm>
              <a:off x="3348989" y="269558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0" name="object 490" descr=""/>
            <p:cNvSpPr/>
            <p:nvPr/>
          </p:nvSpPr>
          <p:spPr>
            <a:xfrm>
              <a:off x="3349624" y="2696857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39"/>
                  </a:lnTo>
                </a:path>
                <a:path w="0" h="3175">
                  <a:moveTo>
                    <a:pt x="0" y="2539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1" name="object 491" descr=""/>
            <p:cNvSpPr/>
            <p:nvPr/>
          </p:nvSpPr>
          <p:spPr>
            <a:xfrm>
              <a:off x="3348989" y="2700032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2" name="object 492" descr=""/>
            <p:cNvSpPr/>
            <p:nvPr/>
          </p:nvSpPr>
          <p:spPr>
            <a:xfrm>
              <a:off x="3349624" y="2701302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69"/>
                  </a:lnTo>
                </a:path>
                <a:path w="0" h="3175">
                  <a:moveTo>
                    <a:pt x="0" y="1904"/>
                  </a:moveTo>
                  <a:lnTo>
                    <a:pt x="0" y="2539"/>
                  </a:lnTo>
                </a:path>
                <a:path w="0" h="3175">
                  <a:moveTo>
                    <a:pt x="0" y="2539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3" name="object 493" descr=""/>
            <p:cNvSpPr/>
            <p:nvPr/>
          </p:nvSpPr>
          <p:spPr>
            <a:xfrm>
              <a:off x="3348989" y="270447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4" name="object 494" descr=""/>
            <p:cNvSpPr/>
            <p:nvPr/>
          </p:nvSpPr>
          <p:spPr>
            <a:xfrm>
              <a:off x="3349624" y="2705747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5"/>
                  </a:lnTo>
                </a:path>
                <a:path w="0" h="3175">
                  <a:moveTo>
                    <a:pt x="0" y="635"/>
                  </a:moveTo>
                  <a:lnTo>
                    <a:pt x="0" y="1270"/>
                  </a:lnTo>
                </a:path>
                <a:path w="0" h="3175">
                  <a:moveTo>
                    <a:pt x="0" y="1905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5" name="object 495" descr=""/>
            <p:cNvSpPr/>
            <p:nvPr/>
          </p:nvSpPr>
          <p:spPr>
            <a:xfrm>
              <a:off x="3348989" y="2708922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6" name="object 496" descr=""/>
            <p:cNvSpPr/>
            <p:nvPr/>
          </p:nvSpPr>
          <p:spPr>
            <a:xfrm>
              <a:off x="3349624" y="2710192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5"/>
                  </a:lnTo>
                </a:path>
                <a:path w="0" h="3175">
                  <a:moveTo>
                    <a:pt x="0" y="635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7" name="object 497" descr=""/>
            <p:cNvSpPr/>
            <p:nvPr/>
          </p:nvSpPr>
          <p:spPr>
            <a:xfrm>
              <a:off x="3348989" y="271336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8" name="object 498" descr=""/>
            <p:cNvSpPr/>
            <p:nvPr/>
          </p:nvSpPr>
          <p:spPr>
            <a:xfrm>
              <a:off x="3349624" y="2714637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9" name="object 499" descr=""/>
            <p:cNvSpPr/>
            <p:nvPr/>
          </p:nvSpPr>
          <p:spPr>
            <a:xfrm>
              <a:off x="3348989" y="2717812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0" name="object 500" descr=""/>
            <p:cNvSpPr/>
            <p:nvPr/>
          </p:nvSpPr>
          <p:spPr>
            <a:xfrm>
              <a:off x="3349624" y="2719082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39"/>
                  </a:lnTo>
                </a:path>
                <a:path w="0" h="3175">
                  <a:moveTo>
                    <a:pt x="0" y="2539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1" name="object 501" descr=""/>
            <p:cNvSpPr/>
            <p:nvPr/>
          </p:nvSpPr>
          <p:spPr>
            <a:xfrm>
              <a:off x="3348989" y="272225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2" name="object 502" descr=""/>
            <p:cNvSpPr/>
            <p:nvPr/>
          </p:nvSpPr>
          <p:spPr>
            <a:xfrm>
              <a:off x="3349624" y="2723527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69"/>
                  </a:lnTo>
                </a:path>
                <a:path w="0" h="3175">
                  <a:moveTo>
                    <a:pt x="0" y="1904"/>
                  </a:moveTo>
                  <a:lnTo>
                    <a:pt x="0" y="2539"/>
                  </a:lnTo>
                </a:path>
                <a:path w="0" h="3175">
                  <a:moveTo>
                    <a:pt x="0" y="2539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3" name="object 503" descr=""/>
            <p:cNvSpPr/>
            <p:nvPr/>
          </p:nvSpPr>
          <p:spPr>
            <a:xfrm>
              <a:off x="3348989" y="2726702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4" name="object 504" descr=""/>
            <p:cNvSpPr/>
            <p:nvPr/>
          </p:nvSpPr>
          <p:spPr>
            <a:xfrm>
              <a:off x="3349624" y="2727972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5"/>
                  </a:lnTo>
                </a:path>
                <a:path w="0" h="3175">
                  <a:moveTo>
                    <a:pt x="0" y="635"/>
                  </a:moveTo>
                  <a:lnTo>
                    <a:pt x="0" y="1270"/>
                  </a:lnTo>
                </a:path>
                <a:path w="0" h="3175">
                  <a:moveTo>
                    <a:pt x="0" y="1905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5" name="object 505" descr=""/>
            <p:cNvSpPr/>
            <p:nvPr/>
          </p:nvSpPr>
          <p:spPr>
            <a:xfrm>
              <a:off x="3348989" y="273114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6" name="object 506" descr=""/>
            <p:cNvSpPr/>
            <p:nvPr/>
          </p:nvSpPr>
          <p:spPr>
            <a:xfrm>
              <a:off x="3349624" y="2732417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5"/>
                  </a:lnTo>
                </a:path>
                <a:path w="0" h="3175">
                  <a:moveTo>
                    <a:pt x="0" y="635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7" name="object 507" descr=""/>
            <p:cNvSpPr/>
            <p:nvPr/>
          </p:nvSpPr>
          <p:spPr>
            <a:xfrm>
              <a:off x="3348989" y="2735592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8" name="object 508" descr=""/>
            <p:cNvSpPr/>
            <p:nvPr/>
          </p:nvSpPr>
          <p:spPr>
            <a:xfrm>
              <a:off x="3349624" y="2736862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9" name="object 509" descr=""/>
            <p:cNvSpPr/>
            <p:nvPr/>
          </p:nvSpPr>
          <p:spPr>
            <a:xfrm>
              <a:off x="3348989" y="274003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0" name="object 510" descr=""/>
            <p:cNvSpPr/>
            <p:nvPr/>
          </p:nvSpPr>
          <p:spPr>
            <a:xfrm>
              <a:off x="3349624" y="2741307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39"/>
                  </a:lnTo>
                </a:path>
                <a:path w="0" h="3175">
                  <a:moveTo>
                    <a:pt x="0" y="2539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1" name="object 511" descr=""/>
            <p:cNvSpPr/>
            <p:nvPr/>
          </p:nvSpPr>
          <p:spPr>
            <a:xfrm>
              <a:off x="3348989" y="2744482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2" name="object 512" descr=""/>
            <p:cNvSpPr/>
            <p:nvPr/>
          </p:nvSpPr>
          <p:spPr>
            <a:xfrm>
              <a:off x="3349624" y="2745752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69"/>
                  </a:lnTo>
                </a:path>
                <a:path w="0" h="3175">
                  <a:moveTo>
                    <a:pt x="0" y="1904"/>
                  </a:moveTo>
                  <a:lnTo>
                    <a:pt x="0" y="2539"/>
                  </a:lnTo>
                </a:path>
                <a:path w="0" h="3175">
                  <a:moveTo>
                    <a:pt x="0" y="2539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3" name="object 513" descr=""/>
            <p:cNvSpPr/>
            <p:nvPr/>
          </p:nvSpPr>
          <p:spPr>
            <a:xfrm>
              <a:off x="3348989" y="274892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4" name="object 514" descr=""/>
            <p:cNvSpPr/>
            <p:nvPr/>
          </p:nvSpPr>
          <p:spPr>
            <a:xfrm>
              <a:off x="3349624" y="2750197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5"/>
                  </a:lnTo>
                </a:path>
                <a:path w="0" h="3175">
                  <a:moveTo>
                    <a:pt x="0" y="635"/>
                  </a:moveTo>
                  <a:lnTo>
                    <a:pt x="0" y="1270"/>
                  </a:lnTo>
                </a:path>
                <a:path w="0" h="3175">
                  <a:moveTo>
                    <a:pt x="0" y="1905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5" name="object 515" descr=""/>
            <p:cNvSpPr/>
            <p:nvPr/>
          </p:nvSpPr>
          <p:spPr>
            <a:xfrm>
              <a:off x="3348989" y="2753372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6" name="object 516" descr=""/>
            <p:cNvSpPr/>
            <p:nvPr/>
          </p:nvSpPr>
          <p:spPr>
            <a:xfrm>
              <a:off x="3349624" y="2754642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5"/>
                  </a:lnTo>
                </a:path>
                <a:path w="0" h="3175">
                  <a:moveTo>
                    <a:pt x="0" y="635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7" name="object 517" descr=""/>
            <p:cNvSpPr/>
            <p:nvPr/>
          </p:nvSpPr>
          <p:spPr>
            <a:xfrm>
              <a:off x="3348989" y="275781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8" name="object 518" descr=""/>
            <p:cNvSpPr/>
            <p:nvPr/>
          </p:nvSpPr>
          <p:spPr>
            <a:xfrm>
              <a:off x="3349624" y="2759087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9" name="object 519" descr=""/>
            <p:cNvSpPr/>
            <p:nvPr/>
          </p:nvSpPr>
          <p:spPr>
            <a:xfrm>
              <a:off x="3348989" y="2762262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0" name="object 520" descr=""/>
            <p:cNvSpPr/>
            <p:nvPr/>
          </p:nvSpPr>
          <p:spPr>
            <a:xfrm>
              <a:off x="3349624" y="2763532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39"/>
                  </a:lnTo>
                </a:path>
                <a:path w="0" h="3175">
                  <a:moveTo>
                    <a:pt x="0" y="2539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1" name="object 521" descr=""/>
            <p:cNvSpPr/>
            <p:nvPr/>
          </p:nvSpPr>
          <p:spPr>
            <a:xfrm>
              <a:off x="3348989" y="276670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2" name="object 522" descr=""/>
            <p:cNvSpPr/>
            <p:nvPr/>
          </p:nvSpPr>
          <p:spPr>
            <a:xfrm>
              <a:off x="3349624" y="2767977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69"/>
                  </a:lnTo>
                </a:path>
                <a:path w="0" h="3175">
                  <a:moveTo>
                    <a:pt x="0" y="1904"/>
                  </a:moveTo>
                  <a:lnTo>
                    <a:pt x="0" y="2539"/>
                  </a:lnTo>
                </a:path>
                <a:path w="0" h="3175">
                  <a:moveTo>
                    <a:pt x="0" y="2539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3" name="object 523" descr=""/>
            <p:cNvSpPr/>
            <p:nvPr/>
          </p:nvSpPr>
          <p:spPr>
            <a:xfrm>
              <a:off x="3348989" y="2771152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4" name="object 524" descr=""/>
            <p:cNvSpPr/>
            <p:nvPr/>
          </p:nvSpPr>
          <p:spPr>
            <a:xfrm>
              <a:off x="3349624" y="2772422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5"/>
                  </a:lnTo>
                </a:path>
                <a:path w="0" h="3175">
                  <a:moveTo>
                    <a:pt x="0" y="635"/>
                  </a:moveTo>
                  <a:lnTo>
                    <a:pt x="0" y="1270"/>
                  </a:lnTo>
                </a:path>
                <a:path w="0" h="3175">
                  <a:moveTo>
                    <a:pt x="0" y="1905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5" name="object 525" descr=""/>
            <p:cNvSpPr/>
            <p:nvPr/>
          </p:nvSpPr>
          <p:spPr>
            <a:xfrm>
              <a:off x="3348989" y="277559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6" name="object 526" descr=""/>
            <p:cNvSpPr/>
            <p:nvPr/>
          </p:nvSpPr>
          <p:spPr>
            <a:xfrm>
              <a:off x="3349624" y="2776867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5"/>
                  </a:lnTo>
                </a:path>
                <a:path w="0" h="3175">
                  <a:moveTo>
                    <a:pt x="0" y="635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7" name="object 527" descr=""/>
            <p:cNvSpPr/>
            <p:nvPr/>
          </p:nvSpPr>
          <p:spPr>
            <a:xfrm>
              <a:off x="3348989" y="2780042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8" name="object 528" descr=""/>
            <p:cNvSpPr/>
            <p:nvPr/>
          </p:nvSpPr>
          <p:spPr>
            <a:xfrm>
              <a:off x="3349624" y="2781312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9" name="object 529" descr=""/>
            <p:cNvSpPr/>
            <p:nvPr/>
          </p:nvSpPr>
          <p:spPr>
            <a:xfrm>
              <a:off x="3348989" y="278448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0" name="object 530" descr=""/>
            <p:cNvSpPr/>
            <p:nvPr/>
          </p:nvSpPr>
          <p:spPr>
            <a:xfrm>
              <a:off x="3349624" y="2785757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39"/>
                  </a:lnTo>
                </a:path>
                <a:path w="0" h="3175">
                  <a:moveTo>
                    <a:pt x="0" y="2539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1" name="object 531" descr=""/>
            <p:cNvSpPr/>
            <p:nvPr/>
          </p:nvSpPr>
          <p:spPr>
            <a:xfrm>
              <a:off x="3348989" y="2788932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2" name="object 532" descr=""/>
            <p:cNvSpPr/>
            <p:nvPr/>
          </p:nvSpPr>
          <p:spPr>
            <a:xfrm>
              <a:off x="3349624" y="2790202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69"/>
                  </a:lnTo>
                </a:path>
                <a:path w="0" h="3175">
                  <a:moveTo>
                    <a:pt x="0" y="1904"/>
                  </a:moveTo>
                  <a:lnTo>
                    <a:pt x="0" y="2539"/>
                  </a:lnTo>
                </a:path>
                <a:path w="0" h="3175">
                  <a:moveTo>
                    <a:pt x="0" y="2539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3" name="object 533" descr=""/>
            <p:cNvSpPr/>
            <p:nvPr/>
          </p:nvSpPr>
          <p:spPr>
            <a:xfrm>
              <a:off x="3348989" y="279337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4" name="object 534" descr=""/>
            <p:cNvSpPr/>
            <p:nvPr/>
          </p:nvSpPr>
          <p:spPr>
            <a:xfrm>
              <a:off x="3349624" y="2794647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5"/>
                  </a:lnTo>
                </a:path>
                <a:path w="0" h="3175">
                  <a:moveTo>
                    <a:pt x="0" y="635"/>
                  </a:moveTo>
                  <a:lnTo>
                    <a:pt x="0" y="1270"/>
                  </a:lnTo>
                </a:path>
                <a:path w="0" h="3175">
                  <a:moveTo>
                    <a:pt x="0" y="1905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5" name="object 535" descr=""/>
            <p:cNvSpPr/>
            <p:nvPr/>
          </p:nvSpPr>
          <p:spPr>
            <a:xfrm>
              <a:off x="3348989" y="2797822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6" name="object 536" descr=""/>
            <p:cNvSpPr/>
            <p:nvPr/>
          </p:nvSpPr>
          <p:spPr>
            <a:xfrm>
              <a:off x="3349624" y="2799092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5"/>
                  </a:lnTo>
                </a:path>
                <a:path w="0" h="3175">
                  <a:moveTo>
                    <a:pt x="0" y="635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7" name="object 537" descr=""/>
            <p:cNvSpPr/>
            <p:nvPr/>
          </p:nvSpPr>
          <p:spPr>
            <a:xfrm>
              <a:off x="3348989" y="280226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8" name="object 538" descr=""/>
            <p:cNvSpPr/>
            <p:nvPr/>
          </p:nvSpPr>
          <p:spPr>
            <a:xfrm>
              <a:off x="3349624" y="2803537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9" name="object 539" descr=""/>
            <p:cNvSpPr/>
            <p:nvPr/>
          </p:nvSpPr>
          <p:spPr>
            <a:xfrm>
              <a:off x="3348989" y="2806712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0" name="object 540" descr=""/>
            <p:cNvSpPr/>
            <p:nvPr/>
          </p:nvSpPr>
          <p:spPr>
            <a:xfrm>
              <a:off x="3349624" y="2807982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39"/>
                  </a:lnTo>
                </a:path>
                <a:path w="0" h="3175">
                  <a:moveTo>
                    <a:pt x="0" y="2539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1" name="object 541" descr=""/>
            <p:cNvSpPr/>
            <p:nvPr/>
          </p:nvSpPr>
          <p:spPr>
            <a:xfrm>
              <a:off x="3348989" y="281115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2" name="object 542" descr=""/>
            <p:cNvSpPr/>
            <p:nvPr/>
          </p:nvSpPr>
          <p:spPr>
            <a:xfrm>
              <a:off x="3349624" y="2812427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69"/>
                  </a:lnTo>
                </a:path>
                <a:path w="0" h="3175">
                  <a:moveTo>
                    <a:pt x="0" y="1904"/>
                  </a:moveTo>
                  <a:lnTo>
                    <a:pt x="0" y="2539"/>
                  </a:lnTo>
                </a:path>
                <a:path w="0" h="3175">
                  <a:moveTo>
                    <a:pt x="0" y="2539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3" name="object 543" descr=""/>
            <p:cNvSpPr/>
            <p:nvPr/>
          </p:nvSpPr>
          <p:spPr>
            <a:xfrm>
              <a:off x="3348989" y="2815602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4" name="object 544" descr=""/>
            <p:cNvSpPr/>
            <p:nvPr/>
          </p:nvSpPr>
          <p:spPr>
            <a:xfrm>
              <a:off x="3349624" y="2816872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5"/>
                  </a:lnTo>
                </a:path>
                <a:path w="0" h="3175">
                  <a:moveTo>
                    <a:pt x="0" y="635"/>
                  </a:moveTo>
                  <a:lnTo>
                    <a:pt x="0" y="1270"/>
                  </a:lnTo>
                </a:path>
                <a:path w="0" h="3175">
                  <a:moveTo>
                    <a:pt x="0" y="1905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5" name="object 545" descr=""/>
            <p:cNvSpPr/>
            <p:nvPr/>
          </p:nvSpPr>
          <p:spPr>
            <a:xfrm>
              <a:off x="3348989" y="282004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6" name="object 546" descr=""/>
            <p:cNvSpPr/>
            <p:nvPr/>
          </p:nvSpPr>
          <p:spPr>
            <a:xfrm>
              <a:off x="3349624" y="2821317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5"/>
                  </a:lnTo>
                </a:path>
                <a:path w="0" h="3175">
                  <a:moveTo>
                    <a:pt x="0" y="635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7" name="object 547" descr=""/>
            <p:cNvSpPr/>
            <p:nvPr/>
          </p:nvSpPr>
          <p:spPr>
            <a:xfrm>
              <a:off x="3348989" y="2824492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8" name="object 548" descr=""/>
            <p:cNvSpPr/>
            <p:nvPr/>
          </p:nvSpPr>
          <p:spPr>
            <a:xfrm>
              <a:off x="3349624" y="2825762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9" name="object 549" descr=""/>
            <p:cNvSpPr/>
            <p:nvPr/>
          </p:nvSpPr>
          <p:spPr>
            <a:xfrm>
              <a:off x="3348989" y="282893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0" name="object 550" descr=""/>
            <p:cNvSpPr/>
            <p:nvPr/>
          </p:nvSpPr>
          <p:spPr>
            <a:xfrm>
              <a:off x="3349624" y="2830207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39"/>
                  </a:lnTo>
                </a:path>
                <a:path w="0" h="3175">
                  <a:moveTo>
                    <a:pt x="0" y="2539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1" name="object 551" descr=""/>
            <p:cNvSpPr/>
            <p:nvPr/>
          </p:nvSpPr>
          <p:spPr>
            <a:xfrm>
              <a:off x="3348989" y="2833382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2" name="object 552" descr=""/>
            <p:cNvSpPr/>
            <p:nvPr/>
          </p:nvSpPr>
          <p:spPr>
            <a:xfrm>
              <a:off x="3349624" y="2834652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69"/>
                  </a:lnTo>
                </a:path>
                <a:path w="0" h="3175">
                  <a:moveTo>
                    <a:pt x="0" y="1904"/>
                  </a:moveTo>
                  <a:lnTo>
                    <a:pt x="0" y="2539"/>
                  </a:lnTo>
                </a:path>
                <a:path w="0" h="3175">
                  <a:moveTo>
                    <a:pt x="0" y="2539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3" name="object 553" descr=""/>
            <p:cNvSpPr/>
            <p:nvPr/>
          </p:nvSpPr>
          <p:spPr>
            <a:xfrm>
              <a:off x="3348989" y="283782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4" name="object 554" descr=""/>
            <p:cNvSpPr/>
            <p:nvPr/>
          </p:nvSpPr>
          <p:spPr>
            <a:xfrm>
              <a:off x="3349624" y="2839097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5"/>
                  </a:lnTo>
                </a:path>
                <a:path w="0" h="3175">
                  <a:moveTo>
                    <a:pt x="0" y="635"/>
                  </a:moveTo>
                  <a:lnTo>
                    <a:pt x="0" y="1270"/>
                  </a:lnTo>
                </a:path>
                <a:path w="0" h="3175">
                  <a:moveTo>
                    <a:pt x="0" y="1905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5" name="object 555" descr=""/>
            <p:cNvSpPr/>
            <p:nvPr/>
          </p:nvSpPr>
          <p:spPr>
            <a:xfrm>
              <a:off x="3348989" y="2842272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6" name="object 556" descr=""/>
            <p:cNvSpPr/>
            <p:nvPr/>
          </p:nvSpPr>
          <p:spPr>
            <a:xfrm>
              <a:off x="3349624" y="2843542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5"/>
                  </a:lnTo>
                </a:path>
                <a:path w="0" h="3175">
                  <a:moveTo>
                    <a:pt x="0" y="635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7" name="object 557" descr=""/>
            <p:cNvSpPr/>
            <p:nvPr/>
          </p:nvSpPr>
          <p:spPr>
            <a:xfrm>
              <a:off x="3348989" y="284671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8" name="object 558" descr=""/>
            <p:cNvSpPr/>
            <p:nvPr/>
          </p:nvSpPr>
          <p:spPr>
            <a:xfrm>
              <a:off x="3349624" y="2847987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9" name="object 559" descr=""/>
            <p:cNvSpPr/>
            <p:nvPr/>
          </p:nvSpPr>
          <p:spPr>
            <a:xfrm>
              <a:off x="3348989" y="2851162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0" name="object 560" descr=""/>
            <p:cNvSpPr/>
            <p:nvPr/>
          </p:nvSpPr>
          <p:spPr>
            <a:xfrm>
              <a:off x="3349624" y="2852432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39"/>
                  </a:lnTo>
                </a:path>
                <a:path w="0" h="3175">
                  <a:moveTo>
                    <a:pt x="0" y="2539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1" name="object 561" descr=""/>
            <p:cNvSpPr/>
            <p:nvPr/>
          </p:nvSpPr>
          <p:spPr>
            <a:xfrm>
              <a:off x="3348989" y="285560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2" name="object 562" descr=""/>
            <p:cNvSpPr/>
            <p:nvPr/>
          </p:nvSpPr>
          <p:spPr>
            <a:xfrm>
              <a:off x="3349624" y="2856877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69"/>
                  </a:lnTo>
                </a:path>
                <a:path w="0" h="3175">
                  <a:moveTo>
                    <a:pt x="0" y="1904"/>
                  </a:moveTo>
                  <a:lnTo>
                    <a:pt x="0" y="2539"/>
                  </a:lnTo>
                </a:path>
                <a:path w="0" h="3175">
                  <a:moveTo>
                    <a:pt x="0" y="2539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3" name="object 563" descr=""/>
            <p:cNvSpPr/>
            <p:nvPr/>
          </p:nvSpPr>
          <p:spPr>
            <a:xfrm>
              <a:off x="3348989" y="2860052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4" name="object 564" descr=""/>
            <p:cNvSpPr/>
            <p:nvPr/>
          </p:nvSpPr>
          <p:spPr>
            <a:xfrm>
              <a:off x="3349624" y="2861322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5"/>
                  </a:lnTo>
                </a:path>
                <a:path w="0" h="3175">
                  <a:moveTo>
                    <a:pt x="0" y="635"/>
                  </a:moveTo>
                  <a:lnTo>
                    <a:pt x="0" y="1270"/>
                  </a:lnTo>
                </a:path>
                <a:path w="0" h="3175">
                  <a:moveTo>
                    <a:pt x="0" y="1905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5" name="object 565" descr=""/>
            <p:cNvSpPr/>
            <p:nvPr/>
          </p:nvSpPr>
          <p:spPr>
            <a:xfrm>
              <a:off x="3348989" y="286449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6" name="object 566" descr=""/>
            <p:cNvSpPr/>
            <p:nvPr/>
          </p:nvSpPr>
          <p:spPr>
            <a:xfrm>
              <a:off x="3349624" y="2865767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5"/>
                  </a:lnTo>
                </a:path>
                <a:path w="0" h="3175">
                  <a:moveTo>
                    <a:pt x="0" y="635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7" name="object 567" descr=""/>
            <p:cNvSpPr/>
            <p:nvPr/>
          </p:nvSpPr>
          <p:spPr>
            <a:xfrm>
              <a:off x="3348989" y="2868942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8" name="object 568" descr=""/>
            <p:cNvSpPr/>
            <p:nvPr/>
          </p:nvSpPr>
          <p:spPr>
            <a:xfrm>
              <a:off x="3349624" y="2870212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9" name="object 569" descr=""/>
            <p:cNvSpPr/>
            <p:nvPr/>
          </p:nvSpPr>
          <p:spPr>
            <a:xfrm>
              <a:off x="3348989" y="287338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0" name="object 570" descr=""/>
            <p:cNvSpPr/>
            <p:nvPr/>
          </p:nvSpPr>
          <p:spPr>
            <a:xfrm>
              <a:off x="3349624" y="2874657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39"/>
                  </a:lnTo>
                </a:path>
                <a:path w="0" h="3175">
                  <a:moveTo>
                    <a:pt x="0" y="2539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1" name="object 571" descr=""/>
            <p:cNvSpPr/>
            <p:nvPr/>
          </p:nvSpPr>
          <p:spPr>
            <a:xfrm>
              <a:off x="3348989" y="2877832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2" name="object 572" descr=""/>
            <p:cNvSpPr/>
            <p:nvPr/>
          </p:nvSpPr>
          <p:spPr>
            <a:xfrm>
              <a:off x="3349624" y="2879102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69"/>
                  </a:lnTo>
                </a:path>
                <a:path w="0" h="3175">
                  <a:moveTo>
                    <a:pt x="0" y="1904"/>
                  </a:moveTo>
                  <a:lnTo>
                    <a:pt x="0" y="2539"/>
                  </a:lnTo>
                </a:path>
                <a:path w="0" h="3175">
                  <a:moveTo>
                    <a:pt x="0" y="2539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3" name="object 573" descr=""/>
            <p:cNvSpPr/>
            <p:nvPr/>
          </p:nvSpPr>
          <p:spPr>
            <a:xfrm>
              <a:off x="3348989" y="288227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4" name="object 574" descr=""/>
            <p:cNvSpPr/>
            <p:nvPr/>
          </p:nvSpPr>
          <p:spPr>
            <a:xfrm>
              <a:off x="3349624" y="2883547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5"/>
                  </a:lnTo>
                </a:path>
                <a:path w="0" h="3175">
                  <a:moveTo>
                    <a:pt x="0" y="635"/>
                  </a:moveTo>
                  <a:lnTo>
                    <a:pt x="0" y="1270"/>
                  </a:lnTo>
                </a:path>
                <a:path w="0" h="3175">
                  <a:moveTo>
                    <a:pt x="0" y="1905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5" name="object 575" descr=""/>
            <p:cNvSpPr/>
            <p:nvPr/>
          </p:nvSpPr>
          <p:spPr>
            <a:xfrm>
              <a:off x="3348989" y="2886722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6" name="object 576" descr=""/>
            <p:cNvSpPr/>
            <p:nvPr/>
          </p:nvSpPr>
          <p:spPr>
            <a:xfrm>
              <a:off x="3349624" y="2887992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5"/>
                  </a:lnTo>
                </a:path>
                <a:path w="0" h="3175">
                  <a:moveTo>
                    <a:pt x="0" y="635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7" name="object 577" descr=""/>
            <p:cNvSpPr/>
            <p:nvPr/>
          </p:nvSpPr>
          <p:spPr>
            <a:xfrm>
              <a:off x="3348989" y="289116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8" name="object 578" descr=""/>
            <p:cNvSpPr/>
            <p:nvPr/>
          </p:nvSpPr>
          <p:spPr>
            <a:xfrm>
              <a:off x="3349624" y="2892437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9" name="object 579" descr=""/>
            <p:cNvSpPr/>
            <p:nvPr/>
          </p:nvSpPr>
          <p:spPr>
            <a:xfrm>
              <a:off x="3348989" y="2895612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0" name="object 580" descr=""/>
            <p:cNvSpPr/>
            <p:nvPr/>
          </p:nvSpPr>
          <p:spPr>
            <a:xfrm>
              <a:off x="3349624" y="2896882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39"/>
                  </a:lnTo>
                </a:path>
                <a:path w="0" h="3175">
                  <a:moveTo>
                    <a:pt x="0" y="2539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1" name="object 581" descr=""/>
            <p:cNvSpPr/>
            <p:nvPr/>
          </p:nvSpPr>
          <p:spPr>
            <a:xfrm>
              <a:off x="3348989" y="290005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2" name="object 582" descr=""/>
            <p:cNvSpPr/>
            <p:nvPr/>
          </p:nvSpPr>
          <p:spPr>
            <a:xfrm>
              <a:off x="3349624" y="2901327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69"/>
                  </a:lnTo>
                </a:path>
                <a:path w="0" h="3175">
                  <a:moveTo>
                    <a:pt x="0" y="1904"/>
                  </a:moveTo>
                  <a:lnTo>
                    <a:pt x="0" y="2539"/>
                  </a:lnTo>
                </a:path>
                <a:path w="0" h="3175">
                  <a:moveTo>
                    <a:pt x="0" y="2539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3" name="object 583" descr=""/>
            <p:cNvSpPr/>
            <p:nvPr/>
          </p:nvSpPr>
          <p:spPr>
            <a:xfrm>
              <a:off x="3348989" y="2904502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4" name="object 584" descr=""/>
            <p:cNvSpPr/>
            <p:nvPr/>
          </p:nvSpPr>
          <p:spPr>
            <a:xfrm>
              <a:off x="3349624" y="2905772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5"/>
                  </a:lnTo>
                </a:path>
                <a:path w="0" h="3175">
                  <a:moveTo>
                    <a:pt x="0" y="635"/>
                  </a:moveTo>
                  <a:lnTo>
                    <a:pt x="0" y="1270"/>
                  </a:lnTo>
                </a:path>
                <a:path w="0" h="3175">
                  <a:moveTo>
                    <a:pt x="0" y="1905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5" name="object 585" descr=""/>
            <p:cNvSpPr/>
            <p:nvPr/>
          </p:nvSpPr>
          <p:spPr>
            <a:xfrm>
              <a:off x="3348989" y="290894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6" name="object 586" descr=""/>
            <p:cNvSpPr/>
            <p:nvPr/>
          </p:nvSpPr>
          <p:spPr>
            <a:xfrm>
              <a:off x="3349624" y="2910217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5"/>
                  </a:lnTo>
                </a:path>
                <a:path w="0" h="3175">
                  <a:moveTo>
                    <a:pt x="0" y="635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7" name="object 587" descr=""/>
            <p:cNvSpPr/>
            <p:nvPr/>
          </p:nvSpPr>
          <p:spPr>
            <a:xfrm>
              <a:off x="3348989" y="2913392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8" name="object 588" descr=""/>
            <p:cNvSpPr/>
            <p:nvPr/>
          </p:nvSpPr>
          <p:spPr>
            <a:xfrm>
              <a:off x="3349624" y="2914662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9" name="object 589" descr=""/>
            <p:cNvSpPr/>
            <p:nvPr/>
          </p:nvSpPr>
          <p:spPr>
            <a:xfrm>
              <a:off x="3348989" y="291783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0" name="object 590" descr=""/>
            <p:cNvSpPr/>
            <p:nvPr/>
          </p:nvSpPr>
          <p:spPr>
            <a:xfrm>
              <a:off x="3349624" y="2919107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39"/>
                  </a:lnTo>
                </a:path>
                <a:path w="0" h="3175">
                  <a:moveTo>
                    <a:pt x="0" y="2539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1" name="object 591" descr=""/>
            <p:cNvSpPr/>
            <p:nvPr/>
          </p:nvSpPr>
          <p:spPr>
            <a:xfrm>
              <a:off x="3348989" y="2922282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2" name="object 592" descr=""/>
            <p:cNvSpPr/>
            <p:nvPr/>
          </p:nvSpPr>
          <p:spPr>
            <a:xfrm>
              <a:off x="3349624" y="2923552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69"/>
                  </a:lnTo>
                </a:path>
                <a:path w="0" h="3175">
                  <a:moveTo>
                    <a:pt x="0" y="1904"/>
                  </a:moveTo>
                  <a:lnTo>
                    <a:pt x="0" y="2539"/>
                  </a:lnTo>
                </a:path>
                <a:path w="0" h="3175">
                  <a:moveTo>
                    <a:pt x="0" y="2539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3" name="object 593" descr=""/>
            <p:cNvSpPr/>
            <p:nvPr/>
          </p:nvSpPr>
          <p:spPr>
            <a:xfrm>
              <a:off x="3348989" y="292672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4" name="object 594" descr=""/>
            <p:cNvSpPr/>
            <p:nvPr/>
          </p:nvSpPr>
          <p:spPr>
            <a:xfrm>
              <a:off x="3349624" y="2927997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5"/>
                  </a:lnTo>
                </a:path>
                <a:path w="0" h="3175">
                  <a:moveTo>
                    <a:pt x="0" y="635"/>
                  </a:moveTo>
                  <a:lnTo>
                    <a:pt x="0" y="1270"/>
                  </a:lnTo>
                </a:path>
                <a:path w="0" h="3175">
                  <a:moveTo>
                    <a:pt x="0" y="1905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5" name="object 595" descr=""/>
            <p:cNvSpPr/>
            <p:nvPr/>
          </p:nvSpPr>
          <p:spPr>
            <a:xfrm>
              <a:off x="3348989" y="2931172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6" name="object 596" descr=""/>
            <p:cNvSpPr/>
            <p:nvPr/>
          </p:nvSpPr>
          <p:spPr>
            <a:xfrm>
              <a:off x="3349624" y="2932442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5"/>
                  </a:lnTo>
                </a:path>
                <a:path w="0" h="3175">
                  <a:moveTo>
                    <a:pt x="0" y="635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7" name="object 597" descr=""/>
            <p:cNvSpPr/>
            <p:nvPr/>
          </p:nvSpPr>
          <p:spPr>
            <a:xfrm>
              <a:off x="3348989" y="293561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8" name="object 598" descr=""/>
            <p:cNvSpPr/>
            <p:nvPr/>
          </p:nvSpPr>
          <p:spPr>
            <a:xfrm>
              <a:off x="3349624" y="2936887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9" name="object 599" descr=""/>
            <p:cNvSpPr/>
            <p:nvPr/>
          </p:nvSpPr>
          <p:spPr>
            <a:xfrm>
              <a:off x="3348989" y="2940062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0" name="object 600" descr=""/>
            <p:cNvSpPr/>
            <p:nvPr/>
          </p:nvSpPr>
          <p:spPr>
            <a:xfrm>
              <a:off x="3349624" y="2941332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39"/>
                  </a:lnTo>
                </a:path>
                <a:path w="0" h="3175">
                  <a:moveTo>
                    <a:pt x="0" y="2539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1" name="object 601" descr=""/>
            <p:cNvSpPr/>
            <p:nvPr/>
          </p:nvSpPr>
          <p:spPr>
            <a:xfrm>
              <a:off x="3348989" y="294450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2" name="object 602" descr=""/>
            <p:cNvSpPr/>
            <p:nvPr/>
          </p:nvSpPr>
          <p:spPr>
            <a:xfrm>
              <a:off x="3349624" y="2945777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69"/>
                  </a:lnTo>
                </a:path>
                <a:path w="0" h="3175">
                  <a:moveTo>
                    <a:pt x="0" y="1904"/>
                  </a:moveTo>
                  <a:lnTo>
                    <a:pt x="0" y="2539"/>
                  </a:lnTo>
                </a:path>
                <a:path w="0" h="3175">
                  <a:moveTo>
                    <a:pt x="0" y="2539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3" name="object 603" descr=""/>
            <p:cNvSpPr/>
            <p:nvPr/>
          </p:nvSpPr>
          <p:spPr>
            <a:xfrm>
              <a:off x="3348989" y="2948952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4" name="object 604" descr=""/>
            <p:cNvSpPr/>
            <p:nvPr/>
          </p:nvSpPr>
          <p:spPr>
            <a:xfrm>
              <a:off x="3349624" y="2950222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5"/>
                  </a:lnTo>
                </a:path>
                <a:path w="0" h="3175">
                  <a:moveTo>
                    <a:pt x="0" y="635"/>
                  </a:moveTo>
                  <a:lnTo>
                    <a:pt x="0" y="1270"/>
                  </a:lnTo>
                </a:path>
                <a:path w="0" h="3175">
                  <a:moveTo>
                    <a:pt x="0" y="1905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5" name="object 605" descr=""/>
            <p:cNvSpPr/>
            <p:nvPr/>
          </p:nvSpPr>
          <p:spPr>
            <a:xfrm>
              <a:off x="3348989" y="295339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6" name="object 606" descr=""/>
            <p:cNvSpPr/>
            <p:nvPr/>
          </p:nvSpPr>
          <p:spPr>
            <a:xfrm>
              <a:off x="3349624" y="2954667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5"/>
                  </a:lnTo>
                </a:path>
                <a:path w="0" h="3175">
                  <a:moveTo>
                    <a:pt x="0" y="635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7" name="object 607" descr=""/>
            <p:cNvSpPr/>
            <p:nvPr/>
          </p:nvSpPr>
          <p:spPr>
            <a:xfrm>
              <a:off x="3348989" y="2957842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8" name="object 608" descr=""/>
            <p:cNvSpPr/>
            <p:nvPr/>
          </p:nvSpPr>
          <p:spPr>
            <a:xfrm>
              <a:off x="3349624" y="2959112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9" name="object 609" descr=""/>
            <p:cNvSpPr/>
            <p:nvPr/>
          </p:nvSpPr>
          <p:spPr>
            <a:xfrm>
              <a:off x="3348989" y="296228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0" name="object 610" descr=""/>
            <p:cNvSpPr/>
            <p:nvPr/>
          </p:nvSpPr>
          <p:spPr>
            <a:xfrm>
              <a:off x="3349624" y="2963557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39"/>
                  </a:lnTo>
                </a:path>
                <a:path w="0" h="3175">
                  <a:moveTo>
                    <a:pt x="0" y="2539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1" name="object 611" descr=""/>
            <p:cNvSpPr/>
            <p:nvPr/>
          </p:nvSpPr>
          <p:spPr>
            <a:xfrm>
              <a:off x="3348989" y="2966732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2" name="object 612" descr=""/>
            <p:cNvSpPr/>
            <p:nvPr/>
          </p:nvSpPr>
          <p:spPr>
            <a:xfrm>
              <a:off x="3349624" y="2968002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69"/>
                  </a:lnTo>
                </a:path>
                <a:path w="0" h="3175">
                  <a:moveTo>
                    <a:pt x="0" y="1904"/>
                  </a:moveTo>
                  <a:lnTo>
                    <a:pt x="0" y="2539"/>
                  </a:lnTo>
                </a:path>
                <a:path w="0" h="3175">
                  <a:moveTo>
                    <a:pt x="0" y="2539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3" name="object 613" descr=""/>
            <p:cNvSpPr/>
            <p:nvPr/>
          </p:nvSpPr>
          <p:spPr>
            <a:xfrm>
              <a:off x="3348989" y="297117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4" name="object 614" descr=""/>
            <p:cNvSpPr/>
            <p:nvPr/>
          </p:nvSpPr>
          <p:spPr>
            <a:xfrm>
              <a:off x="3349624" y="2972447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5"/>
                  </a:lnTo>
                </a:path>
                <a:path w="0" h="3175">
                  <a:moveTo>
                    <a:pt x="0" y="635"/>
                  </a:moveTo>
                  <a:lnTo>
                    <a:pt x="0" y="1270"/>
                  </a:lnTo>
                </a:path>
                <a:path w="0" h="3175">
                  <a:moveTo>
                    <a:pt x="0" y="1905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5" name="object 615" descr=""/>
            <p:cNvSpPr/>
            <p:nvPr/>
          </p:nvSpPr>
          <p:spPr>
            <a:xfrm>
              <a:off x="3348989" y="2975622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6" name="object 616" descr=""/>
            <p:cNvSpPr/>
            <p:nvPr/>
          </p:nvSpPr>
          <p:spPr>
            <a:xfrm>
              <a:off x="3349624" y="2976892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5"/>
                  </a:lnTo>
                </a:path>
                <a:path w="0" h="3175">
                  <a:moveTo>
                    <a:pt x="0" y="635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7" name="object 617" descr=""/>
            <p:cNvSpPr/>
            <p:nvPr/>
          </p:nvSpPr>
          <p:spPr>
            <a:xfrm>
              <a:off x="3348989" y="298006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8" name="object 618" descr=""/>
            <p:cNvSpPr/>
            <p:nvPr/>
          </p:nvSpPr>
          <p:spPr>
            <a:xfrm>
              <a:off x="3349624" y="2981337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9" name="object 619" descr=""/>
            <p:cNvSpPr/>
            <p:nvPr/>
          </p:nvSpPr>
          <p:spPr>
            <a:xfrm>
              <a:off x="3348989" y="2984512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0" name="object 620" descr=""/>
            <p:cNvSpPr/>
            <p:nvPr/>
          </p:nvSpPr>
          <p:spPr>
            <a:xfrm>
              <a:off x="3349624" y="2985782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39"/>
                  </a:lnTo>
                </a:path>
                <a:path w="0" h="3175">
                  <a:moveTo>
                    <a:pt x="0" y="2539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1" name="object 621" descr=""/>
            <p:cNvSpPr/>
            <p:nvPr/>
          </p:nvSpPr>
          <p:spPr>
            <a:xfrm>
              <a:off x="3348989" y="298895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2" name="object 622" descr=""/>
            <p:cNvSpPr/>
            <p:nvPr/>
          </p:nvSpPr>
          <p:spPr>
            <a:xfrm>
              <a:off x="3349624" y="2990227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4"/>
                  </a:lnTo>
                </a:path>
                <a:path w="0" h="3175">
                  <a:moveTo>
                    <a:pt x="0" y="634"/>
                  </a:moveTo>
                  <a:lnTo>
                    <a:pt x="0" y="1269"/>
                  </a:lnTo>
                </a:path>
                <a:path w="0" h="3175">
                  <a:moveTo>
                    <a:pt x="0" y="1904"/>
                  </a:moveTo>
                  <a:lnTo>
                    <a:pt x="0" y="2539"/>
                  </a:lnTo>
                </a:path>
                <a:path w="0" h="3175">
                  <a:moveTo>
                    <a:pt x="0" y="2539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3" name="object 623" descr=""/>
            <p:cNvSpPr/>
            <p:nvPr/>
          </p:nvSpPr>
          <p:spPr>
            <a:xfrm>
              <a:off x="3348989" y="2993402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4" name="object 624" descr=""/>
            <p:cNvSpPr/>
            <p:nvPr/>
          </p:nvSpPr>
          <p:spPr>
            <a:xfrm>
              <a:off x="3349624" y="2994672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5"/>
                  </a:lnTo>
                </a:path>
                <a:path w="0" h="3175">
                  <a:moveTo>
                    <a:pt x="0" y="635"/>
                  </a:moveTo>
                  <a:lnTo>
                    <a:pt x="0" y="1270"/>
                  </a:lnTo>
                </a:path>
                <a:path w="0" h="3175">
                  <a:moveTo>
                    <a:pt x="0" y="1905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5" name="object 625" descr=""/>
            <p:cNvSpPr/>
            <p:nvPr/>
          </p:nvSpPr>
          <p:spPr>
            <a:xfrm>
              <a:off x="3348989" y="299784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6" name="object 626" descr=""/>
            <p:cNvSpPr/>
            <p:nvPr/>
          </p:nvSpPr>
          <p:spPr>
            <a:xfrm>
              <a:off x="3349624" y="2999117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0"/>
                  </a:moveTo>
                  <a:lnTo>
                    <a:pt x="0" y="635"/>
                  </a:lnTo>
                </a:path>
                <a:path w="0" h="3175">
                  <a:moveTo>
                    <a:pt x="0" y="635"/>
                  </a:moveTo>
                  <a:lnTo>
                    <a:pt x="0" y="1270"/>
                  </a:lnTo>
                </a:path>
                <a:path w="0" h="3175">
                  <a:moveTo>
                    <a:pt x="0" y="1904"/>
                  </a:moveTo>
                  <a:lnTo>
                    <a:pt x="0" y="2540"/>
                  </a:lnTo>
                </a:path>
                <a:path w="0" h="3175">
                  <a:moveTo>
                    <a:pt x="0" y="2540"/>
                  </a:moveTo>
                  <a:lnTo>
                    <a:pt x="0" y="3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7" name="object 627" descr=""/>
            <p:cNvSpPr/>
            <p:nvPr/>
          </p:nvSpPr>
          <p:spPr>
            <a:xfrm>
              <a:off x="3348989" y="3002292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8" name="object 628" descr=""/>
            <p:cNvSpPr/>
            <p:nvPr/>
          </p:nvSpPr>
          <p:spPr>
            <a:xfrm>
              <a:off x="3349624" y="3003562"/>
              <a:ext cx="0" cy="2540"/>
            </a:xfrm>
            <a:custGeom>
              <a:avLst/>
              <a:gdLst/>
              <a:ahLst/>
              <a:cxnLst/>
              <a:rect l="l" t="t" r="r" b="b"/>
              <a:pathLst>
                <a:path w="0" h="2539">
                  <a:moveTo>
                    <a:pt x="0" y="0"/>
                  </a:moveTo>
                  <a:lnTo>
                    <a:pt x="0" y="634"/>
                  </a:lnTo>
                </a:path>
                <a:path w="0" h="2539">
                  <a:moveTo>
                    <a:pt x="0" y="634"/>
                  </a:moveTo>
                  <a:lnTo>
                    <a:pt x="0" y="1270"/>
                  </a:lnTo>
                </a:path>
                <a:path w="0" h="2539">
                  <a:moveTo>
                    <a:pt x="0" y="1904"/>
                  </a:moveTo>
                  <a:lnTo>
                    <a:pt x="0" y="254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9" name="object 629" descr=""/>
            <p:cNvSpPr/>
            <p:nvPr/>
          </p:nvSpPr>
          <p:spPr>
            <a:xfrm>
              <a:off x="3085464" y="2559062"/>
              <a:ext cx="569595" cy="104775"/>
            </a:xfrm>
            <a:custGeom>
              <a:avLst/>
              <a:gdLst/>
              <a:ahLst/>
              <a:cxnLst/>
              <a:rect l="l" t="t" r="r" b="b"/>
              <a:pathLst>
                <a:path w="569595" h="104775">
                  <a:moveTo>
                    <a:pt x="1270" y="0"/>
                  </a:moveTo>
                  <a:lnTo>
                    <a:pt x="0" y="4445"/>
                  </a:lnTo>
                  <a:lnTo>
                    <a:pt x="568325" y="104775"/>
                  </a:lnTo>
                  <a:lnTo>
                    <a:pt x="569595" y="99059"/>
                  </a:lnTo>
                  <a:lnTo>
                    <a:pt x="127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0" name="object 630" descr=""/>
            <p:cNvSpPr/>
            <p:nvPr/>
          </p:nvSpPr>
          <p:spPr>
            <a:xfrm>
              <a:off x="3085464" y="2559062"/>
              <a:ext cx="569595" cy="104775"/>
            </a:xfrm>
            <a:custGeom>
              <a:avLst/>
              <a:gdLst/>
              <a:ahLst/>
              <a:cxnLst/>
              <a:rect l="l" t="t" r="r" b="b"/>
              <a:pathLst>
                <a:path w="569595" h="104775">
                  <a:moveTo>
                    <a:pt x="1270" y="0"/>
                  </a:moveTo>
                  <a:lnTo>
                    <a:pt x="0" y="4445"/>
                  </a:lnTo>
                  <a:lnTo>
                    <a:pt x="568325" y="104775"/>
                  </a:lnTo>
                  <a:lnTo>
                    <a:pt x="569595" y="99059"/>
                  </a:lnTo>
                  <a:lnTo>
                    <a:pt x="127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1" name="object 631" descr=""/>
            <p:cNvSpPr/>
            <p:nvPr/>
          </p:nvSpPr>
          <p:spPr>
            <a:xfrm>
              <a:off x="3938904" y="2708922"/>
              <a:ext cx="568325" cy="106680"/>
            </a:xfrm>
            <a:custGeom>
              <a:avLst/>
              <a:gdLst/>
              <a:ahLst/>
              <a:cxnLst/>
              <a:rect l="l" t="t" r="r" b="b"/>
              <a:pathLst>
                <a:path w="568325" h="106680">
                  <a:moveTo>
                    <a:pt x="1905" y="0"/>
                  </a:moveTo>
                  <a:lnTo>
                    <a:pt x="0" y="6350"/>
                  </a:lnTo>
                  <a:lnTo>
                    <a:pt x="568325" y="106680"/>
                  </a:lnTo>
                  <a:lnTo>
                    <a:pt x="568325" y="100330"/>
                  </a:lnTo>
                  <a:lnTo>
                    <a:pt x="190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2" name="object 632" descr=""/>
            <p:cNvSpPr/>
            <p:nvPr/>
          </p:nvSpPr>
          <p:spPr>
            <a:xfrm>
              <a:off x="3938904" y="2708922"/>
              <a:ext cx="568325" cy="106680"/>
            </a:xfrm>
            <a:custGeom>
              <a:avLst/>
              <a:gdLst/>
              <a:ahLst/>
              <a:cxnLst/>
              <a:rect l="l" t="t" r="r" b="b"/>
              <a:pathLst>
                <a:path w="568325" h="106680">
                  <a:moveTo>
                    <a:pt x="1905" y="0"/>
                  </a:moveTo>
                  <a:lnTo>
                    <a:pt x="0" y="6350"/>
                  </a:lnTo>
                  <a:lnTo>
                    <a:pt x="568325" y="106680"/>
                  </a:lnTo>
                  <a:lnTo>
                    <a:pt x="568325" y="100330"/>
                  </a:lnTo>
                  <a:lnTo>
                    <a:pt x="1905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3" name="object 633" descr=""/>
            <p:cNvSpPr/>
            <p:nvPr/>
          </p:nvSpPr>
          <p:spPr>
            <a:xfrm>
              <a:off x="3946525" y="3307092"/>
              <a:ext cx="568325" cy="106680"/>
            </a:xfrm>
            <a:custGeom>
              <a:avLst/>
              <a:gdLst/>
              <a:ahLst/>
              <a:cxnLst/>
              <a:rect l="l" t="t" r="r" b="b"/>
              <a:pathLst>
                <a:path w="568325" h="106679">
                  <a:moveTo>
                    <a:pt x="1904" y="0"/>
                  </a:moveTo>
                  <a:lnTo>
                    <a:pt x="0" y="5715"/>
                  </a:lnTo>
                  <a:lnTo>
                    <a:pt x="568325" y="106679"/>
                  </a:lnTo>
                  <a:lnTo>
                    <a:pt x="568325" y="100329"/>
                  </a:lnTo>
                  <a:lnTo>
                    <a:pt x="1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4" name="object 634" descr=""/>
            <p:cNvSpPr/>
            <p:nvPr/>
          </p:nvSpPr>
          <p:spPr>
            <a:xfrm>
              <a:off x="3946525" y="3307092"/>
              <a:ext cx="568325" cy="106680"/>
            </a:xfrm>
            <a:custGeom>
              <a:avLst/>
              <a:gdLst/>
              <a:ahLst/>
              <a:cxnLst/>
              <a:rect l="l" t="t" r="r" b="b"/>
              <a:pathLst>
                <a:path w="568325" h="106679">
                  <a:moveTo>
                    <a:pt x="1904" y="0"/>
                  </a:moveTo>
                  <a:lnTo>
                    <a:pt x="0" y="5715"/>
                  </a:lnTo>
                  <a:lnTo>
                    <a:pt x="568325" y="106679"/>
                  </a:lnTo>
                  <a:lnTo>
                    <a:pt x="568325" y="100329"/>
                  </a:lnTo>
                  <a:lnTo>
                    <a:pt x="1904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5" name="object 635" descr=""/>
            <p:cNvSpPr/>
            <p:nvPr/>
          </p:nvSpPr>
          <p:spPr>
            <a:xfrm>
              <a:off x="3088639" y="3207397"/>
              <a:ext cx="569595" cy="104775"/>
            </a:xfrm>
            <a:custGeom>
              <a:avLst/>
              <a:gdLst/>
              <a:ahLst/>
              <a:cxnLst/>
              <a:rect l="l" t="t" r="r" b="b"/>
              <a:pathLst>
                <a:path w="569595" h="104775">
                  <a:moveTo>
                    <a:pt x="1905" y="0"/>
                  </a:moveTo>
                  <a:lnTo>
                    <a:pt x="0" y="4445"/>
                  </a:lnTo>
                  <a:lnTo>
                    <a:pt x="569595" y="104775"/>
                  </a:lnTo>
                  <a:lnTo>
                    <a:pt x="569595" y="99060"/>
                  </a:lnTo>
                  <a:lnTo>
                    <a:pt x="190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6" name="object 636" descr=""/>
            <p:cNvSpPr/>
            <p:nvPr/>
          </p:nvSpPr>
          <p:spPr>
            <a:xfrm>
              <a:off x="3088004" y="3208032"/>
              <a:ext cx="862330" cy="789305"/>
            </a:xfrm>
            <a:custGeom>
              <a:avLst/>
              <a:gdLst/>
              <a:ahLst/>
              <a:cxnLst/>
              <a:rect l="l" t="t" r="r" b="b"/>
              <a:pathLst>
                <a:path w="862329" h="789304">
                  <a:moveTo>
                    <a:pt x="1905" y="0"/>
                  </a:moveTo>
                  <a:lnTo>
                    <a:pt x="0" y="4445"/>
                  </a:lnTo>
                  <a:lnTo>
                    <a:pt x="569594" y="104775"/>
                  </a:lnTo>
                  <a:lnTo>
                    <a:pt x="569594" y="99059"/>
                  </a:lnTo>
                  <a:lnTo>
                    <a:pt x="1905" y="0"/>
                  </a:lnTo>
                  <a:close/>
                </a:path>
                <a:path w="862329" h="789304">
                  <a:moveTo>
                    <a:pt x="857249" y="73025"/>
                  </a:moveTo>
                  <a:lnTo>
                    <a:pt x="857249" y="102234"/>
                  </a:lnTo>
                </a:path>
                <a:path w="862329" h="789304">
                  <a:moveTo>
                    <a:pt x="569594" y="73025"/>
                  </a:moveTo>
                  <a:lnTo>
                    <a:pt x="857249" y="73025"/>
                  </a:lnTo>
                </a:path>
                <a:path w="862329" h="789304">
                  <a:moveTo>
                    <a:pt x="569594" y="102234"/>
                  </a:moveTo>
                  <a:lnTo>
                    <a:pt x="569594" y="73025"/>
                  </a:lnTo>
                </a:path>
                <a:path w="862329" h="789304">
                  <a:moveTo>
                    <a:pt x="564515" y="789304"/>
                  </a:moveTo>
                  <a:lnTo>
                    <a:pt x="564515" y="760095"/>
                  </a:lnTo>
                </a:path>
                <a:path w="862329" h="789304">
                  <a:moveTo>
                    <a:pt x="564515" y="760095"/>
                  </a:moveTo>
                  <a:lnTo>
                    <a:pt x="862330" y="659764"/>
                  </a:lnTo>
                </a:path>
                <a:path w="862329" h="789304">
                  <a:moveTo>
                    <a:pt x="862330" y="659764"/>
                  </a:moveTo>
                  <a:lnTo>
                    <a:pt x="862330" y="6889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7" name="object 637" descr=""/>
            <p:cNvSpPr/>
            <p:nvPr/>
          </p:nvSpPr>
          <p:spPr>
            <a:xfrm>
              <a:off x="3084194" y="3893832"/>
              <a:ext cx="570865" cy="106680"/>
            </a:xfrm>
            <a:custGeom>
              <a:avLst/>
              <a:gdLst/>
              <a:ahLst/>
              <a:cxnLst/>
              <a:rect l="l" t="t" r="r" b="b"/>
              <a:pathLst>
                <a:path w="570864" h="106679">
                  <a:moveTo>
                    <a:pt x="1905" y="0"/>
                  </a:moveTo>
                  <a:lnTo>
                    <a:pt x="0" y="5714"/>
                  </a:lnTo>
                  <a:lnTo>
                    <a:pt x="568325" y="106679"/>
                  </a:lnTo>
                  <a:lnTo>
                    <a:pt x="570865" y="100329"/>
                  </a:lnTo>
                  <a:lnTo>
                    <a:pt x="190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8" name="object 638" descr=""/>
            <p:cNvSpPr/>
            <p:nvPr/>
          </p:nvSpPr>
          <p:spPr>
            <a:xfrm>
              <a:off x="3084194" y="3893832"/>
              <a:ext cx="570865" cy="106680"/>
            </a:xfrm>
            <a:custGeom>
              <a:avLst/>
              <a:gdLst/>
              <a:ahLst/>
              <a:cxnLst/>
              <a:rect l="l" t="t" r="r" b="b"/>
              <a:pathLst>
                <a:path w="570864" h="106679">
                  <a:moveTo>
                    <a:pt x="1905" y="0"/>
                  </a:moveTo>
                  <a:lnTo>
                    <a:pt x="0" y="5714"/>
                  </a:lnTo>
                  <a:lnTo>
                    <a:pt x="568325" y="106679"/>
                  </a:lnTo>
                  <a:lnTo>
                    <a:pt x="570865" y="100329"/>
                  </a:lnTo>
                  <a:lnTo>
                    <a:pt x="1905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9" name="object 639" descr=""/>
            <p:cNvSpPr/>
            <p:nvPr/>
          </p:nvSpPr>
          <p:spPr>
            <a:xfrm>
              <a:off x="3950969" y="3893832"/>
              <a:ext cx="569595" cy="106680"/>
            </a:xfrm>
            <a:custGeom>
              <a:avLst/>
              <a:gdLst/>
              <a:ahLst/>
              <a:cxnLst/>
              <a:rect l="l" t="t" r="r" b="b"/>
              <a:pathLst>
                <a:path w="569595" h="106679">
                  <a:moveTo>
                    <a:pt x="1904" y="0"/>
                  </a:moveTo>
                  <a:lnTo>
                    <a:pt x="0" y="5714"/>
                  </a:lnTo>
                  <a:lnTo>
                    <a:pt x="567054" y="106679"/>
                  </a:lnTo>
                  <a:lnTo>
                    <a:pt x="569594" y="100329"/>
                  </a:lnTo>
                  <a:lnTo>
                    <a:pt x="1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0" name="object 640" descr=""/>
            <p:cNvSpPr/>
            <p:nvPr/>
          </p:nvSpPr>
          <p:spPr>
            <a:xfrm>
              <a:off x="3950969" y="3893832"/>
              <a:ext cx="569595" cy="106680"/>
            </a:xfrm>
            <a:custGeom>
              <a:avLst/>
              <a:gdLst/>
              <a:ahLst/>
              <a:cxnLst/>
              <a:rect l="l" t="t" r="r" b="b"/>
              <a:pathLst>
                <a:path w="569595" h="106679">
                  <a:moveTo>
                    <a:pt x="1904" y="0"/>
                  </a:moveTo>
                  <a:lnTo>
                    <a:pt x="0" y="5714"/>
                  </a:lnTo>
                  <a:lnTo>
                    <a:pt x="567054" y="106679"/>
                  </a:lnTo>
                  <a:lnTo>
                    <a:pt x="569594" y="100329"/>
                  </a:lnTo>
                  <a:lnTo>
                    <a:pt x="1904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1" name="object 641" descr=""/>
            <p:cNvSpPr/>
            <p:nvPr/>
          </p:nvSpPr>
          <p:spPr>
            <a:xfrm>
              <a:off x="3946525" y="2079002"/>
              <a:ext cx="577850" cy="4445"/>
            </a:xfrm>
            <a:custGeom>
              <a:avLst/>
              <a:gdLst/>
              <a:ahLst/>
              <a:cxnLst/>
              <a:rect l="l" t="t" r="r" b="b"/>
              <a:pathLst>
                <a:path w="577850" h="4444">
                  <a:moveTo>
                    <a:pt x="577850" y="0"/>
                  </a:moveTo>
                  <a:lnTo>
                    <a:pt x="0" y="0"/>
                  </a:lnTo>
                  <a:lnTo>
                    <a:pt x="0" y="4444"/>
                  </a:lnTo>
                  <a:lnTo>
                    <a:pt x="288925" y="4444"/>
                  </a:lnTo>
                  <a:lnTo>
                    <a:pt x="577850" y="4444"/>
                  </a:lnTo>
                  <a:lnTo>
                    <a:pt x="5778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2" name="object 642" descr=""/>
            <p:cNvSpPr/>
            <p:nvPr/>
          </p:nvSpPr>
          <p:spPr>
            <a:xfrm>
              <a:off x="3946525" y="2079002"/>
              <a:ext cx="577850" cy="4445"/>
            </a:xfrm>
            <a:custGeom>
              <a:avLst/>
              <a:gdLst/>
              <a:ahLst/>
              <a:cxnLst/>
              <a:rect l="l" t="t" r="r" b="b"/>
              <a:pathLst>
                <a:path w="577850" h="4444">
                  <a:moveTo>
                    <a:pt x="288925" y="4444"/>
                  </a:moveTo>
                  <a:lnTo>
                    <a:pt x="0" y="4444"/>
                  </a:lnTo>
                  <a:lnTo>
                    <a:pt x="0" y="0"/>
                  </a:lnTo>
                  <a:lnTo>
                    <a:pt x="577850" y="0"/>
                  </a:lnTo>
                  <a:lnTo>
                    <a:pt x="577850" y="4444"/>
                  </a:lnTo>
                  <a:lnTo>
                    <a:pt x="288925" y="4444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3" name="object 643" descr=""/>
            <p:cNvSpPr/>
            <p:nvPr/>
          </p:nvSpPr>
          <p:spPr>
            <a:xfrm>
              <a:off x="3081019" y="2079002"/>
              <a:ext cx="576580" cy="4445"/>
            </a:xfrm>
            <a:custGeom>
              <a:avLst/>
              <a:gdLst/>
              <a:ahLst/>
              <a:cxnLst/>
              <a:rect l="l" t="t" r="r" b="b"/>
              <a:pathLst>
                <a:path w="576579" h="4444">
                  <a:moveTo>
                    <a:pt x="576580" y="0"/>
                  </a:moveTo>
                  <a:lnTo>
                    <a:pt x="0" y="0"/>
                  </a:lnTo>
                  <a:lnTo>
                    <a:pt x="0" y="4444"/>
                  </a:lnTo>
                  <a:lnTo>
                    <a:pt x="288290" y="4444"/>
                  </a:lnTo>
                  <a:lnTo>
                    <a:pt x="576580" y="4444"/>
                  </a:lnTo>
                  <a:lnTo>
                    <a:pt x="5765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4" name="object 644" descr=""/>
            <p:cNvSpPr/>
            <p:nvPr/>
          </p:nvSpPr>
          <p:spPr>
            <a:xfrm>
              <a:off x="3081019" y="2053602"/>
              <a:ext cx="1252855" cy="160020"/>
            </a:xfrm>
            <a:custGeom>
              <a:avLst/>
              <a:gdLst/>
              <a:ahLst/>
              <a:cxnLst/>
              <a:rect l="l" t="t" r="r" b="b"/>
              <a:pathLst>
                <a:path w="1252854" h="160019">
                  <a:moveTo>
                    <a:pt x="0" y="30479"/>
                  </a:moveTo>
                  <a:lnTo>
                    <a:pt x="576580" y="30479"/>
                  </a:lnTo>
                  <a:lnTo>
                    <a:pt x="576580" y="26034"/>
                  </a:lnTo>
                  <a:lnTo>
                    <a:pt x="0" y="26034"/>
                  </a:lnTo>
                  <a:lnTo>
                    <a:pt x="0" y="30479"/>
                  </a:lnTo>
                  <a:close/>
                </a:path>
                <a:path w="1252854" h="160019">
                  <a:moveTo>
                    <a:pt x="864869" y="0"/>
                  </a:moveTo>
                  <a:lnTo>
                    <a:pt x="864869" y="27304"/>
                  </a:lnTo>
                </a:path>
                <a:path w="1252854" h="160019">
                  <a:moveTo>
                    <a:pt x="576580" y="0"/>
                  </a:moveTo>
                  <a:lnTo>
                    <a:pt x="864869" y="0"/>
                  </a:lnTo>
                </a:path>
                <a:path w="1252854" h="160019">
                  <a:moveTo>
                    <a:pt x="576580" y="27304"/>
                  </a:moveTo>
                  <a:lnTo>
                    <a:pt x="576580" y="0"/>
                  </a:lnTo>
                </a:path>
                <a:path w="1252854" h="160019">
                  <a:moveTo>
                    <a:pt x="822325" y="115569"/>
                  </a:moveTo>
                  <a:lnTo>
                    <a:pt x="825500" y="107950"/>
                  </a:lnTo>
                  <a:lnTo>
                    <a:pt x="825500" y="123189"/>
                  </a:lnTo>
                  <a:lnTo>
                    <a:pt x="822325" y="115569"/>
                  </a:lnTo>
                  <a:lnTo>
                    <a:pt x="817880" y="111125"/>
                  </a:lnTo>
                  <a:lnTo>
                    <a:pt x="810259" y="107950"/>
                  </a:lnTo>
                  <a:lnTo>
                    <a:pt x="802640" y="107950"/>
                  </a:lnTo>
                  <a:lnTo>
                    <a:pt x="795019" y="111125"/>
                  </a:lnTo>
                  <a:lnTo>
                    <a:pt x="790575" y="115569"/>
                  </a:lnTo>
                  <a:lnTo>
                    <a:pt x="790575" y="121919"/>
                  </a:lnTo>
                  <a:lnTo>
                    <a:pt x="791844" y="126364"/>
                  </a:lnTo>
                  <a:lnTo>
                    <a:pt x="795019" y="128269"/>
                  </a:lnTo>
                  <a:lnTo>
                    <a:pt x="799465" y="130809"/>
                  </a:lnTo>
                  <a:lnTo>
                    <a:pt x="814705" y="135889"/>
                  </a:lnTo>
                  <a:lnTo>
                    <a:pt x="819150" y="138429"/>
                  </a:lnTo>
                  <a:lnTo>
                    <a:pt x="825500" y="143509"/>
                  </a:lnTo>
                </a:path>
                <a:path w="1252854" h="160019">
                  <a:moveTo>
                    <a:pt x="790575" y="121919"/>
                  </a:moveTo>
                  <a:lnTo>
                    <a:pt x="795019" y="126364"/>
                  </a:lnTo>
                  <a:lnTo>
                    <a:pt x="799465" y="128269"/>
                  </a:lnTo>
                  <a:lnTo>
                    <a:pt x="814705" y="133984"/>
                  </a:lnTo>
                  <a:lnTo>
                    <a:pt x="819150" y="135889"/>
                  </a:lnTo>
                  <a:lnTo>
                    <a:pt x="822325" y="138429"/>
                  </a:lnTo>
                  <a:lnTo>
                    <a:pt x="825500" y="143509"/>
                  </a:lnTo>
                  <a:lnTo>
                    <a:pt x="825500" y="153669"/>
                  </a:lnTo>
                  <a:lnTo>
                    <a:pt x="819150" y="158750"/>
                  </a:lnTo>
                  <a:lnTo>
                    <a:pt x="813434" y="160019"/>
                  </a:lnTo>
                  <a:lnTo>
                    <a:pt x="805815" y="160019"/>
                  </a:lnTo>
                  <a:lnTo>
                    <a:pt x="798194" y="158750"/>
                  </a:lnTo>
                  <a:lnTo>
                    <a:pt x="791844" y="153669"/>
                  </a:lnTo>
                  <a:lnTo>
                    <a:pt x="790575" y="146050"/>
                  </a:lnTo>
                  <a:lnTo>
                    <a:pt x="790575" y="160019"/>
                  </a:lnTo>
                  <a:lnTo>
                    <a:pt x="791844" y="153669"/>
                  </a:lnTo>
                </a:path>
                <a:path w="1252854" h="160019">
                  <a:moveTo>
                    <a:pt x="842009" y="140334"/>
                  </a:moveTo>
                  <a:lnTo>
                    <a:pt x="871219" y="140334"/>
                  </a:lnTo>
                  <a:lnTo>
                    <a:pt x="871219" y="135889"/>
                  </a:lnTo>
                  <a:lnTo>
                    <a:pt x="869315" y="130809"/>
                  </a:lnTo>
                  <a:lnTo>
                    <a:pt x="866775" y="128269"/>
                  </a:lnTo>
                  <a:lnTo>
                    <a:pt x="861694" y="126364"/>
                  </a:lnTo>
                  <a:lnTo>
                    <a:pt x="854075" y="126364"/>
                  </a:lnTo>
                  <a:lnTo>
                    <a:pt x="846455" y="128269"/>
                  </a:lnTo>
                  <a:lnTo>
                    <a:pt x="842009" y="133984"/>
                  </a:lnTo>
                  <a:lnTo>
                    <a:pt x="838834" y="140334"/>
                  </a:lnTo>
                  <a:lnTo>
                    <a:pt x="838834" y="146050"/>
                  </a:lnTo>
                  <a:lnTo>
                    <a:pt x="842009" y="153669"/>
                  </a:lnTo>
                  <a:lnTo>
                    <a:pt x="846455" y="158750"/>
                  </a:lnTo>
                  <a:lnTo>
                    <a:pt x="854075" y="160019"/>
                  </a:lnTo>
                  <a:lnTo>
                    <a:pt x="859155" y="160019"/>
                  </a:lnTo>
                  <a:lnTo>
                    <a:pt x="866775" y="158750"/>
                  </a:lnTo>
                  <a:lnTo>
                    <a:pt x="871219" y="153669"/>
                  </a:lnTo>
                </a:path>
                <a:path w="1252854" h="160019">
                  <a:moveTo>
                    <a:pt x="869315" y="140334"/>
                  </a:moveTo>
                  <a:lnTo>
                    <a:pt x="869315" y="133984"/>
                  </a:lnTo>
                  <a:lnTo>
                    <a:pt x="866775" y="128269"/>
                  </a:lnTo>
                </a:path>
                <a:path w="1252854" h="160019">
                  <a:moveTo>
                    <a:pt x="854075" y="126364"/>
                  </a:moveTo>
                  <a:lnTo>
                    <a:pt x="849630" y="128269"/>
                  </a:lnTo>
                  <a:lnTo>
                    <a:pt x="845184" y="133984"/>
                  </a:lnTo>
                  <a:lnTo>
                    <a:pt x="842009" y="140334"/>
                  </a:lnTo>
                  <a:lnTo>
                    <a:pt x="842009" y="146050"/>
                  </a:lnTo>
                  <a:lnTo>
                    <a:pt x="845184" y="153669"/>
                  </a:lnTo>
                  <a:lnTo>
                    <a:pt x="849630" y="158750"/>
                  </a:lnTo>
                  <a:lnTo>
                    <a:pt x="854075" y="160019"/>
                  </a:lnTo>
                </a:path>
                <a:path w="1252854" h="160019">
                  <a:moveTo>
                    <a:pt x="916940" y="133984"/>
                  </a:moveTo>
                  <a:lnTo>
                    <a:pt x="913765" y="135889"/>
                  </a:lnTo>
                  <a:lnTo>
                    <a:pt x="916940" y="138429"/>
                  </a:lnTo>
                  <a:lnTo>
                    <a:pt x="918209" y="135889"/>
                  </a:lnTo>
                  <a:lnTo>
                    <a:pt x="918209" y="133984"/>
                  </a:lnTo>
                  <a:lnTo>
                    <a:pt x="913765" y="128269"/>
                  </a:lnTo>
                  <a:lnTo>
                    <a:pt x="909319" y="126364"/>
                  </a:lnTo>
                  <a:lnTo>
                    <a:pt x="901700" y="126364"/>
                  </a:lnTo>
                  <a:lnTo>
                    <a:pt x="894080" y="128269"/>
                  </a:lnTo>
                  <a:lnTo>
                    <a:pt x="889634" y="133984"/>
                  </a:lnTo>
                  <a:lnTo>
                    <a:pt x="886459" y="140334"/>
                  </a:lnTo>
                  <a:lnTo>
                    <a:pt x="886459" y="146050"/>
                  </a:lnTo>
                  <a:lnTo>
                    <a:pt x="889634" y="153669"/>
                  </a:lnTo>
                  <a:lnTo>
                    <a:pt x="894080" y="158750"/>
                  </a:lnTo>
                  <a:lnTo>
                    <a:pt x="901700" y="160019"/>
                  </a:lnTo>
                  <a:lnTo>
                    <a:pt x="906144" y="160019"/>
                  </a:lnTo>
                  <a:lnTo>
                    <a:pt x="913765" y="158750"/>
                  </a:lnTo>
                  <a:lnTo>
                    <a:pt x="918209" y="153669"/>
                  </a:lnTo>
                </a:path>
                <a:path w="1252854" h="160019">
                  <a:moveTo>
                    <a:pt x="901700" y="126364"/>
                  </a:moveTo>
                  <a:lnTo>
                    <a:pt x="897255" y="128269"/>
                  </a:lnTo>
                  <a:lnTo>
                    <a:pt x="890905" y="133984"/>
                  </a:lnTo>
                  <a:lnTo>
                    <a:pt x="889634" y="140334"/>
                  </a:lnTo>
                  <a:lnTo>
                    <a:pt x="889634" y="146050"/>
                  </a:lnTo>
                  <a:lnTo>
                    <a:pt x="890905" y="153669"/>
                  </a:lnTo>
                  <a:lnTo>
                    <a:pt x="897255" y="158750"/>
                  </a:lnTo>
                  <a:lnTo>
                    <a:pt x="901700" y="160019"/>
                  </a:lnTo>
                </a:path>
                <a:path w="1252854" h="160019">
                  <a:moveTo>
                    <a:pt x="962659" y="133984"/>
                  </a:moveTo>
                  <a:lnTo>
                    <a:pt x="960755" y="135889"/>
                  </a:lnTo>
                  <a:lnTo>
                    <a:pt x="962659" y="138429"/>
                  </a:lnTo>
                  <a:lnTo>
                    <a:pt x="965834" y="135889"/>
                  </a:lnTo>
                  <a:lnTo>
                    <a:pt x="965834" y="133984"/>
                  </a:lnTo>
                  <a:lnTo>
                    <a:pt x="960755" y="128269"/>
                  </a:lnTo>
                  <a:lnTo>
                    <a:pt x="955040" y="126364"/>
                  </a:lnTo>
                  <a:lnTo>
                    <a:pt x="948690" y="126364"/>
                  </a:lnTo>
                  <a:lnTo>
                    <a:pt x="941069" y="128269"/>
                  </a:lnTo>
                  <a:lnTo>
                    <a:pt x="936625" y="133984"/>
                  </a:lnTo>
                  <a:lnTo>
                    <a:pt x="933450" y="140334"/>
                  </a:lnTo>
                  <a:lnTo>
                    <a:pt x="933450" y="146050"/>
                  </a:lnTo>
                  <a:lnTo>
                    <a:pt x="936625" y="153669"/>
                  </a:lnTo>
                  <a:lnTo>
                    <a:pt x="941069" y="158750"/>
                  </a:lnTo>
                  <a:lnTo>
                    <a:pt x="948690" y="160019"/>
                  </a:lnTo>
                  <a:lnTo>
                    <a:pt x="953134" y="160019"/>
                  </a:lnTo>
                  <a:lnTo>
                    <a:pt x="960755" y="158750"/>
                  </a:lnTo>
                  <a:lnTo>
                    <a:pt x="965834" y="153669"/>
                  </a:lnTo>
                </a:path>
                <a:path w="1252854" h="160019">
                  <a:moveTo>
                    <a:pt x="948690" y="126364"/>
                  </a:moveTo>
                  <a:lnTo>
                    <a:pt x="942975" y="128269"/>
                  </a:lnTo>
                  <a:lnTo>
                    <a:pt x="937894" y="133984"/>
                  </a:lnTo>
                  <a:lnTo>
                    <a:pt x="936625" y="140334"/>
                  </a:lnTo>
                  <a:lnTo>
                    <a:pt x="936625" y="146050"/>
                  </a:lnTo>
                  <a:lnTo>
                    <a:pt x="937894" y="153669"/>
                  </a:lnTo>
                  <a:lnTo>
                    <a:pt x="942975" y="158750"/>
                  </a:lnTo>
                  <a:lnTo>
                    <a:pt x="948690" y="160019"/>
                  </a:lnTo>
                </a:path>
                <a:path w="1252854" h="160019">
                  <a:moveTo>
                    <a:pt x="985519" y="107950"/>
                  </a:moveTo>
                  <a:lnTo>
                    <a:pt x="982344" y="111125"/>
                  </a:lnTo>
                  <a:lnTo>
                    <a:pt x="985519" y="114300"/>
                  </a:lnTo>
                  <a:lnTo>
                    <a:pt x="988694" y="111125"/>
                  </a:lnTo>
                  <a:lnTo>
                    <a:pt x="985519" y="107950"/>
                  </a:lnTo>
                  <a:close/>
                </a:path>
                <a:path w="1252854" h="160019">
                  <a:moveTo>
                    <a:pt x="985519" y="126364"/>
                  </a:moveTo>
                  <a:lnTo>
                    <a:pt x="985519" y="160019"/>
                  </a:lnTo>
                </a:path>
                <a:path w="1252854" h="160019">
                  <a:moveTo>
                    <a:pt x="988694" y="160019"/>
                  </a:moveTo>
                  <a:lnTo>
                    <a:pt x="988694" y="126364"/>
                  </a:lnTo>
                  <a:lnTo>
                    <a:pt x="977900" y="126364"/>
                  </a:lnTo>
                </a:path>
                <a:path w="1252854" h="160019">
                  <a:moveTo>
                    <a:pt x="977900" y="160019"/>
                  </a:moveTo>
                  <a:lnTo>
                    <a:pt x="996315" y="160019"/>
                  </a:lnTo>
                </a:path>
                <a:path w="1252854" h="160019">
                  <a:moveTo>
                    <a:pt x="1012825" y="118744"/>
                  </a:moveTo>
                  <a:lnTo>
                    <a:pt x="1036955" y="111125"/>
                  </a:lnTo>
                  <a:lnTo>
                    <a:pt x="1036955" y="107950"/>
                  </a:lnTo>
                  <a:lnTo>
                    <a:pt x="1012825" y="118744"/>
                  </a:lnTo>
                  <a:close/>
                </a:path>
                <a:path w="1252854" h="160019">
                  <a:moveTo>
                    <a:pt x="1021715" y="126364"/>
                  </a:moveTo>
                  <a:lnTo>
                    <a:pt x="1014094" y="128269"/>
                  </a:lnTo>
                  <a:lnTo>
                    <a:pt x="1009650" y="133984"/>
                  </a:lnTo>
                  <a:lnTo>
                    <a:pt x="1008380" y="140334"/>
                  </a:lnTo>
                  <a:lnTo>
                    <a:pt x="1008380" y="146050"/>
                  </a:lnTo>
                  <a:lnTo>
                    <a:pt x="1009650" y="153669"/>
                  </a:lnTo>
                  <a:lnTo>
                    <a:pt x="1014094" y="158750"/>
                  </a:lnTo>
                  <a:lnTo>
                    <a:pt x="1021715" y="160019"/>
                  </a:lnTo>
                  <a:lnTo>
                    <a:pt x="1028065" y="160019"/>
                  </a:lnTo>
                  <a:lnTo>
                    <a:pt x="1034415" y="158750"/>
                  </a:lnTo>
                  <a:lnTo>
                    <a:pt x="1040130" y="153669"/>
                  </a:lnTo>
                  <a:lnTo>
                    <a:pt x="1042034" y="146050"/>
                  </a:lnTo>
                  <a:lnTo>
                    <a:pt x="1042034" y="140334"/>
                  </a:lnTo>
                  <a:lnTo>
                    <a:pt x="1040130" y="133984"/>
                  </a:lnTo>
                  <a:lnTo>
                    <a:pt x="1034415" y="128269"/>
                  </a:lnTo>
                  <a:lnTo>
                    <a:pt x="1028065" y="126364"/>
                  </a:lnTo>
                  <a:lnTo>
                    <a:pt x="1021715" y="126364"/>
                  </a:lnTo>
                  <a:lnTo>
                    <a:pt x="1021715" y="160019"/>
                  </a:lnTo>
                </a:path>
                <a:path w="1252854" h="160019">
                  <a:moveTo>
                    <a:pt x="1028065" y="160019"/>
                  </a:moveTo>
                  <a:lnTo>
                    <a:pt x="1032509" y="158750"/>
                  </a:lnTo>
                  <a:lnTo>
                    <a:pt x="1036955" y="153669"/>
                  </a:lnTo>
                  <a:lnTo>
                    <a:pt x="1040130" y="146050"/>
                  </a:lnTo>
                  <a:lnTo>
                    <a:pt x="1040130" y="140334"/>
                  </a:lnTo>
                  <a:lnTo>
                    <a:pt x="1036955" y="133984"/>
                  </a:lnTo>
                  <a:lnTo>
                    <a:pt x="1032509" y="128269"/>
                  </a:lnTo>
                  <a:lnTo>
                    <a:pt x="1028065" y="126364"/>
                  </a:lnTo>
                </a:path>
                <a:path w="1252854" h="160019">
                  <a:moveTo>
                    <a:pt x="1061720" y="126364"/>
                  </a:moveTo>
                  <a:lnTo>
                    <a:pt x="1061720" y="160019"/>
                  </a:lnTo>
                </a:path>
                <a:path w="1252854" h="160019">
                  <a:moveTo>
                    <a:pt x="1064895" y="126364"/>
                  </a:moveTo>
                  <a:lnTo>
                    <a:pt x="1064895" y="160019"/>
                  </a:lnTo>
                </a:path>
                <a:path w="1252854" h="160019">
                  <a:moveTo>
                    <a:pt x="1064895" y="133984"/>
                  </a:moveTo>
                  <a:lnTo>
                    <a:pt x="1069340" y="128269"/>
                  </a:lnTo>
                  <a:lnTo>
                    <a:pt x="1076959" y="126364"/>
                  </a:lnTo>
                  <a:lnTo>
                    <a:pt x="1081405" y="126364"/>
                  </a:lnTo>
                  <a:lnTo>
                    <a:pt x="1089025" y="128269"/>
                  </a:lnTo>
                  <a:lnTo>
                    <a:pt x="1092200" y="133984"/>
                  </a:lnTo>
                  <a:lnTo>
                    <a:pt x="1092200" y="160019"/>
                  </a:lnTo>
                </a:path>
                <a:path w="1252854" h="160019">
                  <a:moveTo>
                    <a:pt x="1081405" y="126364"/>
                  </a:moveTo>
                  <a:lnTo>
                    <a:pt x="1085850" y="128269"/>
                  </a:lnTo>
                  <a:lnTo>
                    <a:pt x="1089025" y="133984"/>
                  </a:lnTo>
                  <a:lnTo>
                    <a:pt x="1089025" y="160019"/>
                  </a:lnTo>
                </a:path>
                <a:path w="1252854" h="160019">
                  <a:moveTo>
                    <a:pt x="1054100" y="126364"/>
                  </a:moveTo>
                  <a:lnTo>
                    <a:pt x="1064895" y="126364"/>
                  </a:lnTo>
                </a:path>
                <a:path w="1252854" h="160019">
                  <a:moveTo>
                    <a:pt x="1054100" y="160019"/>
                  </a:moveTo>
                  <a:lnTo>
                    <a:pt x="1072515" y="160019"/>
                  </a:lnTo>
                </a:path>
                <a:path w="1252854" h="160019">
                  <a:moveTo>
                    <a:pt x="1081405" y="160019"/>
                  </a:moveTo>
                  <a:lnTo>
                    <a:pt x="1099820" y="160019"/>
                  </a:lnTo>
                </a:path>
                <a:path w="1252854" h="160019">
                  <a:moveTo>
                    <a:pt x="1165225" y="140334"/>
                  </a:moveTo>
                  <a:lnTo>
                    <a:pt x="1195705" y="140334"/>
                  </a:lnTo>
                  <a:lnTo>
                    <a:pt x="1195705" y="135889"/>
                  </a:lnTo>
                  <a:lnTo>
                    <a:pt x="1192530" y="130809"/>
                  </a:lnTo>
                  <a:lnTo>
                    <a:pt x="1191259" y="128269"/>
                  </a:lnTo>
                  <a:lnTo>
                    <a:pt x="1184909" y="126364"/>
                  </a:lnTo>
                  <a:lnTo>
                    <a:pt x="1177290" y="126364"/>
                  </a:lnTo>
                  <a:lnTo>
                    <a:pt x="1171575" y="128269"/>
                  </a:lnTo>
                  <a:lnTo>
                    <a:pt x="1165225" y="133984"/>
                  </a:lnTo>
                  <a:lnTo>
                    <a:pt x="1163955" y="140334"/>
                  </a:lnTo>
                  <a:lnTo>
                    <a:pt x="1163955" y="146050"/>
                  </a:lnTo>
                  <a:lnTo>
                    <a:pt x="1165225" y="153669"/>
                  </a:lnTo>
                  <a:lnTo>
                    <a:pt x="1171575" y="158750"/>
                  </a:lnTo>
                  <a:lnTo>
                    <a:pt x="1177290" y="160019"/>
                  </a:lnTo>
                  <a:lnTo>
                    <a:pt x="1183640" y="160019"/>
                  </a:lnTo>
                  <a:lnTo>
                    <a:pt x="1191259" y="158750"/>
                  </a:lnTo>
                  <a:lnTo>
                    <a:pt x="1195705" y="153669"/>
                  </a:lnTo>
                </a:path>
                <a:path w="1252854" h="160019">
                  <a:moveTo>
                    <a:pt x="1192530" y="140334"/>
                  </a:moveTo>
                  <a:lnTo>
                    <a:pt x="1192530" y="133984"/>
                  </a:lnTo>
                  <a:lnTo>
                    <a:pt x="1191259" y="128269"/>
                  </a:lnTo>
                </a:path>
                <a:path w="1252854" h="160019">
                  <a:moveTo>
                    <a:pt x="1177290" y="126364"/>
                  </a:moveTo>
                  <a:lnTo>
                    <a:pt x="1172845" y="128269"/>
                  </a:lnTo>
                  <a:lnTo>
                    <a:pt x="1168400" y="133984"/>
                  </a:lnTo>
                  <a:lnTo>
                    <a:pt x="1165225" y="140334"/>
                  </a:lnTo>
                  <a:lnTo>
                    <a:pt x="1165225" y="146050"/>
                  </a:lnTo>
                  <a:lnTo>
                    <a:pt x="1168400" y="153669"/>
                  </a:lnTo>
                  <a:lnTo>
                    <a:pt x="1172845" y="158750"/>
                  </a:lnTo>
                  <a:lnTo>
                    <a:pt x="1177290" y="160019"/>
                  </a:lnTo>
                </a:path>
                <a:path w="1252854" h="160019">
                  <a:moveTo>
                    <a:pt x="1215390" y="126364"/>
                  </a:moveTo>
                  <a:lnTo>
                    <a:pt x="1215390" y="160019"/>
                  </a:lnTo>
                </a:path>
                <a:path w="1252854" h="160019">
                  <a:moveTo>
                    <a:pt x="1217295" y="126364"/>
                  </a:moveTo>
                  <a:lnTo>
                    <a:pt x="1217295" y="160019"/>
                  </a:lnTo>
                </a:path>
                <a:path w="1252854" h="160019">
                  <a:moveTo>
                    <a:pt x="1217295" y="133984"/>
                  </a:moveTo>
                  <a:lnTo>
                    <a:pt x="1223009" y="128269"/>
                  </a:lnTo>
                  <a:lnTo>
                    <a:pt x="1229359" y="126364"/>
                  </a:lnTo>
                  <a:lnTo>
                    <a:pt x="1235075" y="126364"/>
                  </a:lnTo>
                  <a:lnTo>
                    <a:pt x="1242695" y="128269"/>
                  </a:lnTo>
                  <a:lnTo>
                    <a:pt x="1244600" y="133984"/>
                  </a:lnTo>
                  <a:lnTo>
                    <a:pt x="1244600" y="160019"/>
                  </a:lnTo>
                </a:path>
                <a:path w="1252854" h="160019">
                  <a:moveTo>
                    <a:pt x="1235075" y="126364"/>
                  </a:moveTo>
                  <a:lnTo>
                    <a:pt x="1240155" y="128269"/>
                  </a:lnTo>
                  <a:lnTo>
                    <a:pt x="1242695" y="133984"/>
                  </a:lnTo>
                  <a:lnTo>
                    <a:pt x="1242695" y="160019"/>
                  </a:lnTo>
                </a:path>
                <a:path w="1252854" h="160019">
                  <a:moveTo>
                    <a:pt x="1207770" y="126364"/>
                  </a:moveTo>
                  <a:lnTo>
                    <a:pt x="1217295" y="126364"/>
                  </a:lnTo>
                </a:path>
                <a:path w="1252854" h="160019">
                  <a:moveTo>
                    <a:pt x="1207770" y="160019"/>
                  </a:moveTo>
                  <a:lnTo>
                    <a:pt x="1224915" y="160019"/>
                  </a:lnTo>
                </a:path>
                <a:path w="1252854" h="160019">
                  <a:moveTo>
                    <a:pt x="1235075" y="160019"/>
                  </a:moveTo>
                  <a:lnTo>
                    <a:pt x="1252855" y="16001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45" name="object 64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95469" y="2160917"/>
              <a:ext cx="372110" cy="71120"/>
            </a:xfrm>
            <a:prstGeom prst="rect">
              <a:avLst/>
            </a:prstGeom>
          </p:spPr>
        </p:pic>
        <p:sp>
          <p:nvSpPr>
            <p:cNvPr id="646" name="object 646" descr=""/>
            <p:cNvSpPr/>
            <p:nvPr/>
          </p:nvSpPr>
          <p:spPr>
            <a:xfrm>
              <a:off x="2755899" y="1539887"/>
              <a:ext cx="2084070" cy="2781935"/>
            </a:xfrm>
            <a:custGeom>
              <a:avLst/>
              <a:gdLst/>
              <a:ahLst/>
              <a:cxnLst/>
              <a:rect l="l" t="t" r="r" b="b"/>
              <a:pathLst>
                <a:path w="2084070" h="2781935">
                  <a:moveTo>
                    <a:pt x="1280795" y="1356995"/>
                  </a:moveTo>
                  <a:lnTo>
                    <a:pt x="1280795" y="1409065"/>
                  </a:lnTo>
                </a:path>
                <a:path w="2084070" h="2781935">
                  <a:moveTo>
                    <a:pt x="1283970" y="1356995"/>
                  </a:moveTo>
                  <a:lnTo>
                    <a:pt x="1299210" y="1402715"/>
                  </a:lnTo>
                </a:path>
                <a:path w="2084070" h="2781935">
                  <a:moveTo>
                    <a:pt x="1280795" y="1356995"/>
                  </a:moveTo>
                  <a:lnTo>
                    <a:pt x="1299210" y="1409065"/>
                  </a:lnTo>
                  <a:lnTo>
                    <a:pt x="1315720" y="1356995"/>
                  </a:lnTo>
                  <a:lnTo>
                    <a:pt x="1315720" y="1409065"/>
                  </a:lnTo>
                </a:path>
                <a:path w="2084070" h="2781935">
                  <a:moveTo>
                    <a:pt x="1318895" y="1356995"/>
                  </a:moveTo>
                  <a:lnTo>
                    <a:pt x="1318895" y="1409065"/>
                  </a:lnTo>
                </a:path>
                <a:path w="2084070" h="2781935">
                  <a:moveTo>
                    <a:pt x="1273175" y="1356995"/>
                  </a:moveTo>
                  <a:lnTo>
                    <a:pt x="1283970" y="1356995"/>
                  </a:lnTo>
                </a:path>
                <a:path w="2084070" h="2781935">
                  <a:moveTo>
                    <a:pt x="1315720" y="1356995"/>
                  </a:moveTo>
                  <a:lnTo>
                    <a:pt x="1326514" y="1356995"/>
                  </a:lnTo>
                </a:path>
                <a:path w="2084070" h="2781935">
                  <a:moveTo>
                    <a:pt x="1273175" y="1409065"/>
                  </a:moveTo>
                  <a:lnTo>
                    <a:pt x="1288414" y="1409065"/>
                  </a:lnTo>
                </a:path>
                <a:path w="2084070" h="2781935">
                  <a:moveTo>
                    <a:pt x="1308100" y="1409065"/>
                  </a:moveTo>
                  <a:lnTo>
                    <a:pt x="1326514" y="1409065"/>
                  </a:lnTo>
                </a:path>
                <a:path w="2084070" h="2781935">
                  <a:moveTo>
                    <a:pt x="1343660" y="1367790"/>
                  </a:moveTo>
                  <a:lnTo>
                    <a:pt x="1367789" y="1360170"/>
                  </a:lnTo>
                  <a:lnTo>
                    <a:pt x="1367789" y="1356995"/>
                  </a:lnTo>
                  <a:lnTo>
                    <a:pt x="1343660" y="1367790"/>
                  </a:lnTo>
                  <a:close/>
                </a:path>
                <a:path w="2084070" h="2781935">
                  <a:moveTo>
                    <a:pt x="1340485" y="1389379"/>
                  </a:moveTo>
                  <a:lnTo>
                    <a:pt x="1370964" y="1389379"/>
                  </a:lnTo>
                  <a:lnTo>
                    <a:pt x="1370964" y="1384300"/>
                  </a:lnTo>
                  <a:lnTo>
                    <a:pt x="1367789" y="1379854"/>
                  </a:lnTo>
                  <a:lnTo>
                    <a:pt x="1366520" y="1376679"/>
                  </a:lnTo>
                  <a:lnTo>
                    <a:pt x="1360170" y="1375409"/>
                  </a:lnTo>
                  <a:lnTo>
                    <a:pt x="1352550" y="1375409"/>
                  </a:lnTo>
                  <a:lnTo>
                    <a:pt x="1346200" y="1376679"/>
                  </a:lnTo>
                  <a:lnTo>
                    <a:pt x="1340485" y="1383029"/>
                  </a:lnTo>
                  <a:lnTo>
                    <a:pt x="1338579" y="1389379"/>
                  </a:lnTo>
                  <a:lnTo>
                    <a:pt x="1338579" y="1395095"/>
                  </a:lnTo>
                  <a:lnTo>
                    <a:pt x="1340485" y="1402715"/>
                  </a:lnTo>
                  <a:lnTo>
                    <a:pt x="1346200" y="1407159"/>
                  </a:lnTo>
                  <a:lnTo>
                    <a:pt x="1352550" y="1409065"/>
                  </a:lnTo>
                  <a:lnTo>
                    <a:pt x="1358900" y="1409065"/>
                  </a:lnTo>
                  <a:lnTo>
                    <a:pt x="1366520" y="1407159"/>
                  </a:lnTo>
                  <a:lnTo>
                    <a:pt x="1370964" y="1402715"/>
                  </a:lnTo>
                </a:path>
                <a:path w="2084070" h="2781935">
                  <a:moveTo>
                    <a:pt x="1367789" y="1389379"/>
                  </a:moveTo>
                  <a:lnTo>
                    <a:pt x="1367789" y="1383029"/>
                  </a:lnTo>
                  <a:lnTo>
                    <a:pt x="1366520" y="1376679"/>
                  </a:lnTo>
                </a:path>
                <a:path w="2084070" h="2781935">
                  <a:moveTo>
                    <a:pt x="1352550" y="1375409"/>
                  </a:moveTo>
                  <a:lnTo>
                    <a:pt x="1348104" y="1376679"/>
                  </a:lnTo>
                  <a:lnTo>
                    <a:pt x="1343660" y="1383029"/>
                  </a:lnTo>
                  <a:lnTo>
                    <a:pt x="1340485" y="1389379"/>
                  </a:lnTo>
                  <a:lnTo>
                    <a:pt x="1340485" y="1395095"/>
                  </a:lnTo>
                  <a:lnTo>
                    <a:pt x="1343660" y="1402715"/>
                  </a:lnTo>
                  <a:lnTo>
                    <a:pt x="1348104" y="1407159"/>
                  </a:lnTo>
                  <a:lnTo>
                    <a:pt x="1352550" y="1409065"/>
                  </a:lnTo>
                </a:path>
                <a:path w="2084070" h="2781935">
                  <a:moveTo>
                    <a:pt x="1391285" y="1356995"/>
                  </a:moveTo>
                  <a:lnTo>
                    <a:pt x="1391285" y="1399540"/>
                  </a:lnTo>
                  <a:lnTo>
                    <a:pt x="1392554" y="1407159"/>
                  </a:lnTo>
                  <a:lnTo>
                    <a:pt x="1398904" y="1409065"/>
                  </a:lnTo>
                  <a:lnTo>
                    <a:pt x="1403350" y="1409065"/>
                  </a:lnTo>
                  <a:lnTo>
                    <a:pt x="1407795" y="1407159"/>
                  </a:lnTo>
                  <a:lnTo>
                    <a:pt x="1410970" y="1402715"/>
                  </a:lnTo>
                </a:path>
                <a:path w="2084070" h="2781935">
                  <a:moveTo>
                    <a:pt x="1392554" y="1356995"/>
                  </a:moveTo>
                  <a:lnTo>
                    <a:pt x="1392554" y="1399540"/>
                  </a:lnTo>
                  <a:lnTo>
                    <a:pt x="1395729" y="1407159"/>
                  </a:lnTo>
                  <a:lnTo>
                    <a:pt x="1398904" y="1409065"/>
                  </a:lnTo>
                </a:path>
                <a:path w="2084070" h="2781935">
                  <a:moveTo>
                    <a:pt x="1383029" y="1375409"/>
                  </a:moveTo>
                  <a:lnTo>
                    <a:pt x="1403350" y="1375409"/>
                  </a:lnTo>
                </a:path>
                <a:path w="2084070" h="2781935">
                  <a:moveTo>
                    <a:pt x="1438275" y="1375409"/>
                  </a:moveTo>
                  <a:lnTo>
                    <a:pt x="1430654" y="1376679"/>
                  </a:lnTo>
                  <a:lnTo>
                    <a:pt x="1424939" y="1383029"/>
                  </a:lnTo>
                  <a:lnTo>
                    <a:pt x="1423035" y="1389379"/>
                  </a:lnTo>
                  <a:lnTo>
                    <a:pt x="1423035" y="1395095"/>
                  </a:lnTo>
                  <a:lnTo>
                    <a:pt x="1424939" y="1402715"/>
                  </a:lnTo>
                  <a:lnTo>
                    <a:pt x="1430654" y="1407159"/>
                  </a:lnTo>
                  <a:lnTo>
                    <a:pt x="1438275" y="1409065"/>
                  </a:lnTo>
                  <a:lnTo>
                    <a:pt x="1443354" y="1409065"/>
                  </a:lnTo>
                  <a:lnTo>
                    <a:pt x="1450975" y="1407159"/>
                  </a:lnTo>
                  <a:lnTo>
                    <a:pt x="1455420" y="1402715"/>
                  </a:lnTo>
                  <a:lnTo>
                    <a:pt x="1456689" y="1395095"/>
                  </a:lnTo>
                  <a:lnTo>
                    <a:pt x="1456689" y="1389379"/>
                  </a:lnTo>
                  <a:lnTo>
                    <a:pt x="1455420" y="1383029"/>
                  </a:lnTo>
                  <a:lnTo>
                    <a:pt x="1450975" y="1376679"/>
                  </a:lnTo>
                  <a:lnTo>
                    <a:pt x="1443354" y="1375409"/>
                  </a:lnTo>
                  <a:lnTo>
                    <a:pt x="1438275" y="1375409"/>
                  </a:lnTo>
                  <a:lnTo>
                    <a:pt x="1438275" y="1409065"/>
                  </a:lnTo>
                </a:path>
                <a:path w="2084070" h="2781935">
                  <a:moveTo>
                    <a:pt x="1443354" y="1409065"/>
                  </a:moveTo>
                  <a:lnTo>
                    <a:pt x="1447800" y="1407159"/>
                  </a:lnTo>
                  <a:lnTo>
                    <a:pt x="1452245" y="1402715"/>
                  </a:lnTo>
                  <a:lnTo>
                    <a:pt x="1455420" y="1395095"/>
                  </a:lnTo>
                  <a:lnTo>
                    <a:pt x="1455420" y="1389379"/>
                  </a:lnTo>
                  <a:lnTo>
                    <a:pt x="1452245" y="1383029"/>
                  </a:lnTo>
                  <a:lnTo>
                    <a:pt x="1447800" y="1376679"/>
                  </a:lnTo>
                  <a:lnTo>
                    <a:pt x="1443354" y="1375409"/>
                  </a:lnTo>
                </a:path>
                <a:path w="2084070" h="2781935">
                  <a:moveTo>
                    <a:pt x="1502410" y="1356995"/>
                  </a:moveTo>
                  <a:lnTo>
                    <a:pt x="1502410" y="1409065"/>
                  </a:lnTo>
                </a:path>
                <a:path w="2084070" h="2781935">
                  <a:moveTo>
                    <a:pt x="1504314" y="1356995"/>
                  </a:moveTo>
                  <a:lnTo>
                    <a:pt x="1504314" y="1409065"/>
                  </a:lnTo>
                </a:path>
                <a:path w="2084070" h="2781935">
                  <a:moveTo>
                    <a:pt x="1502410" y="1383029"/>
                  </a:moveTo>
                  <a:lnTo>
                    <a:pt x="1496695" y="1376679"/>
                  </a:lnTo>
                  <a:lnTo>
                    <a:pt x="1491614" y="1375409"/>
                  </a:lnTo>
                  <a:lnTo>
                    <a:pt x="1487170" y="1375409"/>
                  </a:lnTo>
                  <a:lnTo>
                    <a:pt x="1479550" y="1376679"/>
                  </a:lnTo>
                  <a:lnTo>
                    <a:pt x="1475104" y="1383029"/>
                  </a:lnTo>
                  <a:lnTo>
                    <a:pt x="1471929" y="1389379"/>
                  </a:lnTo>
                  <a:lnTo>
                    <a:pt x="1471929" y="1395095"/>
                  </a:lnTo>
                  <a:lnTo>
                    <a:pt x="1475104" y="1402715"/>
                  </a:lnTo>
                  <a:lnTo>
                    <a:pt x="1479550" y="1407159"/>
                  </a:lnTo>
                  <a:lnTo>
                    <a:pt x="1487170" y="1409065"/>
                  </a:lnTo>
                  <a:lnTo>
                    <a:pt x="1491614" y="1409065"/>
                  </a:lnTo>
                  <a:lnTo>
                    <a:pt x="1496695" y="1407159"/>
                  </a:lnTo>
                  <a:lnTo>
                    <a:pt x="1502410" y="1402715"/>
                  </a:lnTo>
                </a:path>
                <a:path w="2084070" h="2781935">
                  <a:moveTo>
                    <a:pt x="1487170" y="1375409"/>
                  </a:moveTo>
                  <a:lnTo>
                    <a:pt x="1482725" y="1376679"/>
                  </a:lnTo>
                  <a:lnTo>
                    <a:pt x="1478279" y="1383029"/>
                  </a:lnTo>
                  <a:lnTo>
                    <a:pt x="1475104" y="1389379"/>
                  </a:lnTo>
                  <a:lnTo>
                    <a:pt x="1475104" y="1395095"/>
                  </a:lnTo>
                  <a:lnTo>
                    <a:pt x="1478279" y="1402715"/>
                  </a:lnTo>
                  <a:lnTo>
                    <a:pt x="1482725" y="1407159"/>
                  </a:lnTo>
                  <a:lnTo>
                    <a:pt x="1487170" y="1409065"/>
                  </a:lnTo>
                </a:path>
                <a:path w="2084070" h="2781935">
                  <a:moveTo>
                    <a:pt x="1494789" y="1356995"/>
                  </a:moveTo>
                  <a:lnTo>
                    <a:pt x="1504314" y="1356995"/>
                  </a:lnTo>
                </a:path>
                <a:path w="2084070" h="2781935">
                  <a:moveTo>
                    <a:pt x="1502410" y="1409065"/>
                  </a:moveTo>
                  <a:lnTo>
                    <a:pt x="1511935" y="1409065"/>
                  </a:lnTo>
                </a:path>
                <a:path w="2084070" h="2781935">
                  <a:moveTo>
                    <a:pt x="1539239" y="1375409"/>
                  </a:moveTo>
                  <a:lnTo>
                    <a:pt x="1531620" y="1376679"/>
                  </a:lnTo>
                  <a:lnTo>
                    <a:pt x="1527175" y="1383029"/>
                  </a:lnTo>
                  <a:lnTo>
                    <a:pt x="1524000" y="1389379"/>
                  </a:lnTo>
                  <a:lnTo>
                    <a:pt x="1524000" y="1395095"/>
                  </a:lnTo>
                  <a:lnTo>
                    <a:pt x="1527175" y="1402715"/>
                  </a:lnTo>
                  <a:lnTo>
                    <a:pt x="1531620" y="1407159"/>
                  </a:lnTo>
                  <a:lnTo>
                    <a:pt x="1539239" y="1409065"/>
                  </a:lnTo>
                  <a:lnTo>
                    <a:pt x="1543685" y="1409065"/>
                  </a:lnTo>
                  <a:lnTo>
                    <a:pt x="1551304" y="1407159"/>
                  </a:lnTo>
                  <a:lnTo>
                    <a:pt x="1555750" y="1402715"/>
                  </a:lnTo>
                  <a:lnTo>
                    <a:pt x="1558925" y="1395095"/>
                  </a:lnTo>
                  <a:lnTo>
                    <a:pt x="1558925" y="1389379"/>
                  </a:lnTo>
                  <a:lnTo>
                    <a:pt x="1555750" y="1383029"/>
                  </a:lnTo>
                  <a:lnTo>
                    <a:pt x="1551304" y="1376679"/>
                  </a:lnTo>
                  <a:lnTo>
                    <a:pt x="1543685" y="1375409"/>
                  </a:lnTo>
                  <a:lnTo>
                    <a:pt x="1539239" y="1375409"/>
                  </a:lnTo>
                  <a:lnTo>
                    <a:pt x="1539239" y="1409065"/>
                  </a:lnTo>
                </a:path>
                <a:path w="2084070" h="2781935">
                  <a:moveTo>
                    <a:pt x="1543685" y="1409065"/>
                  </a:moveTo>
                  <a:lnTo>
                    <a:pt x="1548129" y="1407159"/>
                  </a:lnTo>
                  <a:lnTo>
                    <a:pt x="1554479" y="1402715"/>
                  </a:lnTo>
                  <a:lnTo>
                    <a:pt x="1555750" y="1395095"/>
                  </a:lnTo>
                  <a:lnTo>
                    <a:pt x="1555750" y="1389379"/>
                  </a:lnTo>
                  <a:lnTo>
                    <a:pt x="1554479" y="1383029"/>
                  </a:lnTo>
                  <a:lnTo>
                    <a:pt x="1548129" y="1376679"/>
                  </a:lnTo>
                  <a:lnTo>
                    <a:pt x="1543685" y="1375409"/>
                  </a:lnTo>
                </a:path>
                <a:path w="2084070" h="2781935">
                  <a:moveTo>
                    <a:pt x="1626235" y="1409065"/>
                  </a:moveTo>
                  <a:lnTo>
                    <a:pt x="1642745" y="1356995"/>
                  </a:lnTo>
                  <a:lnTo>
                    <a:pt x="1659254" y="1409065"/>
                  </a:lnTo>
                </a:path>
                <a:path w="2084070" h="2781935">
                  <a:moveTo>
                    <a:pt x="1642745" y="1364615"/>
                  </a:moveTo>
                  <a:lnTo>
                    <a:pt x="1657985" y="1409065"/>
                  </a:lnTo>
                </a:path>
                <a:path w="2084070" h="2781935">
                  <a:moveTo>
                    <a:pt x="1630679" y="1395095"/>
                  </a:moveTo>
                  <a:lnTo>
                    <a:pt x="1653539" y="1395095"/>
                  </a:lnTo>
                </a:path>
                <a:path w="2084070" h="2781935">
                  <a:moveTo>
                    <a:pt x="1619885" y="1409065"/>
                  </a:moveTo>
                  <a:lnTo>
                    <a:pt x="1635125" y="1409065"/>
                  </a:lnTo>
                </a:path>
                <a:path w="2084070" h="2781935">
                  <a:moveTo>
                    <a:pt x="1650364" y="1409065"/>
                  </a:moveTo>
                  <a:lnTo>
                    <a:pt x="1665604" y="1409065"/>
                  </a:lnTo>
                </a:path>
                <a:path w="2084070" h="2781935">
                  <a:moveTo>
                    <a:pt x="1280795" y="1895475"/>
                  </a:moveTo>
                  <a:lnTo>
                    <a:pt x="1280795" y="1947545"/>
                  </a:lnTo>
                </a:path>
                <a:path w="2084070" h="2781935">
                  <a:moveTo>
                    <a:pt x="1283970" y="1895475"/>
                  </a:moveTo>
                  <a:lnTo>
                    <a:pt x="1299210" y="1939925"/>
                  </a:lnTo>
                </a:path>
                <a:path w="2084070" h="2781935">
                  <a:moveTo>
                    <a:pt x="1280795" y="1895475"/>
                  </a:moveTo>
                  <a:lnTo>
                    <a:pt x="1299210" y="1947545"/>
                  </a:lnTo>
                  <a:lnTo>
                    <a:pt x="1315720" y="1895475"/>
                  </a:lnTo>
                  <a:lnTo>
                    <a:pt x="1315720" y="1947545"/>
                  </a:lnTo>
                </a:path>
                <a:path w="2084070" h="2781935">
                  <a:moveTo>
                    <a:pt x="1318895" y="1895475"/>
                  </a:moveTo>
                  <a:lnTo>
                    <a:pt x="1318895" y="1947545"/>
                  </a:lnTo>
                </a:path>
                <a:path w="2084070" h="2781935">
                  <a:moveTo>
                    <a:pt x="1273175" y="1895475"/>
                  </a:moveTo>
                  <a:lnTo>
                    <a:pt x="1283970" y="1895475"/>
                  </a:lnTo>
                </a:path>
                <a:path w="2084070" h="2781935">
                  <a:moveTo>
                    <a:pt x="1315720" y="1895475"/>
                  </a:moveTo>
                  <a:lnTo>
                    <a:pt x="1326514" y="1895475"/>
                  </a:lnTo>
                </a:path>
                <a:path w="2084070" h="2781935">
                  <a:moveTo>
                    <a:pt x="1273175" y="1947545"/>
                  </a:moveTo>
                  <a:lnTo>
                    <a:pt x="1288414" y="1947545"/>
                  </a:lnTo>
                </a:path>
                <a:path w="2084070" h="2781935">
                  <a:moveTo>
                    <a:pt x="1308100" y="1947545"/>
                  </a:moveTo>
                  <a:lnTo>
                    <a:pt x="1326514" y="1947545"/>
                  </a:lnTo>
                </a:path>
                <a:path w="2084070" h="2781935">
                  <a:moveTo>
                    <a:pt x="1343660" y="1906270"/>
                  </a:moveTo>
                  <a:lnTo>
                    <a:pt x="1367789" y="1898650"/>
                  </a:lnTo>
                  <a:lnTo>
                    <a:pt x="1367789" y="1895475"/>
                  </a:lnTo>
                  <a:lnTo>
                    <a:pt x="1343660" y="1906270"/>
                  </a:lnTo>
                  <a:close/>
                </a:path>
                <a:path w="2084070" h="2781935">
                  <a:moveTo>
                    <a:pt x="1340485" y="1927859"/>
                  </a:moveTo>
                  <a:lnTo>
                    <a:pt x="1370964" y="1927859"/>
                  </a:lnTo>
                  <a:lnTo>
                    <a:pt x="1370964" y="1923415"/>
                  </a:lnTo>
                  <a:lnTo>
                    <a:pt x="1367789" y="1918334"/>
                  </a:lnTo>
                  <a:lnTo>
                    <a:pt x="1366520" y="1915795"/>
                  </a:lnTo>
                  <a:lnTo>
                    <a:pt x="1360170" y="1912620"/>
                  </a:lnTo>
                  <a:lnTo>
                    <a:pt x="1352550" y="1912620"/>
                  </a:lnTo>
                  <a:lnTo>
                    <a:pt x="1346200" y="1915795"/>
                  </a:lnTo>
                  <a:lnTo>
                    <a:pt x="1340485" y="1920240"/>
                  </a:lnTo>
                  <a:lnTo>
                    <a:pt x="1338579" y="1927859"/>
                  </a:lnTo>
                  <a:lnTo>
                    <a:pt x="1338579" y="1932304"/>
                  </a:lnTo>
                  <a:lnTo>
                    <a:pt x="1340485" y="1939925"/>
                  </a:lnTo>
                  <a:lnTo>
                    <a:pt x="1346200" y="1946275"/>
                  </a:lnTo>
                  <a:lnTo>
                    <a:pt x="1352550" y="1947545"/>
                  </a:lnTo>
                  <a:lnTo>
                    <a:pt x="1358900" y="1947545"/>
                  </a:lnTo>
                  <a:lnTo>
                    <a:pt x="1366520" y="1946275"/>
                  </a:lnTo>
                  <a:lnTo>
                    <a:pt x="1370964" y="1939925"/>
                  </a:lnTo>
                </a:path>
                <a:path w="2084070" h="2781935">
                  <a:moveTo>
                    <a:pt x="1367789" y="1927859"/>
                  </a:moveTo>
                  <a:lnTo>
                    <a:pt x="1367789" y="1920240"/>
                  </a:lnTo>
                  <a:lnTo>
                    <a:pt x="1366520" y="1915795"/>
                  </a:lnTo>
                </a:path>
                <a:path w="2084070" h="2781935">
                  <a:moveTo>
                    <a:pt x="1352550" y="1912620"/>
                  </a:moveTo>
                  <a:lnTo>
                    <a:pt x="1348104" y="1915795"/>
                  </a:lnTo>
                  <a:lnTo>
                    <a:pt x="1343660" y="1920240"/>
                  </a:lnTo>
                  <a:lnTo>
                    <a:pt x="1340485" y="1927859"/>
                  </a:lnTo>
                  <a:lnTo>
                    <a:pt x="1340485" y="1932304"/>
                  </a:lnTo>
                  <a:lnTo>
                    <a:pt x="1343660" y="1939925"/>
                  </a:lnTo>
                  <a:lnTo>
                    <a:pt x="1348104" y="1946275"/>
                  </a:lnTo>
                  <a:lnTo>
                    <a:pt x="1352550" y="1947545"/>
                  </a:lnTo>
                </a:path>
                <a:path w="2084070" h="2781935">
                  <a:moveTo>
                    <a:pt x="1391285" y="1895475"/>
                  </a:moveTo>
                  <a:lnTo>
                    <a:pt x="1391285" y="1938654"/>
                  </a:lnTo>
                  <a:lnTo>
                    <a:pt x="1392554" y="1946275"/>
                  </a:lnTo>
                  <a:lnTo>
                    <a:pt x="1398904" y="1947545"/>
                  </a:lnTo>
                  <a:lnTo>
                    <a:pt x="1403350" y="1947545"/>
                  </a:lnTo>
                  <a:lnTo>
                    <a:pt x="1407795" y="1946275"/>
                  </a:lnTo>
                  <a:lnTo>
                    <a:pt x="1410970" y="1939925"/>
                  </a:lnTo>
                </a:path>
                <a:path w="2084070" h="2781935">
                  <a:moveTo>
                    <a:pt x="1392554" y="1895475"/>
                  </a:moveTo>
                  <a:lnTo>
                    <a:pt x="1392554" y="1938654"/>
                  </a:lnTo>
                  <a:lnTo>
                    <a:pt x="1395729" y="1946275"/>
                  </a:lnTo>
                  <a:lnTo>
                    <a:pt x="1398904" y="1947545"/>
                  </a:lnTo>
                </a:path>
                <a:path w="2084070" h="2781935">
                  <a:moveTo>
                    <a:pt x="1383029" y="1912620"/>
                  </a:moveTo>
                  <a:lnTo>
                    <a:pt x="1403350" y="1912620"/>
                  </a:lnTo>
                </a:path>
                <a:path w="2084070" h="2781935">
                  <a:moveTo>
                    <a:pt x="1438275" y="1912620"/>
                  </a:moveTo>
                  <a:lnTo>
                    <a:pt x="1430654" y="1915795"/>
                  </a:lnTo>
                  <a:lnTo>
                    <a:pt x="1424939" y="1920240"/>
                  </a:lnTo>
                  <a:lnTo>
                    <a:pt x="1423035" y="1927859"/>
                  </a:lnTo>
                  <a:lnTo>
                    <a:pt x="1423035" y="1932304"/>
                  </a:lnTo>
                  <a:lnTo>
                    <a:pt x="1424939" y="1939925"/>
                  </a:lnTo>
                  <a:lnTo>
                    <a:pt x="1430654" y="1946275"/>
                  </a:lnTo>
                  <a:lnTo>
                    <a:pt x="1438275" y="1947545"/>
                  </a:lnTo>
                  <a:lnTo>
                    <a:pt x="1443354" y="1947545"/>
                  </a:lnTo>
                  <a:lnTo>
                    <a:pt x="1450975" y="1946275"/>
                  </a:lnTo>
                  <a:lnTo>
                    <a:pt x="1455420" y="1939925"/>
                  </a:lnTo>
                  <a:lnTo>
                    <a:pt x="1456689" y="1932304"/>
                  </a:lnTo>
                  <a:lnTo>
                    <a:pt x="1456689" y="1927859"/>
                  </a:lnTo>
                  <a:lnTo>
                    <a:pt x="1455420" y="1920240"/>
                  </a:lnTo>
                  <a:lnTo>
                    <a:pt x="1450975" y="1915795"/>
                  </a:lnTo>
                  <a:lnTo>
                    <a:pt x="1443354" y="1912620"/>
                  </a:lnTo>
                  <a:lnTo>
                    <a:pt x="1438275" y="1912620"/>
                  </a:lnTo>
                  <a:lnTo>
                    <a:pt x="1438275" y="1947545"/>
                  </a:lnTo>
                </a:path>
                <a:path w="2084070" h="2781935">
                  <a:moveTo>
                    <a:pt x="1443354" y="1947545"/>
                  </a:moveTo>
                  <a:lnTo>
                    <a:pt x="1447800" y="1946275"/>
                  </a:lnTo>
                  <a:lnTo>
                    <a:pt x="1452245" y="1939925"/>
                  </a:lnTo>
                  <a:lnTo>
                    <a:pt x="1455420" y="1932304"/>
                  </a:lnTo>
                  <a:lnTo>
                    <a:pt x="1455420" y="1927859"/>
                  </a:lnTo>
                  <a:lnTo>
                    <a:pt x="1452245" y="1920240"/>
                  </a:lnTo>
                  <a:lnTo>
                    <a:pt x="1447800" y="1915795"/>
                  </a:lnTo>
                  <a:lnTo>
                    <a:pt x="1443354" y="1912620"/>
                  </a:lnTo>
                </a:path>
                <a:path w="2084070" h="2781935">
                  <a:moveTo>
                    <a:pt x="1502410" y="1895475"/>
                  </a:moveTo>
                  <a:lnTo>
                    <a:pt x="1502410" y="1947545"/>
                  </a:lnTo>
                </a:path>
                <a:path w="2084070" h="2781935">
                  <a:moveTo>
                    <a:pt x="1504314" y="1895475"/>
                  </a:moveTo>
                  <a:lnTo>
                    <a:pt x="1504314" y="1947545"/>
                  </a:lnTo>
                </a:path>
                <a:path w="2084070" h="2781935">
                  <a:moveTo>
                    <a:pt x="1502410" y="1920240"/>
                  </a:moveTo>
                  <a:lnTo>
                    <a:pt x="1496695" y="1915795"/>
                  </a:lnTo>
                  <a:lnTo>
                    <a:pt x="1491614" y="1912620"/>
                  </a:lnTo>
                  <a:lnTo>
                    <a:pt x="1487170" y="1912620"/>
                  </a:lnTo>
                  <a:lnTo>
                    <a:pt x="1479550" y="1915795"/>
                  </a:lnTo>
                  <a:lnTo>
                    <a:pt x="1475104" y="1920240"/>
                  </a:lnTo>
                  <a:lnTo>
                    <a:pt x="1471929" y="1927859"/>
                  </a:lnTo>
                  <a:lnTo>
                    <a:pt x="1471929" y="1932304"/>
                  </a:lnTo>
                  <a:lnTo>
                    <a:pt x="1475104" y="1939925"/>
                  </a:lnTo>
                  <a:lnTo>
                    <a:pt x="1479550" y="1946275"/>
                  </a:lnTo>
                  <a:lnTo>
                    <a:pt x="1487170" y="1947545"/>
                  </a:lnTo>
                  <a:lnTo>
                    <a:pt x="1491614" y="1947545"/>
                  </a:lnTo>
                  <a:lnTo>
                    <a:pt x="1496695" y="1946275"/>
                  </a:lnTo>
                  <a:lnTo>
                    <a:pt x="1502410" y="1939925"/>
                  </a:lnTo>
                </a:path>
                <a:path w="2084070" h="2781935">
                  <a:moveTo>
                    <a:pt x="1487170" y="1912620"/>
                  </a:moveTo>
                  <a:lnTo>
                    <a:pt x="1482725" y="1915795"/>
                  </a:lnTo>
                  <a:lnTo>
                    <a:pt x="1478279" y="1920240"/>
                  </a:lnTo>
                  <a:lnTo>
                    <a:pt x="1475104" y="1927859"/>
                  </a:lnTo>
                  <a:lnTo>
                    <a:pt x="1475104" y="1932304"/>
                  </a:lnTo>
                  <a:lnTo>
                    <a:pt x="1478279" y="1939925"/>
                  </a:lnTo>
                  <a:lnTo>
                    <a:pt x="1482725" y="1946275"/>
                  </a:lnTo>
                  <a:lnTo>
                    <a:pt x="1487170" y="1947545"/>
                  </a:lnTo>
                </a:path>
                <a:path w="2084070" h="2781935">
                  <a:moveTo>
                    <a:pt x="1494789" y="1895475"/>
                  </a:moveTo>
                  <a:lnTo>
                    <a:pt x="1504314" y="1895475"/>
                  </a:lnTo>
                </a:path>
                <a:path w="2084070" h="2781935">
                  <a:moveTo>
                    <a:pt x="1502410" y="1947545"/>
                  </a:moveTo>
                  <a:lnTo>
                    <a:pt x="1511935" y="1947545"/>
                  </a:lnTo>
                </a:path>
                <a:path w="2084070" h="2781935">
                  <a:moveTo>
                    <a:pt x="1539239" y="1912620"/>
                  </a:moveTo>
                  <a:lnTo>
                    <a:pt x="1531620" y="1915795"/>
                  </a:lnTo>
                  <a:lnTo>
                    <a:pt x="1527175" y="1920240"/>
                  </a:lnTo>
                  <a:lnTo>
                    <a:pt x="1524000" y="1927859"/>
                  </a:lnTo>
                  <a:lnTo>
                    <a:pt x="1524000" y="1932304"/>
                  </a:lnTo>
                  <a:lnTo>
                    <a:pt x="1527175" y="1939925"/>
                  </a:lnTo>
                  <a:lnTo>
                    <a:pt x="1531620" y="1946275"/>
                  </a:lnTo>
                  <a:lnTo>
                    <a:pt x="1539239" y="1947545"/>
                  </a:lnTo>
                  <a:lnTo>
                    <a:pt x="1543685" y="1947545"/>
                  </a:lnTo>
                  <a:lnTo>
                    <a:pt x="1551304" y="1946275"/>
                  </a:lnTo>
                  <a:lnTo>
                    <a:pt x="1555750" y="1939925"/>
                  </a:lnTo>
                  <a:lnTo>
                    <a:pt x="1558925" y="1932304"/>
                  </a:lnTo>
                  <a:lnTo>
                    <a:pt x="1558925" y="1927859"/>
                  </a:lnTo>
                  <a:lnTo>
                    <a:pt x="1555750" y="1920240"/>
                  </a:lnTo>
                  <a:lnTo>
                    <a:pt x="1551304" y="1915795"/>
                  </a:lnTo>
                  <a:lnTo>
                    <a:pt x="1543685" y="1912620"/>
                  </a:lnTo>
                  <a:lnTo>
                    <a:pt x="1539239" y="1912620"/>
                  </a:lnTo>
                  <a:lnTo>
                    <a:pt x="1539239" y="1947545"/>
                  </a:lnTo>
                </a:path>
                <a:path w="2084070" h="2781935">
                  <a:moveTo>
                    <a:pt x="1543685" y="1947545"/>
                  </a:moveTo>
                  <a:lnTo>
                    <a:pt x="1548129" y="1946275"/>
                  </a:lnTo>
                  <a:lnTo>
                    <a:pt x="1554479" y="1939925"/>
                  </a:lnTo>
                  <a:lnTo>
                    <a:pt x="1555750" y="1932304"/>
                  </a:lnTo>
                  <a:lnTo>
                    <a:pt x="1555750" y="1927859"/>
                  </a:lnTo>
                  <a:lnTo>
                    <a:pt x="1554479" y="1920240"/>
                  </a:lnTo>
                  <a:lnTo>
                    <a:pt x="1548129" y="1915795"/>
                  </a:lnTo>
                  <a:lnTo>
                    <a:pt x="1543685" y="1912620"/>
                  </a:lnTo>
                </a:path>
                <a:path w="2084070" h="2781935">
                  <a:moveTo>
                    <a:pt x="1630679" y="1895475"/>
                  </a:moveTo>
                  <a:lnTo>
                    <a:pt x="1630679" y="1947545"/>
                  </a:lnTo>
                </a:path>
                <a:path w="2084070" h="2781935">
                  <a:moveTo>
                    <a:pt x="1633854" y="1895475"/>
                  </a:moveTo>
                  <a:lnTo>
                    <a:pt x="1633854" y="1947545"/>
                  </a:lnTo>
                </a:path>
                <a:path w="2084070" h="2781935">
                  <a:moveTo>
                    <a:pt x="1623060" y="1895475"/>
                  </a:moveTo>
                  <a:lnTo>
                    <a:pt x="1653539" y="1895475"/>
                  </a:lnTo>
                  <a:lnTo>
                    <a:pt x="1659254" y="1898650"/>
                  </a:lnTo>
                  <a:lnTo>
                    <a:pt x="1662429" y="1900554"/>
                  </a:lnTo>
                  <a:lnTo>
                    <a:pt x="1665604" y="1906270"/>
                  </a:lnTo>
                  <a:lnTo>
                    <a:pt x="1665604" y="1910715"/>
                  </a:lnTo>
                  <a:lnTo>
                    <a:pt x="1662429" y="1915795"/>
                  </a:lnTo>
                  <a:lnTo>
                    <a:pt x="1659254" y="1918334"/>
                  </a:lnTo>
                  <a:lnTo>
                    <a:pt x="1653539" y="1920240"/>
                  </a:lnTo>
                </a:path>
                <a:path w="2084070" h="2781935">
                  <a:moveTo>
                    <a:pt x="1653539" y="1895475"/>
                  </a:moveTo>
                  <a:lnTo>
                    <a:pt x="1657985" y="1898650"/>
                  </a:lnTo>
                  <a:lnTo>
                    <a:pt x="1659254" y="1900554"/>
                  </a:lnTo>
                  <a:lnTo>
                    <a:pt x="1662429" y="1906270"/>
                  </a:lnTo>
                  <a:lnTo>
                    <a:pt x="1662429" y="1910715"/>
                  </a:lnTo>
                  <a:lnTo>
                    <a:pt x="1659254" y="1915795"/>
                  </a:lnTo>
                  <a:lnTo>
                    <a:pt x="1657985" y="1918334"/>
                  </a:lnTo>
                  <a:lnTo>
                    <a:pt x="1653539" y="1920240"/>
                  </a:lnTo>
                  <a:lnTo>
                    <a:pt x="1633854" y="1920240"/>
                  </a:lnTo>
                </a:path>
                <a:path w="2084070" h="2781935">
                  <a:moveTo>
                    <a:pt x="1653539" y="1920240"/>
                  </a:moveTo>
                  <a:lnTo>
                    <a:pt x="1659254" y="1923415"/>
                  </a:lnTo>
                  <a:lnTo>
                    <a:pt x="1662429" y="1925954"/>
                  </a:lnTo>
                  <a:lnTo>
                    <a:pt x="1665604" y="1931034"/>
                  </a:lnTo>
                  <a:lnTo>
                    <a:pt x="1665604" y="1938654"/>
                  </a:lnTo>
                  <a:lnTo>
                    <a:pt x="1662429" y="1943100"/>
                  </a:lnTo>
                  <a:lnTo>
                    <a:pt x="1659254" y="1946275"/>
                  </a:lnTo>
                  <a:lnTo>
                    <a:pt x="1653539" y="1947545"/>
                  </a:lnTo>
                  <a:lnTo>
                    <a:pt x="1623060" y="1947545"/>
                  </a:lnTo>
                </a:path>
                <a:path w="2084070" h="2781935">
                  <a:moveTo>
                    <a:pt x="1653539" y="1920240"/>
                  </a:moveTo>
                  <a:lnTo>
                    <a:pt x="1657985" y="1923415"/>
                  </a:lnTo>
                  <a:lnTo>
                    <a:pt x="1659254" y="1925954"/>
                  </a:lnTo>
                  <a:lnTo>
                    <a:pt x="1662429" y="1931034"/>
                  </a:lnTo>
                  <a:lnTo>
                    <a:pt x="1662429" y="1938654"/>
                  </a:lnTo>
                  <a:lnTo>
                    <a:pt x="1659254" y="1943100"/>
                  </a:lnTo>
                  <a:lnTo>
                    <a:pt x="1657985" y="1946275"/>
                  </a:lnTo>
                  <a:lnTo>
                    <a:pt x="1653539" y="1947545"/>
                  </a:lnTo>
                </a:path>
                <a:path w="2084070" h="2781935">
                  <a:moveTo>
                    <a:pt x="1282700" y="2484120"/>
                  </a:moveTo>
                  <a:lnTo>
                    <a:pt x="1282700" y="2535554"/>
                  </a:lnTo>
                </a:path>
                <a:path w="2084070" h="2781935">
                  <a:moveTo>
                    <a:pt x="1285239" y="2484120"/>
                  </a:moveTo>
                  <a:lnTo>
                    <a:pt x="1299210" y="2527934"/>
                  </a:lnTo>
                </a:path>
                <a:path w="2084070" h="2781935">
                  <a:moveTo>
                    <a:pt x="1282700" y="2484120"/>
                  </a:moveTo>
                  <a:lnTo>
                    <a:pt x="1299210" y="2535554"/>
                  </a:lnTo>
                  <a:lnTo>
                    <a:pt x="1317625" y="2484120"/>
                  </a:lnTo>
                  <a:lnTo>
                    <a:pt x="1317625" y="2535554"/>
                  </a:lnTo>
                </a:path>
                <a:path w="2084070" h="2781935">
                  <a:moveTo>
                    <a:pt x="1320800" y="2484120"/>
                  </a:moveTo>
                  <a:lnTo>
                    <a:pt x="1320800" y="2535554"/>
                  </a:lnTo>
                </a:path>
                <a:path w="2084070" h="2781935">
                  <a:moveTo>
                    <a:pt x="1275079" y="2484120"/>
                  </a:moveTo>
                  <a:lnTo>
                    <a:pt x="1285239" y="2484120"/>
                  </a:lnTo>
                </a:path>
                <a:path w="2084070" h="2781935">
                  <a:moveTo>
                    <a:pt x="1317625" y="2484120"/>
                  </a:moveTo>
                  <a:lnTo>
                    <a:pt x="1326514" y="2484120"/>
                  </a:lnTo>
                </a:path>
                <a:path w="2084070" h="2781935">
                  <a:moveTo>
                    <a:pt x="1275079" y="2535554"/>
                  </a:moveTo>
                  <a:lnTo>
                    <a:pt x="1290320" y="2535554"/>
                  </a:lnTo>
                </a:path>
                <a:path w="2084070" h="2781935">
                  <a:moveTo>
                    <a:pt x="1310004" y="2535554"/>
                  </a:moveTo>
                  <a:lnTo>
                    <a:pt x="1326514" y="2535554"/>
                  </a:lnTo>
                </a:path>
                <a:path w="2084070" h="2781935">
                  <a:moveTo>
                    <a:pt x="1344929" y="2493009"/>
                  </a:moveTo>
                  <a:lnTo>
                    <a:pt x="1369060" y="2485390"/>
                  </a:lnTo>
                  <a:lnTo>
                    <a:pt x="1369060" y="2484120"/>
                  </a:lnTo>
                  <a:lnTo>
                    <a:pt x="1344929" y="2493009"/>
                  </a:lnTo>
                  <a:close/>
                </a:path>
                <a:path w="2084070" h="2781935">
                  <a:moveTo>
                    <a:pt x="1341754" y="2515870"/>
                  </a:moveTo>
                  <a:lnTo>
                    <a:pt x="1372235" y="2515870"/>
                  </a:lnTo>
                  <a:lnTo>
                    <a:pt x="1372235" y="2510154"/>
                  </a:lnTo>
                  <a:lnTo>
                    <a:pt x="1369060" y="2505075"/>
                  </a:lnTo>
                  <a:lnTo>
                    <a:pt x="1366520" y="2503804"/>
                  </a:lnTo>
                  <a:lnTo>
                    <a:pt x="1361439" y="2500629"/>
                  </a:lnTo>
                  <a:lnTo>
                    <a:pt x="1353820" y="2500629"/>
                  </a:lnTo>
                  <a:lnTo>
                    <a:pt x="1346200" y="2503804"/>
                  </a:lnTo>
                  <a:lnTo>
                    <a:pt x="1341754" y="2508250"/>
                  </a:lnTo>
                  <a:lnTo>
                    <a:pt x="1340485" y="2515870"/>
                  </a:lnTo>
                  <a:lnTo>
                    <a:pt x="1340485" y="2520315"/>
                  </a:lnTo>
                  <a:lnTo>
                    <a:pt x="1341754" y="2527934"/>
                  </a:lnTo>
                  <a:lnTo>
                    <a:pt x="1346200" y="2533015"/>
                  </a:lnTo>
                  <a:lnTo>
                    <a:pt x="1353820" y="2535554"/>
                  </a:lnTo>
                  <a:lnTo>
                    <a:pt x="1358900" y="2535554"/>
                  </a:lnTo>
                  <a:lnTo>
                    <a:pt x="1366520" y="2533015"/>
                  </a:lnTo>
                  <a:lnTo>
                    <a:pt x="1372235" y="2527934"/>
                  </a:lnTo>
                </a:path>
                <a:path w="2084070" h="2781935">
                  <a:moveTo>
                    <a:pt x="1369060" y="2515870"/>
                  </a:moveTo>
                  <a:lnTo>
                    <a:pt x="1369060" y="2508250"/>
                  </a:lnTo>
                  <a:lnTo>
                    <a:pt x="1366520" y="2503804"/>
                  </a:lnTo>
                </a:path>
                <a:path w="2084070" h="2781935">
                  <a:moveTo>
                    <a:pt x="1353820" y="2500629"/>
                  </a:moveTo>
                  <a:lnTo>
                    <a:pt x="1349375" y="2503804"/>
                  </a:lnTo>
                  <a:lnTo>
                    <a:pt x="1344929" y="2508250"/>
                  </a:lnTo>
                  <a:lnTo>
                    <a:pt x="1341754" y="2515870"/>
                  </a:lnTo>
                  <a:lnTo>
                    <a:pt x="1341754" y="2520315"/>
                  </a:lnTo>
                  <a:lnTo>
                    <a:pt x="1344929" y="2527934"/>
                  </a:lnTo>
                  <a:lnTo>
                    <a:pt x="1349375" y="2533015"/>
                  </a:lnTo>
                  <a:lnTo>
                    <a:pt x="1353820" y="2535554"/>
                  </a:lnTo>
                </a:path>
                <a:path w="2084070" h="2781935">
                  <a:moveTo>
                    <a:pt x="1392554" y="2484120"/>
                  </a:moveTo>
                  <a:lnTo>
                    <a:pt x="1392554" y="2525395"/>
                  </a:lnTo>
                  <a:lnTo>
                    <a:pt x="1394460" y="2533015"/>
                  </a:lnTo>
                  <a:lnTo>
                    <a:pt x="1398904" y="2535554"/>
                  </a:lnTo>
                  <a:lnTo>
                    <a:pt x="1405254" y="2535554"/>
                  </a:lnTo>
                  <a:lnTo>
                    <a:pt x="1409700" y="2533015"/>
                  </a:lnTo>
                  <a:lnTo>
                    <a:pt x="1410970" y="2527934"/>
                  </a:lnTo>
                </a:path>
                <a:path w="2084070" h="2781935">
                  <a:moveTo>
                    <a:pt x="1394460" y="2484120"/>
                  </a:moveTo>
                  <a:lnTo>
                    <a:pt x="1394460" y="2525395"/>
                  </a:lnTo>
                  <a:lnTo>
                    <a:pt x="1397635" y="2533015"/>
                  </a:lnTo>
                  <a:lnTo>
                    <a:pt x="1398904" y="2535554"/>
                  </a:lnTo>
                </a:path>
                <a:path w="2084070" h="2781935">
                  <a:moveTo>
                    <a:pt x="1384300" y="2500629"/>
                  </a:moveTo>
                  <a:lnTo>
                    <a:pt x="1405254" y="2500629"/>
                  </a:lnTo>
                </a:path>
                <a:path w="2084070" h="2781935">
                  <a:moveTo>
                    <a:pt x="1438275" y="2500629"/>
                  </a:moveTo>
                  <a:lnTo>
                    <a:pt x="1430654" y="2503804"/>
                  </a:lnTo>
                  <a:lnTo>
                    <a:pt x="1426210" y="2508250"/>
                  </a:lnTo>
                  <a:lnTo>
                    <a:pt x="1424939" y="2515870"/>
                  </a:lnTo>
                  <a:lnTo>
                    <a:pt x="1424939" y="2520315"/>
                  </a:lnTo>
                  <a:lnTo>
                    <a:pt x="1426210" y="2527934"/>
                  </a:lnTo>
                  <a:lnTo>
                    <a:pt x="1430654" y="2533015"/>
                  </a:lnTo>
                  <a:lnTo>
                    <a:pt x="1438275" y="2535554"/>
                  </a:lnTo>
                  <a:lnTo>
                    <a:pt x="1444625" y="2535554"/>
                  </a:lnTo>
                  <a:lnTo>
                    <a:pt x="1452245" y="2533015"/>
                  </a:lnTo>
                  <a:lnTo>
                    <a:pt x="1456689" y="2527934"/>
                  </a:lnTo>
                  <a:lnTo>
                    <a:pt x="1458595" y="2520315"/>
                  </a:lnTo>
                  <a:lnTo>
                    <a:pt x="1458595" y="2515870"/>
                  </a:lnTo>
                  <a:lnTo>
                    <a:pt x="1456689" y="2508250"/>
                  </a:lnTo>
                  <a:lnTo>
                    <a:pt x="1452245" y="2503804"/>
                  </a:lnTo>
                  <a:lnTo>
                    <a:pt x="1444625" y="2500629"/>
                  </a:lnTo>
                  <a:lnTo>
                    <a:pt x="1438275" y="2500629"/>
                  </a:lnTo>
                  <a:lnTo>
                    <a:pt x="1438275" y="2535554"/>
                  </a:lnTo>
                </a:path>
                <a:path w="2084070" h="2781935">
                  <a:moveTo>
                    <a:pt x="1444625" y="2535554"/>
                  </a:moveTo>
                  <a:lnTo>
                    <a:pt x="1449070" y="2533015"/>
                  </a:lnTo>
                  <a:lnTo>
                    <a:pt x="1453514" y="2527934"/>
                  </a:lnTo>
                  <a:lnTo>
                    <a:pt x="1456689" y="2520315"/>
                  </a:lnTo>
                  <a:lnTo>
                    <a:pt x="1456689" y="2515870"/>
                  </a:lnTo>
                  <a:lnTo>
                    <a:pt x="1453514" y="2508250"/>
                  </a:lnTo>
                  <a:lnTo>
                    <a:pt x="1449070" y="2503804"/>
                  </a:lnTo>
                  <a:lnTo>
                    <a:pt x="1444625" y="2500629"/>
                  </a:lnTo>
                </a:path>
                <a:path w="2084070" h="2781935">
                  <a:moveTo>
                    <a:pt x="1504314" y="2484120"/>
                  </a:moveTo>
                  <a:lnTo>
                    <a:pt x="1504314" y="2535554"/>
                  </a:lnTo>
                </a:path>
                <a:path w="2084070" h="2781935">
                  <a:moveTo>
                    <a:pt x="1505585" y="2484120"/>
                  </a:moveTo>
                  <a:lnTo>
                    <a:pt x="1505585" y="2535554"/>
                  </a:lnTo>
                </a:path>
                <a:path w="2084070" h="2781935">
                  <a:moveTo>
                    <a:pt x="1504314" y="2508250"/>
                  </a:moveTo>
                  <a:lnTo>
                    <a:pt x="1497964" y="2503804"/>
                  </a:lnTo>
                  <a:lnTo>
                    <a:pt x="1493520" y="2500629"/>
                  </a:lnTo>
                  <a:lnTo>
                    <a:pt x="1489075" y="2500629"/>
                  </a:lnTo>
                  <a:lnTo>
                    <a:pt x="1481454" y="2503804"/>
                  </a:lnTo>
                  <a:lnTo>
                    <a:pt x="1476375" y="2508250"/>
                  </a:lnTo>
                  <a:lnTo>
                    <a:pt x="1473835" y="2515870"/>
                  </a:lnTo>
                  <a:lnTo>
                    <a:pt x="1473835" y="2520315"/>
                  </a:lnTo>
                  <a:lnTo>
                    <a:pt x="1476375" y="2527934"/>
                  </a:lnTo>
                  <a:lnTo>
                    <a:pt x="1481454" y="2533015"/>
                  </a:lnTo>
                  <a:lnTo>
                    <a:pt x="1489075" y="2535554"/>
                  </a:lnTo>
                  <a:lnTo>
                    <a:pt x="1493520" y="2535554"/>
                  </a:lnTo>
                  <a:lnTo>
                    <a:pt x="1497964" y="2533015"/>
                  </a:lnTo>
                  <a:lnTo>
                    <a:pt x="1504314" y="2527934"/>
                  </a:lnTo>
                </a:path>
                <a:path w="2084070" h="2781935">
                  <a:moveTo>
                    <a:pt x="1489075" y="2500629"/>
                  </a:moveTo>
                  <a:lnTo>
                    <a:pt x="1483995" y="2503804"/>
                  </a:lnTo>
                  <a:lnTo>
                    <a:pt x="1478279" y="2508250"/>
                  </a:lnTo>
                  <a:lnTo>
                    <a:pt x="1476375" y="2515870"/>
                  </a:lnTo>
                  <a:lnTo>
                    <a:pt x="1476375" y="2520315"/>
                  </a:lnTo>
                  <a:lnTo>
                    <a:pt x="1478279" y="2527934"/>
                  </a:lnTo>
                  <a:lnTo>
                    <a:pt x="1483995" y="2533015"/>
                  </a:lnTo>
                  <a:lnTo>
                    <a:pt x="1489075" y="2535554"/>
                  </a:lnTo>
                </a:path>
                <a:path w="2084070" h="2781935">
                  <a:moveTo>
                    <a:pt x="1496695" y="2484120"/>
                  </a:moveTo>
                  <a:lnTo>
                    <a:pt x="1505585" y="2484120"/>
                  </a:lnTo>
                </a:path>
                <a:path w="2084070" h="2781935">
                  <a:moveTo>
                    <a:pt x="1504314" y="2535554"/>
                  </a:moveTo>
                  <a:lnTo>
                    <a:pt x="1513204" y="2535554"/>
                  </a:lnTo>
                </a:path>
                <a:path w="2084070" h="2781935">
                  <a:moveTo>
                    <a:pt x="1540510" y="2500629"/>
                  </a:moveTo>
                  <a:lnTo>
                    <a:pt x="1532889" y="2503804"/>
                  </a:lnTo>
                  <a:lnTo>
                    <a:pt x="1528445" y="2508250"/>
                  </a:lnTo>
                  <a:lnTo>
                    <a:pt x="1525270" y="2515870"/>
                  </a:lnTo>
                  <a:lnTo>
                    <a:pt x="1525270" y="2520315"/>
                  </a:lnTo>
                  <a:lnTo>
                    <a:pt x="1528445" y="2527934"/>
                  </a:lnTo>
                  <a:lnTo>
                    <a:pt x="1532889" y="2533015"/>
                  </a:lnTo>
                  <a:lnTo>
                    <a:pt x="1540510" y="2535554"/>
                  </a:lnTo>
                  <a:lnTo>
                    <a:pt x="1544954" y="2535554"/>
                  </a:lnTo>
                  <a:lnTo>
                    <a:pt x="1552575" y="2533015"/>
                  </a:lnTo>
                  <a:lnTo>
                    <a:pt x="1557654" y="2527934"/>
                  </a:lnTo>
                  <a:lnTo>
                    <a:pt x="1560195" y="2520315"/>
                  </a:lnTo>
                  <a:lnTo>
                    <a:pt x="1560195" y="2515870"/>
                  </a:lnTo>
                  <a:lnTo>
                    <a:pt x="1557654" y="2508250"/>
                  </a:lnTo>
                  <a:lnTo>
                    <a:pt x="1552575" y="2503804"/>
                  </a:lnTo>
                  <a:lnTo>
                    <a:pt x="1544954" y="2500629"/>
                  </a:lnTo>
                  <a:lnTo>
                    <a:pt x="1540510" y="2500629"/>
                  </a:lnTo>
                  <a:lnTo>
                    <a:pt x="1536064" y="2503804"/>
                  </a:lnTo>
                  <a:lnTo>
                    <a:pt x="1529714" y="2508250"/>
                  </a:lnTo>
                  <a:lnTo>
                    <a:pt x="1528445" y="2515870"/>
                  </a:lnTo>
                  <a:lnTo>
                    <a:pt x="1528445" y="2520315"/>
                  </a:lnTo>
                  <a:lnTo>
                    <a:pt x="1529714" y="2527934"/>
                  </a:lnTo>
                  <a:lnTo>
                    <a:pt x="1536064" y="2533015"/>
                  </a:lnTo>
                  <a:lnTo>
                    <a:pt x="1540510" y="2535554"/>
                  </a:lnTo>
                </a:path>
                <a:path w="2084070" h="2781935">
                  <a:moveTo>
                    <a:pt x="1544954" y="2535554"/>
                  </a:moveTo>
                  <a:lnTo>
                    <a:pt x="1550035" y="2533015"/>
                  </a:lnTo>
                  <a:lnTo>
                    <a:pt x="1555750" y="2527934"/>
                  </a:lnTo>
                  <a:lnTo>
                    <a:pt x="1557654" y="2520315"/>
                  </a:lnTo>
                  <a:lnTo>
                    <a:pt x="1557654" y="2515870"/>
                  </a:lnTo>
                  <a:lnTo>
                    <a:pt x="1555750" y="2508250"/>
                  </a:lnTo>
                  <a:lnTo>
                    <a:pt x="1550035" y="2503804"/>
                  </a:lnTo>
                  <a:lnTo>
                    <a:pt x="1544954" y="2500629"/>
                  </a:lnTo>
                </a:path>
                <a:path w="2084070" h="2781935">
                  <a:moveTo>
                    <a:pt x="1661160" y="2489834"/>
                  </a:moveTo>
                  <a:lnTo>
                    <a:pt x="1664335" y="2497454"/>
                  </a:lnTo>
                  <a:lnTo>
                    <a:pt x="1664335" y="2484120"/>
                  </a:lnTo>
                  <a:lnTo>
                    <a:pt x="1661160" y="2489834"/>
                  </a:lnTo>
                  <a:lnTo>
                    <a:pt x="1656714" y="2485390"/>
                  </a:lnTo>
                  <a:lnTo>
                    <a:pt x="1649095" y="2484120"/>
                  </a:lnTo>
                  <a:lnTo>
                    <a:pt x="1644014" y="2484120"/>
                  </a:lnTo>
                  <a:lnTo>
                    <a:pt x="1636395" y="2485390"/>
                  </a:lnTo>
                  <a:lnTo>
                    <a:pt x="1631950" y="2489834"/>
                  </a:lnTo>
                  <a:lnTo>
                    <a:pt x="1628775" y="2496184"/>
                  </a:lnTo>
                  <a:lnTo>
                    <a:pt x="1627504" y="2503804"/>
                  </a:lnTo>
                  <a:lnTo>
                    <a:pt x="1627504" y="2515870"/>
                  </a:lnTo>
                  <a:lnTo>
                    <a:pt x="1628775" y="2523490"/>
                  </a:lnTo>
                  <a:lnTo>
                    <a:pt x="1631950" y="2527934"/>
                  </a:lnTo>
                  <a:lnTo>
                    <a:pt x="1636395" y="2533015"/>
                  </a:lnTo>
                  <a:lnTo>
                    <a:pt x="1644014" y="2535554"/>
                  </a:lnTo>
                  <a:lnTo>
                    <a:pt x="1649095" y="2535554"/>
                  </a:lnTo>
                  <a:lnTo>
                    <a:pt x="1656714" y="2533015"/>
                  </a:lnTo>
                  <a:lnTo>
                    <a:pt x="1661160" y="2527934"/>
                  </a:lnTo>
                  <a:lnTo>
                    <a:pt x="1664335" y="2523490"/>
                  </a:lnTo>
                </a:path>
                <a:path w="2084070" h="2781935">
                  <a:moveTo>
                    <a:pt x="1644014" y="2484120"/>
                  </a:moveTo>
                  <a:lnTo>
                    <a:pt x="1639570" y="2485390"/>
                  </a:lnTo>
                  <a:lnTo>
                    <a:pt x="1633854" y="2489834"/>
                  </a:lnTo>
                  <a:lnTo>
                    <a:pt x="1631950" y="2496184"/>
                  </a:lnTo>
                  <a:lnTo>
                    <a:pt x="1628775" y="2503804"/>
                  </a:lnTo>
                  <a:lnTo>
                    <a:pt x="1628775" y="2515870"/>
                  </a:lnTo>
                  <a:lnTo>
                    <a:pt x="1631950" y="2523490"/>
                  </a:lnTo>
                  <a:lnTo>
                    <a:pt x="1633854" y="2527934"/>
                  </a:lnTo>
                  <a:lnTo>
                    <a:pt x="1639570" y="2533015"/>
                  </a:lnTo>
                  <a:lnTo>
                    <a:pt x="1644014" y="2535554"/>
                  </a:lnTo>
                </a:path>
                <a:path w="2084070" h="2781935">
                  <a:moveTo>
                    <a:pt x="0" y="2781935"/>
                  </a:moveTo>
                  <a:lnTo>
                    <a:pt x="2084070" y="2781935"/>
                  </a:lnTo>
                  <a:lnTo>
                    <a:pt x="2084070" y="0"/>
                  </a:lnTo>
                  <a:lnTo>
                    <a:pt x="0" y="0"/>
                  </a:lnTo>
                  <a:lnTo>
                    <a:pt x="0" y="2781935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81455" y="1428127"/>
            <a:ext cx="4606290" cy="2042795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1040130" y="3526802"/>
            <a:ext cx="5490845" cy="41236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635"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latin typeface="Times New Roman"/>
                <a:cs typeface="Times New Roman"/>
              </a:rPr>
              <a:t>FIGURA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8.8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–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TRANSICIÓN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CURVA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ESPIRALIZADA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50">
              <a:latin typeface="Times New Roman"/>
              <a:cs typeface="Times New Roman"/>
            </a:endParaRPr>
          </a:p>
          <a:p>
            <a:pPr algn="just" marL="12700">
              <a:lnSpc>
                <a:spcPts val="1370"/>
              </a:lnSpc>
            </a:pPr>
            <a:r>
              <a:rPr dirty="0" sz="1150">
                <a:latin typeface="Times New Roman"/>
                <a:cs typeface="Times New Roman"/>
              </a:rPr>
              <a:t>Abscisado</a:t>
            </a:r>
            <a:r>
              <a:rPr dirty="0" sz="1150" spc="114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del</a:t>
            </a:r>
            <a:r>
              <a:rPr dirty="0" sz="1150" spc="10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diagrama</a:t>
            </a:r>
            <a:r>
              <a:rPr dirty="0" sz="1150" spc="10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del</a:t>
            </a:r>
            <a:r>
              <a:rPr dirty="0" sz="1150" spc="105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peralte.</a:t>
            </a:r>
            <a:endParaRPr sz="1150">
              <a:latin typeface="Times New Roman"/>
              <a:cs typeface="Times New Roman"/>
            </a:endParaRPr>
          </a:p>
          <a:p>
            <a:pPr algn="just" marL="12700" marR="12065">
              <a:lnSpc>
                <a:spcPts val="1220"/>
              </a:lnSpc>
              <a:spcBef>
                <a:spcPts val="65"/>
              </a:spcBef>
            </a:pP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7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acuerdo</a:t>
            </a:r>
            <a:r>
              <a:rPr dirty="0" sz="1050" spc="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</a:t>
            </a:r>
            <a:r>
              <a:rPr dirty="0" sz="1050" spc="7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Figura</a:t>
            </a:r>
            <a:r>
              <a:rPr dirty="0" sz="1050" spc="7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8.8</a:t>
            </a:r>
            <a:r>
              <a:rPr dirty="0" sz="1050" spc="8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7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define</a:t>
            </a:r>
            <a:r>
              <a:rPr dirty="0" sz="1050" spc="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abscisado</a:t>
            </a:r>
            <a:r>
              <a:rPr dirty="0" sz="1050" spc="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del</a:t>
            </a:r>
            <a:r>
              <a:rPr dirty="0" sz="1050" spc="40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diagrama</a:t>
            </a:r>
            <a:r>
              <a:rPr dirty="0" sz="1050" spc="7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del</a:t>
            </a:r>
            <a:r>
              <a:rPr dirty="0" sz="1050" spc="4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4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</a:t>
            </a:r>
            <a:r>
              <a:rPr dirty="0" sz="1050" spc="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una</a:t>
            </a:r>
            <a:r>
              <a:rPr dirty="0" sz="1050" spc="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curva</a:t>
            </a:r>
            <a:r>
              <a:rPr dirty="0" sz="1050" spc="7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espiral</a:t>
            </a:r>
            <a:r>
              <a:rPr dirty="0" sz="1050" spc="65">
                <a:latin typeface="Times New Roman"/>
                <a:cs typeface="Times New Roman"/>
              </a:rPr>
              <a:t> </a:t>
            </a:r>
            <a:r>
              <a:rPr dirty="0" sz="1050" spc="-50">
                <a:latin typeface="Times New Roman"/>
                <a:cs typeface="Times New Roman"/>
              </a:rPr>
              <a:t>– </a:t>
            </a:r>
            <a:r>
              <a:rPr dirty="0" sz="1050" spc="-10">
                <a:latin typeface="Times New Roman"/>
                <a:cs typeface="Times New Roman"/>
              </a:rPr>
              <a:t>espiral:</a:t>
            </a: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ts val="1175"/>
              </a:lnSpc>
            </a:pPr>
            <a:r>
              <a:rPr dirty="0" sz="1050" i="1">
                <a:latin typeface="Times New Roman"/>
                <a:cs typeface="Times New Roman"/>
              </a:rPr>
              <a:t>A</a:t>
            </a:r>
            <a:r>
              <a:rPr dirty="0" sz="1050" spc="-10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=</a:t>
            </a:r>
            <a:r>
              <a:rPr dirty="0" sz="1050" spc="-10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TE –</a:t>
            </a:r>
            <a:r>
              <a:rPr dirty="0" sz="1050" spc="-5" i="1">
                <a:latin typeface="Times New Roman"/>
                <a:cs typeface="Times New Roman"/>
              </a:rPr>
              <a:t> </a:t>
            </a:r>
            <a:r>
              <a:rPr dirty="0" sz="1050" spc="-50" i="1">
                <a:latin typeface="Times New Roman"/>
                <a:cs typeface="Times New Roman"/>
              </a:rPr>
              <a:t>N</a:t>
            </a: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ts val="1245"/>
              </a:lnSpc>
            </a:pPr>
            <a:r>
              <a:rPr dirty="0" sz="1050" i="1">
                <a:latin typeface="Times New Roman"/>
                <a:cs typeface="Times New Roman"/>
              </a:rPr>
              <a:t>B</a:t>
            </a:r>
            <a:r>
              <a:rPr dirty="0" sz="1050" spc="-10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=</a:t>
            </a:r>
            <a:r>
              <a:rPr dirty="0" sz="1050" spc="-10" i="1">
                <a:latin typeface="Times New Roman"/>
                <a:cs typeface="Times New Roman"/>
              </a:rPr>
              <a:t> </a:t>
            </a:r>
            <a:r>
              <a:rPr dirty="0" sz="1050" spc="-25" i="1">
                <a:latin typeface="Times New Roman"/>
                <a:cs typeface="Times New Roman"/>
              </a:rPr>
              <a:t>TE</a:t>
            </a: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ts val="1245"/>
              </a:lnSpc>
            </a:pPr>
            <a:r>
              <a:rPr dirty="0" sz="1050" i="1">
                <a:latin typeface="Times New Roman"/>
                <a:cs typeface="Times New Roman"/>
              </a:rPr>
              <a:t>C</a:t>
            </a:r>
            <a:r>
              <a:rPr dirty="0" sz="1050" spc="-15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=</a:t>
            </a:r>
            <a:r>
              <a:rPr dirty="0" sz="1050" spc="-10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TE +</a:t>
            </a:r>
            <a:r>
              <a:rPr dirty="0" sz="1050" spc="-15" i="1">
                <a:latin typeface="Times New Roman"/>
                <a:cs typeface="Times New Roman"/>
              </a:rPr>
              <a:t> </a:t>
            </a:r>
            <a:r>
              <a:rPr dirty="0" sz="1050" spc="-50" i="1">
                <a:latin typeface="Times New Roman"/>
                <a:cs typeface="Times New Roman"/>
              </a:rPr>
              <a:t>N</a:t>
            </a: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ts val="1250"/>
              </a:lnSpc>
            </a:pPr>
            <a:r>
              <a:rPr dirty="0" sz="1050" i="1">
                <a:latin typeface="Times New Roman"/>
                <a:cs typeface="Times New Roman"/>
              </a:rPr>
              <a:t>D</a:t>
            </a:r>
            <a:r>
              <a:rPr dirty="0" sz="1050" spc="-15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=</a:t>
            </a:r>
            <a:r>
              <a:rPr dirty="0" sz="1050" spc="-10" i="1">
                <a:latin typeface="Times New Roman"/>
                <a:cs typeface="Times New Roman"/>
              </a:rPr>
              <a:t> </a:t>
            </a:r>
            <a:r>
              <a:rPr dirty="0" sz="1050" spc="-25" i="1">
                <a:latin typeface="Times New Roman"/>
                <a:cs typeface="Times New Roman"/>
              </a:rPr>
              <a:t>EC</a:t>
            </a: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ts val="1245"/>
              </a:lnSpc>
              <a:spcBef>
                <a:spcPts val="20"/>
              </a:spcBef>
            </a:pPr>
            <a:r>
              <a:rPr dirty="0" sz="1050" i="1">
                <a:latin typeface="Times New Roman"/>
                <a:cs typeface="Times New Roman"/>
              </a:rPr>
              <a:t>E</a:t>
            </a:r>
            <a:r>
              <a:rPr dirty="0" sz="1050" spc="-10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=</a:t>
            </a:r>
            <a:r>
              <a:rPr dirty="0" sz="1050" spc="60" i="1">
                <a:latin typeface="Times New Roman"/>
                <a:cs typeface="Times New Roman"/>
              </a:rPr>
              <a:t> </a:t>
            </a:r>
            <a:r>
              <a:rPr dirty="0" sz="1050" spc="-25" i="1">
                <a:latin typeface="Times New Roman"/>
                <a:cs typeface="Times New Roman"/>
              </a:rPr>
              <a:t>CE</a:t>
            </a: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ts val="1240"/>
              </a:lnSpc>
            </a:pPr>
            <a:r>
              <a:rPr dirty="0" sz="1050" i="1">
                <a:latin typeface="Times New Roman"/>
                <a:cs typeface="Times New Roman"/>
              </a:rPr>
              <a:t>F</a:t>
            </a:r>
            <a:r>
              <a:rPr dirty="0" sz="1050" spc="-10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=</a:t>
            </a:r>
            <a:r>
              <a:rPr dirty="0" sz="1050" spc="-10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ET –</a:t>
            </a:r>
            <a:r>
              <a:rPr dirty="0" sz="1050" spc="-5" i="1">
                <a:latin typeface="Times New Roman"/>
                <a:cs typeface="Times New Roman"/>
              </a:rPr>
              <a:t> </a:t>
            </a:r>
            <a:r>
              <a:rPr dirty="0" sz="1050" spc="-50" i="1">
                <a:latin typeface="Times New Roman"/>
                <a:cs typeface="Times New Roman"/>
              </a:rPr>
              <a:t>N</a:t>
            </a: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ts val="1255"/>
              </a:lnSpc>
            </a:pPr>
            <a:r>
              <a:rPr dirty="0" sz="1050" i="1">
                <a:latin typeface="Times New Roman"/>
                <a:cs typeface="Times New Roman"/>
              </a:rPr>
              <a:t>G</a:t>
            </a:r>
            <a:r>
              <a:rPr dirty="0" sz="1050" spc="-15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=</a:t>
            </a:r>
            <a:r>
              <a:rPr dirty="0" sz="1050" spc="10" i="1">
                <a:latin typeface="Times New Roman"/>
                <a:cs typeface="Times New Roman"/>
              </a:rPr>
              <a:t> </a:t>
            </a:r>
            <a:r>
              <a:rPr dirty="0" sz="1050" spc="-25" i="1">
                <a:latin typeface="Times New Roman"/>
                <a:cs typeface="Times New Roman"/>
              </a:rPr>
              <a:t>ET</a:t>
            </a: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sz="1050" i="1">
                <a:latin typeface="Times New Roman"/>
                <a:cs typeface="Times New Roman"/>
              </a:rPr>
              <a:t>H</a:t>
            </a:r>
            <a:r>
              <a:rPr dirty="0" sz="1050" spc="-15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=</a:t>
            </a:r>
            <a:r>
              <a:rPr dirty="0" sz="1050" spc="-10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ET</a:t>
            </a:r>
            <a:r>
              <a:rPr dirty="0" sz="1050" spc="-10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+</a:t>
            </a:r>
            <a:r>
              <a:rPr dirty="0" sz="1050" spc="-10" i="1">
                <a:latin typeface="Times New Roman"/>
                <a:cs typeface="Times New Roman"/>
              </a:rPr>
              <a:t> </a:t>
            </a:r>
            <a:r>
              <a:rPr dirty="0" sz="1050" spc="-50" i="1">
                <a:latin typeface="Times New Roman"/>
                <a:cs typeface="Times New Roman"/>
              </a:rPr>
              <a:t>N</a:t>
            </a: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60"/>
              </a:spcBef>
            </a:pPr>
            <a:r>
              <a:rPr dirty="0" sz="1150">
                <a:latin typeface="Times New Roman"/>
                <a:cs typeface="Times New Roman"/>
              </a:rPr>
              <a:t>CURVA</a:t>
            </a:r>
            <a:r>
              <a:rPr dirty="0" sz="1150" spc="-2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ESPIRAL</a:t>
            </a:r>
            <a:r>
              <a:rPr dirty="0" sz="1150" spc="-2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–</a:t>
            </a:r>
            <a:r>
              <a:rPr dirty="0" sz="1150" spc="-20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ESPIRAL</a:t>
            </a:r>
            <a:endParaRPr sz="1150">
              <a:latin typeface="Times New Roman"/>
              <a:cs typeface="Times New Roman"/>
            </a:endParaRPr>
          </a:p>
          <a:p>
            <a:pPr algn="just" marL="12700" marR="5080">
              <a:lnSpc>
                <a:spcPts val="1220"/>
              </a:lnSpc>
              <a:spcBef>
                <a:spcPts val="335"/>
              </a:spcBef>
            </a:pPr>
            <a:r>
              <a:rPr dirty="0" sz="1050">
                <a:latin typeface="Times New Roman"/>
                <a:cs typeface="Times New Roman"/>
              </a:rPr>
              <a:t>Cuando</a:t>
            </a:r>
            <a:r>
              <a:rPr dirty="0" sz="1050" spc="1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114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tiene</a:t>
            </a:r>
            <a:r>
              <a:rPr dirty="0" sz="1050" spc="1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una</a:t>
            </a:r>
            <a:r>
              <a:rPr dirty="0" sz="1050" spc="114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curva</a:t>
            </a:r>
            <a:r>
              <a:rPr dirty="0" sz="1050" spc="114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espiralizada</a:t>
            </a:r>
            <a:r>
              <a:rPr dirty="0" sz="1050" spc="114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sin</a:t>
            </a:r>
            <a:r>
              <a:rPr dirty="0" sz="1050" spc="1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arco</a:t>
            </a:r>
            <a:r>
              <a:rPr dirty="0" sz="1050" spc="1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circular</a:t>
            </a:r>
            <a:r>
              <a:rPr dirty="0" sz="1050" spc="114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central,</a:t>
            </a:r>
            <a:r>
              <a:rPr dirty="0" sz="1050" spc="1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1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desarrollo</a:t>
            </a:r>
            <a:r>
              <a:rPr dirty="0" sz="1050" spc="1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del</a:t>
            </a:r>
            <a:r>
              <a:rPr dirty="0" sz="1050" spc="1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114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sigue</a:t>
            </a:r>
            <a:r>
              <a:rPr dirty="0" sz="1050" spc="125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los </a:t>
            </a:r>
            <a:r>
              <a:rPr dirty="0" sz="1050">
                <a:latin typeface="Times New Roman"/>
                <a:cs typeface="Times New Roman"/>
              </a:rPr>
              <a:t>mismos</a:t>
            </a:r>
            <a:r>
              <a:rPr dirty="0" sz="1050" spc="1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criterios</a:t>
            </a:r>
            <a:r>
              <a:rPr dirty="0" sz="1050" spc="10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1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</a:t>
            </a:r>
            <a:r>
              <a:rPr dirty="0" sz="1050" spc="1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una</a:t>
            </a:r>
            <a:r>
              <a:rPr dirty="0" sz="1050" spc="1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curva</a:t>
            </a:r>
            <a:r>
              <a:rPr dirty="0" sz="1050" spc="10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espiral</a:t>
            </a:r>
            <a:r>
              <a:rPr dirty="0" sz="1050" spc="10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–</a:t>
            </a:r>
            <a:r>
              <a:rPr dirty="0" sz="1050" spc="1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circular</a:t>
            </a:r>
            <a:r>
              <a:rPr dirty="0" sz="1050" spc="10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–</a:t>
            </a:r>
            <a:r>
              <a:rPr dirty="0" sz="1050" spc="1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espiral,</a:t>
            </a:r>
            <a:r>
              <a:rPr dirty="0" sz="1050" spc="10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</a:t>
            </a:r>
            <a:r>
              <a:rPr dirty="0" sz="1050" spc="1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decir</a:t>
            </a:r>
            <a:r>
              <a:rPr dirty="0" sz="1050" spc="10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1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su</a:t>
            </a:r>
            <a:r>
              <a:rPr dirty="0" sz="1050" spc="1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transición</a:t>
            </a:r>
            <a:r>
              <a:rPr dirty="0" sz="1050" spc="1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10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realiza </a:t>
            </a:r>
            <a:r>
              <a:rPr dirty="0" sz="1050">
                <a:latin typeface="Times New Roman"/>
                <a:cs typeface="Times New Roman"/>
              </a:rPr>
              <a:t>conjuntamente</a:t>
            </a:r>
            <a:r>
              <a:rPr dirty="0" sz="1050" spc="10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con</a:t>
            </a:r>
            <a:r>
              <a:rPr dirty="0" sz="1050" spc="1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10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curvatura</a:t>
            </a:r>
            <a:r>
              <a:rPr dirty="0" sz="1050" spc="1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10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10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espiral.</a:t>
            </a:r>
            <a:r>
              <a:rPr dirty="0" sz="1050" spc="1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9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problema</a:t>
            </a:r>
            <a:r>
              <a:rPr dirty="0" sz="1050" spc="10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radica</a:t>
            </a:r>
            <a:r>
              <a:rPr dirty="0" sz="1050" spc="114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</a:t>
            </a:r>
            <a:r>
              <a:rPr dirty="0" sz="1050" spc="114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10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10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1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máximo</a:t>
            </a:r>
            <a:r>
              <a:rPr dirty="0" sz="1050" spc="1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para</a:t>
            </a:r>
            <a:r>
              <a:rPr dirty="0" sz="1050" spc="105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la </a:t>
            </a:r>
            <a:r>
              <a:rPr dirty="0" sz="1050">
                <a:latin typeface="Times New Roman"/>
                <a:cs typeface="Times New Roman"/>
              </a:rPr>
              <a:t>curva</a:t>
            </a:r>
            <a:r>
              <a:rPr dirty="0" sz="1050" spc="15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solo</a:t>
            </a:r>
            <a:r>
              <a:rPr dirty="0" sz="1050" spc="1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1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tiene</a:t>
            </a:r>
            <a:r>
              <a:rPr dirty="0" sz="1050" spc="15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</a:t>
            </a:r>
            <a:r>
              <a:rPr dirty="0" sz="1050" spc="1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1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punto</a:t>
            </a:r>
            <a:r>
              <a:rPr dirty="0" sz="1050" spc="15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EE,</a:t>
            </a:r>
            <a:r>
              <a:rPr dirty="0" sz="1050" spc="1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</a:t>
            </a:r>
            <a:r>
              <a:rPr dirty="0" sz="1050" spc="1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decir,</a:t>
            </a:r>
            <a:r>
              <a:rPr dirty="0" sz="1050" spc="1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1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no</a:t>
            </a:r>
            <a:r>
              <a:rPr dirty="0" sz="1050" spc="1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presenta</a:t>
            </a:r>
            <a:r>
              <a:rPr dirty="0" sz="1050" spc="1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un</a:t>
            </a:r>
            <a:r>
              <a:rPr dirty="0" sz="1050" spc="1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tramo</a:t>
            </a:r>
            <a:r>
              <a:rPr dirty="0" sz="1050" spc="1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constante,</a:t>
            </a:r>
            <a:r>
              <a:rPr dirty="0" sz="1050" spc="160">
                <a:latin typeface="Times New Roman"/>
                <a:cs typeface="Times New Roman"/>
              </a:rPr>
              <a:t>  </a:t>
            </a:r>
            <a:r>
              <a:rPr dirty="0" sz="1050">
                <a:latin typeface="Times New Roman"/>
                <a:cs typeface="Times New Roman"/>
              </a:rPr>
              <a:t>generando</a:t>
            </a:r>
            <a:r>
              <a:rPr dirty="0" sz="1050" spc="165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un </a:t>
            </a:r>
            <a:r>
              <a:rPr dirty="0" sz="1050">
                <a:latin typeface="Times New Roman"/>
                <a:cs typeface="Times New Roman"/>
              </a:rPr>
              <a:t>cambio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brusco</a:t>
            </a:r>
            <a:r>
              <a:rPr dirty="0" sz="1050" spc="2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los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bordes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vía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tal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como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lo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indica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Figura</a:t>
            </a:r>
            <a:r>
              <a:rPr dirty="0" sz="1050" spc="150">
                <a:latin typeface="Times New Roman"/>
                <a:cs typeface="Times New Roman"/>
              </a:rPr>
              <a:t> </a:t>
            </a:r>
            <a:r>
              <a:rPr dirty="0" sz="1050" spc="-20">
                <a:latin typeface="Times New Roman"/>
                <a:cs typeface="Times New Roman"/>
              </a:rPr>
              <a:t>8.9.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050">
              <a:latin typeface="Times New Roman"/>
              <a:cs typeface="Times New Roman"/>
            </a:endParaRPr>
          </a:p>
          <a:p>
            <a:pPr algn="just" marL="12700" marR="8255">
              <a:lnSpc>
                <a:spcPts val="1220"/>
              </a:lnSpc>
            </a:pPr>
            <a:r>
              <a:rPr dirty="0" sz="1050">
                <a:latin typeface="Times New Roman"/>
                <a:cs typeface="Times New Roman"/>
              </a:rPr>
              <a:t>Para</a:t>
            </a:r>
            <a:r>
              <a:rPr dirty="0" sz="1050" spc="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evitar</a:t>
            </a:r>
            <a:r>
              <a:rPr dirty="0" sz="1050" spc="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esta</a:t>
            </a:r>
            <a:r>
              <a:rPr dirty="0" sz="1050" spc="8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incomodidad</a:t>
            </a:r>
            <a:r>
              <a:rPr dirty="0" sz="1050" spc="8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recomienda</a:t>
            </a:r>
            <a:r>
              <a:rPr dirty="0" sz="1050" spc="7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ubicar</a:t>
            </a:r>
            <a:r>
              <a:rPr dirty="0" sz="1050" spc="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un</a:t>
            </a:r>
            <a:r>
              <a:rPr dirty="0" sz="1050" spc="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tramo</a:t>
            </a:r>
            <a:r>
              <a:rPr dirty="0" sz="1050" spc="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8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4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constante</a:t>
            </a:r>
            <a:r>
              <a:rPr dirty="0" sz="1050" spc="8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</a:t>
            </a:r>
            <a:r>
              <a:rPr dirty="0" sz="1050" spc="8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8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mitad</a:t>
            </a:r>
            <a:r>
              <a:rPr dirty="0" sz="1050" spc="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65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la </a:t>
            </a:r>
            <a:r>
              <a:rPr dirty="0" sz="1050">
                <a:latin typeface="Times New Roman"/>
                <a:cs typeface="Times New Roman"/>
              </a:rPr>
              <a:t>curva</a:t>
            </a:r>
            <a:r>
              <a:rPr dirty="0" sz="1050" spc="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y</a:t>
            </a:r>
            <a:r>
              <a:rPr dirty="0" sz="1050" spc="5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cuya</a:t>
            </a:r>
            <a:r>
              <a:rPr dirty="0" sz="1050" spc="7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longitud</a:t>
            </a:r>
            <a:r>
              <a:rPr dirty="0" sz="1050" spc="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sea</a:t>
            </a:r>
            <a:r>
              <a:rPr dirty="0" sz="1050" spc="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del</a:t>
            </a:r>
            <a:r>
              <a:rPr dirty="0" sz="1050" spc="3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orden</a:t>
            </a:r>
            <a:r>
              <a:rPr dirty="0" sz="1050" spc="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7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un</a:t>
            </a:r>
            <a:r>
              <a:rPr dirty="0" sz="1050" spc="3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tercio</a:t>
            </a:r>
            <a:r>
              <a:rPr dirty="0" sz="1050" spc="7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3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7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velocidad</a:t>
            </a:r>
            <a:r>
              <a:rPr dirty="0" sz="1050" spc="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diseño.</a:t>
            </a:r>
            <a:r>
              <a:rPr dirty="0" sz="1050" spc="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</a:t>
            </a:r>
            <a:r>
              <a:rPr dirty="0" sz="1050" spc="5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general</a:t>
            </a:r>
            <a:r>
              <a:rPr dirty="0" sz="1050" spc="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este</a:t>
            </a:r>
            <a:r>
              <a:rPr dirty="0" sz="1050" spc="6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tramo </a:t>
            </a:r>
            <a:r>
              <a:rPr dirty="0" sz="1050">
                <a:latin typeface="Times New Roman"/>
                <a:cs typeface="Times New Roman"/>
              </a:rPr>
              <a:t>puede</a:t>
            </a:r>
            <a:r>
              <a:rPr dirty="0" sz="1050" spc="10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estar</a:t>
            </a:r>
            <a:r>
              <a:rPr dirty="0" sz="1050" spc="48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entre</a:t>
            </a:r>
            <a:r>
              <a:rPr dirty="0" sz="1050" spc="10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10</a:t>
            </a:r>
            <a:r>
              <a:rPr dirty="0" sz="1050" spc="10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y</a:t>
            </a:r>
            <a:r>
              <a:rPr dirty="0" sz="1050" spc="4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20</a:t>
            </a:r>
            <a:r>
              <a:rPr dirty="0" sz="1050" spc="10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metros</a:t>
            </a:r>
            <a:r>
              <a:rPr dirty="0" sz="1050" spc="48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10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longitud</a:t>
            </a:r>
            <a:r>
              <a:rPr dirty="0" sz="1050" spc="114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dependiendo</a:t>
            </a:r>
            <a:r>
              <a:rPr dirty="0" sz="1050" spc="114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básicamente</a:t>
            </a:r>
            <a:r>
              <a:rPr dirty="0" sz="1050" spc="10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10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1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tan</a:t>
            </a:r>
            <a:r>
              <a:rPr dirty="0" sz="1050" spc="114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mayor</a:t>
            </a:r>
            <a:r>
              <a:rPr dirty="0" sz="1050" spc="10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sea</a:t>
            </a:r>
            <a:r>
              <a:rPr dirty="0" sz="1050" spc="100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la </a:t>
            </a:r>
            <a:r>
              <a:rPr dirty="0" sz="1050">
                <a:latin typeface="Times New Roman"/>
                <a:cs typeface="Times New Roman"/>
              </a:rPr>
              <a:t>longitud</a:t>
            </a:r>
            <a:r>
              <a:rPr dirty="0" sz="1050" spc="7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espiral</a:t>
            </a:r>
            <a:r>
              <a:rPr dirty="0" sz="1050" spc="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con</a:t>
            </a:r>
            <a:r>
              <a:rPr dirty="0" sz="1050" spc="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respecto</a:t>
            </a:r>
            <a:r>
              <a:rPr dirty="0" sz="1050" spc="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</a:t>
            </a:r>
            <a:r>
              <a:rPr dirty="0" sz="1050" spc="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7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longitud</a:t>
            </a:r>
            <a:r>
              <a:rPr dirty="0" sz="1050" spc="7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transición</a:t>
            </a:r>
            <a:r>
              <a:rPr dirty="0" sz="1050" spc="7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requerida</a:t>
            </a:r>
            <a:r>
              <a:rPr dirty="0" sz="1050" spc="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para</a:t>
            </a:r>
            <a:r>
              <a:rPr dirty="0" sz="1050" spc="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peralte.</a:t>
            </a:r>
            <a:r>
              <a:rPr dirty="0" sz="1050" spc="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39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diagrama</a:t>
            </a:r>
            <a:r>
              <a:rPr dirty="0" sz="1050" spc="400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con </a:t>
            </a:r>
            <a:r>
              <a:rPr dirty="0" sz="1050">
                <a:latin typeface="Times New Roman"/>
                <a:cs typeface="Times New Roman"/>
              </a:rPr>
              <a:t>esta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solución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muestra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Figura</a:t>
            </a:r>
            <a:r>
              <a:rPr dirty="0" sz="1050" spc="3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8.10.</a:t>
            </a:r>
            <a:endParaRPr sz="10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83360" y="1502435"/>
            <a:ext cx="4679950" cy="2647937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1477010" y="4203712"/>
            <a:ext cx="446214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latin typeface="Times New Roman"/>
                <a:cs typeface="Times New Roman"/>
              </a:rPr>
              <a:t>FIGURA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8.9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–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TRANSICIÓN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</a:t>
            </a:r>
            <a:r>
              <a:rPr dirty="0" sz="1050" spc="-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CURVA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ESPIRAL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-</a:t>
            </a:r>
            <a:r>
              <a:rPr dirty="0" sz="1050" spc="240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ESPIRAL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040130" y="6978662"/>
            <a:ext cx="5098415" cy="20002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393065">
              <a:lnSpc>
                <a:spcPts val="1250"/>
              </a:lnSpc>
              <a:spcBef>
                <a:spcPts val="100"/>
              </a:spcBef>
            </a:pPr>
            <a:r>
              <a:rPr dirty="0" sz="1050">
                <a:latin typeface="Times New Roman"/>
                <a:cs typeface="Times New Roman"/>
              </a:rPr>
              <a:t>FIGURA</a:t>
            </a:r>
            <a:r>
              <a:rPr dirty="0" sz="1050" spc="-60">
                <a:latin typeface="Times New Roman"/>
                <a:cs typeface="Times New Roman"/>
              </a:rPr>
              <a:t> </a:t>
            </a:r>
            <a:r>
              <a:rPr dirty="0" sz="1050" spc="-20">
                <a:latin typeface="Times New Roman"/>
                <a:cs typeface="Times New Roman"/>
              </a:rPr>
              <a:t>8.10</a:t>
            </a:r>
            <a:endParaRPr sz="1050">
              <a:latin typeface="Times New Roman"/>
              <a:cs typeface="Times New Roman"/>
            </a:endParaRPr>
          </a:p>
          <a:p>
            <a:pPr algn="ctr" marL="428625">
              <a:lnSpc>
                <a:spcPts val="1250"/>
              </a:lnSpc>
            </a:pPr>
            <a:r>
              <a:rPr dirty="0" sz="1050" spc="-10">
                <a:latin typeface="Times New Roman"/>
                <a:cs typeface="Times New Roman"/>
              </a:rPr>
              <a:t>TRANSICIÓN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RECOMENDADA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CURVA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ESPIRAL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-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ESPIRAL</a:t>
            </a: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dirty="0" sz="1150">
                <a:latin typeface="Times New Roman"/>
                <a:cs typeface="Times New Roman"/>
              </a:rPr>
              <a:t>Abscisado</a:t>
            </a:r>
            <a:r>
              <a:rPr dirty="0" sz="1150" spc="114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del</a:t>
            </a:r>
            <a:r>
              <a:rPr dirty="0" sz="1150" spc="10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diagrama</a:t>
            </a:r>
            <a:r>
              <a:rPr dirty="0" sz="1150" spc="10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del</a:t>
            </a:r>
            <a:r>
              <a:rPr dirty="0" sz="1150" spc="105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peralte.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ts val="1245"/>
              </a:lnSpc>
              <a:spcBef>
                <a:spcPts val="260"/>
              </a:spcBef>
            </a:pPr>
            <a:r>
              <a:rPr dirty="0" sz="1050">
                <a:latin typeface="Times New Roman"/>
                <a:cs typeface="Times New Roman"/>
              </a:rPr>
              <a:t>Para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este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caso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abscisado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del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diagrama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del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es:</a:t>
            </a: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ts val="1225"/>
              </a:lnSpc>
            </a:pPr>
            <a:r>
              <a:rPr dirty="0" sz="1050" i="1">
                <a:latin typeface="Times New Roman"/>
                <a:cs typeface="Times New Roman"/>
              </a:rPr>
              <a:t>A</a:t>
            </a:r>
            <a:r>
              <a:rPr dirty="0" sz="1050" spc="15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=</a:t>
            </a:r>
            <a:r>
              <a:rPr dirty="0" sz="1050" spc="10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TE</a:t>
            </a:r>
            <a:r>
              <a:rPr dirty="0" sz="1050" spc="25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–</a:t>
            </a:r>
            <a:r>
              <a:rPr dirty="0" sz="1050" spc="15" i="1">
                <a:latin typeface="Times New Roman"/>
                <a:cs typeface="Times New Roman"/>
              </a:rPr>
              <a:t> </a:t>
            </a:r>
            <a:r>
              <a:rPr dirty="0" sz="1050" spc="-50" i="1">
                <a:latin typeface="Times New Roman"/>
                <a:cs typeface="Times New Roman"/>
              </a:rPr>
              <a:t>N</a:t>
            </a: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ts val="1220"/>
              </a:lnSpc>
            </a:pPr>
            <a:r>
              <a:rPr dirty="0" sz="1050" i="1">
                <a:latin typeface="Times New Roman"/>
                <a:cs typeface="Times New Roman"/>
              </a:rPr>
              <a:t>B</a:t>
            </a:r>
            <a:r>
              <a:rPr dirty="0" sz="1050" spc="-10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=</a:t>
            </a:r>
            <a:r>
              <a:rPr dirty="0" sz="1050" spc="-10" i="1">
                <a:latin typeface="Times New Roman"/>
                <a:cs typeface="Times New Roman"/>
              </a:rPr>
              <a:t> </a:t>
            </a:r>
            <a:r>
              <a:rPr dirty="0" sz="1050" spc="-25" i="1">
                <a:latin typeface="Times New Roman"/>
                <a:cs typeface="Times New Roman"/>
              </a:rPr>
              <a:t>TE</a:t>
            </a: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ts val="1225"/>
              </a:lnSpc>
            </a:pPr>
            <a:r>
              <a:rPr dirty="0" sz="1050" i="1">
                <a:latin typeface="Times New Roman"/>
                <a:cs typeface="Times New Roman"/>
              </a:rPr>
              <a:t>C</a:t>
            </a:r>
            <a:r>
              <a:rPr dirty="0" sz="1050" spc="-15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=</a:t>
            </a:r>
            <a:r>
              <a:rPr dirty="0" sz="1050" spc="-10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TE +</a:t>
            </a:r>
            <a:r>
              <a:rPr dirty="0" sz="1050" spc="-15" i="1">
                <a:latin typeface="Times New Roman"/>
                <a:cs typeface="Times New Roman"/>
              </a:rPr>
              <a:t> </a:t>
            </a:r>
            <a:r>
              <a:rPr dirty="0" sz="1050" spc="-50" i="1">
                <a:latin typeface="Times New Roman"/>
                <a:cs typeface="Times New Roman"/>
              </a:rPr>
              <a:t>N</a:t>
            </a: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ts val="1225"/>
              </a:lnSpc>
            </a:pPr>
            <a:r>
              <a:rPr dirty="0" sz="1050" i="1">
                <a:latin typeface="Times New Roman"/>
                <a:cs typeface="Times New Roman"/>
              </a:rPr>
              <a:t>D</a:t>
            </a:r>
            <a:r>
              <a:rPr dirty="0" sz="1050" spc="100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=</a:t>
            </a:r>
            <a:r>
              <a:rPr dirty="0" sz="1050" spc="110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EE</a:t>
            </a:r>
            <a:r>
              <a:rPr dirty="0" sz="1050" spc="105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–</a:t>
            </a:r>
            <a:r>
              <a:rPr dirty="0" sz="1050" spc="105" i="1">
                <a:latin typeface="Times New Roman"/>
                <a:cs typeface="Times New Roman"/>
              </a:rPr>
              <a:t> </a:t>
            </a:r>
            <a:r>
              <a:rPr dirty="0" sz="1050" spc="-20" i="1">
                <a:latin typeface="Times New Roman"/>
                <a:cs typeface="Times New Roman"/>
              </a:rPr>
              <a:t>Dc/2</a:t>
            </a: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ts val="1220"/>
              </a:lnSpc>
            </a:pPr>
            <a:r>
              <a:rPr dirty="0" sz="1050" i="1">
                <a:latin typeface="Times New Roman"/>
                <a:cs typeface="Times New Roman"/>
              </a:rPr>
              <a:t>E</a:t>
            </a:r>
            <a:r>
              <a:rPr dirty="0" sz="1050" spc="85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=</a:t>
            </a:r>
            <a:r>
              <a:rPr dirty="0" sz="1050" spc="90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EE</a:t>
            </a:r>
            <a:r>
              <a:rPr dirty="0" sz="1050" spc="95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+</a:t>
            </a:r>
            <a:r>
              <a:rPr dirty="0" sz="1050" spc="90" i="1">
                <a:latin typeface="Times New Roman"/>
                <a:cs typeface="Times New Roman"/>
              </a:rPr>
              <a:t> </a:t>
            </a:r>
            <a:r>
              <a:rPr dirty="0" sz="1050" spc="-20" i="1">
                <a:latin typeface="Times New Roman"/>
                <a:cs typeface="Times New Roman"/>
              </a:rPr>
              <a:t>Dc/2</a:t>
            </a: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ts val="1240"/>
              </a:lnSpc>
            </a:pPr>
            <a:r>
              <a:rPr dirty="0" sz="1050" i="1">
                <a:latin typeface="Times New Roman"/>
                <a:cs typeface="Times New Roman"/>
              </a:rPr>
              <a:t>F</a:t>
            </a:r>
            <a:r>
              <a:rPr dirty="0" sz="1050" spc="-10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=</a:t>
            </a:r>
            <a:r>
              <a:rPr dirty="0" sz="1050" spc="-10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ET –</a:t>
            </a:r>
            <a:r>
              <a:rPr dirty="0" sz="1050" spc="-5" i="1">
                <a:latin typeface="Times New Roman"/>
                <a:cs typeface="Times New Roman"/>
              </a:rPr>
              <a:t> </a:t>
            </a:r>
            <a:r>
              <a:rPr dirty="0" sz="1050" spc="-50" i="1">
                <a:latin typeface="Times New Roman"/>
                <a:cs typeface="Times New Roman"/>
              </a:rPr>
              <a:t>N</a:t>
            </a: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50" i="1">
                <a:latin typeface="Times New Roman"/>
                <a:cs typeface="Times New Roman"/>
              </a:rPr>
              <a:t>G</a:t>
            </a:r>
            <a:r>
              <a:rPr dirty="0" sz="1050" spc="-15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=</a:t>
            </a:r>
            <a:r>
              <a:rPr dirty="0" sz="1050" spc="-10" i="1">
                <a:latin typeface="Times New Roman"/>
                <a:cs typeface="Times New Roman"/>
              </a:rPr>
              <a:t> </a:t>
            </a:r>
            <a:r>
              <a:rPr dirty="0" sz="1050" spc="-35" i="1">
                <a:latin typeface="Times New Roman"/>
                <a:cs typeface="Times New Roman"/>
              </a:rPr>
              <a:t>ET</a:t>
            </a: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z="1050" i="1">
                <a:latin typeface="Times New Roman"/>
                <a:cs typeface="Times New Roman"/>
              </a:rPr>
              <a:t>H</a:t>
            </a:r>
            <a:r>
              <a:rPr dirty="0" sz="1050" spc="-15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=</a:t>
            </a:r>
            <a:r>
              <a:rPr dirty="0" sz="1050" spc="-10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ET</a:t>
            </a:r>
            <a:r>
              <a:rPr dirty="0" sz="1050" spc="-10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+</a:t>
            </a:r>
            <a:r>
              <a:rPr dirty="0" sz="1050" spc="-10" i="1">
                <a:latin typeface="Times New Roman"/>
                <a:cs typeface="Times New Roman"/>
              </a:rPr>
              <a:t> </a:t>
            </a:r>
            <a:r>
              <a:rPr dirty="0" sz="1050" spc="-50" i="1">
                <a:latin typeface="Times New Roman"/>
                <a:cs typeface="Times New Roman"/>
              </a:rPr>
              <a:t>N</a:t>
            </a:r>
            <a:endParaRPr sz="1050">
              <a:latin typeface="Times New Roman"/>
              <a:cs typeface="Times New Roman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60780" y="4731398"/>
            <a:ext cx="4788535" cy="22098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040130" y="1395742"/>
            <a:ext cx="5497195" cy="54114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latin typeface="Times New Roman"/>
                <a:cs typeface="Times New Roman"/>
              </a:rPr>
              <a:t>Donde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Dc</a:t>
            </a:r>
            <a:r>
              <a:rPr dirty="0" sz="1050" spc="-20" i="1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corresponde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</a:t>
            </a:r>
            <a:r>
              <a:rPr dirty="0" sz="1050" spc="-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longitud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del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tramo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con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constante.</a:t>
            </a: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dirty="0" sz="1150">
                <a:latin typeface="Times New Roman"/>
                <a:cs typeface="Times New Roman"/>
              </a:rPr>
              <a:t>CURVAS</a:t>
            </a:r>
            <a:r>
              <a:rPr dirty="0" sz="1150" spc="-25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CIRCULARES</a:t>
            </a:r>
            <a:endParaRPr sz="1150">
              <a:latin typeface="Times New Roman"/>
              <a:cs typeface="Times New Roman"/>
            </a:endParaRPr>
          </a:p>
          <a:p>
            <a:pPr algn="just" marL="12700" marR="12065">
              <a:lnSpc>
                <a:spcPts val="1220"/>
              </a:lnSpc>
              <a:spcBef>
                <a:spcPts val="334"/>
              </a:spcBef>
            </a:pPr>
            <a:r>
              <a:rPr dirty="0" sz="1050">
                <a:latin typeface="Times New Roman"/>
                <a:cs typeface="Times New Roman"/>
              </a:rPr>
              <a:t>Cuando</a:t>
            </a:r>
            <a:r>
              <a:rPr dirty="0" sz="1050" spc="27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2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diseño</a:t>
            </a:r>
            <a:r>
              <a:rPr dirty="0" sz="1050" spc="2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del</a:t>
            </a:r>
            <a:r>
              <a:rPr dirty="0" sz="1050" spc="254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alineamiento</a:t>
            </a:r>
            <a:r>
              <a:rPr dirty="0" sz="1050" spc="2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horizontal</a:t>
            </a:r>
            <a:r>
              <a:rPr dirty="0" sz="1050" spc="2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2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realiza</a:t>
            </a:r>
            <a:r>
              <a:rPr dirty="0" sz="1050" spc="2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con</a:t>
            </a:r>
            <a:r>
              <a:rPr dirty="0" sz="1050" spc="2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curvas</a:t>
            </a:r>
            <a:r>
              <a:rPr dirty="0" sz="1050" spc="254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circulares</a:t>
            </a:r>
            <a:r>
              <a:rPr dirty="0" sz="1050" spc="2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27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transición</a:t>
            </a:r>
            <a:r>
              <a:rPr dirty="0" sz="1050" spc="260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del </a:t>
            </a:r>
            <a:r>
              <a:rPr dirty="0" sz="1050">
                <a:latin typeface="Times New Roman"/>
                <a:cs typeface="Times New Roman"/>
              </a:rPr>
              <a:t>peraltado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puede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realizar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dos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formas.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primera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ellas,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2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más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recomendable,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desarrollando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la </a:t>
            </a:r>
            <a:r>
              <a:rPr dirty="0" sz="1050">
                <a:latin typeface="Times New Roman"/>
                <a:cs typeface="Times New Roman"/>
              </a:rPr>
              <a:t>totalidad</a:t>
            </a:r>
            <a:r>
              <a:rPr dirty="0" sz="1050" spc="1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18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dicha</a:t>
            </a:r>
            <a:r>
              <a:rPr dirty="0" sz="1050" spc="18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transición</a:t>
            </a:r>
            <a:r>
              <a:rPr dirty="0" sz="1050" spc="19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</a:t>
            </a:r>
            <a:r>
              <a:rPr dirty="0" sz="1050" spc="180">
                <a:latin typeface="Times New Roman"/>
                <a:cs typeface="Times New Roman"/>
              </a:rPr>
              <a:t>  </a:t>
            </a:r>
            <a:r>
              <a:rPr dirty="0" sz="1050">
                <a:latin typeface="Times New Roman"/>
                <a:cs typeface="Times New Roman"/>
              </a:rPr>
              <a:t>las</a:t>
            </a:r>
            <a:r>
              <a:rPr dirty="0" sz="1050" spc="180">
                <a:latin typeface="Times New Roman"/>
                <a:cs typeface="Times New Roman"/>
              </a:rPr>
              <a:t>  </a:t>
            </a:r>
            <a:r>
              <a:rPr dirty="0" sz="1050">
                <a:latin typeface="Times New Roman"/>
                <a:cs typeface="Times New Roman"/>
              </a:rPr>
              <a:t>tangentes</a:t>
            </a:r>
            <a:r>
              <a:rPr dirty="0" sz="1050" spc="17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adyacentes</a:t>
            </a:r>
            <a:r>
              <a:rPr dirty="0" sz="1050" spc="18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</a:t>
            </a:r>
            <a:r>
              <a:rPr dirty="0" sz="1050" spc="17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18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curva,</a:t>
            </a:r>
            <a:r>
              <a:rPr dirty="0" sz="1050" spc="1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1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segunda,</a:t>
            </a:r>
            <a:r>
              <a:rPr dirty="0" sz="1050" spc="18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19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más</a:t>
            </a:r>
            <a:r>
              <a:rPr dirty="0" sz="1050" spc="17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usada, </a:t>
            </a:r>
            <a:r>
              <a:rPr dirty="0" sz="1050">
                <a:latin typeface="Times New Roman"/>
                <a:cs typeface="Times New Roman"/>
              </a:rPr>
              <a:t>ubicando</a:t>
            </a:r>
            <a:r>
              <a:rPr dirty="0" sz="1050" spc="2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parte</a:t>
            </a:r>
            <a:r>
              <a:rPr dirty="0" sz="1050" spc="229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229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transición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dentro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curva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circular.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050">
              <a:latin typeface="Times New Roman"/>
              <a:cs typeface="Times New Roman"/>
            </a:endParaRPr>
          </a:p>
          <a:p>
            <a:pPr algn="just" marL="12700" marR="12065">
              <a:lnSpc>
                <a:spcPts val="1220"/>
              </a:lnSpc>
            </a:pPr>
            <a:r>
              <a:rPr dirty="0" sz="1050">
                <a:latin typeface="Times New Roman"/>
                <a:cs typeface="Times New Roman"/>
              </a:rPr>
              <a:t>En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cualquiera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los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dos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casos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longitud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transición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debe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ser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como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mínimo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calculada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partir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de </a:t>
            </a:r>
            <a:r>
              <a:rPr dirty="0" sz="1050">
                <a:latin typeface="Times New Roman"/>
                <a:cs typeface="Times New Roman"/>
              </a:rPr>
              <a:t>las</a:t>
            </a:r>
            <a:r>
              <a:rPr dirty="0" sz="1050" spc="2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inclinaciones</a:t>
            </a:r>
            <a:r>
              <a:rPr dirty="0" sz="1050" spc="2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2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rampa</a:t>
            </a:r>
            <a:r>
              <a:rPr dirty="0" sz="1050" spc="2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2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2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máxima</a:t>
            </a:r>
            <a:r>
              <a:rPr dirty="0" sz="1050" spc="2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recomendada.</a:t>
            </a:r>
            <a:r>
              <a:rPr dirty="0" sz="1050" spc="204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2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igual</a:t>
            </a:r>
            <a:r>
              <a:rPr dirty="0" sz="1050" spc="204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manera,</a:t>
            </a:r>
            <a:r>
              <a:rPr dirty="0" sz="1050" spc="2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cualquiera</a:t>
            </a:r>
            <a:r>
              <a:rPr dirty="0" sz="1050" spc="2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sea</a:t>
            </a:r>
            <a:r>
              <a:rPr dirty="0" sz="1050" spc="210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el </a:t>
            </a:r>
            <a:r>
              <a:rPr dirty="0" sz="1050">
                <a:latin typeface="Times New Roman"/>
                <a:cs typeface="Times New Roman"/>
              </a:rPr>
              <a:t>método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utilizado,</a:t>
            </a:r>
            <a:r>
              <a:rPr dirty="0" sz="1050" spc="2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este</a:t>
            </a:r>
            <a:r>
              <a:rPr dirty="0" sz="1050" spc="2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presenta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inconvenientes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-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disminuyen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comodidad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o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18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seguridad.</a:t>
            </a:r>
            <a:endParaRPr sz="1050">
              <a:latin typeface="Times New Roman"/>
              <a:cs typeface="Times New Roman"/>
            </a:endParaRPr>
          </a:p>
          <a:p>
            <a:pPr algn="just" marL="12700">
              <a:lnSpc>
                <a:spcPct val="100000"/>
              </a:lnSpc>
              <a:spcBef>
                <a:spcPts val="215"/>
              </a:spcBef>
            </a:pPr>
            <a:r>
              <a:rPr dirty="0" sz="1150">
                <a:latin typeface="Times New Roman"/>
                <a:cs typeface="Times New Roman"/>
              </a:rPr>
              <a:t>Transición</a:t>
            </a:r>
            <a:r>
              <a:rPr dirty="0" sz="1150" spc="8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en</a:t>
            </a:r>
            <a:r>
              <a:rPr dirty="0" sz="1150" spc="9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la</a:t>
            </a:r>
            <a:r>
              <a:rPr dirty="0" sz="1150" spc="95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tangente</a:t>
            </a:r>
            <a:endParaRPr sz="1150">
              <a:latin typeface="Times New Roman"/>
              <a:cs typeface="Times New Roman"/>
            </a:endParaRPr>
          </a:p>
          <a:p>
            <a:pPr algn="just" marL="12700" marR="14604">
              <a:lnSpc>
                <a:spcPts val="1220"/>
              </a:lnSpc>
              <a:spcBef>
                <a:spcPts val="325"/>
              </a:spcBef>
            </a:pPr>
            <a:r>
              <a:rPr dirty="0" sz="1050">
                <a:latin typeface="Times New Roman"/>
                <a:cs typeface="Times New Roman"/>
              </a:rPr>
              <a:t>Es</a:t>
            </a:r>
            <a:r>
              <a:rPr dirty="0" sz="1050" spc="9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9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procedimiento</a:t>
            </a:r>
            <a:r>
              <a:rPr dirty="0" sz="1050" spc="10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más</a:t>
            </a:r>
            <a:r>
              <a:rPr dirty="0" sz="1050" spc="9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adecuado</a:t>
            </a:r>
            <a:r>
              <a:rPr dirty="0" sz="1050" spc="9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ya</a:t>
            </a:r>
            <a:r>
              <a:rPr dirty="0" sz="1050" spc="9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8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10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totalidad</a:t>
            </a:r>
            <a:r>
              <a:rPr dirty="0" sz="1050" spc="10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9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10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curva</a:t>
            </a:r>
            <a:r>
              <a:rPr dirty="0" sz="1050" spc="9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circular</a:t>
            </a:r>
            <a:r>
              <a:rPr dirty="0" sz="1050" spc="8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quedará</a:t>
            </a:r>
            <a:r>
              <a:rPr dirty="0" sz="1050" spc="9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diseñada</a:t>
            </a:r>
            <a:r>
              <a:rPr dirty="0" sz="1050" spc="8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con</a:t>
            </a:r>
            <a:r>
              <a:rPr dirty="0" sz="1050" spc="105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el </a:t>
            </a:r>
            <a:r>
              <a:rPr dirty="0" sz="1050">
                <a:latin typeface="Times New Roman"/>
                <a:cs typeface="Times New Roman"/>
              </a:rPr>
              <a:t>valor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del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requerido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acuerdo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</a:t>
            </a:r>
            <a:r>
              <a:rPr dirty="0" sz="1050" spc="-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su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radio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curvatura.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050">
              <a:latin typeface="Times New Roman"/>
              <a:cs typeface="Times New Roman"/>
            </a:endParaRPr>
          </a:p>
          <a:p>
            <a:pPr algn="just" marL="12700" marR="12700">
              <a:lnSpc>
                <a:spcPts val="1220"/>
              </a:lnSpc>
              <a:spcBef>
                <a:spcPts val="5"/>
              </a:spcBef>
            </a:pPr>
            <a:r>
              <a:rPr dirty="0" sz="1050">
                <a:latin typeface="Times New Roman"/>
                <a:cs typeface="Times New Roman"/>
              </a:rPr>
              <a:t>Puede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para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conductor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sea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un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poco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incomodo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transitar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sobre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un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tramo</a:t>
            </a:r>
            <a:r>
              <a:rPr dirty="0" sz="1050" spc="2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recto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con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una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inclinación </a:t>
            </a:r>
            <a:r>
              <a:rPr dirty="0" sz="1050">
                <a:latin typeface="Times New Roman"/>
                <a:cs typeface="Times New Roman"/>
              </a:rPr>
              <a:t>mayor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del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bombeo,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pero</a:t>
            </a:r>
            <a:r>
              <a:rPr dirty="0" sz="1050" spc="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tiene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seguridad</a:t>
            </a:r>
            <a:r>
              <a:rPr dirty="0" sz="1050" spc="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</a:t>
            </a:r>
            <a:r>
              <a:rPr dirty="0" sz="1050" spc="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momento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tomar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curva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circular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 spc="-50">
                <a:latin typeface="Times New Roman"/>
                <a:cs typeface="Times New Roman"/>
              </a:rPr>
              <a:t>a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1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velocidad</a:t>
            </a:r>
            <a:r>
              <a:rPr dirty="0" sz="1050" spc="180">
                <a:latin typeface="Times New Roman"/>
                <a:cs typeface="Times New Roman"/>
              </a:rPr>
              <a:t>  </a:t>
            </a:r>
            <a:r>
              <a:rPr dirty="0" sz="1050">
                <a:latin typeface="Times New Roman"/>
                <a:cs typeface="Times New Roman"/>
              </a:rPr>
              <a:t>especifica,</a:t>
            </a:r>
            <a:r>
              <a:rPr dirty="0" sz="1050" spc="180">
                <a:latin typeface="Times New Roman"/>
                <a:cs typeface="Times New Roman"/>
              </a:rPr>
              <a:t> 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185">
                <a:latin typeface="Times New Roman"/>
                <a:cs typeface="Times New Roman"/>
              </a:rPr>
              <a:t> 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18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será</a:t>
            </a:r>
            <a:r>
              <a:rPr dirty="0" sz="1050" spc="18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1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necesario</a:t>
            </a:r>
            <a:r>
              <a:rPr dirty="0" sz="1050" spc="185">
                <a:latin typeface="Times New Roman"/>
                <a:cs typeface="Times New Roman"/>
              </a:rPr>
              <a:t>  </a:t>
            </a:r>
            <a:r>
              <a:rPr dirty="0" sz="1050">
                <a:latin typeface="Times New Roman"/>
                <a:cs typeface="Times New Roman"/>
              </a:rPr>
              <a:t>para</a:t>
            </a:r>
            <a:r>
              <a:rPr dirty="0" sz="1050" spc="18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contrarrestar</a:t>
            </a:r>
            <a:r>
              <a:rPr dirty="0" sz="1050" spc="18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19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acción</a:t>
            </a:r>
            <a:r>
              <a:rPr dirty="0" sz="1050" spc="19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18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180">
                <a:latin typeface="Times New Roman"/>
                <a:cs typeface="Times New Roman"/>
              </a:rPr>
              <a:t>  </a:t>
            </a:r>
            <a:r>
              <a:rPr dirty="0" sz="1050" spc="-10">
                <a:latin typeface="Times New Roman"/>
                <a:cs typeface="Times New Roman"/>
              </a:rPr>
              <a:t>fuerza </a:t>
            </a:r>
            <a:r>
              <a:rPr dirty="0" sz="1050">
                <a:latin typeface="Times New Roman"/>
                <a:cs typeface="Times New Roman"/>
              </a:rPr>
              <a:t>centrifuga,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por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lo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tanto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sacrifica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comodidad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cambio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90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seguridad.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050">
              <a:latin typeface="Times New Roman"/>
              <a:cs typeface="Times New Roman"/>
            </a:endParaRPr>
          </a:p>
          <a:p>
            <a:pPr algn="just" marL="12700" marR="5080">
              <a:lnSpc>
                <a:spcPts val="1220"/>
              </a:lnSpc>
            </a:pP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acuerdo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lo</a:t>
            </a:r>
            <a:r>
              <a:rPr dirty="0" sz="1050" spc="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anterior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transición</a:t>
            </a:r>
            <a:r>
              <a:rPr dirty="0" sz="1050" spc="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del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similar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presentada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Figura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8.5</a:t>
            </a:r>
            <a:r>
              <a:rPr dirty="0" sz="1050" spc="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con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135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PC </a:t>
            </a:r>
            <a:r>
              <a:rPr dirty="0" sz="1050">
                <a:latin typeface="Times New Roman"/>
                <a:cs typeface="Times New Roman"/>
              </a:rPr>
              <a:t>ubicado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punto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y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PT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punto E,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modo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permanece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constante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lo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largo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de </a:t>
            </a:r>
            <a:r>
              <a:rPr dirty="0" sz="1050">
                <a:latin typeface="Times New Roman"/>
                <a:cs typeface="Times New Roman"/>
              </a:rPr>
              <a:t>toda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curva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circular.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229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abscisado</a:t>
            </a:r>
            <a:r>
              <a:rPr dirty="0" sz="1050" spc="2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del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diagrama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para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este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caso</a:t>
            </a:r>
            <a:r>
              <a:rPr dirty="0" sz="1050" spc="80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es:</a:t>
            </a: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ts val="1240"/>
              </a:lnSpc>
              <a:spcBef>
                <a:spcPts val="1155"/>
              </a:spcBef>
            </a:pPr>
            <a:r>
              <a:rPr dirty="0" sz="1050">
                <a:latin typeface="Times New Roman"/>
                <a:cs typeface="Times New Roman"/>
              </a:rPr>
              <a:t>A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=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PC –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Lt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- </a:t>
            </a:r>
            <a:r>
              <a:rPr dirty="0" sz="1050" spc="-50">
                <a:latin typeface="Times New Roman"/>
                <a:cs typeface="Times New Roman"/>
              </a:rPr>
              <a:t>N</a:t>
            </a: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ts val="1220"/>
              </a:lnSpc>
            </a:pPr>
            <a:r>
              <a:rPr dirty="0" sz="1050">
                <a:latin typeface="Times New Roman"/>
                <a:cs typeface="Times New Roman"/>
              </a:rPr>
              <a:t>B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= A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+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 spc="-50">
                <a:latin typeface="Times New Roman"/>
                <a:cs typeface="Times New Roman"/>
              </a:rPr>
              <a:t>N</a:t>
            </a: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ts val="1220"/>
              </a:lnSpc>
            </a:pPr>
            <a:r>
              <a:rPr dirty="0" sz="1050">
                <a:latin typeface="Times New Roman"/>
                <a:cs typeface="Times New Roman"/>
              </a:rPr>
              <a:t>C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= B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+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 spc="-50">
                <a:latin typeface="Times New Roman"/>
                <a:cs typeface="Times New Roman"/>
              </a:rPr>
              <a:t>N</a:t>
            </a: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ts val="1225"/>
              </a:lnSpc>
            </a:pPr>
            <a:r>
              <a:rPr dirty="0" sz="1050">
                <a:latin typeface="Times New Roman"/>
                <a:cs typeface="Times New Roman"/>
              </a:rPr>
              <a:t>D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=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PC</a:t>
            </a: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ts val="1230"/>
              </a:lnSpc>
            </a:pPr>
            <a:r>
              <a:rPr dirty="0" sz="1050">
                <a:latin typeface="Times New Roman"/>
                <a:cs typeface="Times New Roman"/>
              </a:rPr>
              <a:t>E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= </a:t>
            </a:r>
            <a:r>
              <a:rPr dirty="0" sz="1050" spc="-25">
                <a:latin typeface="Times New Roman"/>
                <a:cs typeface="Times New Roman"/>
              </a:rPr>
              <a:t>PT</a:t>
            </a: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ts val="1225"/>
              </a:lnSpc>
            </a:pPr>
            <a:r>
              <a:rPr dirty="0" sz="1050">
                <a:latin typeface="Times New Roman"/>
                <a:cs typeface="Times New Roman"/>
              </a:rPr>
              <a:t>F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=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PT +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Lt -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 spc="-50">
                <a:latin typeface="Times New Roman"/>
                <a:cs typeface="Times New Roman"/>
              </a:rPr>
              <a:t>N</a:t>
            </a: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ts val="1220"/>
              </a:lnSpc>
            </a:pPr>
            <a:r>
              <a:rPr dirty="0" sz="1050">
                <a:latin typeface="Times New Roman"/>
                <a:cs typeface="Times New Roman"/>
              </a:rPr>
              <a:t>G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=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PT +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Lt</a:t>
            </a: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ts val="1240"/>
              </a:lnSpc>
            </a:pPr>
            <a:r>
              <a:rPr dirty="0" sz="1050">
                <a:latin typeface="Times New Roman"/>
                <a:cs typeface="Times New Roman"/>
              </a:rPr>
              <a:t>H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=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G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+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 spc="-50">
                <a:latin typeface="Times New Roman"/>
                <a:cs typeface="Times New Roman"/>
              </a:rPr>
              <a:t>N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050">
              <a:latin typeface="Times New Roman"/>
              <a:cs typeface="Times New Roman"/>
            </a:endParaRPr>
          </a:p>
          <a:p>
            <a:pPr algn="just" marL="12700">
              <a:lnSpc>
                <a:spcPct val="100000"/>
              </a:lnSpc>
            </a:pP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Figura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8.11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presenta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ubicación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transición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una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vista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planta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una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curva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circular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simple.</a:t>
            </a:r>
            <a:endParaRPr sz="10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50644" y="1486547"/>
            <a:ext cx="4842509" cy="2614929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1040130" y="4171962"/>
            <a:ext cx="5487035" cy="3937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0"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latin typeface="Times New Roman"/>
                <a:cs typeface="Times New Roman"/>
              </a:rPr>
              <a:t>FIGURA</a:t>
            </a:r>
            <a:r>
              <a:rPr dirty="0" sz="1050" spc="-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8.11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–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DESARROLLO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DEL</a:t>
            </a:r>
            <a:r>
              <a:rPr dirty="0" sz="1050" spc="-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FUERA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CURVA</a:t>
            </a:r>
            <a:r>
              <a:rPr dirty="0" sz="1050" spc="21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CIRCULAR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19"/>
              </a:spcBef>
            </a:pPr>
            <a:endParaRPr sz="1050">
              <a:latin typeface="Times New Roman"/>
              <a:cs typeface="Times New Roman"/>
            </a:endParaRPr>
          </a:p>
          <a:p>
            <a:pPr algn="just" marL="12700">
              <a:lnSpc>
                <a:spcPct val="100000"/>
              </a:lnSpc>
            </a:pPr>
            <a:r>
              <a:rPr dirty="0" sz="1150">
                <a:latin typeface="Times New Roman"/>
                <a:cs typeface="Times New Roman"/>
              </a:rPr>
              <a:t>Transición</a:t>
            </a:r>
            <a:r>
              <a:rPr dirty="0" sz="1150" spc="7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en</a:t>
            </a:r>
            <a:r>
              <a:rPr dirty="0" sz="1150" spc="9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tramo</a:t>
            </a:r>
            <a:r>
              <a:rPr dirty="0" sz="1150" spc="10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recto</a:t>
            </a:r>
            <a:r>
              <a:rPr dirty="0" sz="1150" spc="9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y</a:t>
            </a:r>
            <a:r>
              <a:rPr dirty="0" sz="1150" spc="8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tramo</a:t>
            </a:r>
            <a:r>
              <a:rPr dirty="0" sz="1150" spc="95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curvo.</a:t>
            </a:r>
            <a:endParaRPr sz="1150">
              <a:latin typeface="Times New Roman"/>
              <a:cs typeface="Times New Roman"/>
            </a:endParaRPr>
          </a:p>
          <a:p>
            <a:pPr algn="just" marL="12700" marR="7620">
              <a:lnSpc>
                <a:spcPts val="1220"/>
              </a:lnSpc>
              <a:spcBef>
                <a:spcPts val="345"/>
              </a:spcBef>
            </a:pPr>
            <a:r>
              <a:rPr dirty="0" sz="1050">
                <a:latin typeface="Times New Roman"/>
                <a:cs typeface="Times New Roman"/>
              </a:rPr>
              <a:t>Aunque</a:t>
            </a:r>
            <a:r>
              <a:rPr dirty="0" sz="1050" spc="204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algunos</a:t>
            </a:r>
            <a:r>
              <a:rPr dirty="0" sz="1050" spc="19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autores</a:t>
            </a:r>
            <a:r>
              <a:rPr dirty="0" sz="1050" spc="204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o</a:t>
            </a:r>
            <a:r>
              <a:rPr dirty="0" sz="1050" spc="20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diseñadores</a:t>
            </a:r>
            <a:r>
              <a:rPr dirty="0" sz="1050" spc="20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acostumbran</a:t>
            </a:r>
            <a:r>
              <a:rPr dirty="0" sz="1050" spc="2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desarrollar</a:t>
            </a:r>
            <a:r>
              <a:rPr dirty="0" sz="1050" spc="204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parte</a:t>
            </a:r>
            <a:r>
              <a:rPr dirty="0" sz="1050" spc="204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20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2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transición</a:t>
            </a:r>
            <a:r>
              <a:rPr dirty="0" sz="1050" spc="20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del</a:t>
            </a:r>
            <a:r>
              <a:rPr dirty="0" sz="1050" spc="19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peralte </a:t>
            </a:r>
            <a:r>
              <a:rPr dirty="0" sz="1050">
                <a:latin typeface="Times New Roman"/>
                <a:cs typeface="Times New Roman"/>
              </a:rPr>
              <a:t>dentro</a:t>
            </a:r>
            <a:r>
              <a:rPr dirty="0" sz="1050" spc="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8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curva,</a:t>
            </a:r>
            <a:r>
              <a:rPr dirty="0" sz="1050" spc="7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más</a:t>
            </a:r>
            <a:r>
              <a:rPr dirty="0" sz="1050" spc="8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concretamente</a:t>
            </a:r>
            <a:r>
              <a:rPr dirty="0" sz="1050" spc="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1/3</a:t>
            </a:r>
            <a:r>
              <a:rPr dirty="0" sz="1050" spc="8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4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longitud</a:t>
            </a:r>
            <a:r>
              <a:rPr dirty="0" sz="1050" spc="409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7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transición,</a:t>
            </a:r>
            <a:r>
              <a:rPr dirty="0" sz="1050" spc="7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lo</a:t>
            </a:r>
            <a:r>
              <a:rPr dirty="0" sz="1050" spc="8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más</a:t>
            </a:r>
            <a:r>
              <a:rPr dirty="0" sz="1050" spc="7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aconsejable</a:t>
            </a:r>
            <a:r>
              <a:rPr dirty="0" sz="1050" spc="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</a:t>
            </a:r>
            <a:r>
              <a:rPr dirty="0" sz="1050" spc="80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que </a:t>
            </a:r>
            <a:r>
              <a:rPr dirty="0" sz="1050">
                <a:latin typeface="Times New Roman"/>
                <a:cs typeface="Times New Roman"/>
              </a:rPr>
              <a:t>este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método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emplee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sólo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cuando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entretangencia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o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tramo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recto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entre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dos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curvas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no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sea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suficiente </a:t>
            </a:r>
            <a:r>
              <a:rPr dirty="0" sz="1050">
                <a:latin typeface="Times New Roman"/>
                <a:cs typeface="Times New Roman"/>
              </a:rPr>
              <a:t>para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poder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desarrollar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transición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del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ambas</a:t>
            </a:r>
            <a:r>
              <a:rPr dirty="0" sz="1050" spc="6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curvas.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050">
              <a:latin typeface="Times New Roman"/>
              <a:cs typeface="Times New Roman"/>
            </a:endParaRPr>
          </a:p>
          <a:p>
            <a:pPr algn="just" marL="12700" marR="5080">
              <a:lnSpc>
                <a:spcPts val="1220"/>
              </a:lnSpc>
              <a:spcBef>
                <a:spcPts val="5"/>
              </a:spcBef>
            </a:pP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1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todas</a:t>
            </a:r>
            <a:r>
              <a:rPr dirty="0" sz="1050" spc="1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formas,</a:t>
            </a:r>
            <a:r>
              <a:rPr dirty="0" sz="1050" spc="1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</a:t>
            </a:r>
            <a:r>
              <a:rPr dirty="0" sz="1050" spc="1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continuación</a:t>
            </a:r>
            <a:r>
              <a:rPr dirty="0" sz="1050" spc="1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1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indica</a:t>
            </a:r>
            <a:r>
              <a:rPr dirty="0" sz="1050" spc="1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1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análisis</a:t>
            </a:r>
            <a:r>
              <a:rPr dirty="0" sz="1050" spc="1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cuando</a:t>
            </a:r>
            <a:r>
              <a:rPr dirty="0" sz="1050" spc="1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1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usa</a:t>
            </a:r>
            <a:r>
              <a:rPr dirty="0" sz="1050" spc="1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esta</a:t>
            </a:r>
            <a:r>
              <a:rPr dirty="0" sz="1050" spc="1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metodología</a:t>
            </a:r>
            <a:r>
              <a:rPr dirty="0" sz="1050" spc="1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</a:t>
            </a:r>
            <a:r>
              <a:rPr dirty="0" sz="1050" spc="1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1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130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el </a:t>
            </a:r>
            <a:r>
              <a:rPr dirty="0" sz="1050">
                <a:latin typeface="Times New Roman"/>
                <a:cs typeface="Times New Roman"/>
              </a:rPr>
              <a:t>punto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D,</a:t>
            </a:r>
            <a:r>
              <a:rPr dirty="0" sz="1050" spc="27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donde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28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alcanza</a:t>
            </a:r>
            <a:r>
              <a:rPr dirty="0" sz="1050" spc="28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su valor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máximo</a:t>
            </a:r>
            <a:r>
              <a:rPr dirty="0" sz="1050" spc="28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está ubicado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dentro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 la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curva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circular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y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una </a:t>
            </a:r>
            <a:r>
              <a:rPr dirty="0" sz="1050">
                <a:latin typeface="Times New Roman"/>
                <a:cs typeface="Times New Roman"/>
              </a:rPr>
              <a:t>distancia</a:t>
            </a:r>
            <a:r>
              <a:rPr dirty="0" sz="1050" spc="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Lt/3</a:t>
            </a:r>
            <a:r>
              <a:rPr dirty="0" sz="1050" spc="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más</a:t>
            </a:r>
            <a:r>
              <a:rPr dirty="0" sz="1050" spc="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allá</a:t>
            </a:r>
            <a:r>
              <a:rPr dirty="0" sz="1050" spc="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del</a:t>
            </a:r>
            <a:r>
              <a:rPr dirty="0" sz="1050" spc="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PC.</a:t>
            </a:r>
            <a:r>
              <a:rPr dirty="0" sz="1050" spc="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Igualmente</a:t>
            </a:r>
            <a:r>
              <a:rPr dirty="0" sz="1050" spc="5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punto</a:t>
            </a:r>
            <a:r>
              <a:rPr dirty="0" sz="1050" spc="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E,</a:t>
            </a:r>
            <a:r>
              <a:rPr dirty="0" sz="1050" spc="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donde</a:t>
            </a:r>
            <a:r>
              <a:rPr dirty="0" sz="1050" spc="5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termina</a:t>
            </a:r>
            <a:r>
              <a:rPr dirty="0" sz="1050" spc="5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tramo</a:t>
            </a:r>
            <a:r>
              <a:rPr dirty="0" sz="1050" spc="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3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370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constante </a:t>
            </a:r>
            <a:r>
              <a:rPr dirty="0" sz="1050">
                <a:latin typeface="Times New Roman"/>
                <a:cs typeface="Times New Roman"/>
              </a:rPr>
              <a:t>máximo,</a:t>
            </a:r>
            <a:r>
              <a:rPr dirty="0" sz="1050" spc="1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esta</a:t>
            </a:r>
            <a:r>
              <a:rPr dirty="0" sz="1050" spc="1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ubicado</a:t>
            </a:r>
            <a:r>
              <a:rPr dirty="0" sz="1050" spc="1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antes</a:t>
            </a:r>
            <a:r>
              <a:rPr dirty="0" sz="1050" spc="1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del</a:t>
            </a:r>
            <a:r>
              <a:rPr dirty="0" sz="1050" spc="1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PT,</a:t>
            </a:r>
            <a:r>
              <a:rPr dirty="0" sz="1050" spc="1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o</a:t>
            </a:r>
            <a:r>
              <a:rPr dirty="0" sz="1050" spc="1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sea,</a:t>
            </a:r>
            <a:r>
              <a:rPr dirty="0" sz="1050" spc="1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también</a:t>
            </a:r>
            <a:r>
              <a:rPr dirty="0" sz="1050" spc="1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dentro</a:t>
            </a:r>
            <a:r>
              <a:rPr dirty="0" sz="1050" spc="1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1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1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curva</a:t>
            </a:r>
            <a:r>
              <a:rPr dirty="0" sz="1050" spc="1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y</a:t>
            </a:r>
            <a:r>
              <a:rPr dirty="0" sz="1050" spc="130">
                <a:latin typeface="Times New Roman"/>
                <a:cs typeface="Times New Roman"/>
              </a:rPr>
              <a:t>  </a:t>
            </a:r>
            <a:r>
              <a:rPr dirty="0" sz="1050">
                <a:latin typeface="Times New Roman"/>
                <a:cs typeface="Times New Roman"/>
              </a:rPr>
              <a:t>a</a:t>
            </a:r>
            <a:r>
              <a:rPr dirty="0" sz="1050" spc="1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una</a:t>
            </a:r>
            <a:r>
              <a:rPr dirty="0" sz="1050" spc="1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distancia</a:t>
            </a:r>
            <a:r>
              <a:rPr dirty="0" sz="1050" spc="1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Lt/3.</a:t>
            </a:r>
            <a:r>
              <a:rPr dirty="0" sz="1050" spc="130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La </a:t>
            </a:r>
            <a:r>
              <a:rPr dirty="0" sz="1050">
                <a:latin typeface="Times New Roman"/>
                <a:cs typeface="Times New Roman"/>
              </a:rPr>
              <a:t>Figura</a:t>
            </a:r>
            <a:r>
              <a:rPr dirty="0" sz="1050" spc="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8.12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corresponde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al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diagrama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transición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del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forma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longitudinal,</a:t>
            </a:r>
            <a:r>
              <a:rPr dirty="0" sz="1050" spc="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mientras</a:t>
            </a:r>
            <a:r>
              <a:rPr dirty="0" sz="1050" spc="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en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Figura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8.13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puede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observar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planta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ubicación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los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puntos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dicho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diagrama.</a:t>
            </a:r>
            <a:endParaRPr sz="1050">
              <a:latin typeface="Times New Roman"/>
              <a:cs typeface="Times New Roman"/>
            </a:endParaRPr>
          </a:p>
          <a:p>
            <a:pPr algn="just" marL="12700">
              <a:lnSpc>
                <a:spcPts val="1245"/>
              </a:lnSpc>
              <a:spcBef>
                <a:spcPts val="1165"/>
              </a:spcBef>
            </a:pP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abscisado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los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puntos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del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diagrama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es:</a:t>
            </a: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ts val="1225"/>
              </a:lnSpc>
            </a:pPr>
            <a:r>
              <a:rPr dirty="0" sz="1050" i="1">
                <a:latin typeface="Times New Roman"/>
                <a:cs typeface="Times New Roman"/>
              </a:rPr>
              <a:t>A</a:t>
            </a:r>
            <a:r>
              <a:rPr dirty="0" sz="1050" spc="-15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=</a:t>
            </a:r>
            <a:r>
              <a:rPr dirty="0" sz="1050" spc="-10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PC –</a:t>
            </a:r>
            <a:r>
              <a:rPr dirty="0" sz="1050" spc="-15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2Lt/3</a:t>
            </a:r>
            <a:r>
              <a:rPr dirty="0" sz="1050" spc="-5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-</a:t>
            </a:r>
            <a:r>
              <a:rPr dirty="0" sz="1050" spc="5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N</a:t>
            </a:r>
            <a:r>
              <a:rPr dirty="0" sz="1050" spc="-65" i="1">
                <a:latin typeface="Times New Roman"/>
                <a:cs typeface="Times New Roman"/>
              </a:rPr>
              <a:t> </a:t>
            </a:r>
            <a:r>
              <a:rPr dirty="0" sz="1050" spc="-50" i="1">
                <a:latin typeface="Times New Roman"/>
                <a:cs typeface="Times New Roman"/>
              </a:rPr>
              <a:t>B</a:t>
            </a: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ts val="1220"/>
              </a:lnSpc>
            </a:pPr>
            <a:r>
              <a:rPr dirty="0" sz="1050" i="1">
                <a:latin typeface="Times New Roman"/>
                <a:cs typeface="Times New Roman"/>
              </a:rPr>
              <a:t>=</a:t>
            </a:r>
            <a:r>
              <a:rPr dirty="0" sz="1050" spc="-10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A</a:t>
            </a:r>
            <a:r>
              <a:rPr dirty="0" sz="1050" spc="-10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+</a:t>
            </a:r>
            <a:r>
              <a:rPr dirty="0" sz="1050" spc="10" i="1">
                <a:latin typeface="Times New Roman"/>
                <a:cs typeface="Times New Roman"/>
              </a:rPr>
              <a:t> </a:t>
            </a:r>
            <a:r>
              <a:rPr dirty="0" sz="1050" spc="-50" i="1">
                <a:latin typeface="Times New Roman"/>
                <a:cs typeface="Times New Roman"/>
              </a:rPr>
              <a:t>N</a:t>
            </a: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ts val="1225"/>
              </a:lnSpc>
            </a:pPr>
            <a:r>
              <a:rPr dirty="0" sz="1050" i="1">
                <a:latin typeface="Times New Roman"/>
                <a:cs typeface="Times New Roman"/>
              </a:rPr>
              <a:t>C</a:t>
            </a:r>
            <a:r>
              <a:rPr dirty="0" sz="1050" spc="-10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=</a:t>
            </a:r>
            <a:r>
              <a:rPr dirty="0" sz="1050" spc="-10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B</a:t>
            </a:r>
            <a:r>
              <a:rPr dirty="0" sz="1050" spc="5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+</a:t>
            </a:r>
            <a:r>
              <a:rPr dirty="0" sz="1050" spc="75" i="1">
                <a:latin typeface="Times New Roman"/>
                <a:cs typeface="Times New Roman"/>
              </a:rPr>
              <a:t> </a:t>
            </a:r>
            <a:r>
              <a:rPr dirty="0" sz="1050" spc="-50" i="1">
                <a:latin typeface="Times New Roman"/>
                <a:cs typeface="Times New Roman"/>
              </a:rPr>
              <a:t>N</a:t>
            </a: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ts val="1240"/>
              </a:lnSpc>
            </a:pPr>
            <a:r>
              <a:rPr dirty="0" sz="1050" i="1">
                <a:latin typeface="Times New Roman"/>
                <a:cs typeface="Times New Roman"/>
              </a:rPr>
              <a:t>D</a:t>
            </a:r>
            <a:r>
              <a:rPr dirty="0" sz="1050" spc="-15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=</a:t>
            </a:r>
            <a:r>
              <a:rPr dirty="0" sz="1050" spc="-10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PC</a:t>
            </a:r>
            <a:r>
              <a:rPr dirty="0" sz="1050" spc="-15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+</a:t>
            </a:r>
            <a:r>
              <a:rPr dirty="0" sz="1050" spc="-10" i="1">
                <a:latin typeface="Times New Roman"/>
                <a:cs typeface="Times New Roman"/>
              </a:rPr>
              <a:t> </a:t>
            </a:r>
            <a:r>
              <a:rPr dirty="0" sz="1050" spc="-20" i="1">
                <a:latin typeface="Times New Roman"/>
                <a:cs typeface="Times New Roman"/>
              </a:rPr>
              <a:t>Lt/3</a:t>
            </a: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ts val="1245"/>
              </a:lnSpc>
            </a:pPr>
            <a:r>
              <a:rPr dirty="0" sz="1050" i="1">
                <a:latin typeface="Times New Roman"/>
                <a:cs typeface="Times New Roman"/>
              </a:rPr>
              <a:t>E</a:t>
            </a:r>
            <a:r>
              <a:rPr dirty="0" sz="1050" spc="-10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=</a:t>
            </a:r>
            <a:r>
              <a:rPr dirty="0" sz="1050" spc="-10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PT –</a:t>
            </a:r>
            <a:r>
              <a:rPr dirty="0" sz="1050" spc="-5" i="1">
                <a:latin typeface="Times New Roman"/>
                <a:cs typeface="Times New Roman"/>
              </a:rPr>
              <a:t> </a:t>
            </a:r>
            <a:r>
              <a:rPr dirty="0" sz="1050" spc="-20" i="1">
                <a:latin typeface="Times New Roman"/>
                <a:cs typeface="Times New Roman"/>
              </a:rPr>
              <a:t>Lt/3</a:t>
            </a: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ts val="1230"/>
              </a:lnSpc>
            </a:pPr>
            <a:r>
              <a:rPr dirty="0" sz="1050" i="1">
                <a:latin typeface="Times New Roman"/>
                <a:cs typeface="Times New Roman"/>
              </a:rPr>
              <a:t>F</a:t>
            </a:r>
            <a:r>
              <a:rPr dirty="0" sz="1050" spc="-15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=</a:t>
            </a:r>
            <a:r>
              <a:rPr dirty="0" sz="1050" spc="-10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PT</a:t>
            </a:r>
            <a:r>
              <a:rPr dirty="0" sz="1050" spc="-5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+</a:t>
            </a:r>
            <a:r>
              <a:rPr dirty="0" sz="1050" spc="-15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2Lt/3</a:t>
            </a:r>
            <a:r>
              <a:rPr dirty="0" sz="1050" spc="-5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-</a:t>
            </a:r>
            <a:r>
              <a:rPr dirty="0" sz="1050" spc="-10" i="1">
                <a:latin typeface="Times New Roman"/>
                <a:cs typeface="Times New Roman"/>
              </a:rPr>
              <a:t> </a:t>
            </a:r>
            <a:r>
              <a:rPr dirty="0" sz="1050" spc="-50" i="1">
                <a:latin typeface="Times New Roman"/>
                <a:cs typeface="Times New Roman"/>
              </a:rPr>
              <a:t>N</a:t>
            </a: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ts val="1220"/>
              </a:lnSpc>
            </a:pPr>
            <a:r>
              <a:rPr dirty="0" sz="1050" i="1">
                <a:latin typeface="Times New Roman"/>
                <a:cs typeface="Times New Roman"/>
              </a:rPr>
              <a:t>G</a:t>
            </a:r>
            <a:r>
              <a:rPr dirty="0" sz="1050" spc="-15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=</a:t>
            </a:r>
            <a:r>
              <a:rPr dirty="0" sz="1050" spc="-10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F</a:t>
            </a:r>
            <a:r>
              <a:rPr dirty="0" sz="1050" spc="-10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+</a:t>
            </a:r>
            <a:r>
              <a:rPr dirty="0" sz="1050" spc="-10" i="1">
                <a:latin typeface="Times New Roman"/>
                <a:cs typeface="Times New Roman"/>
              </a:rPr>
              <a:t> </a:t>
            </a:r>
            <a:r>
              <a:rPr dirty="0" sz="1050" spc="-50" i="1">
                <a:latin typeface="Times New Roman"/>
                <a:cs typeface="Times New Roman"/>
              </a:rPr>
              <a:t>N</a:t>
            </a: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ts val="1240"/>
              </a:lnSpc>
            </a:pPr>
            <a:r>
              <a:rPr dirty="0" sz="1050" i="1">
                <a:latin typeface="Times New Roman"/>
                <a:cs typeface="Times New Roman"/>
              </a:rPr>
              <a:t>H</a:t>
            </a:r>
            <a:r>
              <a:rPr dirty="0" sz="1050" spc="-15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=</a:t>
            </a:r>
            <a:r>
              <a:rPr dirty="0" sz="1050" spc="-10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G</a:t>
            </a:r>
            <a:r>
              <a:rPr dirty="0" sz="1050" spc="-15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+</a:t>
            </a:r>
            <a:r>
              <a:rPr dirty="0" sz="1050" spc="-10" i="1">
                <a:latin typeface="Times New Roman"/>
                <a:cs typeface="Times New Roman"/>
              </a:rPr>
              <a:t> </a:t>
            </a:r>
            <a:r>
              <a:rPr dirty="0" sz="1050" spc="-50" i="1">
                <a:latin typeface="Times New Roman"/>
                <a:cs typeface="Times New Roman"/>
              </a:rPr>
              <a:t>N</a:t>
            </a:r>
            <a:endParaRPr sz="10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541144" y="4136402"/>
            <a:ext cx="4458335" cy="2527300"/>
            <a:chOff x="1541144" y="4136402"/>
            <a:chExt cx="4458335" cy="2527300"/>
          </a:xfrm>
        </p:grpSpPr>
        <p:sp>
          <p:nvSpPr>
            <p:cNvPr id="3" name="object 3" descr=""/>
            <p:cNvSpPr/>
            <p:nvPr/>
          </p:nvSpPr>
          <p:spPr>
            <a:xfrm>
              <a:off x="4027169" y="436182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70">
                  <a:moveTo>
                    <a:pt x="0" y="635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5"/>
                  </a:lnTo>
                  <a:lnTo>
                    <a:pt x="1084" y="1084"/>
                  </a:lnTo>
                  <a:lnTo>
                    <a:pt x="635" y="1270"/>
                  </a:lnTo>
                  <a:lnTo>
                    <a:pt x="185" y="1084"/>
                  </a:lnTo>
                  <a:lnTo>
                    <a:pt x="0" y="63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3986530" y="4359287"/>
              <a:ext cx="27940" cy="1270"/>
            </a:xfrm>
            <a:custGeom>
              <a:avLst/>
              <a:gdLst/>
              <a:ahLst/>
              <a:cxnLst/>
              <a:rect l="l" t="t" r="r" b="b"/>
              <a:pathLst>
                <a:path w="27939" h="1270">
                  <a:moveTo>
                    <a:pt x="27940" y="1270"/>
                  </a:moveTo>
                  <a:lnTo>
                    <a:pt x="24765" y="1270"/>
                  </a:lnTo>
                  <a:lnTo>
                    <a:pt x="7620" y="0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3972559" y="435674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70">
                  <a:moveTo>
                    <a:pt x="0" y="635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5"/>
                  </a:lnTo>
                  <a:lnTo>
                    <a:pt x="1084" y="1084"/>
                  </a:lnTo>
                  <a:lnTo>
                    <a:pt x="635" y="1270"/>
                  </a:lnTo>
                  <a:lnTo>
                    <a:pt x="185" y="1084"/>
                  </a:lnTo>
                  <a:lnTo>
                    <a:pt x="0" y="63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3931919" y="4354842"/>
              <a:ext cx="27305" cy="1270"/>
            </a:xfrm>
            <a:custGeom>
              <a:avLst/>
              <a:gdLst/>
              <a:ahLst/>
              <a:cxnLst/>
              <a:rect l="l" t="t" r="r" b="b"/>
              <a:pathLst>
                <a:path w="27304" h="1270">
                  <a:moveTo>
                    <a:pt x="27304" y="1269"/>
                  </a:moveTo>
                  <a:lnTo>
                    <a:pt x="13969" y="0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3917315" y="4352302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70">
                  <a:moveTo>
                    <a:pt x="0" y="635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5"/>
                  </a:lnTo>
                  <a:lnTo>
                    <a:pt x="1084" y="1084"/>
                  </a:lnTo>
                  <a:lnTo>
                    <a:pt x="635" y="1270"/>
                  </a:lnTo>
                  <a:lnTo>
                    <a:pt x="185" y="1084"/>
                  </a:lnTo>
                  <a:lnTo>
                    <a:pt x="0" y="63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3877309" y="4351667"/>
              <a:ext cx="27305" cy="0"/>
            </a:xfrm>
            <a:custGeom>
              <a:avLst/>
              <a:gdLst/>
              <a:ahLst/>
              <a:cxnLst/>
              <a:rect l="l" t="t" r="r" b="b"/>
              <a:pathLst>
                <a:path w="27304" h="0">
                  <a:moveTo>
                    <a:pt x="27304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3862705" y="434912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70">
                  <a:moveTo>
                    <a:pt x="0" y="635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5"/>
                  </a:lnTo>
                  <a:lnTo>
                    <a:pt x="1084" y="1084"/>
                  </a:lnTo>
                  <a:lnTo>
                    <a:pt x="635" y="1270"/>
                  </a:lnTo>
                  <a:lnTo>
                    <a:pt x="185" y="1084"/>
                  </a:lnTo>
                  <a:lnTo>
                    <a:pt x="0" y="63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3822065" y="4349762"/>
              <a:ext cx="27305" cy="0"/>
            </a:xfrm>
            <a:custGeom>
              <a:avLst/>
              <a:gdLst/>
              <a:ahLst/>
              <a:cxnLst/>
              <a:rect l="l" t="t" r="r" b="b"/>
              <a:pathLst>
                <a:path w="27304" h="0">
                  <a:moveTo>
                    <a:pt x="27305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3808094" y="434785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70">
                  <a:moveTo>
                    <a:pt x="0" y="635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5"/>
                  </a:lnTo>
                  <a:lnTo>
                    <a:pt x="1084" y="1084"/>
                  </a:lnTo>
                  <a:lnTo>
                    <a:pt x="635" y="1270"/>
                  </a:lnTo>
                  <a:lnTo>
                    <a:pt x="185" y="1084"/>
                  </a:lnTo>
                  <a:lnTo>
                    <a:pt x="0" y="63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3767455" y="4348492"/>
              <a:ext cx="27305" cy="0"/>
            </a:xfrm>
            <a:custGeom>
              <a:avLst/>
              <a:gdLst/>
              <a:ahLst/>
              <a:cxnLst/>
              <a:rect l="l" t="t" r="r" b="b"/>
              <a:pathLst>
                <a:path w="27304" h="0">
                  <a:moveTo>
                    <a:pt x="27305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3752849" y="434785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70">
                  <a:moveTo>
                    <a:pt x="0" y="635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5"/>
                  </a:lnTo>
                  <a:lnTo>
                    <a:pt x="1084" y="1084"/>
                  </a:lnTo>
                  <a:lnTo>
                    <a:pt x="635" y="1270"/>
                  </a:lnTo>
                  <a:lnTo>
                    <a:pt x="185" y="1084"/>
                  </a:lnTo>
                  <a:lnTo>
                    <a:pt x="0" y="63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3710940" y="4349762"/>
              <a:ext cx="29209" cy="0"/>
            </a:xfrm>
            <a:custGeom>
              <a:avLst/>
              <a:gdLst/>
              <a:ahLst/>
              <a:cxnLst/>
              <a:rect l="l" t="t" r="r" b="b"/>
              <a:pathLst>
                <a:path w="29210" h="0">
                  <a:moveTo>
                    <a:pt x="29210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3696334" y="434912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70">
                  <a:moveTo>
                    <a:pt x="0" y="635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5"/>
                  </a:lnTo>
                  <a:lnTo>
                    <a:pt x="1084" y="1084"/>
                  </a:lnTo>
                  <a:lnTo>
                    <a:pt x="635" y="1270"/>
                  </a:lnTo>
                  <a:lnTo>
                    <a:pt x="185" y="1084"/>
                  </a:lnTo>
                  <a:lnTo>
                    <a:pt x="0" y="63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3656330" y="4351667"/>
              <a:ext cx="27305" cy="1270"/>
            </a:xfrm>
            <a:custGeom>
              <a:avLst/>
              <a:gdLst/>
              <a:ahLst/>
              <a:cxnLst/>
              <a:rect l="l" t="t" r="r" b="b"/>
              <a:pathLst>
                <a:path w="27304" h="1270">
                  <a:moveTo>
                    <a:pt x="27305" y="0"/>
                  </a:moveTo>
                  <a:lnTo>
                    <a:pt x="8890" y="0"/>
                  </a:lnTo>
                  <a:lnTo>
                    <a:pt x="0" y="126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3641724" y="4352302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70">
                  <a:moveTo>
                    <a:pt x="0" y="635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5"/>
                  </a:lnTo>
                  <a:lnTo>
                    <a:pt x="1084" y="1084"/>
                  </a:lnTo>
                  <a:lnTo>
                    <a:pt x="635" y="1270"/>
                  </a:lnTo>
                  <a:lnTo>
                    <a:pt x="185" y="1084"/>
                  </a:lnTo>
                  <a:lnTo>
                    <a:pt x="0" y="63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8934" y="4235462"/>
              <a:ext cx="4267200" cy="2332990"/>
            </a:xfrm>
            <a:prstGeom prst="rect">
              <a:avLst/>
            </a:prstGeom>
          </p:spPr>
        </p:pic>
        <p:sp>
          <p:nvSpPr>
            <p:cNvPr id="19" name="object 19" descr=""/>
            <p:cNvSpPr/>
            <p:nvPr/>
          </p:nvSpPr>
          <p:spPr>
            <a:xfrm>
              <a:off x="1541779" y="4137037"/>
              <a:ext cx="4457065" cy="2526030"/>
            </a:xfrm>
            <a:custGeom>
              <a:avLst/>
              <a:gdLst/>
              <a:ahLst/>
              <a:cxnLst/>
              <a:rect l="l" t="t" r="r" b="b"/>
              <a:pathLst>
                <a:path w="4457065" h="2526029">
                  <a:moveTo>
                    <a:pt x="0" y="2526030"/>
                  </a:moveTo>
                  <a:lnTo>
                    <a:pt x="4457065" y="2526030"/>
                  </a:lnTo>
                  <a:lnTo>
                    <a:pt x="4457065" y="0"/>
                  </a:lnTo>
                  <a:lnTo>
                    <a:pt x="0" y="0"/>
                  </a:lnTo>
                  <a:lnTo>
                    <a:pt x="0" y="2526030"/>
                  </a:lnTo>
                  <a:close/>
                </a:path>
                <a:path w="4457065" h="2526029">
                  <a:moveTo>
                    <a:pt x="2835274" y="1386205"/>
                  </a:moveTo>
                  <a:lnTo>
                    <a:pt x="2824480" y="1379855"/>
                  </a:lnTo>
                  <a:lnTo>
                    <a:pt x="2813685" y="1374139"/>
                  </a:lnTo>
                  <a:lnTo>
                    <a:pt x="2802890" y="1367789"/>
                  </a:lnTo>
                  <a:lnTo>
                    <a:pt x="2792730" y="1362075"/>
                  </a:lnTo>
                  <a:lnTo>
                    <a:pt x="2781935" y="1356995"/>
                  </a:lnTo>
                  <a:lnTo>
                    <a:pt x="2771140" y="1351280"/>
                  </a:lnTo>
                  <a:lnTo>
                    <a:pt x="2760345" y="1346835"/>
                  </a:lnTo>
                  <a:lnTo>
                    <a:pt x="2749549" y="1340485"/>
                  </a:lnTo>
                  <a:lnTo>
                    <a:pt x="2739390" y="1336039"/>
                  </a:lnTo>
                  <a:lnTo>
                    <a:pt x="2726690" y="1331595"/>
                  </a:lnTo>
                  <a:lnTo>
                    <a:pt x="2716530" y="1325245"/>
                  </a:lnTo>
                  <a:lnTo>
                    <a:pt x="2705735" y="1320800"/>
                  </a:lnTo>
                  <a:lnTo>
                    <a:pt x="2693670" y="1316355"/>
                  </a:lnTo>
                  <a:lnTo>
                    <a:pt x="2682874" y="1311275"/>
                  </a:lnTo>
                  <a:lnTo>
                    <a:pt x="2672080" y="1306830"/>
                  </a:lnTo>
                  <a:lnTo>
                    <a:pt x="2660015" y="1303655"/>
                  </a:lnTo>
                  <a:lnTo>
                    <a:pt x="2649220" y="1299210"/>
                  </a:lnTo>
                  <a:lnTo>
                    <a:pt x="2637155" y="1294764"/>
                  </a:lnTo>
                  <a:lnTo>
                    <a:pt x="2626360" y="1291589"/>
                  </a:lnTo>
                  <a:lnTo>
                    <a:pt x="2614295" y="1287145"/>
                  </a:lnTo>
                  <a:lnTo>
                    <a:pt x="2603499" y="1283970"/>
                  </a:lnTo>
                  <a:lnTo>
                    <a:pt x="2591435" y="1279525"/>
                  </a:lnTo>
                  <a:lnTo>
                    <a:pt x="2579370" y="1276350"/>
                  </a:lnTo>
                  <a:lnTo>
                    <a:pt x="2568574" y="1273175"/>
                  </a:lnTo>
                  <a:lnTo>
                    <a:pt x="2556510" y="1270635"/>
                  </a:lnTo>
                  <a:lnTo>
                    <a:pt x="2543810" y="1267460"/>
                  </a:lnTo>
                  <a:lnTo>
                    <a:pt x="2533649" y="1264285"/>
                  </a:lnTo>
                  <a:lnTo>
                    <a:pt x="2520949" y="1261110"/>
                  </a:lnTo>
                  <a:lnTo>
                    <a:pt x="2508885" y="1257935"/>
                  </a:lnTo>
                </a:path>
                <a:path w="4457065" h="2526029">
                  <a:moveTo>
                    <a:pt x="1974215" y="1257935"/>
                  </a:moveTo>
                  <a:lnTo>
                    <a:pt x="1962149" y="1261110"/>
                  </a:lnTo>
                  <a:lnTo>
                    <a:pt x="1949449" y="1264285"/>
                  </a:lnTo>
                  <a:lnTo>
                    <a:pt x="1937384" y="1267460"/>
                  </a:lnTo>
                  <a:lnTo>
                    <a:pt x="1926590" y="1270635"/>
                  </a:lnTo>
                  <a:lnTo>
                    <a:pt x="1914524" y="1273175"/>
                  </a:lnTo>
                  <a:lnTo>
                    <a:pt x="1902459" y="1276350"/>
                  </a:lnTo>
                  <a:lnTo>
                    <a:pt x="1890395" y="1279525"/>
                  </a:lnTo>
                  <a:lnTo>
                    <a:pt x="1879599" y="1283970"/>
                  </a:lnTo>
                  <a:lnTo>
                    <a:pt x="1867534" y="1287145"/>
                  </a:lnTo>
                  <a:lnTo>
                    <a:pt x="1856740" y="1291589"/>
                  </a:lnTo>
                  <a:lnTo>
                    <a:pt x="1844674" y="1294764"/>
                  </a:lnTo>
                  <a:lnTo>
                    <a:pt x="1832609" y="1299210"/>
                  </a:lnTo>
                  <a:lnTo>
                    <a:pt x="1821815" y="1303655"/>
                  </a:lnTo>
                  <a:lnTo>
                    <a:pt x="1809749" y="1308735"/>
                  </a:lnTo>
                  <a:lnTo>
                    <a:pt x="1798955" y="1313180"/>
                  </a:lnTo>
                  <a:lnTo>
                    <a:pt x="1788159" y="1317625"/>
                  </a:lnTo>
                  <a:lnTo>
                    <a:pt x="1776095" y="1322070"/>
                  </a:lnTo>
                  <a:lnTo>
                    <a:pt x="1765299" y="1326514"/>
                  </a:lnTo>
                  <a:lnTo>
                    <a:pt x="1754505" y="1331595"/>
                  </a:lnTo>
                  <a:lnTo>
                    <a:pt x="1742440" y="1336039"/>
                  </a:lnTo>
                  <a:lnTo>
                    <a:pt x="1731645" y="1341755"/>
                  </a:lnTo>
                  <a:lnTo>
                    <a:pt x="1720849" y="1346835"/>
                  </a:lnTo>
                  <a:lnTo>
                    <a:pt x="1708784" y="1352550"/>
                  </a:lnTo>
                  <a:lnTo>
                    <a:pt x="1697989" y="1356995"/>
                  </a:lnTo>
                  <a:lnTo>
                    <a:pt x="1687830" y="1363345"/>
                  </a:lnTo>
                  <a:lnTo>
                    <a:pt x="1677034" y="1369695"/>
                  </a:lnTo>
                  <a:lnTo>
                    <a:pt x="1666239" y="1375410"/>
                  </a:lnTo>
                  <a:lnTo>
                    <a:pt x="1655445" y="1381760"/>
                  </a:lnTo>
                  <a:lnTo>
                    <a:pt x="1644650" y="13874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4373244" y="5516257"/>
              <a:ext cx="46990" cy="31750"/>
            </a:xfrm>
            <a:custGeom>
              <a:avLst/>
              <a:gdLst/>
              <a:ahLst/>
              <a:cxnLst/>
              <a:rect l="l" t="t" r="r" b="b"/>
              <a:pathLst>
                <a:path w="46989" h="31750">
                  <a:moveTo>
                    <a:pt x="8889" y="0"/>
                  </a:moveTo>
                  <a:lnTo>
                    <a:pt x="0" y="13969"/>
                  </a:lnTo>
                  <a:lnTo>
                    <a:pt x="46989" y="31750"/>
                  </a:lnTo>
                  <a:lnTo>
                    <a:pt x="888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4373244" y="5516257"/>
              <a:ext cx="46990" cy="31750"/>
            </a:xfrm>
            <a:custGeom>
              <a:avLst/>
              <a:gdLst/>
              <a:ahLst/>
              <a:cxnLst/>
              <a:rect l="l" t="t" r="r" b="b"/>
              <a:pathLst>
                <a:path w="46989" h="31750">
                  <a:moveTo>
                    <a:pt x="8889" y="0"/>
                  </a:moveTo>
                  <a:lnTo>
                    <a:pt x="0" y="13969"/>
                  </a:lnTo>
                  <a:lnTo>
                    <a:pt x="46989" y="31750"/>
                  </a:lnTo>
                  <a:lnTo>
                    <a:pt x="8889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3144519" y="5518162"/>
              <a:ext cx="47625" cy="32384"/>
            </a:xfrm>
            <a:custGeom>
              <a:avLst/>
              <a:gdLst/>
              <a:ahLst/>
              <a:cxnLst/>
              <a:rect l="l" t="t" r="r" b="b"/>
              <a:pathLst>
                <a:path w="47625" h="32385">
                  <a:moveTo>
                    <a:pt x="38100" y="0"/>
                  </a:moveTo>
                  <a:lnTo>
                    <a:pt x="0" y="32385"/>
                  </a:lnTo>
                  <a:lnTo>
                    <a:pt x="47625" y="1397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3143884" y="5339092"/>
              <a:ext cx="934085" cy="210185"/>
            </a:xfrm>
            <a:custGeom>
              <a:avLst/>
              <a:gdLst/>
              <a:ahLst/>
              <a:cxnLst/>
              <a:rect l="l" t="t" r="r" b="b"/>
              <a:pathLst>
                <a:path w="934085" h="210185">
                  <a:moveTo>
                    <a:pt x="47625" y="191769"/>
                  </a:moveTo>
                  <a:lnTo>
                    <a:pt x="38100" y="177800"/>
                  </a:lnTo>
                  <a:lnTo>
                    <a:pt x="0" y="210184"/>
                  </a:lnTo>
                  <a:lnTo>
                    <a:pt x="47625" y="191769"/>
                  </a:lnTo>
                  <a:close/>
                </a:path>
                <a:path w="934085" h="210185">
                  <a:moveTo>
                    <a:pt x="375285" y="7619"/>
                  </a:moveTo>
                  <a:lnTo>
                    <a:pt x="377825" y="15239"/>
                  </a:lnTo>
                  <a:lnTo>
                    <a:pt x="377825" y="0"/>
                  </a:lnTo>
                  <a:lnTo>
                    <a:pt x="375285" y="7619"/>
                  </a:lnTo>
                  <a:lnTo>
                    <a:pt x="370204" y="2539"/>
                  </a:lnTo>
                  <a:lnTo>
                    <a:pt x="362585" y="0"/>
                  </a:lnTo>
                  <a:lnTo>
                    <a:pt x="358139" y="0"/>
                  </a:lnTo>
                  <a:lnTo>
                    <a:pt x="352425" y="2539"/>
                  </a:lnTo>
                  <a:lnTo>
                    <a:pt x="347344" y="7619"/>
                  </a:lnTo>
                  <a:lnTo>
                    <a:pt x="344804" y="12064"/>
                  </a:lnTo>
                  <a:lnTo>
                    <a:pt x="341629" y="19684"/>
                  </a:lnTo>
                  <a:lnTo>
                    <a:pt x="341629" y="31750"/>
                  </a:lnTo>
                  <a:lnTo>
                    <a:pt x="344804" y="38100"/>
                  </a:lnTo>
                  <a:lnTo>
                    <a:pt x="347344" y="43814"/>
                  </a:lnTo>
                  <a:lnTo>
                    <a:pt x="352425" y="48259"/>
                  </a:lnTo>
                  <a:lnTo>
                    <a:pt x="358139" y="50164"/>
                  </a:lnTo>
                  <a:lnTo>
                    <a:pt x="362585" y="50164"/>
                  </a:lnTo>
                  <a:lnTo>
                    <a:pt x="370204" y="48259"/>
                  </a:lnTo>
                  <a:lnTo>
                    <a:pt x="375285" y="43814"/>
                  </a:lnTo>
                  <a:lnTo>
                    <a:pt x="377825" y="38100"/>
                  </a:lnTo>
                </a:path>
                <a:path w="934085" h="210185">
                  <a:moveTo>
                    <a:pt x="358139" y="0"/>
                  </a:moveTo>
                  <a:lnTo>
                    <a:pt x="353694" y="2539"/>
                  </a:lnTo>
                  <a:lnTo>
                    <a:pt x="349250" y="7619"/>
                  </a:lnTo>
                  <a:lnTo>
                    <a:pt x="347344" y="12064"/>
                  </a:lnTo>
                  <a:lnTo>
                    <a:pt x="344804" y="19684"/>
                  </a:lnTo>
                  <a:lnTo>
                    <a:pt x="344804" y="31750"/>
                  </a:lnTo>
                  <a:lnTo>
                    <a:pt x="347344" y="38100"/>
                  </a:lnTo>
                  <a:lnTo>
                    <a:pt x="349250" y="43814"/>
                  </a:lnTo>
                  <a:lnTo>
                    <a:pt x="353694" y="48259"/>
                  </a:lnTo>
                  <a:lnTo>
                    <a:pt x="358139" y="50164"/>
                  </a:lnTo>
                </a:path>
                <a:path w="934085" h="210185">
                  <a:moveTo>
                    <a:pt x="396239" y="16509"/>
                  </a:moveTo>
                  <a:lnTo>
                    <a:pt x="396239" y="43814"/>
                  </a:lnTo>
                  <a:lnTo>
                    <a:pt x="399414" y="48259"/>
                  </a:lnTo>
                  <a:lnTo>
                    <a:pt x="405764" y="50164"/>
                  </a:lnTo>
                  <a:lnTo>
                    <a:pt x="410210" y="50164"/>
                  </a:lnTo>
                  <a:lnTo>
                    <a:pt x="417829" y="48259"/>
                  </a:lnTo>
                  <a:lnTo>
                    <a:pt x="422275" y="43814"/>
                  </a:lnTo>
                </a:path>
                <a:path w="934085" h="210185">
                  <a:moveTo>
                    <a:pt x="399414" y="16509"/>
                  </a:moveTo>
                  <a:lnTo>
                    <a:pt x="399414" y="43814"/>
                  </a:lnTo>
                  <a:lnTo>
                    <a:pt x="400685" y="48259"/>
                  </a:lnTo>
                  <a:lnTo>
                    <a:pt x="405764" y="50164"/>
                  </a:lnTo>
                </a:path>
                <a:path w="934085" h="210185">
                  <a:moveTo>
                    <a:pt x="422275" y="16509"/>
                  </a:moveTo>
                  <a:lnTo>
                    <a:pt x="422275" y="50164"/>
                  </a:lnTo>
                </a:path>
                <a:path w="934085" h="210185">
                  <a:moveTo>
                    <a:pt x="425450" y="16509"/>
                  </a:moveTo>
                  <a:lnTo>
                    <a:pt x="425450" y="50164"/>
                  </a:lnTo>
                </a:path>
                <a:path w="934085" h="210185">
                  <a:moveTo>
                    <a:pt x="388619" y="16509"/>
                  </a:moveTo>
                  <a:lnTo>
                    <a:pt x="399414" y="16509"/>
                  </a:lnTo>
                </a:path>
                <a:path w="934085" h="210185">
                  <a:moveTo>
                    <a:pt x="415925" y="16509"/>
                  </a:moveTo>
                  <a:lnTo>
                    <a:pt x="425450" y="16509"/>
                  </a:lnTo>
                </a:path>
                <a:path w="934085" h="210185">
                  <a:moveTo>
                    <a:pt x="422275" y="50164"/>
                  </a:moveTo>
                  <a:lnTo>
                    <a:pt x="431164" y="50164"/>
                  </a:lnTo>
                </a:path>
                <a:path w="934085" h="210185">
                  <a:moveTo>
                    <a:pt x="448310" y="16509"/>
                  </a:moveTo>
                  <a:lnTo>
                    <a:pt x="448310" y="50164"/>
                  </a:lnTo>
                </a:path>
                <a:path w="934085" h="210185">
                  <a:moveTo>
                    <a:pt x="451485" y="16509"/>
                  </a:moveTo>
                  <a:lnTo>
                    <a:pt x="451485" y="50164"/>
                  </a:lnTo>
                </a:path>
                <a:path w="934085" h="210185">
                  <a:moveTo>
                    <a:pt x="451485" y="31750"/>
                  </a:moveTo>
                  <a:lnTo>
                    <a:pt x="452754" y="24129"/>
                  </a:lnTo>
                  <a:lnTo>
                    <a:pt x="457200" y="19684"/>
                  </a:lnTo>
                  <a:lnTo>
                    <a:pt x="463550" y="16509"/>
                  </a:lnTo>
                  <a:lnTo>
                    <a:pt x="469264" y="16509"/>
                  </a:lnTo>
                  <a:lnTo>
                    <a:pt x="472439" y="19684"/>
                  </a:lnTo>
                  <a:lnTo>
                    <a:pt x="472439" y="20954"/>
                  </a:lnTo>
                  <a:lnTo>
                    <a:pt x="469264" y="24129"/>
                  </a:lnTo>
                  <a:lnTo>
                    <a:pt x="467994" y="20954"/>
                  </a:lnTo>
                  <a:lnTo>
                    <a:pt x="469264" y="19684"/>
                  </a:lnTo>
                </a:path>
                <a:path w="934085" h="210185">
                  <a:moveTo>
                    <a:pt x="441960" y="16509"/>
                  </a:moveTo>
                  <a:lnTo>
                    <a:pt x="451485" y="16509"/>
                  </a:lnTo>
                </a:path>
                <a:path w="934085" h="210185">
                  <a:moveTo>
                    <a:pt x="441960" y="50164"/>
                  </a:moveTo>
                  <a:lnTo>
                    <a:pt x="457200" y="50164"/>
                  </a:lnTo>
                </a:path>
                <a:path w="934085" h="210185">
                  <a:moveTo>
                    <a:pt x="484504" y="16509"/>
                  </a:moveTo>
                  <a:lnTo>
                    <a:pt x="498475" y="50164"/>
                  </a:lnTo>
                </a:path>
                <a:path w="934085" h="210185">
                  <a:moveTo>
                    <a:pt x="486410" y="16509"/>
                  </a:moveTo>
                  <a:lnTo>
                    <a:pt x="498475" y="45719"/>
                  </a:lnTo>
                </a:path>
                <a:path w="934085" h="210185">
                  <a:moveTo>
                    <a:pt x="512444" y="16509"/>
                  </a:moveTo>
                  <a:lnTo>
                    <a:pt x="498475" y="50164"/>
                  </a:lnTo>
                </a:path>
                <a:path w="934085" h="210185">
                  <a:moveTo>
                    <a:pt x="480060" y="16509"/>
                  </a:moveTo>
                  <a:lnTo>
                    <a:pt x="494029" y="16509"/>
                  </a:lnTo>
                </a:path>
                <a:path w="934085" h="210185">
                  <a:moveTo>
                    <a:pt x="502919" y="16509"/>
                  </a:moveTo>
                  <a:lnTo>
                    <a:pt x="516889" y="16509"/>
                  </a:lnTo>
                </a:path>
                <a:path w="934085" h="210185">
                  <a:moveTo>
                    <a:pt x="532129" y="20954"/>
                  </a:moveTo>
                  <a:lnTo>
                    <a:pt x="532129" y="24129"/>
                  </a:lnTo>
                  <a:lnTo>
                    <a:pt x="528954" y="24129"/>
                  </a:lnTo>
                  <a:lnTo>
                    <a:pt x="528954" y="20954"/>
                  </a:lnTo>
                  <a:lnTo>
                    <a:pt x="532129" y="19684"/>
                  </a:lnTo>
                  <a:lnTo>
                    <a:pt x="536575" y="16509"/>
                  </a:lnTo>
                  <a:lnTo>
                    <a:pt x="545464" y="16509"/>
                  </a:lnTo>
                  <a:lnTo>
                    <a:pt x="550544" y="19684"/>
                  </a:lnTo>
                  <a:lnTo>
                    <a:pt x="553085" y="20954"/>
                  </a:lnTo>
                  <a:lnTo>
                    <a:pt x="554989" y="27304"/>
                  </a:lnTo>
                  <a:lnTo>
                    <a:pt x="554989" y="43814"/>
                  </a:lnTo>
                  <a:lnTo>
                    <a:pt x="558164" y="48259"/>
                  </a:lnTo>
                  <a:lnTo>
                    <a:pt x="559435" y="50164"/>
                  </a:lnTo>
                </a:path>
                <a:path w="934085" h="210185">
                  <a:moveTo>
                    <a:pt x="553085" y="20954"/>
                  </a:moveTo>
                  <a:lnTo>
                    <a:pt x="553085" y="43814"/>
                  </a:lnTo>
                  <a:lnTo>
                    <a:pt x="554989" y="48259"/>
                  </a:lnTo>
                  <a:lnTo>
                    <a:pt x="559435" y="50164"/>
                  </a:lnTo>
                  <a:lnTo>
                    <a:pt x="562610" y="50164"/>
                  </a:lnTo>
                </a:path>
                <a:path w="934085" h="210185">
                  <a:moveTo>
                    <a:pt x="553085" y="27304"/>
                  </a:moveTo>
                  <a:lnTo>
                    <a:pt x="550544" y="28575"/>
                  </a:lnTo>
                  <a:lnTo>
                    <a:pt x="536575" y="31750"/>
                  </a:lnTo>
                  <a:lnTo>
                    <a:pt x="528954" y="33019"/>
                  </a:lnTo>
                  <a:lnTo>
                    <a:pt x="527685" y="38100"/>
                  </a:lnTo>
                  <a:lnTo>
                    <a:pt x="527685" y="43814"/>
                  </a:lnTo>
                  <a:lnTo>
                    <a:pt x="528954" y="48259"/>
                  </a:lnTo>
                  <a:lnTo>
                    <a:pt x="536575" y="50164"/>
                  </a:lnTo>
                  <a:lnTo>
                    <a:pt x="542925" y="50164"/>
                  </a:lnTo>
                  <a:lnTo>
                    <a:pt x="548639" y="48259"/>
                  </a:lnTo>
                  <a:lnTo>
                    <a:pt x="553085" y="43814"/>
                  </a:lnTo>
                </a:path>
                <a:path w="934085" h="210185">
                  <a:moveTo>
                    <a:pt x="536575" y="31750"/>
                  </a:moveTo>
                  <a:lnTo>
                    <a:pt x="532129" y="33019"/>
                  </a:lnTo>
                  <a:lnTo>
                    <a:pt x="528954" y="38100"/>
                  </a:lnTo>
                  <a:lnTo>
                    <a:pt x="528954" y="43814"/>
                  </a:lnTo>
                  <a:lnTo>
                    <a:pt x="532129" y="48259"/>
                  </a:lnTo>
                  <a:lnTo>
                    <a:pt x="536575" y="50164"/>
                  </a:lnTo>
                </a:path>
                <a:path w="934085" h="210185">
                  <a:moveTo>
                    <a:pt x="652144" y="24129"/>
                  </a:moveTo>
                  <a:lnTo>
                    <a:pt x="649604" y="27304"/>
                  </a:lnTo>
                  <a:lnTo>
                    <a:pt x="652144" y="28575"/>
                  </a:lnTo>
                  <a:lnTo>
                    <a:pt x="654050" y="27304"/>
                  </a:lnTo>
                  <a:lnTo>
                    <a:pt x="654050" y="24129"/>
                  </a:lnTo>
                  <a:lnTo>
                    <a:pt x="649604" y="19684"/>
                  </a:lnTo>
                  <a:lnTo>
                    <a:pt x="644525" y="16509"/>
                  </a:lnTo>
                  <a:lnTo>
                    <a:pt x="638810" y="16509"/>
                  </a:lnTo>
                  <a:lnTo>
                    <a:pt x="631189" y="19684"/>
                  </a:lnTo>
                  <a:lnTo>
                    <a:pt x="626744" y="24129"/>
                  </a:lnTo>
                  <a:lnTo>
                    <a:pt x="623569" y="31750"/>
                  </a:lnTo>
                  <a:lnTo>
                    <a:pt x="623569" y="36194"/>
                  </a:lnTo>
                  <a:lnTo>
                    <a:pt x="626744" y="43814"/>
                  </a:lnTo>
                  <a:lnTo>
                    <a:pt x="631189" y="48259"/>
                  </a:lnTo>
                  <a:lnTo>
                    <a:pt x="638810" y="50164"/>
                  </a:lnTo>
                  <a:lnTo>
                    <a:pt x="643254" y="50164"/>
                  </a:lnTo>
                  <a:lnTo>
                    <a:pt x="649604" y="48259"/>
                  </a:lnTo>
                  <a:lnTo>
                    <a:pt x="654050" y="43814"/>
                  </a:lnTo>
                </a:path>
                <a:path w="934085" h="210185">
                  <a:moveTo>
                    <a:pt x="638810" y="16509"/>
                  </a:moveTo>
                  <a:lnTo>
                    <a:pt x="632460" y="19684"/>
                  </a:lnTo>
                  <a:lnTo>
                    <a:pt x="628014" y="24129"/>
                  </a:lnTo>
                  <a:lnTo>
                    <a:pt x="626744" y="31750"/>
                  </a:lnTo>
                  <a:lnTo>
                    <a:pt x="626744" y="36194"/>
                  </a:lnTo>
                  <a:lnTo>
                    <a:pt x="628014" y="43814"/>
                  </a:lnTo>
                  <a:lnTo>
                    <a:pt x="632460" y="48259"/>
                  </a:lnTo>
                  <a:lnTo>
                    <a:pt x="638810" y="50164"/>
                  </a:lnTo>
                </a:path>
                <a:path w="934085" h="210185">
                  <a:moveTo>
                    <a:pt x="673735" y="0"/>
                  </a:moveTo>
                  <a:lnTo>
                    <a:pt x="670560" y="2539"/>
                  </a:lnTo>
                  <a:lnTo>
                    <a:pt x="673735" y="5714"/>
                  </a:lnTo>
                  <a:lnTo>
                    <a:pt x="675004" y="2539"/>
                  </a:lnTo>
                  <a:lnTo>
                    <a:pt x="673735" y="0"/>
                  </a:lnTo>
                  <a:close/>
                </a:path>
                <a:path w="934085" h="210185">
                  <a:moveTo>
                    <a:pt x="673735" y="16509"/>
                  </a:moveTo>
                  <a:lnTo>
                    <a:pt x="673735" y="50164"/>
                  </a:lnTo>
                </a:path>
                <a:path w="934085" h="210185">
                  <a:moveTo>
                    <a:pt x="675004" y="50164"/>
                  </a:moveTo>
                  <a:lnTo>
                    <a:pt x="675004" y="16509"/>
                  </a:lnTo>
                  <a:lnTo>
                    <a:pt x="666114" y="16509"/>
                  </a:lnTo>
                </a:path>
                <a:path w="934085" h="210185">
                  <a:moveTo>
                    <a:pt x="666114" y="50164"/>
                  </a:moveTo>
                  <a:lnTo>
                    <a:pt x="682625" y="50164"/>
                  </a:lnTo>
                </a:path>
                <a:path w="934085" h="210185">
                  <a:moveTo>
                    <a:pt x="699769" y="16509"/>
                  </a:moveTo>
                  <a:lnTo>
                    <a:pt x="699769" y="50164"/>
                  </a:lnTo>
                </a:path>
                <a:path w="934085" h="210185">
                  <a:moveTo>
                    <a:pt x="701039" y="16509"/>
                  </a:moveTo>
                  <a:lnTo>
                    <a:pt x="701039" y="50164"/>
                  </a:lnTo>
                </a:path>
                <a:path w="934085" h="210185">
                  <a:moveTo>
                    <a:pt x="701039" y="31750"/>
                  </a:moveTo>
                  <a:lnTo>
                    <a:pt x="704214" y="24129"/>
                  </a:lnTo>
                  <a:lnTo>
                    <a:pt x="708660" y="19684"/>
                  </a:lnTo>
                  <a:lnTo>
                    <a:pt x="713104" y="16509"/>
                  </a:lnTo>
                  <a:lnTo>
                    <a:pt x="720725" y="16509"/>
                  </a:lnTo>
                  <a:lnTo>
                    <a:pt x="722629" y="19684"/>
                  </a:lnTo>
                  <a:lnTo>
                    <a:pt x="722629" y="20954"/>
                  </a:lnTo>
                  <a:lnTo>
                    <a:pt x="720725" y="24129"/>
                  </a:lnTo>
                  <a:lnTo>
                    <a:pt x="718185" y="20954"/>
                  </a:lnTo>
                  <a:lnTo>
                    <a:pt x="720725" y="19684"/>
                  </a:lnTo>
                </a:path>
                <a:path w="934085" h="210185">
                  <a:moveTo>
                    <a:pt x="692150" y="16509"/>
                  </a:moveTo>
                  <a:lnTo>
                    <a:pt x="701039" y="16509"/>
                  </a:lnTo>
                </a:path>
                <a:path w="934085" h="210185">
                  <a:moveTo>
                    <a:pt x="692150" y="50164"/>
                  </a:moveTo>
                  <a:lnTo>
                    <a:pt x="708660" y="50164"/>
                  </a:lnTo>
                </a:path>
                <a:path w="934085" h="210185">
                  <a:moveTo>
                    <a:pt x="763904" y="24129"/>
                  </a:moveTo>
                  <a:lnTo>
                    <a:pt x="760729" y="27304"/>
                  </a:lnTo>
                  <a:lnTo>
                    <a:pt x="763904" y="28575"/>
                  </a:lnTo>
                  <a:lnTo>
                    <a:pt x="765175" y="27304"/>
                  </a:lnTo>
                  <a:lnTo>
                    <a:pt x="765175" y="24129"/>
                  </a:lnTo>
                  <a:lnTo>
                    <a:pt x="760729" y="19684"/>
                  </a:lnTo>
                  <a:lnTo>
                    <a:pt x="756285" y="16509"/>
                  </a:lnTo>
                  <a:lnTo>
                    <a:pt x="748664" y="16509"/>
                  </a:lnTo>
                  <a:lnTo>
                    <a:pt x="742314" y="19684"/>
                  </a:lnTo>
                  <a:lnTo>
                    <a:pt x="737869" y="24129"/>
                  </a:lnTo>
                  <a:lnTo>
                    <a:pt x="734694" y="31750"/>
                  </a:lnTo>
                  <a:lnTo>
                    <a:pt x="734694" y="36194"/>
                  </a:lnTo>
                  <a:lnTo>
                    <a:pt x="737869" y="43814"/>
                  </a:lnTo>
                  <a:lnTo>
                    <a:pt x="742314" y="48259"/>
                  </a:lnTo>
                  <a:lnTo>
                    <a:pt x="748664" y="50164"/>
                  </a:lnTo>
                  <a:lnTo>
                    <a:pt x="754379" y="50164"/>
                  </a:lnTo>
                  <a:lnTo>
                    <a:pt x="760729" y="48259"/>
                  </a:lnTo>
                  <a:lnTo>
                    <a:pt x="765175" y="43814"/>
                  </a:lnTo>
                </a:path>
                <a:path w="934085" h="210185">
                  <a:moveTo>
                    <a:pt x="748664" y="16509"/>
                  </a:moveTo>
                  <a:lnTo>
                    <a:pt x="743585" y="19684"/>
                  </a:lnTo>
                  <a:lnTo>
                    <a:pt x="739139" y="24129"/>
                  </a:lnTo>
                  <a:lnTo>
                    <a:pt x="737869" y="31750"/>
                  </a:lnTo>
                  <a:lnTo>
                    <a:pt x="737869" y="36194"/>
                  </a:lnTo>
                  <a:lnTo>
                    <a:pt x="739139" y="43814"/>
                  </a:lnTo>
                  <a:lnTo>
                    <a:pt x="743585" y="48259"/>
                  </a:lnTo>
                  <a:lnTo>
                    <a:pt x="748664" y="50164"/>
                  </a:lnTo>
                </a:path>
                <a:path w="934085" h="210185">
                  <a:moveTo>
                    <a:pt x="784860" y="16509"/>
                  </a:moveTo>
                  <a:lnTo>
                    <a:pt x="784860" y="43814"/>
                  </a:lnTo>
                  <a:lnTo>
                    <a:pt x="786764" y="48259"/>
                  </a:lnTo>
                  <a:lnTo>
                    <a:pt x="794385" y="50164"/>
                  </a:lnTo>
                  <a:lnTo>
                    <a:pt x="798829" y="50164"/>
                  </a:lnTo>
                  <a:lnTo>
                    <a:pt x="806450" y="48259"/>
                  </a:lnTo>
                  <a:lnTo>
                    <a:pt x="810894" y="43814"/>
                  </a:lnTo>
                </a:path>
                <a:path w="934085" h="210185">
                  <a:moveTo>
                    <a:pt x="786764" y="16509"/>
                  </a:moveTo>
                  <a:lnTo>
                    <a:pt x="786764" y="43814"/>
                  </a:lnTo>
                  <a:lnTo>
                    <a:pt x="789304" y="48259"/>
                  </a:lnTo>
                  <a:lnTo>
                    <a:pt x="794385" y="50164"/>
                  </a:lnTo>
                </a:path>
                <a:path w="934085" h="210185">
                  <a:moveTo>
                    <a:pt x="810894" y="16509"/>
                  </a:moveTo>
                  <a:lnTo>
                    <a:pt x="810894" y="50164"/>
                  </a:lnTo>
                </a:path>
                <a:path w="934085" h="210185">
                  <a:moveTo>
                    <a:pt x="812164" y="16509"/>
                  </a:moveTo>
                  <a:lnTo>
                    <a:pt x="812164" y="50164"/>
                  </a:lnTo>
                </a:path>
                <a:path w="934085" h="210185">
                  <a:moveTo>
                    <a:pt x="777239" y="16509"/>
                  </a:moveTo>
                  <a:lnTo>
                    <a:pt x="786764" y="16509"/>
                  </a:lnTo>
                </a:path>
                <a:path w="934085" h="210185">
                  <a:moveTo>
                    <a:pt x="803275" y="16509"/>
                  </a:moveTo>
                  <a:lnTo>
                    <a:pt x="812164" y="16509"/>
                  </a:lnTo>
                </a:path>
                <a:path w="934085" h="210185">
                  <a:moveTo>
                    <a:pt x="810894" y="50164"/>
                  </a:moveTo>
                  <a:lnTo>
                    <a:pt x="819785" y="50164"/>
                  </a:lnTo>
                </a:path>
                <a:path w="934085" h="210185">
                  <a:moveTo>
                    <a:pt x="836929" y="0"/>
                  </a:moveTo>
                  <a:lnTo>
                    <a:pt x="836929" y="50164"/>
                  </a:lnTo>
                </a:path>
                <a:path w="934085" h="210185">
                  <a:moveTo>
                    <a:pt x="840104" y="50164"/>
                  </a:moveTo>
                  <a:lnTo>
                    <a:pt x="840104" y="0"/>
                  </a:lnTo>
                  <a:lnTo>
                    <a:pt x="829310" y="0"/>
                  </a:lnTo>
                </a:path>
                <a:path w="934085" h="210185">
                  <a:moveTo>
                    <a:pt x="829310" y="50164"/>
                  </a:moveTo>
                  <a:lnTo>
                    <a:pt x="845819" y="50164"/>
                  </a:lnTo>
                </a:path>
                <a:path w="934085" h="210185">
                  <a:moveTo>
                    <a:pt x="862964" y="20954"/>
                  </a:moveTo>
                  <a:lnTo>
                    <a:pt x="862964" y="24129"/>
                  </a:lnTo>
                  <a:lnTo>
                    <a:pt x="859789" y="24129"/>
                  </a:lnTo>
                  <a:lnTo>
                    <a:pt x="859789" y="20954"/>
                  </a:lnTo>
                  <a:lnTo>
                    <a:pt x="862964" y="19684"/>
                  </a:lnTo>
                  <a:lnTo>
                    <a:pt x="867410" y="16509"/>
                  </a:lnTo>
                  <a:lnTo>
                    <a:pt x="876300" y="16509"/>
                  </a:lnTo>
                  <a:lnTo>
                    <a:pt x="880744" y="19684"/>
                  </a:lnTo>
                  <a:lnTo>
                    <a:pt x="883919" y="20954"/>
                  </a:lnTo>
                  <a:lnTo>
                    <a:pt x="887094" y="27304"/>
                  </a:lnTo>
                  <a:lnTo>
                    <a:pt x="887094" y="43814"/>
                  </a:lnTo>
                  <a:lnTo>
                    <a:pt x="888364" y="48259"/>
                  </a:lnTo>
                  <a:lnTo>
                    <a:pt x="891539" y="50164"/>
                  </a:lnTo>
                </a:path>
                <a:path w="934085" h="210185">
                  <a:moveTo>
                    <a:pt x="883919" y="20954"/>
                  </a:moveTo>
                  <a:lnTo>
                    <a:pt x="883919" y="43814"/>
                  </a:lnTo>
                  <a:lnTo>
                    <a:pt x="887094" y="48259"/>
                  </a:lnTo>
                  <a:lnTo>
                    <a:pt x="891539" y="50164"/>
                  </a:lnTo>
                  <a:lnTo>
                    <a:pt x="893444" y="50164"/>
                  </a:lnTo>
                </a:path>
                <a:path w="934085" h="210185">
                  <a:moveTo>
                    <a:pt x="883919" y="27304"/>
                  </a:moveTo>
                  <a:lnTo>
                    <a:pt x="880744" y="28575"/>
                  </a:lnTo>
                  <a:lnTo>
                    <a:pt x="867410" y="31750"/>
                  </a:lnTo>
                  <a:lnTo>
                    <a:pt x="859789" y="33019"/>
                  </a:lnTo>
                  <a:lnTo>
                    <a:pt x="857885" y="38100"/>
                  </a:lnTo>
                  <a:lnTo>
                    <a:pt x="857885" y="43814"/>
                  </a:lnTo>
                  <a:lnTo>
                    <a:pt x="859789" y="48259"/>
                  </a:lnTo>
                  <a:lnTo>
                    <a:pt x="867410" y="50164"/>
                  </a:lnTo>
                  <a:lnTo>
                    <a:pt x="875029" y="50164"/>
                  </a:lnTo>
                  <a:lnTo>
                    <a:pt x="879475" y="48259"/>
                  </a:lnTo>
                  <a:lnTo>
                    <a:pt x="883919" y="43814"/>
                  </a:lnTo>
                </a:path>
                <a:path w="934085" h="210185">
                  <a:moveTo>
                    <a:pt x="867410" y="31750"/>
                  </a:moveTo>
                  <a:lnTo>
                    <a:pt x="862964" y="33019"/>
                  </a:lnTo>
                  <a:lnTo>
                    <a:pt x="859789" y="38100"/>
                  </a:lnTo>
                  <a:lnTo>
                    <a:pt x="859789" y="43814"/>
                  </a:lnTo>
                  <a:lnTo>
                    <a:pt x="862964" y="48259"/>
                  </a:lnTo>
                  <a:lnTo>
                    <a:pt x="867410" y="50164"/>
                  </a:lnTo>
                </a:path>
                <a:path w="934085" h="210185">
                  <a:moveTo>
                    <a:pt x="909954" y="16509"/>
                  </a:moveTo>
                  <a:lnTo>
                    <a:pt x="909954" y="50164"/>
                  </a:lnTo>
                </a:path>
                <a:path w="934085" h="210185">
                  <a:moveTo>
                    <a:pt x="913129" y="16509"/>
                  </a:moveTo>
                  <a:lnTo>
                    <a:pt x="913129" y="50164"/>
                  </a:lnTo>
                </a:path>
                <a:path w="934085" h="210185">
                  <a:moveTo>
                    <a:pt x="913129" y="31750"/>
                  </a:moveTo>
                  <a:lnTo>
                    <a:pt x="914400" y="24129"/>
                  </a:lnTo>
                  <a:lnTo>
                    <a:pt x="918844" y="19684"/>
                  </a:lnTo>
                  <a:lnTo>
                    <a:pt x="923925" y="16509"/>
                  </a:lnTo>
                  <a:lnTo>
                    <a:pt x="931544" y="16509"/>
                  </a:lnTo>
                  <a:lnTo>
                    <a:pt x="934085" y="19684"/>
                  </a:lnTo>
                  <a:lnTo>
                    <a:pt x="934085" y="20954"/>
                  </a:lnTo>
                  <a:lnTo>
                    <a:pt x="931544" y="24129"/>
                  </a:lnTo>
                  <a:lnTo>
                    <a:pt x="928369" y="20954"/>
                  </a:lnTo>
                  <a:lnTo>
                    <a:pt x="931544" y="19684"/>
                  </a:lnTo>
                </a:path>
                <a:path w="934085" h="210185">
                  <a:moveTo>
                    <a:pt x="902335" y="16509"/>
                  </a:moveTo>
                  <a:lnTo>
                    <a:pt x="913129" y="16509"/>
                  </a:lnTo>
                </a:path>
                <a:path w="934085" h="210185">
                  <a:moveTo>
                    <a:pt x="902335" y="50164"/>
                  </a:moveTo>
                  <a:lnTo>
                    <a:pt x="918844" y="5016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2663190" y="4784737"/>
              <a:ext cx="1342390" cy="600710"/>
            </a:xfrm>
            <a:custGeom>
              <a:avLst/>
              <a:gdLst/>
              <a:ahLst/>
              <a:cxnLst/>
              <a:rect l="l" t="t" r="r" b="b"/>
              <a:pathLst>
                <a:path w="1342389" h="600710">
                  <a:moveTo>
                    <a:pt x="1270" y="635"/>
                  </a:moveTo>
                  <a:lnTo>
                    <a:pt x="1079" y="190"/>
                  </a:lnTo>
                  <a:lnTo>
                    <a:pt x="635" y="0"/>
                  </a:lnTo>
                  <a:lnTo>
                    <a:pt x="177" y="190"/>
                  </a:lnTo>
                  <a:lnTo>
                    <a:pt x="0" y="635"/>
                  </a:lnTo>
                  <a:lnTo>
                    <a:pt x="177" y="1092"/>
                  </a:lnTo>
                  <a:lnTo>
                    <a:pt x="635" y="1270"/>
                  </a:lnTo>
                  <a:lnTo>
                    <a:pt x="1079" y="1092"/>
                  </a:lnTo>
                  <a:lnTo>
                    <a:pt x="1270" y="635"/>
                  </a:lnTo>
                  <a:close/>
                </a:path>
                <a:path w="1342389" h="600710">
                  <a:moveTo>
                    <a:pt x="1342390" y="600075"/>
                  </a:moveTo>
                  <a:lnTo>
                    <a:pt x="1342199" y="599630"/>
                  </a:lnTo>
                  <a:lnTo>
                    <a:pt x="1341755" y="599440"/>
                  </a:lnTo>
                  <a:lnTo>
                    <a:pt x="1341297" y="599630"/>
                  </a:lnTo>
                  <a:lnTo>
                    <a:pt x="1341120" y="600075"/>
                  </a:lnTo>
                  <a:lnTo>
                    <a:pt x="1341297" y="600532"/>
                  </a:lnTo>
                  <a:lnTo>
                    <a:pt x="1341755" y="600710"/>
                  </a:lnTo>
                  <a:lnTo>
                    <a:pt x="1342199" y="600532"/>
                  </a:lnTo>
                  <a:lnTo>
                    <a:pt x="1342390" y="60007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3782694" y="6567817"/>
              <a:ext cx="1270" cy="0"/>
            </a:xfrm>
            <a:custGeom>
              <a:avLst/>
              <a:gdLst/>
              <a:ahLst/>
              <a:cxnLst/>
              <a:rect l="l" t="t" r="r" b="b"/>
              <a:pathLst>
                <a:path w="1270" h="0">
                  <a:moveTo>
                    <a:pt x="0" y="0"/>
                  </a:moveTo>
                  <a:lnTo>
                    <a:pt x="126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4898390" y="478219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70">
                  <a:moveTo>
                    <a:pt x="0" y="635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5"/>
                  </a:lnTo>
                  <a:lnTo>
                    <a:pt x="1084" y="1084"/>
                  </a:lnTo>
                  <a:lnTo>
                    <a:pt x="635" y="1270"/>
                  </a:lnTo>
                  <a:lnTo>
                    <a:pt x="185" y="1084"/>
                  </a:lnTo>
                  <a:lnTo>
                    <a:pt x="0" y="63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3782694" y="6567817"/>
              <a:ext cx="1270" cy="0"/>
            </a:xfrm>
            <a:custGeom>
              <a:avLst/>
              <a:gdLst/>
              <a:ahLst/>
              <a:cxnLst/>
              <a:rect l="l" t="t" r="r" b="b"/>
              <a:pathLst>
                <a:path w="1270" h="0">
                  <a:moveTo>
                    <a:pt x="0" y="0"/>
                  </a:moveTo>
                  <a:lnTo>
                    <a:pt x="126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 descr=""/>
          <p:cNvSpPr txBox="1"/>
          <p:nvPr/>
        </p:nvSpPr>
        <p:spPr>
          <a:xfrm>
            <a:off x="1560830" y="3585223"/>
            <a:ext cx="439928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latin typeface="Times New Roman"/>
                <a:cs typeface="Times New Roman"/>
              </a:rPr>
              <a:t>FIGURA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8.12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–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DIAGRAMA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DEL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1/3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CURVA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CIRCULAR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1040130" y="6739903"/>
            <a:ext cx="5497195" cy="1346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56845"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latin typeface="Times New Roman"/>
                <a:cs typeface="Times New Roman"/>
              </a:rPr>
              <a:t>FIGURA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8.13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–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DESARROLLO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DEL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1/3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DENTRO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CURVA</a:t>
            </a:r>
            <a:r>
              <a:rPr dirty="0" sz="1050" spc="-10">
                <a:latin typeface="Times New Roman"/>
                <a:cs typeface="Times New Roman"/>
              </a:rPr>
              <a:t> CIRCULAR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1050">
              <a:latin typeface="Times New Roman"/>
              <a:cs typeface="Times New Roman"/>
            </a:endParaRPr>
          </a:p>
          <a:p>
            <a:pPr marL="12700" marR="24765">
              <a:lnSpc>
                <a:spcPts val="1220"/>
              </a:lnSpc>
            </a:pP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1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debe</a:t>
            </a:r>
            <a:r>
              <a:rPr dirty="0" sz="1050" spc="1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tener</a:t>
            </a:r>
            <a:r>
              <a:rPr dirty="0" sz="1050" spc="114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</a:t>
            </a:r>
            <a:r>
              <a:rPr dirty="0" sz="1050" spc="114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cuenta</a:t>
            </a:r>
            <a:r>
              <a:rPr dirty="0" sz="1050" spc="1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1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al</a:t>
            </a:r>
            <a:r>
              <a:rPr dirty="0" sz="1050" spc="10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desarrollar</a:t>
            </a:r>
            <a:r>
              <a:rPr dirty="0" sz="1050" spc="114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un</a:t>
            </a:r>
            <a:r>
              <a:rPr dirty="0" sz="1050" spc="114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tercio</a:t>
            </a:r>
            <a:r>
              <a:rPr dirty="0" sz="1050" spc="1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1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1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transición</a:t>
            </a:r>
            <a:r>
              <a:rPr dirty="0" sz="1050" spc="1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del</a:t>
            </a:r>
            <a:r>
              <a:rPr dirty="0" sz="1050" spc="114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1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dentro</a:t>
            </a:r>
            <a:r>
              <a:rPr dirty="0" sz="1050" spc="1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1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110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curva </a:t>
            </a:r>
            <a:r>
              <a:rPr dirty="0" sz="1050">
                <a:latin typeface="Times New Roman"/>
                <a:cs typeface="Times New Roman"/>
              </a:rPr>
              <a:t>circular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tramo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con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constante,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cuyo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valor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sería</a:t>
            </a:r>
            <a:r>
              <a:rPr dirty="0" sz="1050" spc="229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Lc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–</a:t>
            </a:r>
            <a:r>
              <a:rPr dirty="0" sz="1050" spc="2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2/3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Lt,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no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debe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ser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menor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40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Lc/3.</a:t>
            </a: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75"/>
              </a:spcBef>
            </a:pPr>
            <a:r>
              <a:rPr dirty="0" sz="1350">
                <a:latin typeface="Times New Roman"/>
                <a:cs typeface="Times New Roman"/>
              </a:rPr>
              <a:t>CÁLCULO</a:t>
            </a:r>
            <a:r>
              <a:rPr dirty="0" sz="1350" spc="-40">
                <a:latin typeface="Times New Roman"/>
                <a:cs typeface="Times New Roman"/>
              </a:rPr>
              <a:t> </a:t>
            </a:r>
            <a:r>
              <a:rPr dirty="0" sz="1350">
                <a:latin typeface="Times New Roman"/>
                <a:cs typeface="Times New Roman"/>
              </a:rPr>
              <a:t>DE</a:t>
            </a:r>
            <a:r>
              <a:rPr dirty="0" sz="1350" spc="-35">
                <a:latin typeface="Times New Roman"/>
                <a:cs typeface="Times New Roman"/>
              </a:rPr>
              <a:t> </a:t>
            </a:r>
            <a:r>
              <a:rPr dirty="0" sz="1350" spc="-10">
                <a:latin typeface="Times New Roman"/>
                <a:cs typeface="Times New Roman"/>
              </a:rPr>
              <a:t>PERALTE</a:t>
            </a:r>
            <a:endParaRPr sz="1350">
              <a:latin typeface="Times New Roman"/>
              <a:cs typeface="Times New Roman"/>
            </a:endParaRPr>
          </a:p>
          <a:p>
            <a:pPr marL="12700" marR="5080">
              <a:lnSpc>
                <a:spcPts val="1220"/>
              </a:lnSpc>
              <a:spcBef>
                <a:spcPts val="405"/>
              </a:spcBef>
            </a:pPr>
            <a:r>
              <a:rPr dirty="0" sz="1050">
                <a:latin typeface="Times New Roman"/>
                <a:cs typeface="Times New Roman"/>
              </a:rPr>
              <a:t>Para</a:t>
            </a:r>
            <a:r>
              <a:rPr dirty="0" sz="1050" spc="9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calcular</a:t>
            </a:r>
            <a:r>
              <a:rPr dirty="0" sz="1050" spc="9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9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valor</a:t>
            </a:r>
            <a:r>
              <a:rPr dirty="0" sz="1050" spc="9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del</a:t>
            </a:r>
            <a:r>
              <a:rPr dirty="0" sz="1050" spc="9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8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</a:t>
            </a:r>
            <a:r>
              <a:rPr dirty="0" sz="1050" spc="9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un</a:t>
            </a:r>
            <a:r>
              <a:rPr dirty="0" sz="1050" spc="8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punto</a:t>
            </a:r>
            <a:r>
              <a:rPr dirty="0" sz="1050" spc="10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cualquiera</a:t>
            </a:r>
            <a:r>
              <a:rPr dirty="0" sz="1050" spc="125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p</a:t>
            </a:r>
            <a:r>
              <a:rPr dirty="0" sz="1050" spc="95" i="1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9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4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rampa</a:t>
            </a:r>
            <a:r>
              <a:rPr dirty="0" sz="1050" spc="4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4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1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1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plantea</a:t>
            </a:r>
            <a:r>
              <a:rPr dirty="0" sz="1050" spc="135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una </a:t>
            </a:r>
            <a:r>
              <a:rPr dirty="0" sz="1050">
                <a:latin typeface="Times New Roman"/>
                <a:cs typeface="Times New Roman"/>
              </a:rPr>
              <a:t>relación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triángulos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semejantes</a:t>
            </a:r>
            <a:r>
              <a:rPr dirty="0" sz="1050" spc="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partir</a:t>
            </a:r>
            <a:r>
              <a:rPr dirty="0" sz="1050" spc="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Figura</a:t>
            </a:r>
            <a:r>
              <a:rPr dirty="0" sz="1050" spc="90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8.14.</a:t>
            </a:r>
            <a:endParaRPr sz="1050">
              <a:latin typeface="Times New Roman"/>
              <a:cs typeface="Times New Roman"/>
            </a:endParaRPr>
          </a:p>
        </p:txBody>
      </p:sp>
      <p:grpSp>
        <p:nvGrpSpPr>
          <p:cNvPr id="30" name="object 30" descr=""/>
          <p:cNvGrpSpPr/>
          <p:nvPr/>
        </p:nvGrpSpPr>
        <p:grpSpPr>
          <a:xfrm>
            <a:off x="1757045" y="1470672"/>
            <a:ext cx="4140200" cy="2090420"/>
            <a:chOff x="1757045" y="1470672"/>
            <a:chExt cx="4140200" cy="2090420"/>
          </a:xfrm>
        </p:grpSpPr>
        <p:pic>
          <p:nvPicPr>
            <p:cNvPr id="31" name="object 31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79600" y="2013597"/>
              <a:ext cx="3927475" cy="834389"/>
            </a:xfrm>
            <a:prstGeom prst="rect">
              <a:avLst/>
            </a:prstGeom>
          </p:spPr>
        </p:pic>
        <p:pic>
          <p:nvPicPr>
            <p:cNvPr id="32" name="object 32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692525" y="2187587"/>
              <a:ext cx="383539" cy="78104"/>
            </a:xfrm>
            <a:prstGeom prst="rect">
              <a:avLst/>
            </a:prstGeom>
          </p:spPr>
        </p:pic>
        <p:sp>
          <p:nvSpPr>
            <p:cNvPr id="33" name="object 33" descr=""/>
            <p:cNvSpPr/>
            <p:nvPr/>
          </p:nvSpPr>
          <p:spPr>
            <a:xfrm>
              <a:off x="3445510" y="2021852"/>
              <a:ext cx="412750" cy="407670"/>
            </a:xfrm>
            <a:custGeom>
              <a:avLst/>
              <a:gdLst/>
              <a:ahLst/>
              <a:cxnLst/>
              <a:rect l="l" t="t" r="r" b="b"/>
              <a:pathLst>
                <a:path w="412750" h="407669">
                  <a:moveTo>
                    <a:pt x="1270" y="407035"/>
                  </a:moveTo>
                  <a:lnTo>
                    <a:pt x="1079" y="406590"/>
                  </a:lnTo>
                  <a:lnTo>
                    <a:pt x="635" y="406400"/>
                  </a:lnTo>
                  <a:lnTo>
                    <a:pt x="177" y="406590"/>
                  </a:lnTo>
                  <a:lnTo>
                    <a:pt x="0" y="407035"/>
                  </a:lnTo>
                  <a:lnTo>
                    <a:pt x="177" y="407492"/>
                  </a:lnTo>
                  <a:lnTo>
                    <a:pt x="635" y="407670"/>
                  </a:lnTo>
                  <a:lnTo>
                    <a:pt x="1079" y="407492"/>
                  </a:lnTo>
                  <a:lnTo>
                    <a:pt x="1270" y="407035"/>
                  </a:lnTo>
                  <a:close/>
                </a:path>
                <a:path w="412750" h="407669">
                  <a:moveTo>
                    <a:pt x="1270" y="635"/>
                  </a:moveTo>
                  <a:lnTo>
                    <a:pt x="1079" y="190"/>
                  </a:lnTo>
                  <a:lnTo>
                    <a:pt x="635" y="0"/>
                  </a:lnTo>
                  <a:lnTo>
                    <a:pt x="177" y="190"/>
                  </a:lnTo>
                  <a:lnTo>
                    <a:pt x="0" y="635"/>
                  </a:lnTo>
                  <a:lnTo>
                    <a:pt x="177" y="1092"/>
                  </a:lnTo>
                  <a:lnTo>
                    <a:pt x="635" y="1270"/>
                  </a:lnTo>
                  <a:lnTo>
                    <a:pt x="1079" y="1092"/>
                  </a:lnTo>
                  <a:lnTo>
                    <a:pt x="1270" y="635"/>
                  </a:lnTo>
                  <a:close/>
                </a:path>
                <a:path w="412750" h="407669">
                  <a:moveTo>
                    <a:pt x="412750" y="407035"/>
                  </a:moveTo>
                  <a:lnTo>
                    <a:pt x="412559" y="406590"/>
                  </a:lnTo>
                  <a:lnTo>
                    <a:pt x="412115" y="406400"/>
                  </a:lnTo>
                  <a:lnTo>
                    <a:pt x="411657" y="406590"/>
                  </a:lnTo>
                  <a:lnTo>
                    <a:pt x="411480" y="407035"/>
                  </a:lnTo>
                  <a:lnTo>
                    <a:pt x="411657" y="407492"/>
                  </a:lnTo>
                  <a:lnTo>
                    <a:pt x="412115" y="407670"/>
                  </a:lnTo>
                  <a:lnTo>
                    <a:pt x="412559" y="407492"/>
                  </a:lnTo>
                  <a:lnTo>
                    <a:pt x="412750" y="40703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1933575" y="2322207"/>
              <a:ext cx="113030" cy="330835"/>
            </a:xfrm>
            <a:custGeom>
              <a:avLst/>
              <a:gdLst/>
              <a:ahLst/>
              <a:cxnLst/>
              <a:rect l="l" t="t" r="r" b="b"/>
              <a:pathLst>
                <a:path w="113030" h="330835">
                  <a:moveTo>
                    <a:pt x="0" y="222884"/>
                  </a:moveTo>
                  <a:lnTo>
                    <a:pt x="113030" y="222884"/>
                  </a:lnTo>
                </a:path>
                <a:path w="113030" h="330835">
                  <a:moveTo>
                    <a:pt x="47625" y="276225"/>
                  </a:moveTo>
                  <a:lnTo>
                    <a:pt x="47625" y="330834"/>
                  </a:lnTo>
                </a:path>
                <a:path w="113030" h="330835">
                  <a:moveTo>
                    <a:pt x="47625" y="53339"/>
                  </a:moveTo>
                  <a:lnTo>
                    <a:pt x="4762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1972945" y="2545092"/>
              <a:ext cx="16510" cy="53340"/>
            </a:xfrm>
            <a:custGeom>
              <a:avLst/>
              <a:gdLst/>
              <a:ahLst/>
              <a:cxnLst/>
              <a:rect l="l" t="t" r="r" b="b"/>
              <a:pathLst>
                <a:path w="16510" h="53339">
                  <a:moveTo>
                    <a:pt x="7619" y="0"/>
                  </a:moveTo>
                  <a:lnTo>
                    <a:pt x="0" y="53340"/>
                  </a:lnTo>
                  <a:lnTo>
                    <a:pt x="16510" y="53340"/>
                  </a:lnTo>
                  <a:lnTo>
                    <a:pt x="761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1972945" y="2545092"/>
              <a:ext cx="16510" cy="53340"/>
            </a:xfrm>
            <a:custGeom>
              <a:avLst/>
              <a:gdLst/>
              <a:ahLst/>
              <a:cxnLst/>
              <a:rect l="l" t="t" r="r" b="b"/>
              <a:pathLst>
                <a:path w="16510" h="53339">
                  <a:moveTo>
                    <a:pt x="0" y="53340"/>
                  </a:moveTo>
                  <a:lnTo>
                    <a:pt x="16510" y="53340"/>
                  </a:lnTo>
                  <a:lnTo>
                    <a:pt x="7619" y="0"/>
                  </a:lnTo>
                  <a:lnTo>
                    <a:pt x="0" y="5334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1972945" y="2376817"/>
              <a:ext cx="16510" cy="53340"/>
            </a:xfrm>
            <a:custGeom>
              <a:avLst/>
              <a:gdLst/>
              <a:ahLst/>
              <a:cxnLst/>
              <a:rect l="l" t="t" r="r" b="b"/>
              <a:pathLst>
                <a:path w="16510" h="53339">
                  <a:moveTo>
                    <a:pt x="16510" y="0"/>
                  </a:moveTo>
                  <a:lnTo>
                    <a:pt x="0" y="0"/>
                  </a:lnTo>
                  <a:lnTo>
                    <a:pt x="7619" y="53340"/>
                  </a:lnTo>
                  <a:lnTo>
                    <a:pt x="1651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1967230" y="2235847"/>
              <a:ext cx="42545" cy="193040"/>
            </a:xfrm>
            <a:custGeom>
              <a:avLst/>
              <a:gdLst/>
              <a:ahLst/>
              <a:cxnLst/>
              <a:rect l="l" t="t" r="r" b="b"/>
              <a:pathLst>
                <a:path w="42544" h="193039">
                  <a:moveTo>
                    <a:pt x="6350" y="139700"/>
                  </a:moveTo>
                  <a:lnTo>
                    <a:pt x="22859" y="139700"/>
                  </a:lnTo>
                  <a:lnTo>
                    <a:pt x="13969" y="193040"/>
                  </a:lnTo>
                  <a:lnTo>
                    <a:pt x="6350" y="139700"/>
                  </a:lnTo>
                  <a:close/>
                </a:path>
                <a:path w="42544" h="193039">
                  <a:moveTo>
                    <a:pt x="7619" y="0"/>
                  </a:moveTo>
                  <a:lnTo>
                    <a:pt x="7619" y="57785"/>
                  </a:lnTo>
                </a:path>
                <a:path w="42544" h="193039">
                  <a:moveTo>
                    <a:pt x="10794" y="0"/>
                  </a:moveTo>
                  <a:lnTo>
                    <a:pt x="10794" y="57785"/>
                  </a:lnTo>
                </a:path>
                <a:path w="42544" h="193039">
                  <a:moveTo>
                    <a:pt x="10794" y="27305"/>
                  </a:moveTo>
                  <a:lnTo>
                    <a:pt x="15239" y="20955"/>
                  </a:lnTo>
                  <a:lnTo>
                    <a:pt x="21589" y="19685"/>
                  </a:lnTo>
                  <a:lnTo>
                    <a:pt x="26034" y="19685"/>
                  </a:lnTo>
                  <a:lnTo>
                    <a:pt x="34925" y="20955"/>
                  </a:lnTo>
                  <a:lnTo>
                    <a:pt x="39369" y="27305"/>
                  </a:lnTo>
                  <a:lnTo>
                    <a:pt x="42544" y="34925"/>
                  </a:lnTo>
                  <a:lnTo>
                    <a:pt x="42544" y="40640"/>
                  </a:lnTo>
                  <a:lnTo>
                    <a:pt x="39369" y="48260"/>
                  </a:lnTo>
                  <a:lnTo>
                    <a:pt x="34925" y="54610"/>
                  </a:lnTo>
                  <a:lnTo>
                    <a:pt x="26034" y="57785"/>
                  </a:lnTo>
                  <a:lnTo>
                    <a:pt x="21589" y="57785"/>
                  </a:lnTo>
                  <a:lnTo>
                    <a:pt x="15239" y="54610"/>
                  </a:lnTo>
                  <a:lnTo>
                    <a:pt x="10794" y="48260"/>
                  </a:lnTo>
                </a:path>
                <a:path w="42544" h="193039">
                  <a:moveTo>
                    <a:pt x="26034" y="19685"/>
                  </a:moveTo>
                  <a:lnTo>
                    <a:pt x="31750" y="20955"/>
                  </a:lnTo>
                  <a:lnTo>
                    <a:pt x="36830" y="27305"/>
                  </a:lnTo>
                  <a:lnTo>
                    <a:pt x="39369" y="34925"/>
                  </a:lnTo>
                  <a:lnTo>
                    <a:pt x="39369" y="40640"/>
                  </a:lnTo>
                  <a:lnTo>
                    <a:pt x="36830" y="48260"/>
                  </a:lnTo>
                  <a:lnTo>
                    <a:pt x="31750" y="54610"/>
                  </a:lnTo>
                  <a:lnTo>
                    <a:pt x="26034" y="57785"/>
                  </a:lnTo>
                </a:path>
                <a:path w="42544" h="193039">
                  <a:moveTo>
                    <a:pt x="0" y="0"/>
                  </a:moveTo>
                  <a:lnTo>
                    <a:pt x="1079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2071992" y="2021852"/>
              <a:ext cx="2374265" cy="523875"/>
            </a:xfrm>
            <a:custGeom>
              <a:avLst/>
              <a:gdLst/>
              <a:ahLst/>
              <a:cxnLst/>
              <a:rect l="l" t="t" r="r" b="b"/>
              <a:pathLst>
                <a:path w="2374265" h="523875">
                  <a:moveTo>
                    <a:pt x="1282" y="523240"/>
                  </a:moveTo>
                  <a:lnTo>
                    <a:pt x="1092" y="522795"/>
                  </a:lnTo>
                  <a:lnTo>
                    <a:pt x="647" y="522605"/>
                  </a:lnTo>
                  <a:lnTo>
                    <a:pt x="190" y="522795"/>
                  </a:lnTo>
                  <a:lnTo>
                    <a:pt x="0" y="523240"/>
                  </a:lnTo>
                  <a:lnTo>
                    <a:pt x="190" y="523697"/>
                  </a:lnTo>
                  <a:lnTo>
                    <a:pt x="647" y="523875"/>
                  </a:lnTo>
                  <a:lnTo>
                    <a:pt x="1092" y="523697"/>
                  </a:lnTo>
                  <a:lnTo>
                    <a:pt x="1282" y="523240"/>
                  </a:lnTo>
                  <a:close/>
                </a:path>
                <a:path w="2374265" h="523875">
                  <a:moveTo>
                    <a:pt x="951877" y="405765"/>
                  </a:moveTo>
                  <a:lnTo>
                    <a:pt x="951687" y="405320"/>
                  </a:lnTo>
                  <a:lnTo>
                    <a:pt x="951242" y="405130"/>
                  </a:lnTo>
                  <a:lnTo>
                    <a:pt x="950785" y="405320"/>
                  </a:lnTo>
                  <a:lnTo>
                    <a:pt x="950607" y="405765"/>
                  </a:lnTo>
                  <a:lnTo>
                    <a:pt x="950785" y="406222"/>
                  </a:lnTo>
                  <a:lnTo>
                    <a:pt x="951242" y="406400"/>
                  </a:lnTo>
                  <a:lnTo>
                    <a:pt x="951687" y="406222"/>
                  </a:lnTo>
                  <a:lnTo>
                    <a:pt x="951877" y="405765"/>
                  </a:lnTo>
                  <a:close/>
                </a:path>
                <a:path w="2374265" h="523875">
                  <a:moveTo>
                    <a:pt x="1374787" y="635"/>
                  </a:moveTo>
                  <a:lnTo>
                    <a:pt x="1374597" y="190"/>
                  </a:lnTo>
                  <a:lnTo>
                    <a:pt x="1374152" y="0"/>
                  </a:lnTo>
                  <a:lnTo>
                    <a:pt x="1373695" y="190"/>
                  </a:lnTo>
                  <a:lnTo>
                    <a:pt x="1373517" y="635"/>
                  </a:lnTo>
                  <a:lnTo>
                    <a:pt x="1373695" y="1092"/>
                  </a:lnTo>
                  <a:lnTo>
                    <a:pt x="1374152" y="1270"/>
                  </a:lnTo>
                  <a:lnTo>
                    <a:pt x="1374597" y="1092"/>
                  </a:lnTo>
                  <a:lnTo>
                    <a:pt x="1374787" y="635"/>
                  </a:lnTo>
                  <a:close/>
                </a:path>
                <a:path w="2374265" h="523875">
                  <a:moveTo>
                    <a:pt x="2373642" y="52070"/>
                  </a:moveTo>
                  <a:lnTo>
                    <a:pt x="2373452" y="51625"/>
                  </a:lnTo>
                  <a:lnTo>
                    <a:pt x="2373007" y="51435"/>
                  </a:lnTo>
                  <a:lnTo>
                    <a:pt x="2372550" y="51625"/>
                  </a:lnTo>
                  <a:lnTo>
                    <a:pt x="2372372" y="52070"/>
                  </a:lnTo>
                  <a:lnTo>
                    <a:pt x="2372550" y="52527"/>
                  </a:lnTo>
                  <a:lnTo>
                    <a:pt x="2373007" y="52705"/>
                  </a:lnTo>
                  <a:lnTo>
                    <a:pt x="2373452" y="52527"/>
                  </a:lnTo>
                  <a:lnTo>
                    <a:pt x="2373642" y="520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1936115" y="1574812"/>
              <a:ext cx="3328670" cy="1624330"/>
            </a:xfrm>
            <a:custGeom>
              <a:avLst/>
              <a:gdLst/>
              <a:ahLst/>
              <a:cxnLst/>
              <a:rect l="l" t="t" r="r" b="b"/>
              <a:pathLst>
                <a:path w="3328670" h="1624330">
                  <a:moveTo>
                    <a:pt x="3327400" y="605790"/>
                  </a:moveTo>
                  <a:lnTo>
                    <a:pt x="3328670" y="605790"/>
                  </a:lnTo>
                </a:path>
                <a:path w="3328670" h="1624330">
                  <a:moveTo>
                    <a:pt x="136525" y="1624329"/>
                  </a:moveTo>
                  <a:lnTo>
                    <a:pt x="136525" y="1598929"/>
                  </a:lnTo>
                </a:path>
                <a:path w="3328670" h="1624330">
                  <a:moveTo>
                    <a:pt x="0" y="0"/>
                  </a:moveTo>
                  <a:lnTo>
                    <a:pt x="0" y="1270"/>
                  </a:lnTo>
                </a:path>
                <a:path w="3328670" h="1624330">
                  <a:moveTo>
                    <a:pt x="0" y="1904"/>
                  </a:moveTo>
                  <a:lnTo>
                    <a:pt x="0" y="3175"/>
                  </a:lnTo>
                </a:path>
                <a:path w="3328670" h="1624330">
                  <a:moveTo>
                    <a:pt x="0" y="3809"/>
                  </a:moveTo>
                  <a:lnTo>
                    <a:pt x="0" y="5079"/>
                  </a:lnTo>
                </a:path>
                <a:path w="3328670" h="1624330">
                  <a:moveTo>
                    <a:pt x="0" y="5079"/>
                  </a:moveTo>
                  <a:lnTo>
                    <a:pt x="0" y="6350"/>
                  </a:lnTo>
                </a:path>
                <a:path w="3328670" h="1624330">
                  <a:moveTo>
                    <a:pt x="0" y="6984"/>
                  </a:moveTo>
                  <a:lnTo>
                    <a:pt x="0" y="8254"/>
                  </a:lnTo>
                </a:path>
                <a:path w="3328670" h="1624330">
                  <a:moveTo>
                    <a:pt x="0" y="8890"/>
                  </a:moveTo>
                  <a:lnTo>
                    <a:pt x="0" y="10159"/>
                  </a:lnTo>
                </a:path>
                <a:path w="3328670" h="1624330">
                  <a:moveTo>
                    <a:pt x="0" y="10795"/>
                  </a:moveTo>
                  <a:lnTo>
                    <a:pt x="0" y="12065"/>
                  </a:lnTo>
                </a:path>
                <a:path w="3328670" h="1624330">
                  <a:moveTo>
                    <a:pt x="0" y="12700"/>
                  </a:moveTo>
                  <a:lnTo>
                    <a:pt x="0" y="13970"/>
                  </a:lnTo>
                </a:path>
                <a:path w="3328670" h="1624330">
                  <a:moveTo>
                    <a:pt x="0" y="13970"/>
                  </a:moveTo>
                  <a:lnTo>
                    <a:pt x="0" y="15240"/>
                  </a:lnTo>
                </a:path>
                <a:path w="3328670" h="1624330">
                  <a:moveTo>
                    <a:pt x="0" y="15875"/>
                  </a:moveTo>
                  <a:lnTo>
                    <a:pt x="0" y="17145"/>
                  </a:lnTo>
                </a:path>
                <a:path w="3328670" h="1624330">
                  <a:moveTo>
                    <a:pt x="0" y="17779"/>
                  </a:moveTo>
                  <a:lnTo>
                    <a:pt x="0" y="19050"/>
                  </a:lnTo>
                </a:path>
                <a:path w="3328670" h="1624330">
                  <a:moveTo>
                    <a:pt x="0" y="19684"/>
                  </a:moveTo>
                  <a:lnTo>
                    <a:pt x="0" y="20954"/>
                  </a:lnTo>
                </a:path>
                <a:path w="3328670" h="1624330">
                  <a:moveTo>
                    <a:pt x="0" y="21590"/>
                  </a:moveTo>
                  <a:lnTo>
                    <a:pt x="0" y="22859"/>
                  </a:lnTo>
                </a:path>
                <a:path w="3328670" h="1624330">
                  <a:moveTo>
                    <a:pt x="0" y="22859"/>
                  </a:moveTo>
                  <a:lnTo>
                    <a:pt x="0" y="24129"/>
                  </a:lnTo>
                </a:path>
                <a:path w="3328670" h="1624330">
                  <a:moveTo>
                    <a:pt x="0" y="24765"/>
                  </a:moveTo>
                  <a:lnTo>
                    <a:pt x="0" y="26034"/>
                  </a:lnTo>
                </a:path>
                <a:path w="3328670" h="1624330">
                  <a:moveTo>
                    <a:pt x="0" y="26670"/>
                  </a:moveTo>
                  <a:lnTo>
                    <a:pt x="0" y="27940"/>
                  </a:lnTo>
                </a:path>
                <a:path w="3328670" h="1624330">
                  <a:moveTo>
                    <a:pt x="0" y="28575"/>
                  </a:moveTo>
                  <a:lnTo>
                    <a:pt x="0" y="29845"/>
                  </a:lnTo>
                </a:path>
                <a:path w="3328670" h="1624330">
                  <a:moveTo>
                    <a:pt x="0" y="30479"/>
                  </a:moveTo>
                  <a:lnTo>
                    <a:pt x="0" y="31750"/>
                  </a:lnTo>
                </a:path>
                <a:path w="3328670" h="1624330">
                  <a:moveTo>
                    <a:pt x="0" y="31750"/>
                  </a:moveTo>
                  <a:lnTo>
                    <a:pt x="0" y="33020"/>
                  </a:lnTo>
                </a:path>
                <a:path w="3328670" h="1624330">
                  <a:moveTo>
                    <a:pt x="0" y="33654"/>
                  </a:moveTo>
                  <a:lnTo>
                    <a:pt x="0" y="34925"/>
                  </a:lnTo>
                </a:path>
                <a:path w="3328670" h="1624330">
                  <a:moveTo>
                    <a:pt x="0" y="35559"/>
                  </a:moveTo>
                  <a:lnTo>
                    <a:pt x="0" y="36829"/>
                  </a:lnTo>
                </a:path>
                <a:path w="3328670" h="1624330">
                  <a:moveTo>
                    <a:pt x="0" y="37465"/>
                  </a:moveTo>
                  <a:lnTo>
                    <a:pt x="0" y="38734"/>
                  </a:lnTo>
                </a:path>
                <a:path w="3328670" h="1624330">
                  <a:moveTo>
                    <a:pt x="0" y="39370"/>
                  </a:moveTo>
                  <a:lnTo>
                    <a:pt x="0" y="40640"/>
                  </a:lnTo>
                </a:path>
                <a:path w="3328670" h="1624330">
                  <a:moveTo>
                    <a:pt x="0" y="40640"/>
                  </a:moveTo>
                  <a:lnTo>
                    <a:pt x="0" y="41909"/>
                  </a:lnTo>
                </a:path>
                <a:path w="3328670" h="1624330">
                  <a:moveTo>
                    <a:pt x="0" y="42545"/>
                  </a:moveTo>
                  <a:lnTo>
                    <a:pt x="0" y="43815"/>
                  </a:lnTo>
                </a:path>
                <a:path w="3328670" h="1624330">
                  <a:moveTo>
                    <a:pt x="0" y="44450"/>
                  </a:moveTo>
                  <a:lnTo>
                    <a:pt x="0" y="45720"/>
                  </a:lnTo>
                </a:path>
                <a:path w="3328670" h="1624330">
                  <a:moveTo>
                    <a:pt x="0" y="46354"/>
                  </a:moveTo>
                  <a:lnTo>
                    <a:pt x="0" y="47625"/>
                  </a:lnTo>
                </a:path>
                <a:path w="3328670" h="1624330">
                  <a:moveTo>
                    <a:pt x="0" y="48259"/>
                  </a:moveTo>
                  <a:lnTo>
                    <a:pt x="0" y="49529"/>
                  </a:lnTo>
                </a:path>
                <a:path w="3328670" h="1624330">
                  <a:moveTo>
                    <a:pt x="0" y="49529"/>
                  </a:moveTo>
                  <a:lnTo>
                    <a:pt x="0" y="50800"/>
                  </a:lnTo>
                </a:path>
                <a:path w="3328670" h="1624330">
                  <a:moveTo>
                    <a:pt x="0" y="51434"/>
                  </a:moveTo>
                  <a:lnTo>
                    <a:pt x="0" y="52704"/>
                  </a:lnTo>
                </a:path>
                <a:path w="3328670" h="1624330">
                  <a:moveTo>
                    <a:pt x="0" y="53340"/>
                  </a:moveTo>
                  <a:lnTo>
                    <a:pt x="0" y="54609"/>
                  </a:lnTo>
                </a:path>
                <a:path w="3328670" h="1624330">
                  <a:moveTo>
                    <a:pt x="0" y="55245"/>
                  </a:moveTo>
                  <a:lnTo>
                    <a:pt x="0" y="56515"/>
                  </a:lnTo>
                </a:path>
                <a:path w="3328670" h="1624330">
                  <a:moveTo>
                    <a:pt x="0" y="57150"/>
                  </a:moveTo>
                  <a:lnTo>
                    <a:pt x="0" y="58420"/>
                  </a:lnTo>
                </a:path>
                <a:path w="3328670" h="1624330">
                  <a:moveTo>
                    <a:pt x="0" y="58420"/>
                  </a:moveTo>
                  <a:lnTo>
                    <a:pt x="0" y="59690"/>
                  </a:lnTo>
                </a:path>
                <a:path w="3328670" h="1624330">
                  <a:moveTo>
                    <a:pt x="0" y="60325"/>
                  </a:moveTo>
                  <a:lnTo>
                    <a:pt x="0" y="61595"/>
                  </a:lnTo>
                </a:path>
                <a:path w="3328670" h="1624330">
                  <a:moveTo>
                    <a:pt x="0" y="62229"/>
                  </a:moveTo>
                  <a:lnTo>
                    <a:pt x="0" y="63500"/>
                  </a:lnTo>
                </a:path>
                <a:path w="3328670" h="1624330">
                  <a:moveTo>
                    <a:pt x="0" y="64134"/>
                  </a:moveTo>
                  <a:lnTo>
                    <a:pt x="0" y="65404"/>
                  </a:lnTo>
                </a:path>
                <a:path w="3328670" h="1624330">
                  <a:moveTo>
                    <a:pt x="0" y="66040"/>
                  </a:moveTo>
                  <a:lnTo>
                    <a:pt x="0" y="67309"/>
                  </a:lnTo>
                </a:path>
                <a:path w="3328670" h="1624330">
                  <a:moveTo>
                    <a:pt x="0" y="67309"/>
                  </a:moveTo>
                  <a:lnTo>
                    <a:pt x="0" y="68579"/>
                  </a:lnTo>
                </a:path>
                <a:path w="3328670" h="1624330">
                  <a:moveTo>
                    <a:pt x="0" y="69215"/>
                  </a:moveTo>
                  <a:lnTo>
                    <a:pt x="0" y="70484"/>
                  </a:lnTo>
                </a:path>
                <a:path w="3328670" h="1624330">
                  <a:moveTo>
                    <a:pt x="0" y="71120"/>
                  </a:moveTo>
                  <a:lnTo>
                    <a:pt x="0" y="72390"/>
                  </a:lnTo>
                </a:path>
                <a:path w="3328670" h="1624330">
                  <a:moveTo>
                    <a:pt x="0" y="73025"/>
                  </a:moveTo>
                  <a:lnTo>
                    <a:pt x="0" y="74295"/>
                  </a:lnTo>
                </a:path>
                <a:path w="3328670" h="1624330">
                  <a:moveTo>
                    <a:pt x="0" y="74929"/>
                  </a:moveTo>
                  <a:lnTo>
                    <a:pt x="0" y="76200"/>
                  </a:lnTo>
                </a:path>
                <a:path w="3328670" h="1624330">
                  <a:moveTo>
                    <a:pt x="0" y="76200"/>
                  </a:moveTo>
                  <a:lnTo>
                    <a:pt x="0" y="77470"/>
                  </a:lnTo>
                </a:path>
                <a:path w="3328670" h="1624330">
                  <a:moveTo>
                    <a:pt x="0" y="78104"/>
                  </a:moveTo>
                  <a:lnTo>
                    <a:pt x="0" y="79375"/>
                  </a:lnTo>
                </a:path>
                <a:path w="3328670" h="1624330">
                  <a:moveTo>
                    <a:pt x="0" y="80009"/>
                  </a:moveTo>
                  <a:lnTo>
                    <a:pt x="0" y="81279"/>
                  </a:lnTo>
                </a:path>
                <a:path w="3328670" h="1624330">
                  <a:moveTo>
                    <a:pt x="0" y="81915"/>
                  </a:moveTo>
                  <a:lnTo>
                    <a:pt x="0" y="83184"/>
                  </a:lnTo>
                </a:path>
                <a:path w="3328670" h="1624330">
                  <a:moveTo>
                    <a:pt x="0" y="83820"/>
                  </a:moveTo>
                  <a:lnTo>
                    <a:pt x="0" y="85090"/>
                  </a:lnTo>
                </a:path>
                <a:path w="3328670" h="1624330">
                  <a:moveTo>
                    <a:pt x="0" y="85090"/>
                  </a:moveTo>
                  <a:lnTo>
                    <a:pt x="0" y="86359"/>
                  </a:lnTo>
                </a:path>
                <a:path w="3328670" h="1624330">
                  <a:moveTo>
                    <a:pt x="0" y="86995"/>
                  </a:moveTo>
                  <a:lnTo>
                    <a:pt x="0" y="88265"/>
                  </a:lnTo>
                </a:path>
                <a:path w="3328670" h="1624330">
                  <a:moveTo>
                    <a:pt x="0" y="88900"/>
                  </a:moveTo>
                  <a:lnTo>
                    <a:pt x="0" y="90170"/>
                  </a:lnTo>
                </a:path>
                <a:path w="3328670" h="1624330">
                  <a:moveTo>
                    <a:pt x="0" y="90804"/>
                  </a:moveTo>
                  <a:lnTo>
                    <a:pt x="0" y="92075"/>
                  </a:lnTo>
                </a:path>
                <a:path w="3328670" h="1624330">
                  <a:moveTo>
                    <a:pt x="0" y="92709"/>
                  </a:moveTo>
                  <a:lnTo>
                    <a:pt x="0" y="93979"/>
                  </a:lnTo>
                </a:path>
                <a:path w="3328670" h="1624330">
                  <a:moveTo>
                    <a:pt x="0" y="93979"/>
                  </a:moveTo>
                  <a:lnTo>
                    <a:pt x="0" y="95250"/>
                  </a:lnTo>
                </a:path>
                <a:path w="3328670" h="1624330">
                  <a:moveTo>
                    <a:pt x="0" y="95884"/>
                  </a:moveTo>
                  <a:lnTo>
                    <a:pt x="0" y="97154"/>
                  </a:lnTo>
                </a:path>
                <a:path w="3328670" h="1624330">
                  <a:moveTo>
                    <a:pt x="0" y="97790"/>
                  </a:moveTo>
                  <a:lnTo>
                    <a:pt x="0" y="99059"/>
                  </a:lnTo>
                </a:path>
                <a:path w="3328670" h="1624330">
                  <a:moveTo>
                    <a:pt x="0" y="99695"/>
                  </a:moveTo>
                  <a:lnTo>
                    <a:pt x="0" y="100965"/>
                  </a:lnTo>
                </a:path>
                <a:path w="3328670" h="1624330">
                  <a:moveTo>
                    <a:pt x="0" y="101600"/>
                  </a:moveTo>
                  <a:lnTo>
                    <a:pt x="0" y="102870"/>
                  </a:lnTo>
                </a:path>
                <a:path w="3328670" h="1624330">
                  <a:moveTo>
                    <a:pt x="0" y="102870"/>
                  </a:moveTo>
                  <a:lnTo>
                    <a:pt x="0" y="104140"/>
                  </a:lnTo>
                </a:path>
                <a:path w="3328670" h="1624330">
                  <a:moveTo>
                    <a:pt x="0" y="104775"/>
                  </a:moveTo>
                  <a:lnTo>
                    <a:pt x="0" y="106045"/>
                  </a:lnTo>
                </a:path>
                <a:path w="3328670" h="1624330">
                  <a:moveTo>
                    <a:pt x="0" y="106679"/>
                  </a:moveTo>
                  <a:lnTo>
                    <a:pt x="0" y="107950"/>
                  </a:lnTo>
                </a:path>
                <a:path w="3328670" h="1624330">
                  <a:moveTo>
                    <a:pt x="0" y="108584"/>
                  </a:moveTo>
                  <a:lnTo>
                    <a:pt x="0" y="109854"/>
                  </a:lnTo>
                </a:path>
                <a:path w="3328670" h="1624330">
                  <a:moveTo>
                    <a:pt x="0" y="110490"/>
                  </a:moveTo>
                  <a:lnTo>
                    <a:pt x="0" y="111759"/>
                  </a:lnTo>
                </a:path>
                <a:path w="3328670" h="1624330">
                  <a:moveTo>
                    <a:pt x="0" y="111759"/>
                  </a:moveTo>
                  <a:lnTo>
                    <a:pt x="0" y="113029"/>
                  </a:lnTo>
                </a:path>
                <a:path w="3328670" h="1624330">
                  <a:moveTo>
                    <a:pt x="0" y="113665"/>
                  </a:moveTo>
                  <a:lnTo>
                    <a:pt x="0" y="114934"/>
                  </a:lnTo>
                </a:path>
                <a:path w="3328670" h="1624330">
                  <a:moveTo>
                    <a:pt x="0" y="115570"/>
                  </a:moveTo>
                  <a:lnTo>
                    <a:pt x="0" y="116840"/>
                  </a:lnTo>
                </a:path>
                <a:path w="3328670" h="1624330">
                  <a:moveTo>
                    <a:pt x="0" y="117475"/>
                  </a:moveTo>
                  <a:lnTo>
                    <a:pt x="0" y="118745"/>
                  </a:lnTo>
                </a:path>
                <a:path w="3328670" h="1624330">
                  <a:moveTo>
                    <a:pt x="0" y="119379"/>
                  </a:moveTo>
                  <a:lnTo>
                    <a:pt x="0" y="120650"/>
                  </a:lnTo>
                </a:path>
                <a:path w="3328670" h="1624330">
                  <a:moveTo>
                    <a:pt x="0" y="120650"/>
                  </a:moveTo>
                  <a:lnTo>
                    <a:pt x="0" y="121920"/>
                  </a:lnTo>
                </a:path>
                <a:path w="3328670" h="1624330">
                  <a:moveTo>
                    <a:pt x="0" y="122554"/>
                  </a:moveTo>
                  <a:lnTo>
                    <a:pt x="0" y="123825"/>
                  </a:lnTo>
                </a:path>
                <a:path w="3328670" h="1624330">
                  <a:moveTo>
                    <a:pt x="0" y="124459"/>
                  </a:moveTo>
                  <a:lnTo>
                    <a:pt x="0" y="125729"/>
                  </a:lnTo>
                </a:path>
                <a:path w="3328670" h="1624330">
                  <a:moveTo>
                    <a:pt x="0" y="126365"/>
                  </a:moveTo>
                  <a:lnTo>
                    <a:pt x="0" y="127634"/>
                  </a:lnTo>
                </a:path>
                <a:path w="3328670" h="1624330">
                  <a:moveTo>
                    <a:pt x="0" y="128270"/>
                  </a:moveTo>
                  <a:lnTo>
                    <a:pt x="0" y="129540"/>
                  </a:lnTo>
                </a:path>
                <a:path w="3328670" h="1624330">
                  <a:moveTo>
                    <a:pt x="0" y="129540"/>
                  </a:moveTo>
                  <a:lnTo>
                    <a:pt x="0" y="130809"/>
                  </a:lnTo>
                </a:path>
                <a:path w="3328670" h="1624330">
                  <a:moveTo>
                    <a:pt x="0" y="131445"/>
                  </a:moveTo>
                  <a:lnTo>
                    <a:pt x="0" y="132715"/>
                  </a:lnTo>
                </a:path>
                <a:path w="3328670" h="1624330">
                  <a:moveTo>
                    <a:pt x="0" y="133350"/>
                  </a:moveTo>
                  <a:lnTo>
                    <a:pt x="0" y="134620"/>
                  </a:lnTo>
                </a:path>
                <a:path w="3328670" h="1624330">
                  <a:moveTo>
                    <a:pt x="0" y="135254"/>
                  </a:moveTo>
                  <a:lnTo>
                    <a:pt x="0" y="136525"/>
                  </a:lnTo>
                </a:path>
                <a:path w="3328670" h="1624330">
                  <a:moveTo>
                    <a:pt x="0" y="137159"/>
                  </a:moveTo>
                  <a:lnTo>
                    <a:pt x="0" y="138429"/>
                  </a:lnTo>
                </a:path>
                <a:path w="3328670" h="1624330">
                  <a:moveTo>
                    <a:pt x="0" y="138429"/>
                  </a:moveTo>
                  <a:lnTo>
                    <a:pt x="0" y="139700"/>
                  </a:lnTo>
                </a:path>
                <a:path w="3328670" h="1624330">
                  <a:moveTo>
                    <a:pt x="0" y="140334"/>
                  </a:moveTo>
                  <a:lnTo>
                    <a:pt x="0" y="141604"/>
                  </a:lnTo>
                </a:path>
                <a:path w="3328670" h="1624330">
                  <a:moveTo>
                    <a:pt x="0" y="142240"/>
                  </a:moveTo>
                  <a:lnTo>
                    <a:pt x="0" y="143509"/>
                  </a:lnTo>
                </a:path>
                <a:path w="3328670" h="1624330">
                  <a:moveTo>
                    <a:pt x="0" y="144145"/>
                  </a:moveTo>
                  <a:lnTo>
                    <a:pt x="0" y="145415"/>
                  </a:lnTo>
                </a:path>
                <a:path w="3328670" h="1624330">
                  <a:moveTo>
                    <a:pt x="0" y="146050"/>
                  </a:moveTo>
                  <a:lnTo>
                    <a:pt x="0" y="147320"/>
                  </a:lnTo>
                </a:path>
                <a:path w="3328670" h="1624330">
                  <a:moveTo>
                    <a:pt x="0" y="147320"/>
                  </a:moveTo>
                  <a:lnTo>
                    <a:pt x="0" y="148590"/>
                  </a:lnTo>
                </a:path>
                <a:path w="3328670" h="1624330">
                  <a:moveTo>
                    <a:pt x="0" y="149225"/>
                  </a:moveTo>
                  <a:lnTo>
                    <a:pt x="0" y="150495"/>
                  </a:lnTo>
                </a:path>
                <a:path w="3328670" h="1624330">
                  <a:moveTo>
                    <a:pt x="0" y="151129"/>
                  </a:moveTo>
                  <a:lnTo>
                    <a:pt x="0" y="152400"/>
                  </a:lnTo>
                </a:path>
                <a:path w="3328670" h="1624330">
                  <a:moveTo>
                    <a:pt x="0" y="153034"/>
                  </a:moveTo>
                  <a:lnTo>
                    <a:pt x="0" y="154304"/>
                  </a:lnTo>
                </a:path>
                <a:path w="3328670" h="1624330">
                  <a:moveTo>
                    <a:pt x="0" y="154940"/>
                  </a:moveTo>
                  <a:lnTo>
                    <a:pt x="0" y="156209"/>
                  </a:lnTo>
                </a:path>
                <a:path w="3328670" h="1624330">
                  <a:moveTo>
                    <a:pt x="0" y="156209"/>
                  </a:moveTo>
                  <a:lnTo>
                    <a:pt x="0" y="157479"/>
                  </a:lnTo>
                </a:path>
                <a:path w="3328670" h="1624330">
                  <a:moveTo>
                    <a:pt x="0" y="158115"/>
                  </a:moveTo>
                  <a:lnTo>
                    <a:pt x="0" y="159384"/>
                  </a:lnTo>
                </a:path>
                <a:path w="3328670" h="1624330">
                  <a:moveTo>
                    <a:pt x="0" y="160020"/>
                  </a:moveTo>
                  <a:lnTo>
                    <a:pt x="0" y="161290"/>
                  </a:lnTo>
                </a:path>
                <a:path w="3328670" h="1624330">
                  <a:moveTo>
                    <a:pt x="0" y="161925"/>
                  </a:moveTo>
                  <a:lnTo>
                    <a:pt x="0" y="163195"/>
                  </a:lnTo>
                </a:path>
                <a:path w="3328670" h="1624330">
                  <a:moveTo>
                    <a:pt x="0" y="163829"/>
                  </a:moveTo>
                  <a:lnTo>
                    <a:pt x="0" y="165100"/>
                  </a:lnTo>
                </a:path>
                <a:path w="3328670" h="1624330">
                  <a:moveTo>
                    <a:pt x="0" y="165100"/>
                  </a:moveTo>
                  <a:lnTo>
                    <a:pt x="0" y="166370"/>
                  </a:lnTo>
                </a:path>
                <a:path w="3328670" h="1624330">
                  <a:moveTo>
                    <a:pt x="0" y="167004"/>
                  </a:moveTo>
                  <a:lnTo>
                    <a:pt x="0" y="168275"/>
                  </a:lnTo>
                </a:path>
                <a:path w="3328670" h="1624330">
                  <a:moveTo>
                    <a:pt x="0" y="168909"/>
                  </a:moveTo>
                  <a:lnTo>
                    <a:pt x="0" y="170179"/>
                  </a:lnTo>
                </a:path>
                <a:path w="3328670" h="1624330">
                  <a:moveTo>
                    <a:pt x="0" y="170815"/>
                  </a:moveTo>
                  <a:lnTo>
                    <a:pt x="0" y="172084"/>
                  </a:lnTo>
                </a:path>
                <a:path w="3328670" h="1624330">
                  <a:moveTo>
                    <a:pt x="0" y="172720"/>
                  </a:moveTo>
                  <a:lnTo>
                    <a:pt x="0" y="173990"/>
                  </a:lnTo>
                </a:path>
                <a:path w="3328670" h="1624330">
                  <a:moveTo>
                    <a:pt x="0" y="173990"/>
                  </a:moveTo>
                  <a:lnTo>
                    <a:pt x="0" y="175259"/>
                  </a:lnTo>
                </a:path>
                <a:path w="3328670" h="1624330">
                  <a:moveTo>
                    <a:pt x="0" y="175895"/>
                  </a:moveTo>
                  <a:lnTo>
                    <a:pt x="0" y="177165"/>
                  </a:lnTo>
                </a:path>
                <a:path w="3328670" h="1624330">
                  <a:moveTo>
                    <a:pt x="0" y="177800"/>
                  </a:moveTo>
                  <a:lnTo>
                    <a:pt x="0" y="179070"/>
                  </a:lnTo>
                </a:path>
                <a:path w="3328670" h="1624330">
                  <a:moveTo>
                    <a:pt x="0" y="179704"/>
                  </a:moveTo>
                  <a:lnTo>
                    <a:pt x="0" y="180975"/>
                  </a:lnTo>
                </a:path>
                <a:path w="3328670" h="1624330">
                  <a:moveTo>
                    <a:pt x="0" y="181609"/>
                  </a:moveTo>
                  <a:lnTo>
                    <a:pt x="0" y="182879"/>
                  </a:lnTo>
                </a:path>
                <a:path w="3328670" h="1624330">
                  <a:moveTo>
                    <a:pt x="0" y="182879"/>
                  </a:moveTo>
                  <a:lnTo>
                    <a:pt x="0" y="184150"/>
                  </a:lnTo>
                </a:path>
                <a:path w="3328670" h="1624330">
                  <a:moveTo>
                    <a:pt x="0" y="184784"/>
                  </a:moveTo>
                  <a:lnTo>
                    <a:pt x="0" y="186054"/>
                  </a:lnTo>
                </a:path>
                <a:path w="3328670" h="1624330">
                  <a:moveTo>
                    <a:pt x="0" y="186690"/>
                  </a:moveTo>
                  <a:lnTo>
                    <a:pt x="0" y="187959"/>
                  </a:lnTo>
                </a:path>
                <a:path w="3328670" h="1624330">
                  <a:moveTo>
                    <a:pt x="0" y="188595"/>
                  </a:moveTo>
                  <a:lnTo>
                    <a:pt x="0" y="189865"/>
                  </a:lnTo>
                </a:path>
                <a:path w="3328670" h="1624330">
                  <a:moveTo>
                    <a:pt x="0" y="190500"/>
                  </a:moveTo>
                  <a:lnTo>
                    <a:pt x="0" y="191770"/>
                  </a:lnTo>
                </a:path>
                <a:path w="3328670" h="1624330">
                  <a:moveTo>
                    <a:pt x="0" y="191770"/>
                  </a:moveTo>
                  <a:lnTo>
                    <a:pt x="0" y="193040"/>
                  </a:lnTo>
                </a:path>
                <a:path w="3328670" h="1624330">
                  <a:moveTo>
                    <a:pt x="0" y="193675"/>
                  </a:moveTo>
                  <a:lnTo>
                    <a:pt x="0" y="194945"/>
                  </a:lnTo>
                </a:path>
                <a:path w="3328670" h="1624330">
                  <a:moveTo>
                    <a:pt x="0" y="195579"/>
                  </a:moveTo>
                  <a:lnTo>
                    <a:pt x="0" y="196850"/>
                  </a:lnTo>
                </a:path>
                <a:path w="3328670" h="1624330">
                  <a:moveTo>
                    <a:pt x="0" y="197484"/>
                  </a:moveTo>
                  <a:lnTo>
                    <a:pt x="0" y="198754"/>
                  </a:lnTo>
                </a:path>
                <a:path w="3328670" h="1624330">
                  <a:moveTo>
                    <a:pt x="0" y="199390"/>
                  </a:moveTo>
                  <a:lnTo>
                    <a:pt x="0" y="200659"/>
                  </a:lnTo>
                </a:path>
                <a:path w="3328670" h="1624330">
                  <a:moveTo>
                    <a:pt x="0" y="200659"/>
                  </a:moveTo>
                  <a:lnTo>
                    <a:pt x="0" y="201929"/>
                  </a:lnTo>
                </a:path>
                <a:path w="3328670" h="1624330">
                  <a:moveTo>
                    <a:pt x="0" y="202565"/>
                  </a:moveTo>
                  <a:lnTo>
                    <a:pt x="0" y="203834"/>
                  </a:lnTo>
                </a:path>
                <a:path w="3328670" h="1624330">
                  <a:moveTo>
                    <a:pt x="0" y="204470"/>
                  </a:moveTo>
                  <a:lnTo>
                    <a:pt x="0" y="205740"/>
                  </a:lnTo>
                </a:path>
                <a:path w="3328670" h="1624330">
                  <a:moveTo>
                    <a:pt x="0" y="206375"/>
                  </a:moveTo>
                  <a:lnTo>
                    <a:pt x="0" y="207645"/>
                  </a:lnTo>
                </a:path>
                <a:path w="3328670" h="1624330">
                  <a:moveTo>
                    <a:pt x="0" y="208279"/>
                  </a:moveTo>
                  <a:lnTo>
                    <a:pt x="0" y="209550"/>
                  </a:lnTo>
                </a:path>
                <a:path w="3328670" h="1624330">
                  <a:moveTo>
                    <a:pt x="0" y="209550"/>
                  </a:moveTo>
                  <a:lnTo>
                    <a:pt x="0" y="210820"/>
                  </a:lnTo>
                </a:path>
                <a:path w="3328670" h="1624330">
                  <a:moveTo>
                    <a:pt x="0" y="211454"/>
                  </a:moveTo>
                  <a:lnTo>
                    <a:pt x="0" y="212725"/>
                  </a:lnTo>
                </a:path>
                <a:path w="3328670" h="1624330">
                  <a:moveTo>
                    <a:pt x="0" y="213359"/>
                  </a:moveTo>
                  <a:lnTo>
                    <a:pt x="0" y="214629"/>
                  </a:lnTo>
                </a:path>
                <a:path w="3328670" h="1624330">
                  <a:moveTo>
                    <a:pt x="0" y="215265"/>
                  </a:moveTo>
                  <a:lnTo>
                    <a:pt x="0" y="216534"/>
                  </a:lnTo>
                </a:path>
                <a:path w="3328670" h="1624330">
                  <a:moveTo>
                    <a:pt x="0" y="217170"/>
                  </a:moveTo>
                  <a:lnTo>
                    <a:pt x="0" y="218440"/>
                  </a:lnTo>
                </a:path>
                <a:path w="3328670" h="1624330">
                  <a:moveTo>
                    <a:pt x="0" y="218440"/>
                  </a:moveTo>
                  <a:lnTo>
                    <a:pt x="0" y="219709"/>
                  </a:lnTo>
                </a:path>
                <a:path w="3328670" h="1624330">
                  <a:moveTo>
                    <a:pt x="0" y="220345"/>
                  </a:moveTo>
                  <a:lnTo>
                    <a:pt x="0" y="221615"/>
                  </a:lnTo>
                </a:path>
                <a:path w="3328670" h="1624330">
                  <a:moveTo>
                    <a:pt x="0" y="222250"/>
                  </a:moveTo>
                  <a:lnTo>
                    <a:pt x="0" y="223520"/>
                  </a:lnTo>
                </a:path>
                <a:path w="3328670" h="1624330">
                  <a:moveTo>
                    <a:pt x="0" y="224154"/>
                  </a:moveTo>
                  <a:lnTo>
                    <a:pt x="0" y="225425"/>
                  </a:lnTo>
                </a:path>
                <a:path w="3328670" h="1624330">
                  <a:moveTo>
                    <a:pt x="0" y="226059"/>
                  </a:moveTo>
                  <a:lnTo>
                    <a:pt x="0" y="227329"/>
                  </a:lnTo>
                </a:path>
                <a:path w="3328670" h="1624330">
                  <a:moveTo>
                    <a:pt x="0" y="227329"/>
                  </a:moveTo>
                  <a:lnTo>
                    <a:pt x="0" y="228600"/>
                  </a:lnTo>
                </a:path>
                <a:path w="3328670" h="1624330">
                  <a:moveTo>
                    <a:pt x="0" y="229234"/>
                  </a:moveTo>
                  <a:lnTo>
                    <a:pt x="0" y="230504"/>
                  </a:lnTo>
                </a:path>
                <a:path w="3328670" h="1624330">
                  <a:moveTo>
                    <a:pt x="0" y="231140"/>
                  </a:moveTo>
                  <a:lnTo>
                    <a:pt x="0" y="232409"/>
                  </a:lnTo>
                </a:path>
                <a:path w="3328670" h="1624330">
                  <a:moveTo>
                    <a:pt x="0" y="233045"/>
                  </a:moveTo>
                  <a:lnTo>
                    <a:pt x="0" y="234315"/>
                  </a:lnTo>
                </a:path>
                <a:path w="3328670" h="1624330">
                  <a:moveTo>
                    <a:pt x="0" y="234950"/>
                  </a:moveTo>
                  <a:lnTo>
                    <a:pt x="0" y="236220"/>
                  </a:lnTo>
                </a:path>
                <a:path w="3328670" h="1624330">
                  <a:moveTo>
                    <a:pt x="0" y="236220"/>
                  </a:moveTo>
                  <a:lnTo>
                    <a:pt x="0" y="237490"/>
                  </a:lnTo>
                </a:path>
                <a:path w="3328670" h="1624330">
                  <a:moveTo>
                    <a:pt x="0" y="238125"/>
                  </a:moveTo>
                  <a:lnTo>
                    <a:pt x="0" y="239395"/>
                  </a:lnTo>
                </a:path>
                <a:path w="3328670" h="1624330">
                  <a:moveTo>
                    <a:pt x="0" y="240029"/>
                  </a:moveTo>
                  <a:lnTo>
                    <a:pt x="0" y="241300"/>
                  </a:lnTo>
                </a:path>
                <a:path w="3328670" h="1624330">
                  <a:moveTo>
                    <a:pt x="0" y="241934"/>
                  </a:moveTo>
                  <a:lnTo>
                    <a:pt x="0" y="243204"/>
                  </a:lnTo>
                </a:path>
                <a:path w="3328670" h="1624330">
                  <a:moveTo>
                    <a:pt x="0" y="243840"/>
                  </a:moveTo>
                  <a:lnTo>
                    <a:pt x="0" y="245109"/>
                  </a:lnTo>
                </a:path>
                <a:path w="3328670" h="1624330">
                  <a:moveTo>
                    <a:pt x="0" y="245109"/>
                  </a:moveTo>
                  <a:lnTo>
                    <a:pt x="0" y="246379"/>
                  </a:lnTo>
                </a:path>
                <a:path w="3328670" h="1624330">
                  <a:moveTo>
                    <a:pt x="0" y="247015"/>
                  </a:moveTo>
                  <a:lnTo>
                    <a:pt x="0" y="248284"/>
                  </a:lnTo>
                </a:path>
                <a:path w="3328670" h="1624330">
                  <a:moveTo>
                    <a:pt x="0" y="248920"/>
                  </a:moveTo>
                  <a:lnTo>
                    <a:pt x="0" y="250190"/>
                  </a:lnTo>
                </a:path>
                <a:path w="3328670" h="1624330">
                  <a:moveTo>
                    <a:pt x="0" y="250825"/>
                  </a:moveTo>
                  <a:lnTo>
                    <a:pt x="0" y="252095"/>
                  </a:lnTo>
                </a:path>
                <a:path w="3328670" h="1624330">
                  <a:moveTo>
                    <a:pt x="0" y="252729"/>
                  </a:moveTo>
                  <a:lnTo>
                    <a:pt x="0" y="254000"/>
                  </a:lnTo>
                </a:path>
                <a:path w="3328670" h="1624330">
                  <a:moveTo>
                    <a:pt x="0" y="254000"/>
                  </a:moveTo>
                  <a:lnTo>
                    <a:pt x="0" y="255270"/>
                  </a:lnTo>
                </a:path>
                <a:path w="3328670" h="1624330">
                  <a:moveTo>
                    <a:pt x="0" y="255904"/>
                  </a:moveTo>
                  <a:lnTo>
                    <a:pt x="0" y="257175"/>
                  </a:lnTo>
                </a:path>
                <a:path w="3328670" h="1624330">
                  <a:moveTo>
                    <a:pt x="0" y="257809"/>
                  </a:moveTo>
                  <a:lnTo>
                    <a:pt x="0" y="259079"/>
                  </a:lnTo>
                </a:path>
                <a:path w="3328670" h="1624330">
                  <a:moveTo>
                    <a:pt x="0" y="259715"/>
                  </a:moveTo>
                  <a:lnTo>
                    <a:pt x="0" y="260984"/>
                  </a:lnTo>
                </a:path>
                <a:path w="3328670" h="1624330">
                  <a:moveTo>
                    <a:pt x="0" y="261620"/>
                  </a:moveTo>
                  <a:lnTo>
                    <a:pt x="0" y="262890"/>
                  </a:lnTo>
                </a:path>
                <a:path w="3328670" h="1624330">
                  <a:moveTo>
                    <a:pt x="0" y="262890"/>
                  </a:moveTo>
                  <a:lnTo>
                    <a:pt x="0" y="264159"/>
                  </a:lnTo>
                </a:path>
                <a:path w="3328670" h="1624330">
                  <a:moveTo>
                    <a:pt x="0" y="264795"/>
                  </a:moveTo>
                  <a:lnTo>
                    <a:pt x="0" y="266065"/>
                  </a:lnTo>
                </a:path>
                <a:path w="3328670" h="1624330">
                  <a:moveTo>
                    <a:pt x="0" y="266700"/>
                  </a:moveTo>
                  <a:lnTo>
                    <a:pt x="0" y="267970"/>
                  </a:lnTo>
                </a:path>
                <a:path w="3328670" h="1624330">
                  <a:moveTo>
                    <a:pt x="0" y="268604"/>
                  </a:moveTo>
                  <a:lnTo>
                    <a:pt x="0" y="269875"/>
                  </a:lnTo>
                </a:path>
                <a:path w="3328670" h="1624330">
                  <a:moveTo>
                    <a:pt x="0" y="270509"/>
                  </a:moveTo>
                  <a:lnTo>
                    <a:pt x="0" y="271779"/>
                  </a:lnTo>
                </a:path>
                <a:path w="3328670" h="1624330">
                  <a:moveTo>
                    <a:pt x="0" y="271779"/>
                  </a:moveTo>
                  <a:lnTo>
                    <a:pt x="0" y="273050"/>
                  </a:lnTo>
                </a:path>
                <a:path w="3328670" h="1624330">
                  <a:moveTo>
                    <a:pt x="0" y="273684"/>
                  </a:moveTo>
                  <a:lnTo>
                    <a:pt x="0" y="274954"/>
                  </a:lnTo>
                </a:path>
                <a:path w="3328670" h="1624330">
                  <a:moveTo>
                    <a:pt x="0" y="275590"/>
                  </a:moveTo>
                  <a:lnTo>
                    <a:pt x="0" y="276859"/>
                  </a:lnTo>
                </a:path>
                <a:path w="3328670" h="1624330">
                  <a:moveTo>
                    <a:pt x="0" y="277495"/>
                  </a:moveTo>
                  <a:lnTo>
                    <a:pt x="0" y="278765"/>
                  </a:lnTo>
                </a:path>
                <a:path w="3328670" h="1624330">
                  <a:moveTo>
                    <a:pt x="0" y="279400"/>
                  </a:moveTo>
                  <a:lnTo>
                    <a:pt x="0" y="280670"/>
                  </a:lnTo>
                </a:path>
                <a:path w="3328670" h="1624330">
                  <a:moveTo>
                    <a:pt x="0" y="280670"/>
                  </a:moveTo>
                  <a:lnTo>
                    <a:pt x="0" y="281940"/>
                  </a:lnTo>
                </a:path>
                <a:path w="3328670" h="1624330">
                  <a:moveTo>
                    <a:pt x="0" y="282575"/>
                  </a:moveTo>
                  <a:lnTo>
                    <a:pt x="0" y="283845"/>
                  </a:lnTo>
                </a:path>
                <a:path w="3328670" h="1624330">
                  <a:moveTo>
                    <a:pt x="0" y="284479"/>
                  </a:moveTo>
                  <a:lnTo>
                    <a:pt x="0" y="285750"/>
                  </a:lnTo>
                </a:path>
                <a:path w="3328670" h="1624330">
                  <a:moveTo>
                    <a:pt x="0" y="286384"/>
                  </a:moveTo>
                  <a:lnTo>
                    <a:pt x="0" y="287654"/>
                  </a:lnTo>
                </a:path>
                <a:path w="3328670" h="1624330">
                  <a:moveTo>
                    <a:pt x="0" y="288290"/>
                  </a:moveTo>
                  <a:lnTo>
                    <a:pt x="0" y="289559"/>
                  </a:lnTo>
                </a:path>
                <a:path w="3328670" h="1624330">
                  <a:moveTo>
                    <a:pt x="0" y="289559"/>
                  </a:moveTo>
                  <a:lnTo>
                    <a:pt x="0" y="290829"/>
                  </a:lnTo>
                </a:path>
                <a:path w="3328670" h="1624330">
                  <a:moveTo>
                    <a:pt x="0" y="291465"/>
                  </a:moveTo>
                  <a:lnTo>
                    <a:pt x="0" y="292734"/>
                  </a:lnTo>
                </a:path>
                <a:path w="3328670" h="1624330">
                  <a:moveTo>
                    <a:pt x="0" y="293370"/>
                  </a:moveTo>
                  <a:lnTo>
                    <a:pt x="0" y="294640"/>
                  </a:lnTo>
                </a:path>
                <a:path w="3328670" h="1624330">
                  <a:moveTo>
                    <a:pt x="0" y="295275"/>
                  </a:moveTo>
                  <a:lnTo>
                    <a:pt x="0" y="296545"/>
                  </a:lnTo>
                </a:path>
                <a:path w="3328670" h="1624330">
                  <a:moveTo>
                    <a:pt x="0" y="297179"/>
                  </a:moveTo>
                  <a:lnTo>
                    <a:pt x="0" y="298450"/>
                  </a:lnTo>
                </a:path>
                <a:path w="3328670" h="1624330">
                  <a:moveTo>
                    <a:pt x="0" y="298450"/>
                  </a:moveTo>
                  <a:lnTo>
                    <a:pt x="0" y="299720"/>
                  </a:lnTo>
                </a:path>
                <a:path w="3328670" h="1624330">
                  <a:moveTo>
                    <a:pt x="0" y="300354"/>
                  </a:moveTo>
                  <a:lnTo>
                    <a:pt x="0" y="301625"/>
                  </a:lnTo>
                </a:path>
                <a:path w="3328670" h="1624330">
                  <a:moveTo>
                    <a:pt x="0" y="302259"/>
                  </a:moveTo>
                  <a:lnTo>
                    <a:pt x="0" y="303529"/>
                  </a:lnTo>
                </a:path>
                <a:path w="3328670" h="1624330">
                  <a:moveTo>
                    <a:pt x="0" y="304165"/>
                  </a:moveTo>
                  <a:lnTo>
                    <a:pt x="0" y="305434"/>
                  </a:lnTo>
                </a:path>
                <a:path w="3328670" h="1624330">
                  <a:moveTo>
                    <a:pt x="0" y="306070"/>
                  </a:moveTo>
                  <a:lnTo>
                    <a:pt x="0" y="307340"/>
                  </a:lnTo>
                </a:path>
                <a:path w="3328670" h="1624330">
                  <a:moveTo>
                    <a:pt x="0" y="307340"/>
                  </a:moveTo>
                  <a:lnTo>
                    <a:pt x="0" y="308609"/>
                  </a:lnTo>
                </a:path>
                <a:path w="3328670" h="1624330">
                  <a:moveTo>
                    <a:pt x="0" y="309245"/>
                  </a:moveTo>
                  <a:lnTo>
                    <a:pt x="0" y="310515"/>
                  </a:lnTo>
                </a:path>
                <a:path w="3328670" h="1624330">
                  <a:moveTo>
                    <a:pt x="0" y="311150"/>
                  </a:moveTo>
                  <a:lnTo>
                    <a:pt x="0" y="312420"/>
                  </a:lnTo>
                </a:path>
                <a:path w="3328670" h="1624330">
                  <a:moveTo>
                    <a:pt x="0" y="313054"/>
                  </a:moveTo>
                  <a:lnTo>
                    <a:pt x="0" y="314325"/>
                  </a:lnTo>
                </a:path>
                <a:path w="3328670" h="1624330">
                  <a:moveTo>
                    <a:pt x="0" y="314959"/>
                  </a:moveTo>
                  <a:lnTo>
                    <a:pt x="0" y="316229"/>
                  </a:lnTo>
                </a:path>
                <a:path w="3328670" h="1624330">
                  <a:moveTo>
                    <a:pt x="0" y="316229"/>
                  </a:moveTo>
                  <a:lnTo>
                    <a:pt x="0" y="317500"/>
                  </a:lnTo>
                </a:path>
                <a:path w="3328670" h="1624330">
                  <a:moveTo>
                    <a:pt x="0" y="318134"/>
                  </a:moveTo>
                  <a:lnTo>
                    <a:pt x="0" y="319404"/>
                  </a:lnTo>
                </a:path>
                <a:path w="3328670" h="1624330">
                  <a:moveTo>
                    <a:pt x="0" y="320040"/>
                  </a:moveTo>
                  <a:lnTo>
                    <a:pt x="0" y="321309"/>
                  </a:lnTo>
                </a:path>
                <a:path w="3328670" h="1624330">
                  <a:moveTo>
                    <a:pt x="0" y="321945"/>
                  </a:moveTo>
                  <a:lnTo>
                    <a:pt x="0" y="323215"/>
                  </a:lnTo>
                </a:path>
                <a:path w="3328670" h="1624330">
                  <a:moveTo>
                    <a:pt x="0" y="323850"/>
                  </a:moveTo>
                  <a:lnTo>
                    <a:pt x="0" y="325120"/>
                  </a:lnTo>
                </a:path>
                <a:path w="3328670" h="1624330">
                  <a:moveTo>
                    <a:pt x="0" y="325120"/>
                  </a:moveTo>
                  <a:lnTo>
                    <a:pt x="0" y="326390"/>
                  </a:lnTo>
                </a:path>
                <a:path w="3328670" h="1624330">
                  <a:moveTo>
                    <a:pt x="0" y="327025"/>
                  </a:moveTo>
                  <a:lnTo>
                    <a:pt x="0" y="328295"/>
                  </a:lnTo>
                </a:path>
                <a:path w="3328670" h="1624330">
                  <a:moveTo>
                    <a:pt x="0" y="328929"/>
                  </a:moveTo>
                  <a:lnTo>
                    <a:pt x="0" y="330200"/>
                  </a:lnTo>
                </a:path>
                <a:path w="3328670" h="1624330">
                  <a:moveTo>
                    <a:pt x="0" y="330834"/>
                  </a:moveTo>
                  <a:lnTo>
                    <a:pt x="0" y="332104"/>
                  </a:lnTo>
                </a:path>
                <a:path w="3328670" h="1624330">
                  <a:moveTo>
                    <a:pt x="0" y="332740"/>
                  </a:moveTo>
                  <a:lnTo>
                    <a:pt x="0" y="334009"/>
                  </a:lnTo>
                </a:path>
                <a:path w="3328670" h="1624330">
                  <a:moveTo>
                    <a:pt x="0" y="334009"/>
                  </a:moveTo>
                  <a:lnTo>
                    <a:pt x="0" y="335279"/>
                  </a:lnTo>
                </a:path>
                <a:path w="3328670" h="1624330">
                  <a:moveTo>
                    <a:pt x="0" y="335915"/>
                  </a:moveTo>
                  <a:lnTo>
                    <a:pt x="0" y="337184"/>
                  </a:lnTo>
                </a:path>
                <a:path w="3328670" h="1624330">
                  <a:moveTo>
                    <a:pt x="0" y="337820"/>
                  </a:moveTo>
                  <a:lnTo>
                    <a:pt x="0" y="339090"/>
                  </a:lnTo>
                </a:path>
                <a:path w="3328670" h="1624330">
                  <a:moveTo>
                    <a:pt x="0" y="339725"/>
                  </a:moveTo>
                  <a:lnTo>
                    <a:pt x="0" y="340995"/>
                  </a:lnTo>
                </a:path>
                <a:path w="3328670" h="1624330">
                  <a:moveTo>
                    <a:pt x="0" y="341629"/>
                  </a:moveTo>
                  <a:lnTo>
                    <a:pt x="0" y="342900"/>
                  </a:lnTo>
                </a:path>
                <a:path w="3328670" h="1624330">
                  <a:moveTo>
                    <a:pt x="0" y="342900"/>
                  </a:moveTo>
                  <a:lnTo>
                    <a:pt x="0" y="344170"/>
                  </a:lnTo>
                </a:path>
                <a:path w="3328670" h="1624330">
                  <a:moveTo>
                    <a:pt x="0" y="344804"/>
                  </a:moveTo>
                  <a:lnTo>
                    <a:pt x="0" y="346075"/>
                  </a:lnTo>
                </a:path>
                <a:path w="3328670" h="1624330">
                  <a:moveTo>
                    <a:pt x="0" y="346709"/>
                  </a:moveTo>
                  <a:lnTo>
                    <a:pt x="0" y="347979"/>
                  </a:lnTo>
                </a:path>
                <a:path w="3328670" h="1624330">
                  <a:moveTo>
                    <a:pt x="0" y="348615"/>
                  </a:moveTo>
                  <a:lnTo>
                    <a:pt x="0" y="349884"/>
                  </a:lnTo>
                </a:path>
                <a:path w="3328670" h="1624330">
                  <a:moveTo>
                    <a:pt x="0" y="350520"/>
                  </a:moveTo>
                  <a:lnTo>
                    <a:pt x="0" y="351790"/>
                  </a:lnTo>
                </a:path>
                <a:path w="3328670" h="1624330">
                  <a:moveTo>
                    <a:pt x="0" y="351790"/>
                  </a:moveTo>
                  <a:lnTo>
                    <a:pt x="0" y="353059"/>
                  </a:lnTo>
                </a:path>
                <a:path w="3328670" h="1624330">
                  <a:moveTo>
                    <a:pt x="0" y="353695"/>
                  </a:moveTo>
                  <a:lnTo>
                    <a:pt x="0" y="354965"/>
                  </a:lnTo>
                </a:path>
                <a:path w="3328670" h="1624330">
                  <a:moveTo>
                    <a:pt x="0" y="355600"/>
                  </a:moveTo>
                  <a:lnTo>
                    <a:pt x="0" y="356870"/>
                  </a:lnTo>
                </a:path>
                <a:path w="3328670" h="1624330">
                  <a:moveTo>
                    <a:pt x="0" y="357504"/>
                  </a:moveTo>
                  <a:lnTo>
                    <a:pt x="0" y="358775"/>
                  </a:lnTo>
                </a:path>
                <a:path w="3328670" h="1624330">
                  <a:moveTo>
                    <a:pt x="0" y="359409"/>
                  </a:moveTo>
                  <a:lnTo>
                    <a:pt x="0" y="360679"/>
                  </a:lnTo>
                </a:path>
                <a:path w="3328670" h="1624330">
                  <a:moveTo>
                    <a:pt x="0" y="360679"/>
                  </a:moveTo>
                  <a:lnTo>
                    <a:pt x="0" y="361950"/>
                  </a:lnTo>
                </a:path>
                <a:path w="3328670" h="1624330">
                  <a:moveTo>
                    <a:pt x="0" y="362584"/>
                  </a:moveTo>
                  <a:lnTo>
                    <a:pt x="0" y="363854"/>
                  </a:lnTo>
                </a:path>
                <a:path w="3328670" h="1624330">
                  <a:moveTo>
                    <a:pt x="0" y="364490"/>
                  </a:moveTo>
                  <a:lnTo>
                    <a:pt x="0" y="365759"/>
                  </a:lnTo>
                </a:path>
                <a:path w="3328670" h="1624330">
                  <a:moveTo>
                    <a:pt x="0" y="366395"/>
                  </a:moveTo>
                  <a:lnTo>
                    <a:pt x="0" y="367665"/>
                  </a:lnTo>
                </a:path>
                <a:path w="3328670" h="1624330">
                  <a:moveTo>
                    <a:pt x="0" y="368300"/>
                  </a:moveTo>
                  <a:lnTo>
                    <a:pt x="0" y="369570"/>
                  </a:lnTo>
                </a:path>
                <a:path w="3328670" h="1624330">
                  <a:moveTo>
                    <a:pt x="0" y="369570"/>
                  </a:moveTo>
                  <a:lnTo>
                    <a:pt x="0" y="370840"/>
                  </a:lnTo>
                </a:path>
                <a:path w="3328670" h="1624330">
                  <a:moveTo>
                    <a:pt x="0" y="371475"/>
                  </a:moveTo>
                  <a:lnTo>
                    <a:pt x="0" y="372745"/>
                  </a:lnTo>
                </a:path>
                <a:path w="3328670" h="1624330">
                  <a:moveTo>
                    <a:pt x="0" y="373379"/>
                  </a:moveTo>
                  <a:lnTo>
                    <a:pt x="0" y="374650"/>
                  </a:lnTo>
                </a:path>
                <a:path w="3328670" h="1624330">
                  <a:moveTo>
                    <a:pt x="0" y="375284"/>
                  </a:moveTo>
                  <a:lnTo>
                    <a:pt x="0" y="376554"/>
                  </a:lnTo>
                </a:path>
                <a:path w="3328670" h="1624330">
                  <a:moveTo>
                    <a:pt x="0" y="377190"/>
                  </a:moveTo>
                  <a:lnTo>
                    <a:pt x="0" y="378459"/>
                  </a:lnTo>
                </a:path>
                <a:path w="3328670" h="1624330">
                  <a:moveTo>
                    <a:pt x="0" y="378459"/>
                  </a:moveTo>
                  <a:lnTo>
                    <a:pt x="0" y="379729"/>
                  </a:lnTo>
                </a:path>
                <a:path w="3328670" h="1624330">
                  <a:moveTo>
                    <a:pt x="0" y="380365"/>
                  </a:moveTo>
                  <a:lnTo>
                    <a:pt x="0" y="381634"/>
                  </a:lnTo>
                </a:path>
                <a:path w="3328670" h="1624330">
                  <a:moveTo>
                    <a:pt x="0" y="382270"/>
                  </a:moveTo>
                  <a:lnTo>
                    <a:pt x="0" y="383540"/>
                  </a:lnTo>
                </a:path>
                <a:path w="3328670" h="1624330">
                  <a:moveTo>
                    <a:pt x="0" y="384175"/>
                  </a:moveTo>
                  <a:lnTo>
                    <a:pt x="0" y="385445"/>
                  </a:lnTo>
                </a:path>
                <a:path w="3328670" h="1624330">
                  <a:moveTo>
                    <a:pt x="0" y="386079"/>
                  </a:moveTo>
                  <a:lnTo>
                    <a:pt x="0" y="387350"/>
                  </a:lnTo>
                </a:path>
                <a:path w="3328670" h="1624330">
                  <a:moveTo>
                    <a:pt x="0" y="387350"/>
                  </a:moveTo>
                  <a:lnTo>
                    <a:pt x="0" y="388620"/>
                  </a:lnTo>
                </a:path>
                <a:path w="3328670" h="1624330">
                  <a:moveTo>
                    <a:pt x="0" y="389254"/>
                  </a:moveTo>
                  <a:lnTo>
                    <a:pt x="0" y="390525"/>
                  </a:lnTo>
                </a:path>
                <a:path w="3328670" h="1624330">
                  <a:moveTo>
                    <a:pt x="0" y="391159"/>
                  </a:moveTo>
                  <a:lnTo>
                    <a:pt x="0" y="392429"/>
                  </a:lnTo>
                </a:path>
                <a:path w="3328670" h="1624330">
                  <a:moveTo>
                    <a:pt x="0" y="393065"/>
                  </a:moveTo>
                  <a:lnTo>
                    <a:pt x="0" y="394334"/>
                  </a:lnTo>
                </a:path>
                <a:path w="3328670" h="1624330">
                  <a:moveTo>
                    <a:pt x="0" y="394970"/>
                  </a:moveTo>
                  <a:lnTo>
                    <a:pt x="0" y="396240"/>
                  </a:lnTo>
                </a:path>
                <a:path w="3328670" h="1624330">
                  <a:moveTo>
                    <a:pt x="0" y="396240"/>
                  </a:moveTo>
                  <a:lnTo>
                    <a:pt x="0" y="397509"/>
                  </a:lnTo>
                </a:path>
                <a:path w="3328670" h="1624330">
                  <a:moveTo>
                    <a:pt x="0" y="398145"/>
                  </a:moveTo>
                  <a:lnTo>
                    <a:pt x="0" y="399415"/>
                  </a:lnTo>
                </a:path>
                <a:path w="3328670" h="1624330">
                  <a:moveTo>
                    <a:pt x="0" y="400050"/>
                  </a:moveTo>
                  <a:lnTo>
                    <a:pt x="0" y="401320"/>
                  </a:lnTo>
                </a:path>
                <a:path w="3328670" h="1624330">
                  <a:moveTo>
                    <a:pt x="0" y="401954"/>
                  </a:moveTo>
                  <a:lnTo>
                    <a:pt x="0" y="403225"/>
                  </a:lnTo>
                </a:path>
                <a:path w="3328670" h="1624330">
                  <a:moveTo>
                    <a:pt x="0" y="403859"/>
                  </a:moveTo>
                  <a:lnTo>
                    <a:pt x="0" y="405129"/>
                  </a:lnTo>
                </a:path>
                <a:path w="3328670" h="1624330">
                  <a:moveTo>
                    <a:pt x="0" y="405129"/>
                  </a:moveTo>
                  <a:lnTo>
                    <a:pt x="0" y="406400"/>
                  </a:lnTo>
                </a:path>
                <a:path w="3328670" h="1624330">
                  <a:moveTo>
                    <a:pt x="0" y="407034"/>
                  </a:moveTo>
                  <a:lnTo>
                    <a:pt x="0" y="408304"/>
                  </a:lnTo>
                </a:path>
                <a:path w="3328670" h="1624330">
                  <a:moveTo>
                    <a:pt x="0" y="408940"/>
                  </a:moveTo>
                  <a:lnTo>
                    <a:pt x="0" y="410209"/>
                  </a:lnTo>
                </a:path>
                <a:path w="3328670" h="1624330">
                  <a:moveTo>
                    <a:pt x="0" y="410845"/>
                  </a:moveTo>
                  <a:lnTo>
                    <a:pt x="0" y="412115"/>
                  </a:lnTo>
                </a:path>
                <a:path w="3328670" h="1624330">
                  <a:moveTo>
                    <a:pt x="0" y="412750"/>
                  </a:moveTo>
                  <a:lnTo>
                    <a:pt x="0" y="414020"/>
                  </a:lnTo>
                </a:path>
                <a:path w="3328670" h="1624330">
                  <a:moveTo>
                    <a:pt x="0" y="414020"/>
                  </a:moveTo>
                  <a:lnTo>
                    <a:pt x="0" y="415290"/>
                  </a:lnTo>
                </a:path>
                <a:path w="3328670" h="1624330">
                  <a:moveTo>
                    <a:pt x="0" y="415925"/>
                  </a:moveTo>
                  <a:lnTo>
                    <a:pt x="0" y="417195"/>
                  </a:lnTo>
                </a:path>
                <a:path w="3328670" h="1624330">
                  <a:moveTo>
                    <a:pt x="0" y="417829"/>
                  </a:moveTo>
                  <a:lnTo>
                    <a:pt x="0" y="419100"/>
                  </a:lnTo>
                </a:path>
                <a:path w="3328670" h="1624330">
                  <a:moveTo>
                    <a:pt x="0" y="419734"/>
                  </a:moveTo>
                  <a:lnTo>
                    <a:pt x="0" y="421004"/>
                  </a:lnTo>
                </a:path>
                <a:path w="3328670" h="1624330">
                  <a:moveTo>
                    <a:pt x="0" y="421640"/>
                  </a:moveTo>
                  <a:lnTo>
                    <a:pt x="0" y="422909"/>
                  </a:lnTo>
                </a:path>
                <a:path w="3328670" h="1624330">
                  <a:moveTo>
                    <a:pt x="0" y="422909"/>
                  </a:moveTo>
                  <a:lnTo>
                    <a:pt x="0" y="424179"/>
                  </a:lnTo>
                </a:path>
                <a:path w="3328670" h="1624330">
                  <a:moveTo>
                    <a:pt x="0" y="424815"/>
                  </a:moveTo>
                  <a:lnTo>
                    <a:pt x="0" y="426084"/>
                  </a:lnTo>
                </a:path>
                <a:path w="3328670" h="1624330">
                  <a:moveTo>
                    <a:pt x="0" y="426720"/>
                  </a:moveTo>
                  <a:lnTo>
                    <a:pt x="0" y="427990"/>
                  </a:lnTo>
                </a:path>
                <a:path w="3328670" h="1624330">
                  <a:moveTo>
                    <a:pt x="0" y="428625"/>
                  </a:moveTo>
                  <a:lnTo>
                    <a:pt x="0" y="429895"/>
                  </a:lnTo>
                </a:path>
                <a:path w="3328670" h="1624330">
                  <a:moveTo>
                    <a:pt x="0" y="430529"/>
                  </a:moveTo>
                  <a:lnTo>
                    <a:pt x="0" y="431800"/>
                  </a:lnTo>
                </a:path>
                <a:path w="3328670" h="1624330">
                  <a:moveTo>
                    <a:pt x="0" y="431800"/>
                  </a:moveTo>
                  <a:lnTo>
                    <a:pt x="0" y="433070"/>
                  </a:lnTo>
                </a:path>
                <a:path w="3328670" h="1624330">
                  <a:moveTo>
                    <a:pt x="0" y="433704"/>
                  </a:moveTo>
                  <a:lnTo>
                    <a:pt x="0" y="434975"/>
                  </a:lnTo>
                </a:path>
                <a:path w="3328670" h="1624330">
                  <a:moveTo>
                    <a:pt x="0" y="435609"/>
                  </a:moveTo>
                  <a:lnTo>
                    <a:pt x="0" y="436879"/>
                  </a:lnTo>
                </a:path>
                <a:path w="3328670" h="1624330">
                  <a:moveTo>
                    <a:pt x="0" y="437515"/>
                  </a:moveTo>
                  <a:lnTo>
                    <a:pt x="0" y="438784"/>
                  </a:lnTo>
                </a:path>
                <a:path w="3328670" h="1624330">
                  <a:moveTo>
                    <a:pt x="0" y="439420"/>
                  </a:moveTo>
                  <a:lnTo>
                    <a:pt x="0" y="440690"/>
                  </a:lnTo>
                </a:path>
                <a:path w="3328670" h="1624330">
                  <a:moveTo>
                    <a:pt x="0" y="440690"/>
                  </a:moveTo>
                  <a:lnTo>
                    <a:pt x="0" y="441959"/>
                  </a:lnTo>
                </a:path>
                <a:path w="3328670" h="1624330">
                  <a:moveTo>
                    <a:pt x="0" y="442595"/>
                  </a:moveTo>
                  <a:lnTo>
                    <a:pt x="0" y="443865"/>
                  </a:lnTo>
                </a:path>
                <a:path w="3328670" h="1624330">
                  <a:moveTo>
                    <a:pt x="0" y="444500"/>
                  </a:moveTo>
                  <a:lnTo>
                    <a:pt x="0" y="445770"/>
                  </a:lnTo>
                </a:path>
                <a:path w="3328670" h="1624330">
                  <a:moveTo>
                    <a:pt x="0" y="446404"/>
                  </a:moveTo>
                  <a:lnTo>
                    <a:pt x="0" y="447675"/>
                  </a:lnTo>
                </a:path>
                <a:path w="3328670" h="1624330">
                  <a:moveTo>
                    <a:pt x="0" y="448309"/>
                  </a:moveTo>
                  <a:lnTo>
                    <a:pt x="0" y="449579"/>
                  </a:lnTo>
                </a:path>
                <a:path w="3328670" h="1624330">
                  <a:moveTo>
                    <a:pt x="0" y="449579"/>
                  </a:moveTo>
                  <a:lnTo>
                    <a:pt x="0" y="450850"/>
                  </a:lnTo>
                </a:path>
                <a:path w="3328670" h="1624330">
                  <a:moveTo>
                    <a:pt x="0" y="451484"/>
                  </a:moveTo>
                  <a:lnTo>
                    <a:pt x="0" y="452754"/>
                  </a:lnTo>
                </a:path>
                <a:path w="3328670" h="1624330">
                  <a:moveTo>
                    <a:pt x="0" y="453390"/>
                  </a:moveTo>
                  <a:lnTo>
                    <a:pt x="0" y="454659"/>
                  </a:lnTo>
                </a:path>
                <a:path w="3328670" h="1624330">
                  <a:moveTo>
                    <a:pt x="0" y="455295"/>
                  </a:moveTo>
                  <a:lnTo>
                    <a:pt x="0" y="456565"/>
                  </a:lnTo>
                </a:path>
                <a:path w="3328670" h="1624330">
                  <a:moveTo>
                    <a:pt x="0" y="457200"/>
                  </a:moveTo>
                  <a:lnTo>
                    <a:pt x="0" y="458470"/>
                  </a:lnTo>
                </a:path>
                <a:path w="3328670" h="1624330">
                  <a:moveTo>
                    <a:pt x="0" y="458470"/>
                  </a:moveTo>
                  <a:lnTo>
                    <a:pt x="0" y="459740"/>
                  </a:lnTo>
                </a:path>
                <a:path w="3328670" h="1624330">
                  <a:moveTo>
                    <a:pt x="0" y="460375"/>
                  </a:moveTo>
                  <a:lnTo>
                    <a:pt x="0" y="461645"/>
                  </a:lnTo>
                </a:path>
                <a:path w="3328670" h="1624330">
                  <a:moveTo>
                    <a:pt x="0" y="462279"/>
                  </a:moveTo>
                  <a:lnTo>
                    <a:pt x="0" y="463550"/>
                  </a:lnTo>
                </a:path>
                <a:path w="3328670" h="1624330">
                  <a:moveTo>
                    <a:pt x="0" y="464184"/>
                  </a:moveTo>
                  <a:lnTo>
                    <a:pt x="0" y="465454"/>
                  </a:lnTo>
                </a:path>
                <a:path w="3328670" h="1624330">
                  <a:moveTo>
                    <a:pt x="0" y="466090"/>
                  </a:moveTo>
                  <a:lnTo>
                    <a:pt x="0" y="467359"/>
                  </a:lnTo>
                </a:path>
                <a:path w="3328670" h="1624330">
                  <a:moveTo>
                    <a:pt x="0" y="467359"/>
                  </a:moveTo>
                  <a:lnTo>
                    <a:pt x="0" y="468629"/>
                  </a:lnTo>
                </a:path>
                <a:path w="3328670" h="1624330">
                  <a:moveTo>
                    <a:pt x="0" y="469265"/>
                  </a:moveTo>
                  <a:lnTo>
                    <a:pt x="0" y="470534"/>
                  </a:lnTo>
                </a:path>
                <a:path w="3328670" h="1624330">
                  <a:moveTo>
                    <a:pt x="0" y="471170"/>
                  </a:moveTo>
                  <a:lnTo>
                    <a:pt x="0" y="472440"/>
                  </a:lnTo>
                </a:path>
                <a:path w="3328670" h="1624330">
                  <a:moveTo>
                    <a:pt x="0" y="473075"/>
                  </a:moveTo>
                  <a:lnTo>
                    <a:pt x="0" y="474345"/>
                  </a:lnTo>
                </a:path>
                <a:path w="3328670" h="1624330">
                  <a:moveTo>
                    <a:pt x="0" y="474979"/>
                  </a:moveTo>
                  <a:lnTo>
                    <a:pt x="0" y="476250"/>
                  </a:lnTo>
                </a:path>
                <a:path w="3328670" h="1624330">
                  <a:moveTo>
                    <a:pt x="0" y="476250"/>
                  </a:moveTo>
                  <a:lnTo>
                    <a:pt x="0" y="477520"/>
                  </a:lnTo>
                </a:path>
                <a:path w="3328670" h="1624330">
                  <a:moveTo>
                    <a:pt x="0" y="478154"/>
                  </a:moveTo>
                  <a:lnTo>
                    <a:pt x="0" y="479425"/>
                  </a:lnTo>
                </a:path>
                <a:path w="3328670" h="1624330">
                  <a:moveTo>
                    <a:pt x="0" y="480059"/>
                  </a:moveTo>
                  <a:lnTo>
                    <a:pt x="0" y="481329"/>
                  </a:lnTo>
                </a:path>
                <a:path w="3328670" h="1624330">
                  <a:moveTo>
                    <a:pt x="0" y="481965"/>
                  </a:moveTo>
                  <a:lnTo>
                    <a:pt x="0" y="483234"/>
                  </a:lnTo>
                </a:path>
                <a:path w="3328670" h="1624330">
                  <a:moveTo>
                    <a:pt x="0" y="483870"/>
                  </a:moveTo>
                  <a:lnTo>
                    <a:pt x="0" y="485140"/>
                  </a:lnTo>
                </a:path>
                <a:path w="3328670" h="1624330">
                  <a:moveTo>
                    <a:pt x="0" y="485140"/>
                  </a:moveTo>
                  <a:lnTo>
                    <a:pt x="0" y="486409"/>
                  </a:lnTo>
                </a:path>
                <a:path w="3328670" h="1624330">
                  <a:moveTo>
                    <a:pt x="0" y="487045"/>
                  </a:moveTo>
                  <a:lnTo>
                    <a:pt x="0" y="488315"/>
                  </a:lnTo>
                </a:path>
                <a:path w="3328670" h="1624330">
                  <a:moveTo>
                    <a:pt x="0" y="488950"/>
                  </a:moveTo>
                  <a:lnTo>
                    <a:pt x="0" y="490220"/>
                  </a:lnTo>
                </a:path>
                <a:path w="3328670" h="1624330">
                  <a:moveTo>
                    <a:pt x="0" y="490854"/>
                  </a:moveTo>
                  <a:lnTo>
                    <a:pt x="0" y="492125"/>
                  </a:lnTo>
                </a:path>
                <a:path w="3328670" h="1624330">
                  <a:moveTo>
                    <a:pt x="0" y="492759"/>
                  </a:moveTo>
                  <a:lnTo>
                    <a:pt x="0" y="494029"/>
                  </a:lnTo>
                </a:path>
                <a:path w="3328670" h="1624330">
                  <a:moveTo>
                    <a:pt x="0" y="494029"/>
                  </a:moveTo>
                  <a:lnTo>
                    <a:pt x="0" y="495300"/>
                  </a:lnTo>
                </a:path>
                <a:path w="3328670" h="1624330">
                  <a:moveTo>
                    <a:pt x="0" y="495934"/>
                  </a:moveTo>
                  <a:lnTo>
                    <a:pt x="0" y="497204"/>
                  </a:lnTo>
                </a:path>
                <a:path w="3328670" h="1624330">
                  <a:moveTo>
                    <a:pt x="0" y="497840"/>
                  </a:moveTo>
                  <a:lnTo>
                    <a:pt x="0" y="499109"/>
                  </a:lnTo>
                </a:path>
                <a:path w="3328670" h="1624330">
                  <a:moveTo>
                    <a:pt x="0" y="499745"/>
                  </a:moveTo>
                  <a:lnTo>
                    <a:pt x="0" y="501015"/>
                  </a:lnTo>
                </a:path>
                <a:path w="3328670" h="1624330">
                  <a:moveTo>
                    <a:pt x="0" y="501650"/>
                  </a:moveTo>
                  <a:lnTo>
                    <a:pt x="0" y="502920"/>
                  </a:lnTo>
                </a:path>
                <a:path w="3328670" h="1624330">
                  <a:moveTo>
                    <a:pt x="0" y="502920"/>
                  </a:moveTo>
                  <a:lnTo>
                    <a:pt x="0" y="504190"/>
                  </a:lnTo>
                </a:path>
                <a:path w="3328670" h="1624330">
                  <a:moveTo>
                    <a:pt x="0" y="504825"/>
                  </a:moveTo>
                  <a:lnTo>
                    <a:pt x="0" y="506095"/>
                  </a:lnTo>
                </a:path>
                <a:path w="3328670" h="1624330">
                  <a:moveTo>
                    <a:pt x="0" y="506729"/>
                  </a:moveTo>
                  <a:lnTo>
                    <a:pt x="0" y="508000"/>
                  </a:lnTo>
                </a:path>
                <a:path w="3328670" h="1624330">
                  <a:moveTo>
                    <a:pt x="0" y="508634"/>
                  </a:moveTo>
                  <a:lnTo>
                    <a:pt x="0" y="509904"/>
                  </a:lnTo>
                </a:path>
                <a:path w="3328670" h="1624330">
                  <a:moveTo>
                    <a:pt x="0" y="510540"/>
                  </a:moveTo>
                  <a:lnTo>
                    <a:pt x="0" y="511809"/>
                  </a:lnTo>
                </a:path>
                <a:path w="3328670" h="1624330">
                  <a:moveTo>
                    <a:pt x="0" y="511809"/>
                  </a:moveTo>
                  <a:lnTo>
                    <a:pt x="0" y="513079"/>
                  </a:lnTo>
                </a:path>
                <a:path w="3328670" h="1624330">
                  <a:moveTo>
                    <a:pt x="0" y="513715"/>
                  </a:moveTo>
                  <a:lnTo>
                    <a:pt x="0" y="514984"/>
                  </a:lnTo>
                </a:path>
                <a:path w="3328670" h="1624330">
                  <a:moveTo>
                    <a:pt x="0" y="515620"/>
                  </a:moveTo>
                  <a:lnTo>
                    <a:pt x="0" y="516890"/>
                  </a:lnTo>
                </a:path>
                <a:path w="3328670" h="1624330">
                  <a:moveTo>
                    <a:pt x="0" y="517525"/>
                  </a:moveTo>
                  <a:lnTo>
                    <a:pt x="0" y="518795"/>
                  </a:lnTo>
                </a:path>
                <a:path w="3328670" h="1624330">
                  <a:moveTo>
                    <a:pt x="0" y="519429"/>
                  </a:moveTo>
                  <a:lnTo>
                    <a:pt x="0" y="520700"/>
                  </a:lnTo>
                </a:path>
                <a:path w="3328670" h="1624330">
                  <a:moveTo>
                    <a:pt x="0" y="520700"/>
                  </a:moveTo>
                  <a:lnTo>
                    <a:pt x="0" y="521970"/>
                  </a:lnTo>
                </a:path>
                <a:path w="3328670" h="1624330">
                  <a:moveTo>
                    <a:pt x="0" y="522604"/>
                  </a:moveTo>
                  <a:lnTo>
                    <a:pt x="0" y="523875"/>
                  </a:lnTo>
                </a:path>
                <a:path w="3328670" h="1624330">
                  <a:moveTo>
                    <a:pt x="0" y="524509"/>
                  </a:moveTo>
                  <a:lnTo>
                    <a:pt x="0" y="525779"/>
                  </a:lnTo>
                </a:path>
                <a:path w="3328670" h="1624330">
                  <a:moveTo>
                    <a:pt x="0" y="526415"/>
                  </a:moveTo>
                  <a:lnTo>
                    <a:pt x="0" y="527684"/>
                  </a:lnTo>
                </a:path>
                <a:path w="3328670" h="1624330">
                  <a:moveTo>
                    <a:pt x="0" y="528320"/>
                  </a:moveTo>
                  <a:lnTo>
                    <a:pt x="0" y="529590"/>
                  </a:lnTo>
                </a:path>
                <a:path w="3328670" h="1624330">
                  <a:moveTo>
                    <a:pt x="0" y="529590"/>
                  </a:moveTo>
                  <a:lnTo>
                    <a:pt x="0" y="530859"/>
                  </a:lnTo>
                </a:path>
                <a:path w="3328670" h="1624330">
                  <a:moveTo>
                    <a:pt x="0" y="531495"/>
                  </a:moveTo>
                  <a:lnTo>
                    <a:pt x="0" y="532765"/>
                  </a:lnTo>
                </a:path>
                <a:path w="3328670" h="1624330">
                  <a:moveTo>
                    <a:pt x="0" y="533400"/>
                  </a:moveTo>
                  <a:lnTo>
                    <a:pt x="0" y="534670"/>
                  </a:lnTo>
                </a:path>
                <a:path w="3328670" h="1624330">
                  <a:moveTo>
                    <a:pt x="0" y="535304"/>
                  </a:moveTo>
                  <a:lnTo>
                    <a:pt x="0" y="536575"/>
                  </a:lnTo>
                </a:path>
                <a:path w="3328670" h="1624330">
                  <a:moveTo>
                    <a:pt x="0" y="537209"/>
                  </a:moveTo>
                  <a:lnTo>
                    <a:pt x="0" y="538479"/>
                  </a:lnTo>
                </a:path>
                <a:path w="3328670" h="1624330">
                  <a:moveTo>
                    <a:pt x="0" y="538479"/>
                  </a:moveTo>
                  <a:lnTo>
                    <a:pt x="0" y="539750"/>
                  </a:lnTo>
                </a:path>
                <a:path w="3328670" h="1624330">
                  <a:moveTo>
                    <a:pt x="0" y="540384"/>
                  </a:moveTo>
                  <a:lnTo>
                    <a:pt x="0" y="541654"/>
                  </a:lnTo>
                </a:path>
                <a:path w="3328670" h="1624330">
                  <a:moveTo>
                    <a:pt x="0" y="542290"/>
                  </a:moveTo>
                  <a:lnTo>
                    <a:pt x="0" y="543559"/>
                  </a:lnTo>
                </a:path>
                <a:path w="3328670" h="1624330">
                  <a:moveTo>
                    <a:pt x="0" y="544195"/>
                  </a:moveTo>
                  <a:lnTo>
                    <a:pt x="0" y="545465"/>
                  </a:lnTo>
                </a:path>
                <a:path w="3328670" h="1624330">
                  <a:moveTo>
                    <a:pt x="0" y="546100"/>
                  </a:moveTo>
                  <a:lnTo>
                    <a:pt x="0" y="547370"/>
                  </a:lnTo>
                </a:path>
                <a:path w="3328670" h="1624330">
                  <a:moveTo>
                    <a:pt x="0" y="547370"/>
                  </a:moveTo>
                  <a:lnTo>
                    <a:pt x="0" y="548640"/>
                  </a:lnTo>
                </a:path>
                <a:path w="3328670" h="1624330">
                  <a:moveTo>
                    <a:pt x="0" y="549275"/>
                  </a:moveTo>
                  <a:lnTo>
                    <a:pt x="0" y="550545"/>
                  </a:lnTo>
                </a:path>
                <a:path w="3328670" h="1624330">
                  <a:moveTo>
                    <a:pt x="0" y="551179"/>
                  </a:moveTo>
                  <a:lnTo>
                    <a:pt x="0" y="552450"/>
                  </a:lnTo>
                </a:path>
                <a:path w="3328670" h="1624330">
                  <a:moveTo>
                    <a:pt x="0" y="553084"/>
                  </a:moveTo>
                  <a:lnTo>
                    <a:pt x="0" y="554354"/>
                  </a:lnTo>
                </a:path>
                <a:path w="3328670" h="1624330">
                  <a:moveTo>
                    <a:pt x="0" y="554990"/>
                  </a:moveTo>
                  <a:lnTo>
                    <a:pt x="0" y="556259"/>
                  </a:lnTo>
                </a:path>
                <a:path w="3328670" h="1624330">
                  <a:moveTo>
                    <a:pt x="0" y="556259"/>
                  </a:moveTo>
                  <a:lnTo>
                    <a:pt x="0" y="557529"/>
                  </a:lnTo>
                </a:path>
                <a:path w="3328670" h="1624330">
                  <a:moveTo>
                    <a:pt x="0" y="558165"/>
                  </a:moveTo>
                  <a:lnTo>
                    <a:pt x="0" y="559434"/>
                  </a:lnTo>
                </a:path>
                <a:path w="3328670" h="1624330">
                  <a:moveTo>
                    <a:pt x="0" y="560070"/>
                  </a:moveTo>
                  <a:lnTo>
                    <a:pt x="0" y="561340"/>
                  </a:lnTo>
                </a:path>
                <a:path w="3328670" h="1624330">
                  <a:moveTo>
                    <a:pt x="0" y="561975"/>
                  </a:moveTo>
                  <a:lnTo>
                    <a:pt x="0" y="563245"/>
                  </a:lnTo>
                </a:path>
                <a:path w="3328670" h="1624330">
                  <a:moveTo>
                    <a:pt x="0" y="563879"/>
                  </a:moveTo>
                  <a:lnTo>
                    <a:pt x="0" y="565150"/>
                  </a:lnTo>
                </a:path>
                <a:path w="3328670" h="1624330">
                  <a:moveTo>
                    <a:pt x="0" y="565150"/>
                  </a:moveTo>
                  <a:lnTo>
                    <a:pt x="0" y="566420"/>
                  </a:lnTo>
                </a:path>
                <a:path w="3328670" h="1624330">
                  <a:moveTo>
                    <a:pt x="0" y="567054"/>
                  </a:moveTo>
                  <a:lnTo>
                    <a:pt x="0" y="568325"/>
                  </a:lnTo>
                </a:path>
                <a:path w="3328670" h="1624330">
                  <a:moveTo>
                    <a:pt x="0" y="568959"/>
                  </a:moveTo>
                  <a:lnTo>
                    <a:pt x="0" y="570229"/>
                  </a:lnTo>
                </a:path>
                <a:path w="3328670" h="1624330">
                  <a:moveTo>
                    <a:pt x="0" y="570865"/>
                  </a:moveTo>
                  <a:lnTo>
                    <a:pt x="0" y="572134"/>
                  </a:lnTo>
                </a:path>
                <a:path w="3328670" h="1624330">
                  <a:moveTo>
                    <a:pt x="0" y="572770"/>
                  </a:moveTo>
                  <a:lnTo>
                    <a:pt x="0" y="574040"/>
                  </a:lnTo>
                </a:path>
                <a:path w="3328670" h="1624330">
                  <a:moveTo>
                    <a:pt x="0" y="574040"/>
                  </a:moveTo>
                  <a:lnTo>
                    <a:pt x="0" y="575309"/>
                  </a:lnTo>
                </a:path>
                <a:path w="3328670" h="1624330">
                  <a:moveTo>
                    <a:pt x="0" y="575945"/>
                  </a:moveTo>
                  <a:lnTo>
                    <a:pt x="0" y="577215"/>
                  </a:lnTo>
                </a:path>
                <a:path w="3328670" h="1624330">
                  <a:moveTo>
                    <a:pt x="0" y="577850"/>
                  </a:moveTo>
                  <a:lnTo>
                    <a:pt x="0" y="579120"/>
                  </a:lnTo>
                </a:path>
                <a:path w="3328670" h="1624330">
                  <a:moveTo>
                    <a:pt x="0" y="579754"/>
                  </a:moveTo>
                  <a:lnTo>
                    <a:pt x="0" y="581025"/>
                  </a:lnTo>
                </a:path>
                <a:path w="3328670" h="1624330">
                  <a:moveTo>
                    <a:pt x="0" y="581659"/>
                  </a:moveTo>
                  <a:lnTo>
                    <a:pt x="0" y="582929"/>
                  </a:lnTo>
                </a:path>
                <a:path w="3328670" h="1624330">
                  <a:moveTo>
                    <a:pt x="0" y="582929"/>
                  </a:moveTo>
                  <a:lnTo>
                    <a:pt x="0" y="584200"/>
                  </a:lnTo>
                </a:path>
                <a:path w="3328670" h="1624330">
                  <a:moveTo>
                    <a:pt x="0" y="584834"/>
                  </a:moveTo>
                  <a:lnTo>
                    <a:pt x="0" y="586104"/>
                  </a:lnTo>
                </a:path>
                <a:path w="3328670" h="1624330">
                  <a:moveTo>
                    <a:pt x="0" y="586740"/>
                  </a:moveTo>
                  <a:lnTo>
                    <a:pt x="0" y="588009"/>
                  </a:lnTo>
                </a:path>
                <a:path w="3328670" h="1624330">
                  <a:moveTo>
                    <a:pt x="0" y="588645"/>
                  </a:moveTo>
                  <a:lnTo>
                    <a:pt x="0" y="589915"/>
                  </a:lnTo>
                </a:path>
                <a:path w="3328670" h="1624330">
                  <a:moveTo>
                    <a:pt x="0" y="590550"/>
                  </a:moveTo>
                  <a:lnTo>
                    <a:pt x="0" y="591820"/>
                  </a:lnTo>
                </a:path>
                <a:path w="3328670" h="1624330">
                  <a:moveTo>
                    <a:pt x="0" y="591820"/>
                  </a:moveTo>
                  <a:lnTo>
                    <a:pt x="0" y="593090"/>
                  </a:lnTo>
                </a:path>
                <a:path w="3328670" h="1624330">
                  <a:moveTo>
                    <a:pt x="0" y="593725"/>
                  </a:moveTo>
                  <a:lnTo>
                    <a:pt x="0" y="594995"/>
                  </a:lnTo>
                </a:path>
                <a:path w="3328670" h="1624330">
                  <a:moveTo>
                    <a:pt x="0" y="595629"/>
                  </a:moveTo>
                  <a:lnTo>
                    <a:pt x="0" y="596900"/>
                  </a:lnTo>
                </a:path>
                <a:path w="3328670" h="1624330">
                  <a:moveTo>
                    <a:pt x="0" y="597534"/>
                  </a:moveTo>
                  <a:lnTo>
                    <a:pt x="0" y="598804"/>
                  </a:lnTo>
                </a:path>
                <a:path w="3328670" h="1624330">
                  <a:moveTo>
                    <a:pt x="0" y="599440"/>
                  </a:moveTo>
                  <a:lnTo>
                    <a:pt x="0" y="600709"/>
                  </a:lnTo>
                </a:path>
                <a:path w="3328670" h="1624330">
                  <a:moveTo>
                    <a:pt x="0" y="600709"/>
                  </a:moveTo>
                  <a:lnTo>
                    <a:pt x="0" y="601979"/>
                  </a:lnTo>
                </a:path>
                <a:path w="3328670" h="1624330">
                  <a:moveTo>
                    <a:pt x="0" y="602615"/>
                  </a:moveTo>
                  <a:lnTo>
                    <a:pt x="0" y="603884"/>
                  </a:lnTo>
                </a:path>
                <a:path w="3328670" h="1624330">
                  <a:moveTo>
                    <a:pt x="0" y="604520"/>
                  </a:moveTo>
                  <a:lnTo>
                    <a:pt x="0" y="605790"/>
                  </a:lnTo>
                </a:path>
                <a:path w="3328670" h="1624330">
                  <a:moveTo>
                    <a:pt x="0" y="606425"/>
                  </a:moveTo>
                  <a:lnTo>
                    <a:pt x="0" y="607695"/>
                  </a:lnTo>
                </a:path>
                <a:path w="3328670" h="1624330">
                  <a:moveTo>
                    <a:pt x="0" y="608329"/>
                  </a:moveTo>
                  <a:lnTo>
                    <a:pt x="0" y="609600"/>
                  </a:lnTo>
                </a:path>
                <a:path w="3328670" h="1624330">
                  <a:moveTo>
                    <a:pt x="0" y="609600"/>
                  </a:moveTo>
                  <a:lnTo>
                    <a:pt x="0" y="610870"/>
                  </a:lnTo>
                </a:path>
                <a:path w="3328670" h="1624330">
                  <a:moveTo>
                    <a:pt x="0" y="611504"/>
                  </a:moveTo>
                  <a:lnTo>
                    <a:pt x="0" y="612775"/>
                  </a:lnTo>
                </a:path>
                <a:path w="3328670" h="1624330">
                  <a:moveTo>
                    <a:pt x="0" y="613409"/>
                  </a:moveTo>
                  <a:lnTo>
                    <a:pt x="0" y="614679"/>
                  </a:lnTo>
                </a:path>
                <a:path w="3328670" h="1624330">
                  <a:moveTo>
                    <a:pt x="0" y="615315"/>
                  </a:moveTo>
                  <a:lnTo>
                    <a:pt x="0" y="616584"/>
                  </a:lnTo>
                </a:path>
                <a:path w="3328670" h="1624330">
                  <a:moveTo>
                    <a:pt x="0" y="617220"/>
                  </a:moveTo>
                  <a:lnTo>
                    <a:pt x="0" y="618490"/>
                  </a:lnTo>
                </a:path>
                <a:path w="3328670" h="1624330">
                  <a:moveTo>
                    <a:pt x="0" y="618490"/>
                  </a:moveTo>
                  <a:lnTo>
                    <a:pt x="0" y="619759"/>
                  </a:lnTo>
                </a:path>
                <a:path w="3328670" h="1624330">
                  <a:moveTo>
                    <a:pt x="0" y="620395"/>
                  </a:moveTo>
                  <a:lnTo>
                    <a:pt x="0" y="621665"/>
                  </a:lnTo>
                </a:path>
                <a:path w="3328670" h="1624330">
                  <a:moveTo>
                    <a:pt x="0" y="622300"/>
                  </a:moveTo>
                  <a:lnTo>
                    <a:pt x="0" y="623570"/>
                  </a:lnTo>
                </a:path>
                <a:path w="3328670" h="1624330">
                  <a:moveTo>
                    <a:pt x="0" y="624204"/>
                  </a:moveTo>
                  <a:lnTo>
                    <a:pt x="0" y="625475"/>
                  </a:lnTo>
                </a:path>
                <a:path w="3328670" h="1624330">
                  <a:moveTo>
                    <a:pt x="0" y="626109"/>
                  </a:moveTo>
                  <a:lnTo>
                    <a:pt x="0" y="627379"/>
                  </a:lnTo>
                </a:path>
                <a:path w="3328670" h="1624330">
                  <a:moveTo>
                    <a:pt x="0" y="627379"/>
                  </a:moveTo>
                  <a:lnTo>
                    <a:pt x="0" y="628650"/>
                  </a:lnTo>
                </a:path>
                <a:path w="3328670" h="1624330">
                  <a:moveTo>
                    <a:pt x="0" y="629284"/>
                  </a:moveTo>
                  <a:lnTo>
                    <a:pt x="0" y="630554"/>
                  </a:lnTo>
                </a:path>
                <a:path w="3328670" h="1624330">
                  <a:moveTo>
                    <a:pt x="0" y="631190"/>
                  </a:moveTo>
                  <a:lnTo>
                    <a:pt x="0" y="632459"/>
                  </a:lnTo>
                </a:path>
                <a:path w="3328670" h="1624330">
                  <a:moveTo>
                    <a:pt x="0" y="633095"/>
                  </a:moveTo>
                  <a:lnTo>
                    <a:pt x="0" y="634365"/>
                  </a:lnTo>
                </a:path>
                <a:path w="3328670" h="1624330">
                  <a:moveTo>
                    <a:pt x="0" y="635000"/>
                  </a:moveTo>
                  <a:lnTo>
                    <a:pt x="0" y="636270"/>
                  </a:lnTo>
                </a:path>
                <a:path w="3328670" h="1624330">
                  <a:moveTo>
                    <a:pt x="0" y="636270"/>
                  </a:moveTo>
                  <a:lnTo>
                    <a:pt x="0" y="637540"/>
                  </a:lnTo>
                </a:path>
                <a:path w="3328670" h="1624330">
                  <a:moveTo>
                    <a:pt x="0" y="638175"/>
                  </a:moveTo>
                  <a:lnTo>
                    <a:pt x="0" y="639445"/>
                  </a:lnTo>
                </a:path>
                <a:path w="3328670" h="1624330">
                  <a:moveTo>
                    <a:pt x="0" y="640079"/>
                  </a:moveTo>
                  <a:lnTo>
                    <a:pt x="0" y="641350"/>
                  </a:lnTo>
                </a:path>
                <a:path w="3328670" h="1624330">
                  <a:moveTo>
                    <a:pt x="0" y="641984"/>
                  </a:moveTo>
                  <a:lnTo>
                    <a:pt x="0" y="643254"/>
                  </a:lnTo>
                </a:path>
                <a:path w="3328670" h="1624330">
                  <a:moveTo>
                    <a:pt x="0" y="643890"/>
                  </a:moveTo>
                  <a:lnTo>
                    <a:pt x="0" y="645159"/>
                  </a:lnTo>
                </a:path>
                <a:path w="3328670" h="1624330">
                  <a:moveTo>
                    <a:pt x="0" y="645159"/>
                  </a:moveTo>
                  <a:lnTo>
                    <a:pt x="0" y="646429"/>
                  </a:lnTo>
                </a:path>
                <a:path w="3328670" h="1624330">
                  <a:moveTo>
                    <a:pt x="0" y="647065"/>
                  </a:moveTo>
                  <a:lnTo>
                    <a:pt x="0" y="648334"/>
                  </a:lnTo>
                </a:path>
                <a:path w="3328670" h="1624330">
                  <a:moveTo>
                    <a:pt x="0" y="648970"/>
                  </a:moveTo>
                  <a:lnTo>
                    <a:pt x="0" y="650240"/>
                  </a:lnTo>
                </a:path>
                <a:path w="3328670" h="1624330">
                  <a:moveTo>
                    <a:pt x="0" y="650875"/>
                  </a:moveTo>
                  <a:lnTo>
                    <a:pt x="0" y="652145"/>
                  </a:lnTo>
                </a:path>
                <a:path w="3328670" h="1624330">
                  <a:moveTo>
                    <a:pt x="0" y="652779"/>
                  </a:moveTo>
                  <a:lnTo>
                    <a:pt x="0" y="654050"/>
                  </a:lnTo>
                </a:path>
                <a:path w="3328670" h="1624330">
                  <a:moveTo>
                    <a:pt x="0" y="654050"/>
                  </a:moveTo>
                  <a:lnTo>
                    <a:pt x="0" y="655320"/>
                  </a:lnTo>
                </a:path>
                <a:path w="3328670" h="1624330">
                  <a:moveTo>
                    <a:pt x="0" y="655954"/>
                  </a:moveTo>
                  <a:lnTo>
                    <a:pt x="0" y="657225"/>
                  </a:lnTo>
                </a:path>
                <a:path w="3328670" h="1624330">
                  <a:moveTo>
                    <a:pt x="0" y="657859"/>
                  </a:moveTo>
                  <a:lnTo>
                    <a:pt x="0" y="659129"/>
                  </a:lnTo>
                </a:path>
                <a:path w="3328670" h="1624330">
                  <a:moveTo>
                    <a:pt x="0" y="659765"/>
                  </a:moveTo>
                  <a:lnTo>
                    <a:pt x="0" y="661034"/>
                  </a:lnTo>
                </a:path>
                <a:path w="3328670" h="1624330">
                  <a:moveTo>
                    <a:pt x="0" y="661670"/>
                  </a:moveTo>
                  <a:lnTo>
                    <a:pt x="0" y="662940"/>
                  </a:lnTo>
                </a:path>
                <a:path w="3328670" h="1624330">
                  <a:moveTo>
                    <a:pt x="0" y="662940"/>
                  </a:moveTo>
                  <a:lnTo>
                    <a:pt x="0" y="664209"/>
                  </a:lnTo>
                </a:path>
                <a:path w="3328670" h="1624330">
                  <a:moveTo>
                    <a:pt x="0" y="664845"/>
                  </a:moveTo>
                  <a:lnTo>
                    <a:pt x="0" y="666115"/>
                  </a:lnTo>
                </a:path>
                <a:path w="3328670" h="1624330">
                  <a:moveTo>
                    <a:pt x="0" y="666750"/>
                  </a:moveTo>
                  <a:lnTo>
                    <a:pt x="0" y="668020"/>
                  </a:lnTo>
                </a:path>
                <a:path w="3328670" h="1624330">
                  <a:moveTo>
                    <a:pt x="0" y="668654"/>
                  </a:moveTo>
                  <a:lnTo>
                    <a:pt x="0" y="669925"/>
                  </a:lnTo>
                </a:path>
                <a:path w="3328670" h="1624330">
                  <a:moveTo>
                    <a:pt x="0" y="670559"/>
                  </a:moveTo>
                  <a:lnTo>
                    <a:pt x="0" y="671829"/>
                  </a:lnTo>
                </a:path>
                <a:path w="3328670" h="1624330">
                  <a:moveTo>
                    <a:pt x="0" y="671829"/>
                  </a:moveTo>
                  <a:lnTo>
                    <a:pt x="0" y="673100"/>
                  </a:lnTo>
                </a:path>
                <a:path w="3328670" h="1624330">
                  <a:moveTo>
                    <a:pt x="0" y="673734"/>
                  </a:moveTo>
                  <a:lnTo>
                    <a:pt x="0" y="675004"/>
                  </a:lnTo>
                </a:path>
                <a:path w="3328670" h="1624330">
                  <a:moveTo>
                    <a:pt x="0" y="675640"/>
                  </a:moveTo>
                  <a:lnTo>
                    <a:pt x="0" y="676909"/>
                  </a:lnTo>
                </a:path>
                <a:path w="3328670" h="1624330">
                  <a:moveTo>
                    <a:pt x="0" y="677545"/>
                  </a:moveTo>
                  <a:lnTo>
                    <a:pt x="0" y="678815"/>
                  </a:lnTo>
                </a:path>
                <a:path w="3328670" h="1624330">
                  <a:moveTo>
                    <a:pt x="0" y="679450"/>
                  </a:moveTo>
                  <a:lnTo>
                    <a:pt x="0" y="680720"/>
                  </a:lnTo>
                </a:path>
                <a:path w="3328670" h="1624330">
                  <a:moveTo>
                    <a:pt x="0" y="680720"/>
                  </a:moveTo>
                  <a:lnTo>
                    <a:pt x="0" y="681990"/>
                  </a:lnTo>
                </a:path>
                <a:path w="3328670" h="1624330">
                  <a:moveTo>
                    <a:pt x="0" y="682625"/>
                  </a:moveTo>
                  <a:lnTo>
                    <a:pt x="0" y="683895"/>
                  </a:lnTo>
                </a:path>
                <a:path w="3328670" h="1624330">
                  <a:moveTo>
                    <a:pt x="0" y="684529"/>
                  </a:moveTo>
                  <a:lnTo>
                    <a:pt x="0" y="685800"/>
                  </a:lnTo>
                </a:path>
                <a:path w="3328670" h="1624330">
                  <a:moveTo>
                    <a:pt x="0" y="686434"/>
                  </a:moveTo>
                  <a:lnTo>
                    <a:pt x="0" y="687704"/>
                  </a:lnTo>
                </a:path>
                <a:path w="3328670" h="1624330">
                  <a:moveTo>
                    <a:pt x="0" y="688340"/>
                  </a:moveTo>
                  <a:lnTo>
                    <a:pt x="0" y="689609"/>
                  </a:lnTo>
                </a:path>
                <a:path w="3328670" h="1624330">
                  <a:moveTo>
                    <a:pt x="0" y="689609"/>
                  </a:moveTo>
                  <a:lnTo>
                    <a:pt x="0" y="690879"/>
                  </a:lnTo>
                </a:path>
                <a:path w="3328670" h="1624330">
                  <a:moveTo>
                    <a:pt x="0" y="691515"/>
                  </a:moveTo>
                  <a:lnTo>
                    <a:pt x="0" y="692784"/>
                  </a:lnTo>
                </a:path>
                <a:path w="3328670" h="1624330">
                  <a:moveTo>
                    <a:pt x="0" y="693420"/>
                  </a:moveTo>
                  <a:lnTo>
                    <a:pt x="0" y="694690"/>
                  </a:lnTo>
                </a:path>
                <a:path w="3328670" h="1624330">
                  <a:moveTo>
                    <a:pt x="0" y="695325"/>
                  </a:moveTo>
                  <a:lnTo>
                    <a:pt x="0" y="696595"/>
                  </a:lnTo>
                </a:path>
                <a:path w="3328670" h="1624330">
                  <a:moveTo>
                    <a:pt x="0" y="697229"/>
                  </a:moveTo>
                  <a:lnTo>
                    <a:pt x="0" y="698500"/>
                  </a:lnTo>
                </a:path>
                <a:path w="3328670" h="1624330">
                  <a:moveTo>
                    <a:pt x="0" y="698500"/>
                  </a:moveTo>
                  <a:lnTo>
                    <a:pt x="0" y="699770"/>
                  </a:lnTo>
                </a:path>
                <a:path w="3328670" h="1624330">
                  <a:moveTo>
                    <a:pt x="0" y="700404"/>
                  </a:moveTo>
                  <a:lnTo>
                    <a:pt x="0" y="701675"/>
                  </a:lnTo>
                </a:path>
                <a:path w="3328670" h="1624330">
                  <a:moveTo>
                    <a:pt x="0" y="702309"/>
                  </a:moveTo>
                  <a:lnTo>
                    <a:pt x="0" y="703579"/>
                  </a:lnTo>
                </a:path>
                <a:path w="3328670" h="1624330">
                  <a:moveTo>
                    <a:pt x="0" y="704215"/>
                  </a:moveTo>
                  <a:lnTo>
                    <a:pt x="0" y="705484"/>
                  </a:lnTo>
                </a:path>
                <a:path w="3328670" h="1624330">
                  <a:moveTo>
                    <a:pt x="0" y="706120"/>
                  </a:moveTo>
                  <a:lnTo>
                    <a:pt x="0" y="707390"/>
                  </a:lnTo>
                </a:path>
                <a:path w="3328670" h="1624330">
                  <a:moveTo>
                    <a:pt x="0" y="707390"/>
                  </a:moveTo>
                  <a:lnTo>
                    <a:pt x="0" y="708659"/>
                  </a:lnTo>
                </a:path>
                <a:path w="3328670" h="1624330">
                  <a:moveTo>
                    <a:pt x="0" y="709295"/>
                  </a:moveTo>
                  <a:lnTo>
                    <a:pt x="0" y="710565"/>
                  </a:lnTo>
                </a:path>
                <a:path w="3328670" h="1624330">
                  <a:moveTo>
                    <a:pt x="0" y="711200"/>
                  </a:moveTo>
                  <a:lnTo>
                    <a:pt x="0" y="712470"/>
                  </a:lnTo>
                </a:path>
                <a:path w="3328670" h="1624330">
                  <a:moveTo>
                    <a:pt x="0" y="713104"/>
                  </a:moveTo>
                  <a:lnTo>
                    <a:pt x="0" y="714375"/>
                  </a:lnTo>
                </a:path>
                <a:path w="3328670" h="1624330">
                  <a:moveTo>
                    <a:pt x="0" y="715009"/>
                  </a:moveTo>
                  <a:lnTo>
                    <a:pt x="0" y="716279"/>
                  </a:lnTo>
                </a:path>
                <a:path w="3328670" h="1624330">
                  <a:moveTo>
                    <a:pt x="0" y="716279"/>
                  </a:moveTo>
                  <a:lnTo>
                    <a:pt x="0" y="717550"/>
                  </a:lnTo>
                </a:path>
                <a:path w="3328670" h="1624330">
                  <a:moveTo>
                    <a:pt x="0" y="718184"/>
                  </a:moveTo>
                  <a:lnTo>
                    <a:pt x="0" y="719454"/>
                  </a:lnTo>
                </a:path>
                <a:path w="3328670" h="1624330">
                  <a:moveTo>
                    <a:pt x="0" y="720090"/>
                  </a:moveTo>
                  <a:lnTo>
                    <a:pt x="0" y="721359"/>
                  </a:lnTo>
                </a:path>
                <a:path w="3328670" h="1624330">
                  <a:moveTo>
                    <a:pt x="0" y="721995"/>
                  </a:moveTo>
                  <a:lnTo>
                    <a:pt x="0" y="723265"/>
                  </a:lnTo>
                </a:path>
                <a:path w="3328670" h="1624330">
                  <a:moveTo>
                    <a:pt x="0" y="723900"/>
                  </a:moveTo>
                  <a:lnTo>
                    <a:pt x="0" y="725170"/>
                  </a:lnTo>
                </a:path>
                <a:path w="3328670" h="1624330">
                  <a:moveTo>
                    <a:pt x="0" y="725170"/>
                  </a:moveTo>
                  <a:lnTo>
                    <a:pt x="0" y="726440"/>
                  </a:lnTo>
                </a:path>
                <a:path w="3328670" h="1624330">
                  <a:moveTo>
                    <a:pt x="0" y="727075"/>
                  </a:moveTo>
                  <a:lnTo>
                    <a:pt x="0" y="728345"/>
                  </a:lnTo>
                </a:path>
                <a:path w="3328670" h="1624330">
                  <a:moveTo>
                    <a:pt x="0" y="728979"/>
                  </a:moveTo>
                  <a:lnTo>
                    <a:pt x="0" y="730250"/>
                  </a:lnTo>
                </a:path>
                <a:path w="3328670" h="1624330">
                  <a:moveTo>
                    <a:pt x="0" y="730884"/>
                  </a:moveTo>
                  <a:lnTo>
                    <a:pt x="0" y="732154"/>
                  </a:lnTo>
                </a:path>
                <a:path w="3328670" h="1624330">
                  <a:moveTo>
                    <a:pt x="0" y="732790"/>
                  </a:moveTo>
                  <a:lnTo>
                    <a:pt x="0" y="734059"/>
                  </a:lnTo>
                </a:path>
                <a:path w="3328670" h="1624330">
                  <a:moveTo>
                    <a:pt x="0" y="734059"/>
                  </a:moveTo>
                  <a:lnTo>
                    <a:pt x="0" y="735329"/>
                  </a:lnTo>
                </a:path>
                <a:path w="3328670" h="1624330">
                  <a:moveTo>
                    <a:pt x="0" y="735965"/>
                  </a:moveTo>
                  <a:lnTo>
                    <a:pt x="0" y="737234"/>
                  </a:lnTo>
                </a:path>
                <a:path w="3328670" h="1624330">
                  <a:moveTo>
                    <a:pt x="0" y="737870"/>
                  </a:moveTo>
                  <a:lnTo>
                    <a:pt x="0" y="739140"/>
                  </a:lnTo>
                </a:path>
                <a:path w="3328670" h="1624330">
                  <a:moveTo>
                    <a:pt x="0" y="739775"/>
                  </a:moveTo>
                  <a:lnTo>
                    <a:pt x="0" y="741045"/>
                  </a:lnTo>
                </a:path>
                <a:path w="3328670" h="1624330">
                  <a:moveTo>
                    <a:pt x="0" y="741679"/>
                  </a:moveTo>
                  <a:lnTo>
                    <a:pt x="0" y="742950"/>
                  </a:lnTo>
                </a:path>
                <a:path w="3328670" h="1624330">
                  <a:moveTo>
                    <a:pt x="0" y="742950"/>
                  </a:moveTo>
                  <a:lnTo>
                    <a:pt x="0" y="744220"/>
                  </a:lnTo>
                </a:path>
                <a:path w="3328670" h="1624330">
                  <a:moveTo>
                    <a:pt x="0" y="744854"/>
                  </a:moveTo>
                  <a:lnTo>
                    <a:pt x="0" y="746125"/>
                  </a:lnTo>
                </a:path>
                <a:path w="3328670" h="1624330">
                  <a:moveTo>
                    <a:pt x="0" y="746759"/>
                  </a:moveTo>
                  <a:lnTo>
                    <a:pt x="0" y="748029"/>
                  </a:lnTo>
                </a:path>
                <a:path w="3328670" h="1624330">
                  <a:moveTo>
                    <a:pt x="0" y="748665"/>
                  </a:moveTo>
                  <a:lnTo>
                    <a:pt x="0" y="749934"/>
                  </a:lnTo>
                </a:path>
                <a:path w="3328670" h="1624330">
                  <a:moveTo>
                    <a:pt x="0" y="750570"/>
                  </a:moveTo>
                  <a:lnTo>
                    <a:pt x="0" y="751840"/>
                  </a:lnTo>
                </a:path>
                <a:path w="3328670" h="1624330">
                  <a:moveTo>
                    <a:pt x="0" y="751840"/>
                  </a:moveTo>
                  <a:lnTo>
                    <a:pt x="0" y="753109"/>
                  </a:lnTo>
                </a:path>
                <a:path w="3328670" h="1624330">
                  <a:moveTo>
                    <a:pt x="0" y="753745"/>
                  </a:moveTo>
                  <a:lnTo>
                    <a:pt x="0" y="755015"/>
                  </a:lnTo>
                </a:path>
                <a:path w="3328670" h="1624330">
                  <a:moveTo>
                    <a:pt x="0" y="755650"/>
                  </a:moveTo>
                  <a:lnTo>
                    <a:pt x="0" y="756920"/>
                  </a:lnTo>
                </a:path>
                <a:path w="3328670" h="1624330">
                  <a:moveTo>
                    <a:pt x="0" y="757554"/>
                  </a:moveTo>
                  <a:lnTo>
                    <a:pt x="0" y="758825"/>
                  </a:lnTo>
                </a:path>
                <a:path w="3328670" h="1624330">
                  <a:moveTo>
                    <a:pt x="0" y="759459"/>
                  </a:moveTo>
                  <a:lnTo>
                    <a:pt x="0" y="760729"/>
                  </a:lnTo>
                </a:path>
                <a:path w="3328670" h="1624330">
                  <a:moveTo>
                    <a:pt x="0" y="760729"/>
                  </a:moveTo>
                  <a:lnTo>
                    <a:pt x="0" y="762000"/>
                  </a:lnTo>
                </a:path>
                <a:path w="3328670" h="1624330">
                  <a:moveTo>
                    <a:pt x="0" y="762634"/>
                  </a:moveTo>
                  <a:lnTo>
                    <a:pt x="0" y="763904"/>
                  </a:lnTo>
                </a:path>
                <a:path w="3328670" h="1624330">
                  <a:moveTo>
                    <a:pt x="0" y="764540"/>
                  </a:moveTo>
                  <a:lnTo>
                    <a:pt x="0" y="765809"/>
                  </a:lnTo>
                </a:path>
                <a:path w="3328670" h="1624330">
                  <a:moveTo>
                    <a:pt x="0" y="766445"/>
                  </a:moveTo>
                  <a:lnTo>
                    <a:pt x="0" y="767715"/>
                  </a:lnTo>
                </a:path>
                <a:path w="3328670" h="1624330">
                  <a:moveTo>
                    <a:pt x="0" y="768350"/>
                  </a:moveTo>
                  <a:lnTo>
                    <a:pt x="0" y="769620"/>
                  </a:lnTo>
                </a:path>
                <a:path w="3328670" h="1624330">
                  <a:moveTo>
                    <a:pt x="0" y="769620"/>
                  </a:moveTo>
                  <a:lnTo>
                    <a:pt x="0" y="770890"/>
                  </a:lnTo>
                </a:path>
                <a:path w="3328670" h="1624330">
                  <a:moveTo>
                    <a:pt x="0" y="771525"/>
                  </a:moveTo>
                  <a:lnTo>
                    <a:pt x="0" y="772795"/>
                  </a:lnTo>
                </a:path>
                <a:path w="3328670" h="1624330">
                  <a:moveTo>
                    <a:pt x="0" y="773429"/>
                  </a:moveTo>
                  <a:lnTo>
                    <a:pt x="0" y="774700"/>
                  </a:lnTo>
                </a:path>
                <a:path w="3328670" h="1624330">
                  <a:moveTo>
                    <a:pt x="0" y="775334"/>
                  </a:moveTo>
                  <a:lnTo>
                    <a:pt x="0" y="776604"/>
                  </a:lnTo>
                </a:path>
                <a:path w="3328670" h="1624330">
                  <a:moveTo>
                    <a:pt x="0" y="777240"/>
                  </a:moveTo>
                  <a:lnTo>
                    <a:pt x="0" y="778509"/>
                  </a:lnTo>
                </a:path>
                <a:path w="3328670" h="1624330">
                  <a:moveTo>
                    <a:pt x="0" y="778509"/>
                  </a:moveTo>
                  <a:lnTo>
                    <a:pt x="0" y="779779"/>
                  </a:lnTo>
                </a:path>
                <a:path w="3328670" h="1624330">
                  <a:moveTo>
                    <a:pt x="0" y="780415"/>
                  </a:moveTo>
                  <a:lnTo>
                    <a:pt x="0" y="781684"/>
                  </a:lnTo>
                </a:path>
                <a:path w="3328670" h="1624330">
                  <a:moveTo>
                    <a:pt x="0" y="782320"/>
                  </a:moveTo>
                  <a:lnTo>
                    <a:pt x="0" y="783590"/>
                  </a:lnTo>
                </a:path>
                <a:path w="3328670" h="1624330">
                  <a:moveTo>
                    <a:pt x="0" y="784225"/>
                  </a:moveTo>
                  <a:lnTo>
                    <a:pt x="0" y="785495"/>
                  </a:lnTo>
                </a:path>
                <a:path w="3328670" h="1624330">
                  <a:moveTo>
                    <a:pt x="0" y="786129"/>
                  </a:moveTo>
                  <a:lnTo>
                    <a:pt x="0" y="787400"/>
                  </a:lnTo>
                </a:path>
                <a:path w="3328670" h="1624330">
                  <a:moveTo>
                    <a:pt x="0" y="787400"/>
                  </a:moveTo>
                  <a:lnTo>
                    <a:pt x="0" y="788670"/>
                  </a:lnTo>
                </a:path>
                <a:path w="3328670" h="1624330">
                  <a:moveTo>
                    <a:pt x="0" y="789304"/>
                  </a:moveTo>
                  <a:lnTo>
                    <a:pt x="0" y="790575"/>
                  </a:lnTo>
                </a:path>
                <a:path w="3328670" h="1624330">
                  <a:moveTo>
                    <a:pt x="0" y="791209"/>
                  </a:moveTo>
                  <a:lnTo>
                    <a:pt x="0" y="792479"/>
                  </a:lnTo>
                </a:path>
                <a:path w="3328670" h="1624330">
                  <a:moveTo>
                    <a:pt x="0" y="793115"/>
                  </a:moveTo>
                  <a:lnTo>
                    <a:pt x="0" y="794384"/>
                  </a:lnTo>
                </a:path>
                <a:path w="3328670" h="1624330">
                  <a:moveTo>
                    <a:pt x="0" y="795020"/>
                  </a:moveTo>
                  <a:lnTo>
                    <a:pt x="0" y="796290"/>
                  </a:lnTo>
                </a:path>
                <a:path w="3328670" h="1624330">
                  <a:moveTo>
                    <a:pt x="0" y="796290"/>
                  </a:moveTo>
                  <a:lnTo>
                    <a:pt x="0" y="797559"/>
                  </a:lnTo>
                </a:path>
                <a:path w="3328670" h="1624330">
                  <a:moveTo>
                    <a:pt x="0" y="798195"/>
                  </a:moveTo>
                  <a:lnTo>
                    <a:pt x="0" y="799465"/>
                  </a:lnTo>
                </a:path>
                <a:path w="3328670" h="1624330">
                  <a:moveTo>
                    <a:pt x="0" y="800100"/>
                  </a:moveTo>
                  <a:lnTo>
                    <a:pt x="0" y="801370"/>
                  </a:lnTo>
                </a:path>
                <a:path w="3328670" h="1624330">
                  <a:moveTo>
                    <a:pt x="0" y="802004"/>
                  </a:moveTo>
                  <a:lnTo>
                    <a:pt x="0" y="803275"/>
                  </a:lnTo>
                </a:path>
                <a:path w="3328670" h="1624330">
                  <a:moveTo>
                    <a:pt x="0" y="803909"/>
                  </a:moveTo>
                  <a:lnTo>
                    <a:pt x="0" y="805179"/>
                  </a:lnTo>
                </a:path>
                <a:path w="3328670" h="1624330">
                  <a:moveTo>
                    <a:pt x="0" y="805179"/>
                  </a:moveTo>
                  <a:lnTo>
                    <a:pt x="0" y="806450"/>
                  </a:lnTo>
                </a:path>
                <a:path w="3328670" h="1624330">
                  <a:moveTo>
                    <a:pt x="0" y="807084"/>
                  </a:moveTo>
                  <a:lnTo>
                    <a:pt x="0" y="808354"/>
                  </a:lnTo>
                </a:path>
                <a:path w="3328670" h="1624330">
                  <a:moveTo>
                    <a:pt x="0" y="808990"/>
                  </a:moveTo>
                  <a:lnTo>
                    <a:pt x="0" y="810259"/>
                  </a:lnTo>
                </a:path>
                <a:path w="3328670" h="1624330">
                  <a:moveTo>
                    <a:pt x="0" y="810895"/>
                  </a:moveTo>
                  <a:lnTo>
                    <a:pt x="0" y="812165"/>
                  </a:lnTo>
                </a:path>
                <a:path w="3328670" h="1624330">
                  <a:moveTo>
                    <a:pt x="0" y="812800"/>
                  </a:moveTo>
                  <a:lnTo>
                    <a:pt x="0" y="814070"/>
                  </a:lnTo>
                </a:path>
                <a:path w="3328670" h="1624330">
                  <a:moveTo>
                    <a:pt x="0" y="814070"/>
                  </a:moveTo>
                  <a:lnTo>
                    <a:pt x="0" y="815340"/>
                  </a:lnTo>
                </a:path>
                <a:path w="3328670" h="1624330">
                  <a:moveTo>
                    <a:pt x="0" y="815975"/>
                  </a:moveTo>
                  <a:lnTo>
                    <a:pt x="0" y="817245"/>
                  </a:lnTo>
                </a:path>
                <a:path w="3328670" h="1624330">
                  <a:moveTo>
                    <a:pt x="0" y="817879"/>
                  </a:moveTo>
                  <a:lnTo>
                    <a:pt x="0" y="819150"/>
                  </a:lnTo>
                </a:path>
                <a:path w="3328670" h="1624330">
                  <a:moveTo>
                    <a:pt x="0" y="819784"/>
                  </a:moveTo>
                  <a:lnTo>
                    <a:pt x="0" y="821054"/>
                  </a:lnTo>
                </a:path>
                <a:path w="3328670" h="1624330">
                  <a:moveTo>
                    <a:pt x="0" y="821690"/>
                  </a:moveTo>
                  <a:lnTo>
                    <a:pt x="0" y="822959"/>
                  </a:lnTo>
                </a:path>
                <a:path w="3328670" h="1624330">
                  <a:moveTo>
                    <a:pt x="0" y="822959"/>
                  </a:moveTo>
                  <a:lnTo>
                    <a:pt x="0" y="824229"/>
                  </a:lnTo>
                </a:path>
                <a:path w="3328670" h="1624330">
                  <a:moveTo>
                    <a:pt x="0" y="824865"/>
                  </a:moveTo>
                  <a:lnTo>
                    <a:pt x="0" y="826134"/>
                  </a:lnTo>
                </a:path>
                <a:path w="3328670" h="1624330">
                  <a:moveTo>
                    <a:pt x="0" y="826770"/>
                  </a:moveTo>
                  <a:lnTo>
                    <a:pt x="0" y="828040"/>
                  </a:lnTo>
                </a:path>
                <a:path w="3328670" h="1624330">
                  <a:moveTo>
                    <a:pt x="0" y="828675"/>
                  </a:moveTo>
                  <a:lnTo>
                    <a:pt x="0" y="829945"/>
                  </a:lnTo>
                </a:path>
                <a:path w="3328670" h="1624330">
                  <a:moveTo>
                    <a:pt x="0" y="830579"/>
                  </a:moveTo>
                  <a:lnTo>
                    <a:pt x="0" y="831850"/>
                  </a:lnTo>
                </a:path>
                <a:path w="3328670" h="1624330">
                  <a:moveTo>
                    <a:pt x="0" y="831850"/>
                  </a:moveTo>
                  <a:lnTo>
                    <a:pt x="0" y="833120"/>
                  </a:lnTo>
                </a:path>
                <a:path w="3328670" h="1624330">
                  <a:moveTo>
                    <a:pt x="0" y="833754"/>
                  </a:moveTo>
                  <a:lnTo>
                    <a:pt x="0" y="835025"/>
                  </a:lnTo>
                </a:path>
                <a:path w="3328670" h="1624330">
                  <a:moveTo>
                    <a:pt x="0" y="835659"/>
                  </a:moveTo>
                  <a:lnTo>
                    <a:pt x="0" y="836929"/>
                  </a:lnTo>
                </a:path>
                <a:path w="3328670" h="1624330">
                  <a:moveTo>
                    <a:pt x="0" y="837565"/>
                  </a:moveTo>
                  <a:lnTo>
                    <a:pt x="0" y="838834"/>
                  </a:lnTo>
                </a:path>
                <a:path w="3328670" h="1624330">
                  <a:moveTo>
                    <a:pt x="0" y="839470"/>
                  </a:moveTo>
                  <a:lnTo>
                    <a:pt x="0" y="840740"/>
                  </a:lnTo>
                </a:path>
                <a:path w="3328670" h="1624330">
                  <a:moveTo>
                    <a:pt x="0" y="840740"/>
                  </a:moveTo>
                  <a:lnTo>
                    <a:pt x="0" y="842009"/>
                  </a:lnTo>
                </a:path>
                <a:path w="3328670" h="1624330">
                  <a:moveTo>
                    <a:pt x="0" y="842645"/>
                  </a:moveTo>
                  <a:lnTo>
                    <a:pt x="0" y="843915"/>
                  </a:lnTo>
                </a:path>
                <a:path w="3328670" h="1624330">
                  <a:moveTo>
                    <a:pt x="0" y="844550"/>
                  </a:moveTo>
                  <a:lnTo>
                    <a:pt x="0" y="845820"/>
                  </a:lnTo>
                </a:path>
                <a:path w="3328670" h="1624330">
                  <a:moveTo>
                    <a:pt x="0" y="846454"/>
                  </a:moveTo>
                  <a:lnTo>
                    <a:pt x="0" y="847725"/>
                  </a:lnTo>
                </a:path>
                <a:path w="3328670" h="1624330">
                  <a:moveTo>
                    <a:pt x="0" y="848359"/>
                  </a:moveTo>
                  <a:lnTo>
                    <a:pt x="0" y="849629"/>
                  </a:lnTo>
                </a:path>
                <a:path w="3328670" h="1624330">
                  <a:moveTo>
                    <a:pt x="0" y="849629"/>
                  </a:moveTo>
                  <a:lnTo>
                    <a:pt x="0" y="850265"/>
                  </a:lnTo>
                </a:path>
                <a:path w="3328670" h="1624330">
                  <a:moveTo>
                    <a:pt x="197485" y="60325"/>
                  </a:moveTo>
                  <a:lnTo>
                    <a:pt x="443865" y="6032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2376170" y="1751977"/>
              <a:ext cx="42545" cy="13335"/>
            </a:xfrm>
            <a:custGeom>
              <a:avLst/>
              <a:gdLst/>
              <a:ahLst/>
              <a:cxnLst/>
              <a:rect l="l" t="t" r="r" b="b"/>
              <a:pathLst>
                <a:path w="42544" h="13335">
                  <a:moveTo>
                    <a:pt x="42544" y="0"/>
                  </a:moveTo>
                  <a:lnTo>
                    <a:pt x="0" y="7619"/>
                  </a:lnTo>
                  <a:lnTo>
                    <a:pt x="42544" y="13334"/>
                  </a:lnTo>
                  <a:lnTo>
                    <a:pt x="4254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2376805" y="1730387"/>
              <a:ext cx="1025525" cy="57150"/>
            </a:xfrm>
            <a:custGeom>
              <a:avLst/>
              <a:gdLst/>
              <a:ahLst/>
              <a:cxnLst/>
              <a:rect l="l" t="t" r="r" b="b"/>
              <a:pathLst>
                <a:path w="1025525" h="57150">
                  <a:moveTo>
                    <a:pt x="42544" y="21590"/>
                  </a:moveTo>
                  <a:lnTo>
                    <a:pt x="42544" y="34925"/>
                  </a:lnTo>
                  <a:lnTo>
                    <a:pt x="0" y="29209"/>
                  </a:lnTo>
                  <a:lnTo>
                    <a:pt x="42544" y="21590"/>
                  </a:lnTo>
                  <a:close/>
                </a:path>
                <a:path w="1025525" h="57150">
                  <a:moveTo>
                    <a:pt x="502919" y="0"/>
                  </a:moveTo>
                  <a:lnTo>
                    <a:pt x="502919" y="57150"/>
                  </a:lnTo>
                </a:path>
                <a:path w="1025525" h="57150">
                  <a:moveTo>
                    <a:pt x="505459" y="0"/>
                  </a:moveTo>
                  <a:lnTo>
                    <a:pt x="505459" y="57150"/>
                  </a:lnTo>
                </a:path>
                <a:path w="1025525" h="57150">
                  <a:moveTo>
                    <a:pt x="495300" y="0"/>
                  </a:moveTo>
                  <a:lnTo>
                    <a:pt x="513080" y="0"/>
                  </a:lnTo>
                </a:path>
                <a:path w="1025525" h="57150">
                  <a:moveTo>
                    <a:pt x="495300" y="57150"/>
                  </a:moveTo>
                  <a:lnTo>
                    <a:pt x="534669" y="57150"/>
                  </a:lnTo>
                  <a:lnTo>
                    <a:pt x="534669" y="41275"/>
                  </a:lnTo>
                  <a:lnTo>
                    <a:pt x="533400" y="57150"/>
                  </a:lnTo>
                </a:path>
                <a:path w="1025525" h="57150">
                  <a:moveTo>
                    <a:pt x="1025524" y="29209"/>
                  </a:moveTo>
                  <a:lnTo>
                    <a:pt x="591184" y="2920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3402330" y="1751977"/>
              <a:ext cx="42545" cy="13335"/>
            </a:xfrm>
            <a:custGeom>
              <a:avLst/>
              <a:gdLst/>
              <a:ahLst/>
              <a:cxnLst/>
              <a:rect l="l" t="t" r="r" b="b"/>
              <a:pathLst>
                <a:path w="42545" h="13335">
                  <a:moveTo>
                    <a:pt x="0" y="0"/>
                  </a:moveTo>
                  <a:lnTo>
                    <a:pt x="0" y="13334"/>
                  </a:lnTo>
                  <a:lnTo>
                    <a:pt x="42545" y="76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2921000" y="1730387"/>
              <a:ext cx="524510" cy="57150"/>
            </a:xfrm>
            <a:custGeom>
              <a:avLst/>
              <a:gdLst/>
              <a:ahLst/>
              <a:cxnLst/>
              <a:rect l="l" t="t" r="r" b="b"/>
              <a:pathLst>
                <a:path w="524510" h="57150">
                  <a:moveTo>
                    <a:pt x="481964" y="21590"/>
                  </a:moveTo>
                  <a:lnTo>
                    <a:pt x="481964" y="34925"/>
                  </a:lnTo>
                  <a:lnTo>
                    <a:pt x="524510" y="29209"/>
                  </a:lnTo>
                  <a:lnTo>
                    <a:pt x="481964" y="21590"/>
                  </a:lnTo>
                  <a:close/>
                </a:path>
                <a:path w="524510" h="57150">
                  <a:moveTo>
                    <a:pt x="7619" y="0"/>
                  </a:moveTo>
                  <a:lnTo>
                    <a:pt x="7619" y="45720"/>
                  </a:lnTo>
                  <a:lnTo>
                    <a:pt x="10794" y="55245"/>
                  </a:lnTo>
                  <a:lnTo>
                    <a:pt x="15239" y="57150"/>
                  </a:lnTo>
                  <a:lnTo>
                    <a:pt x="21589" y="57150"/>
                  </a:lnTo>
                  <a:lnTo>
                    <a:pt x="27939" y="55245"/>
                  </a:lnTo>
                  <a:lnTo>
                    <a:pt x="29210" y="48895"/>
                  </a:lnTo>
                </a:path>
                <a:path w="524510" h="57150">
                  <a:moveTo>
                    <a:pt x="10794" y="0"/>
                  </a:moveTo>
                  <a:lnTo>
                    <a:pt x="10794" y="45720"/>
                  </a:lnTo>
                  <a:lnTo>
                    <a:pt x="13969" y="55245"/>
                  </a:lnTo>
                  <a:lnTo>
                    <a:pt x="15239" y="57150"/>
                  </a:lnTo>
                </a:path>
                <a:path w="524510" h="57150">
                  <a:moveTo>
                    <a:pt x="0" y="19684"/>
                  </a:moveTo>
                  <a:lnTo>
                    <a:pt x="21589" y="1968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3444875" y="1758962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2109470" y="1574812"/>
              <a:ext cx="172720" cy="876935"/>
            </a:xfrm>
            <a:custGeom>
              <a:avLst/>
              <a:gdLst/>
              <a:ahLst/>
              <a:cxnLst/>
              <a:rect l="l" t="t" r="r" b="b"/>
              <a:pathLst>
                <a:path w="172719" h="876935">
                  <a:moveTo>
                    <a:pt x="0" y="0"/>
                  </a:moveTo>
                  <a:lnTo>
                    <a:pt x="0" y="1270"/>
                  </a:lnTo>
                </a:path>
                <a:path w="172719" h="876935">
                  <a:moveTo>
                    <a:pt x="0" y="1904"/>
                  </a:moveTo>
                  <a:lnTo>
                    <a:pt x="0" y="3175"/>
                  </a:lnTo>
                </a:path>
                <a:path w="172719" h="876935">
                  <a:moveTo>
                    <a:pt x="0" y="3809"/>
                  </a:moveTo>
                  <a:lnTo>
                    <a:pt x="0" y="5079"/>
                  </a:lnTo>
                </a:path>
                <a:path w="172719" h="876935">
                  <a:moveTo>
                    <a:pt x="0" y="5079"/>
                  </a:moveTo>
                  <a:lnTo>
                    <a:pt x="0" y="6350"/>
                  </a:lnTo>
                </a:path>
                <a:path w="172719" h="876935">
                  <a:moveTo>
                    <a:pt x="0" y="6984"/>
                  </a:moveTo>
                  <a:lnTo>
                    <a:pt x="0" y="8254"/>
                  </a:lnTo>
                </a:path>
                <a:path w="172719" h="876935">
                  <a:moveTo>
                    <a:pt x="0" y="8890"/>
                  </a:moveTo>
                  <a:lnTo>
                    <a:pt x="0" y="10159"/>
                  </a:lnTo>
                </a:path>
                <a:path w="172719" h="876935">
                  <a:moveTo>
                    <a:pt x="0" y="10795"/>
                  </a:moveTo>
                  <a:lnTo>
                    <a:pt x="0" y="12065"/>
                  </a:lnTo>
                </a:path>
                <a:path w="172719" h="876935">
                  <a:moveTo>
                    <a:pt x="0" y="12700"/>
                  </a:moveTo>
                  <a:lnTo>
                    <a:pt x="0" y="13970"/>
                  </a:lnTo>
                </a:path>
                <a:path w="172719" h="876935">
                  <a:moveTo>
                    <a:pt x="0" y="13970"/>
                  </a:moveTo>
                  <a:lnTo>
                    <a:pt x="0" y="15240"/>
                  </a:lnTo>
                </a:path>
                <a:path w="172719" h="876935">
                  <a:moveTo>
                    <a:pt x="0" y="15875"/>
                  </a:moveTo>
                  <a:lnTo>
                    <a:pt x="0" y="17145"/>
                  </a:lnTo>
                </a:path>
                <a:path w="172719" h="876935">
                  <a:moveTo>
                    <a:pt x="0" y="17779"/>
                  </a:moveTo>
                  <a:lnTo>
                    <a:pt x="0" y="19050"/>
                  </a:lnTo>
                </a:path>
                <a:path w="172719" h="876935">
                  <a:moveTo>
                    <a:pt x="0" y="19684"/>
                  </a:moveTo>
                  <a:lnTo>
                    <a:pt x="0" y="20954"/>
                  </a:lnTo>
                </a:path>
                <a:path w="172719" h="876935">
                  <a:moveTo>
                    <a:pt x="0" y="21590"/>
                  </a:moveTo>
                  <a:lnTo>
                    <a:pt x="0" y="22859"/>
                  </a:lnTo>
                </a:path>
                <a:path w="172719" h="876935">
                  <a:moveTo>
                    <a:pt x="0" y="22859"/>
                  </a:moveTo>
                  <a:lnTo>
                    <a:pt x="0" y="24129"/>
                  </a:lnTo>
                </a:path>
                <a:path w="172719" h="876935">
                  <a:moveTo>
                    <a:pt x="0" y="24765"/>
                  </a:moveTo>
                  <a:lnTo>
                    <a:pt x="0" y="26034"/>
                  </a:lnTo>
                </a:path>
                <a:path w="172719" h="876935">
                  <a:moveTo>
                    <a:pt x="0" y="26670"/>
                  </a:moveTo>
                  <a:lnTo>
                    <a:pt x="0" y="27940"/>
                  </a:lnTo>
                </a:path>
                <a:path w="172719" h="876935">
                  <a:moveTo>
                    <a:pt x="0" y="28575"/>
                  </a:moveTo>
                  <a:lnTo>
                    <a:pt x="0" y="29845"/>
                  </a:lnTo>
                </a:path>
                <a:path w="172719" h="876935">
                  <a:moveTo>
                    <a:pt x="0" y="30479"/>
                  </a:moveTo>
                  <a:lnTo>
                    <a:pt x="0" y="31750"/>
                  </a:lnTo>
                </a:path>
                <a:path w="172719" h="876935">
                  <a:moveTo>
                    <a:pt x="0" y="31750"/>
                  </a:moveTo>
                  <a:lnTo>
                    <a:pt x="0" y="33020"/>
                  </a:lnTo>
                </a:path>
                <a:path w="172719" h="876935">
                  <a:moveTo>
                    <a:pt x="0" y="33654"/>
                  </a:moveTo>
                  <a:lnTo>
                    <a:pt x="0" y="34925"/>
                  </a:lnTo>
                </a:path>
                <a:path w="172719" h="876935">
                  <a:moveTo>
                    <a:pt x="0" y="35559"/>
                  </a:moveTo>
                  <a:lnTo>
                    <a:pt x="0" y="36829"/>
                  </a:lnTo>
                </a:path>
                <a:path w="172719" h="876935">
                  <a:moveTo>
                    <a:pt x="0" y="37465"/>
                  </a:moveTo>
                  <a:lnTo>
                    <a:pt x="0" y="38734"/>
                  </a:lnTo>
                </a:path>
                <a:path w="172719" h="876935">
                  <a:moveTo>
                    <a:pt x="0" y="39370"/>
                  </a:moveTo>
                  <a:lnTo>
                    <a:pt x="0" y="40640"/>
                  </a:lnTo>
                </a:path>
                <a:path w="172719" h="876935">
                  <a:moveTo>
                    <a:pt x="0" y="40640"/>
                  </a:moveTo>
                  <a:lnTo>
                    <a:pt x="0" y="41909"/>
                  </a:lnTo>
                </a:path>
                <a:path w="172719" h="876935">
                  <a:moveTo>
                    <a:pt x="0" y="42545"/>
                  </a:moveTo>
                  <a:lnTo>
                    <a:pt x="0" y="43815"/>
                  </a:lnTo>
                </a:path>
                <a:path w="172719" h="876935">
                  <a:moveTo>
                    <a:pt x="0" y="44450"/>
                  </a:moveTo>
                  <a:lnTo>
                    <a:pt x="0" y="45720"/>
                  </a:lnTo>
                </a:path>
                <a:path w="172719" h="876935">
                  <a:moveTo>
                    <a:pt x="0" y="46354"/>
                  </a:moveTo>
                  <a:lnTo>
                    <a:pt x="0" y="47625"/>
                  </a:lnTo>
                </a:path>
                <a:path w="172719" h="876935">
                  <a:moveTo>
                    <a:pt x="0" y="48259"/>
                  </a:moveTo>
                  <a:lnTo>
                    <a:pt x="0" y="49529"/>
                  </a:lnTo>
                </a:path>
                <a:path w="172719" h="876935">
                  <a:moveTo>
                    <a:pt x="0" y="49529"/>
                  </a:moveTo>
                  <a:lnTo>
                    <a:pt x="0" y="50800"/>
                  </a:lnTo>
                </a:path>
                <a:path w="172719" h="876935">
                  <a:moveTo>
                    <a:pt x="0" y="51434"/>
                  </a:moveTo>
                  <a:lnTo>
                    <a:pt x="0" y="52704"/>
                  </a:lnTo>
                </a:path>
                <a:path w="172719" h="876935">
                  <a:moveTo>
                    <a:pt x="0" y="53340"/>
                  </a:moveTo>
                  <a:lnTo>
                    <a:pt x="0" y="54609"/>
                  </a:lnTo>
                </a:path>
                <a:path w="172719" h="876935">
                  <a:moveTo>
                    <a:pt x="0" y="55245"/>
                  </a:moveTo>
                  <a:lnTo>
                    <a:pt x="0" y="56515"/>
                  </a:lnTo>
                </a:path>
                <a:path w="172719" h="876935">
                  <a:moveTo>
                    <a:pt x="0" y="57150"/>
                  </a:moveTo>
                  <a:lnTo>
                    <a:pt x="0" y="58420"/>
                  </a:lnTo>
                </a:path>
                <a:path w="172719" h="876935">
                  <a:moveTo>
                    <a:pt x="0" y="58420"/>
                  </a:moveTo>
                  <a:lnTo>
                    <a:pt x="0" y="59690"/>
                  </a:lnTo>
                </a:path>
                <a:path w="172719" h="876935">
                  <a:moveTo>
                    <a:pt x="0" y="60325"/>
                  </a:moveTo>
                  <a:lnTo>
                    <a:pt x="0" y="61595"/>
                  </a:lnTo>
                </a:path>
                <a:path w="172719" h="876935">
                  <a:moveTo>
                    <a:pt x="0" y="62229"/>
                  </a:moveTo>
                  <a:lnTo>
                    <a:pt x="0" y="63500"/>
                  </a:lnTo>
                </a:path>
                <a:path w="172719" h="876935">
                  <a:moveTo>
                    <a:pt x="0" y="64134"/>
                  </a:moveTo>
                  <a:lnTo>
                    <a:pt x="0" y="65404"/>
                  </a:lnTo>
                </a:path>
                <a:path w="172719" h="876935">
                  <a:moveTo>
                    <a:pt x="0" y="66040"/>
                  </a:moveTo>
                  <a:lnTo>
                    <a:pt x="0" y="67309"/>
                  </a:lnTo>
                </a:path>
                <a:path w="172719" h="876935">
                  <a:moveTo>
                    <a:pt x="0" y="67309"/>
                  </a:moveTo>
                  <a:lnTo>
                    <a:pt x="0" y="68579"/>
                  </a:lnTo>
                </a:path>
                <a:path w="172719" h="876935">
                  <a:moveTo>
                    <a:pt x="0" y="69215"/>
                  </a:moveTo>
                  <a:lnTo>
                    <a:pt x="0" y="70484"/>
                  </a:lnTo>
                </a:path>
                <a:path w="172719" h="876935">
                  <a:moveTo>
                    <a:pt x="0" y="71120"/>
                  </a:moveTo>
                  <a:lnTo>
                    <a:pt x="0" y="72390"/>
                  </a:lnTo>
                </a:path>
                <a:path w="172719" h="876935">
                  <a:moveTo>
                    <a:pt x="0" y="73025"/>
                  </a:moveTo>
                  <a:lnTo>
                    <a:pt x="0" y="74295"/>
                  </a:lnTo>
                </a:path>
                <a:path w="172719" h="876935">
                  <a:moveTo>
                    <a:pt x="0" y="74929"/>
                  </a:moveTo>
                  <a:lnTo>
                    <a:pt x="0" y="76200"/>
                  </a:lnTo>
                </a:path>
                <a:path w="172719" h="876935">
                  <a:moveTo>
                    <a:pt x="0" y="76200"/>
                  </a:moveTo>
                  <a:lnTo>
                    <a:pt x="0" y="77470"/>
                  </a:lnTo>
                </a:path>
                <a:path w="172719" h="876935">
                  <a:moveTo>
                    <a:pt x="0" y="78104"/>
                  </a:moveTo>
                  <a:lnTo>
                    <a:pt x="0" y="79375"/>
                  </a:lnTo>
                </a:path>
                <a:path w="172719" h="876935">
                  <a:moveTo>
                    <a:pt x="0" y="80009"/>
                  </a:moveTo>
                  <a:lnTo>
                    <a:pt x="0" y="81279"/>
                  </a:lnTo>
                </a:path>
                <a:path w="172719" h="876935">
                  <a:moveTo>
                    <a:pt x="0" y="81915"/>
                  </a:moveTo>
                  <a:lnTo>
                    <a:pt x="0" y="83184"/>
                  </a:lnTo>
                </a:path>
                <a:path w="172719" h="876935">
                  <a:moveTo>
                    <a:pt x="0" y="83820"/>
                  </a:moveTo>
                  <a:lnTo>
                    <a:pt x="0" y="85090"/>
                  </a:lnTo>
                </a:path>
                <a:path w="172719" h="876935">
                  <a:moveTo>
                    <a:pt x="0" y="85090"/>
                  </a:moveTo>
                  <a:lnTo>
                    <a:pt x="0" y="86359"/>
                  </a:lnTo>
                </a:path>
                <a:path w="172719" h="876935">
                  <a:moveTo>
                    <a:pt x="0" y="86995"/>
                  </a:moveTo>
                  <a:lnTo>
                    <a:pt x="0" y="88265"/>
                  </a:lnTo>
                </a:path>
                <a:path w="172719" h="876935">
                  <a:moveTo>
                    <a:pt x="0" y="88900"/>
                  </a:moveTo>
                  <a:lnTo>
                    <a:pt x="0" y="90170"/>
                  </a:lnTo>
                </a:path>
                <a:path w="172719" h="876935">
                  <a:moveTo>
                    <a:pt x="0" y="90804"/>
                  </a:moveTo>
                  <a:lnTo>
                    <a:pt x="0" y="92075"/>
                  </a:lnTo>
                </a:path>
                <a:path w="172719" h="876935">
                  <a:moveTo>
                    <a:pt x="0" y="92709"/>
                  </a:moveTo>
                  <a:lnTo>
                    <a:pt x="0" y="93979"/>
                  </a:lnTo>
                </a:path>
                <a:path w="172719" h="876935">
                  <a:moveTo>
                    <a:pt x="0" y="93979"/>
                  </a:moveTo>
                  <a:lnTo>
                    <a:pt x="0" y="95250"/>
                  </a:lnTo>
                </a:path>
                <a:path w="172719" h="876935">
                  <a:moveTo>
                    <a:pt x="0" y="95884"/>
                  </a:moveTo>
                  <a:lnTo>
                    <a:pt x="0" y="97154"/>
                  </a:lnTo>
                </a:path>
                <a:path w="172719" h="876935">
                  <a:moveTo>
                    <a:pt x="0" y="97790"/>
                  </a:moveTo>
                  <a:lnTo>
                    <a:pt x="0" y="99059"/>
                  </a:lnTo>
                </a:path>
                <a:path w="172719" h="876935">
                  <a:moveTo>
                    <a:pt x="0" y="99695"/>
                  </a:moveTo>
                  <a:lnTo>
                    <a:pt x="0" y="100965"/>
                  </a:lnTo>
                </a:path>
                <a:path w="172719" h="876935">
                  <a:moveTo>
                    <a:pt x="0" y="101600"/>
                  </a:moveTo>
                  <a:lnTo>
                    <a:pt x="0" y="102870"/>
                  </a:lnTo>
                </a:path>
                <a:path w="172719" h="876935">
                  <a:moveTo>
                    <a:pt x="0" y="102870"/>
                  </a:moveTo>
                  <a:lnTo>
                    <a:pt x="0" y="104140"/>
                  </a:lnTo>
                </a:path>
                <a:path w="172719" h="876935">
                  <a:moveTo>
                    <a:pt x="0" y="104775"/>
                  </a:moveTo>
                  <a:lnTo>
                    <a:pt x="0" y="106045"/>
                  </a:lnTo>
                </a:path>
                <a:path w="172719" h="876935">
                  <a:moveTo>
                    <a:pt x="0" y="106679"/>
                  </a:moveTo>
                  <a:lnTo>
                    <a:pt x="0" y="107950"/>
                  </a:lnTo>
                </a:path>
                <a:path w="172719" h="876935">
                  <a:moveTo>
                    <a:pt x="0" y="108584"/>
                  </a:moveTo>
                  <a:lnTo>
                    <a:pt x="0" y="109854"/>
                  </a:lnTo>
                </a:path>
                <a:path w="172719" h="876935">
                  <a:moveTo>
                    <a:pt x="0" y="110490"/>
                  </a:moveTo>
                  <a:lnTo>
                    <a:pt x="0" y="111759"/>
                  </a:lnTo>
                </a:path>
                <a:path w="172719" h="876935">
                  <a:moveTo>
                    <a:pt x="0" y="111759"/>
                  </a:moveTo>
                  <a:lnTo>
                    <a:pt x="0" y="113029"/>
                  </a:lnTo>
                </a:path>
                <a:path w="172719" h="876935">
                  <a:moveTo>
                    <a:pt x="0" y="113665"/>
                  </a:moveTo>
                  <a:lnTo>
                    <a:pt x="0" y="114934"/>
                  </a:lnTo>
                </a:path>
                <a:path w="172719" h="876935">
                  <a:moveTo>
                    <a:pt x="0" y="115570"/>
                  </a:moveTo>
                  <a:lnTo>
                    <a:pt x="0" y="116840"/>
                  </a:lnTo>
                </a:path>
                <a:path w="172719" h="876935">
                  <a:moveTo>
                    <a:pt x="0" y="117475"/>
                  </a:moveTo>
                  <a:lnTo>
                    <a:pt x="0" y="118745"/>
                  </a:lnTo>
                </a:path>
                <a:path w="172719" h="876935">
                  <a:moveTo>
                    <a:pt x="0" y="119379"/>
                  </a:moveTo>
                  <a:lnTo>
                    <a:pt x="0" y="120650"/>
                  </a:lnTo>
                </a:path>
                <a:path w="172719" h="876935">
                  <a:moveTo>
                    <a:pt x="0" y="120650"/>
                  </a:moveTo>
                  <a:lnTo>
                    <a:pt x="0" y="121920"/>
                  </a:lnTo>
                </a:path>
                <a:path w="172719" h="876935">
                  <a:moveTo>
                    <a:pt x="0" y="122554"/>
                  </a:moveTo>
                  <a:lnTo>
                    <a:pt x="0" y="123825"/>
                  </a:lnTo>
                </a:path>
                <a:path w="172719" h="876935">
                  <a:moveTo>
                    <a:pt x="0" y="124459"/>
                  </a:moveTo>
                  <a:lnTo>
                    <a:pt x="0" y="125729"/>
                  </a:lnTo>
                </a:path>
                <a:path w="172719" h="876935">
                  <a:moveTo>
                    <a:pt x="0" y="126365"/>
                  </a:moveTo>
                  <a:lnTo>
                    <a:pt x="0" y="127634"/>
                  </a:lnTo>
                </a:path>
                <a:path w="172719" h="876935">
                  <a:moveTo>
                    <a:pt x="0" y="128270"/>
                  </a:moveTo>
                  <a:lnTo>
                    <a:pt x="0" y="129540"/>
                  </a:lnTo>
                </a:path>
                <a:path w="172719" h="876935">
                  <a:moveTo>
                    <a:pt x="0" y="129540"/>
                  </a:moveTo>
                  <a:lnTo>
                    <a:pt x="0" y="130809"/>
                  </a:lnTo>
                </a:path>
                <a:path w="172719" h="876935">
                  <a:moveTo>
                    <a:pt x="0" y="131445"/>
                  </a:moveTo>
                  <a:lnTo>
                    <a:pt x="0" y="132715"/>
                  </a:lnTo>
                </a:path>
                <a:path w="172719" h="876935">
                  <a:moveTo>
                    <a:pt x="0" y="133350"/>
                  </a:moveTo>
                  <a:lnTo>
                    <a:pt x="0" y="134620"/>
                  </a:lnTo>
                </a:path>
                <a:path w="172719" h="876935">
                  <a:moveTo>
                    <a:pt x="0" y="135254"/>
                  </a:moveTo>
                  <a:lnTo>
                    <a:pt x="0" y="136525"/>
                  </a:lnTo>
                </a:path>
                <a:path w="172719" h="876935">
                  <a:moveTo>
                    <a:pt x="0" y="137159"/>
                  </a:moveTo>
                  <a:lnTo>
                    <a:pt x="0" y="138429"/>
                  </a:lnTo>
                </a:path>
                <a:path w="172719" h="876935">
                  <a:moveTo>
                    <a:pt x="0" y="138429"/>
                  </a:moveTo>
                  <a:lnTo>
                    <a:pt x="0" y="139700"/>
                  </a:lnTo>
                </a:path>
                <a:path w="172719" h="876935">
                  <a:moveTo>
                    <a:pt x="0" y="140334"/>
                  </a:moveTo>
                  <a:lnTo>
                    <a:pt x="0" y="141604"/>
                  </a:lnTo>
                </a:path>
                <a:path w="172719" h="876935">
                  <a:moveTo>
                    <a:pt x="0" y="142240"/>
                  </a:moveTo>
                  <a:lnTo>
                    <a:pt x="0" y="143509"/>
                  </a:lnTo>
                </a:path>
                <a:path w="172719" h="876935">
                  <a:moveTo>
                    <a:pt x="0" y="144145"/>
                  </a:moveTo>
                  <a:lnTo>
                    <a:pt x="0" y="145415"/>
                  </a:lnTo>
                </a:path>
                <a:path w="172719" h="876935">
                  <a:moveTo>
                    <a:pt x="0" y="146050"/>
                  </a:moveTo>
                  <a:lnTo>
                    <a:pt x="0" y="147320"/>
                  </a:lnTo>
                </a:path>
                <a:path w="172719" h="876935">
                  <a:moveTo>
                    <a:pt x="0" y="147320"/>
                  </a:moveTo>
                  <a:lnTo>
                    <a:pt x="0" y="148590"/>
                  </a:lnTo>
                </a:path>
                <a:path w="172719" h="876935">
                  <a:moveTo>
                    <a:pt x="0" y="149225"/>
                  </a:moveTo>
                  <a:lnTo>
                    <a:pt x="0" y="150495"/>
                  </a:lnTo>
                </a:path>
                <a:path w="172719" h="876935">
                  <a:moveTo>
                    <a:pt x="0" y="151129"/>
                  </a:moveTo>
                  <a:lnTo>
                    <a:pt x="0" y="152400"/>
                  </a:lnTo>
                </a:path>
                <a:path w="172719" h="876935">
                  <a:moveTo>
                    <a:pt x="0" y="153034"/>
                  </a:moveTo>
                  <a:lnTo>
                    <a:pt x="0" y="154304"/>
                  </a:lnTo>
                </a:path>
                <a:path w="172719" h="876935">
                  <a:moveTo>
                    <a:pt x="0" y="154940"/>
                  </a:moveTo>
                  <a:lnTo>
                    <a:pt x="0" y="156209"/>
                  </a:lnTo>
                </a:path>
                <a:path w="172719" h="876935">
                  <a:moveTo>
                    <a:pt x="0" y="156209"/>
                  </a:moveTo>
                  <a:lnTo>
                    <a:pt x="0" y="157479"/>
                  </a:lnTo>
                </a:path>
                <a:path w="172719" h="876935">
                  <a:moveTo>
                    <a:pt x="0" y="158115"/>
                  </a:moveTo>
                  <a:lnTo>
                    <a:pt x="0" y="159384"/>
                  </a:lnTo>
                </a:path>
                <a:path w="172719" h="876935">
                  <a:moveTo>
                    <a:pt x="0" y="160020"/>
                  </a:moveTo>
                  <a:lnTo>
                    <a:pt x="0" y="161290"/>
                  </a:lnTo>
                </a:path>
                <a:path w="172719" h="876935">
                  <a:moveTo>
                    <a:pt x="0" y="161925"/>
                  </a:moveTo>
                  <a:lnTo>
                    <a:pt x="0" y="163195"/>
                  </a:lnTo>
                </a:path>
                <a:path w="172719" h="876935">
                  <a:moveTo>
                    <a:pt x="0" y="163829"/>
                  </a:moveTo>
                  <a:lnTo>
                    <a:pt x="0" y="165100"/>
                  </a:lnTo>
                </a:path>
                <a:path w="172719" h="876935">
                  <a:moveTo>
                    <a:pt x="0" y="165100"/>
                  </a:moveTo>
                  <a:lnTo>
                    <a:pt x="0" y="166370"/>
                  </a:lnTo>
                </a:path>
                <a:path w="172719" h="876935">
                  <a:moveTo>
                    <a:pt x="0" y="167004"/>
                  </a:moveTo>
                  <a:lnTo>
                    <a:pt x="0" y="168275"/>
                  </a:lnTo>
                </a:path>
                <a:path w="172719" h="876935">
                  <a:moveTo>
                    <a:pt x="0" y="168909"/>
                  </a:moveTo>
                  <a:lnTo>
                    <a:pt x="0" y="170179"/>
                  </a:lnTo>
                </a:path>
                <a:path w="172719" h="876935">
                  <a:moveTo>
                    <a:pt x="0" y="170815"/>
                  </a:moveTo>
                  <a:lnTo>
                    <a:pt x="0" y="172084"/>
                  </a:lnTo>
                </a:path>
                <a:path w="172719" h="876935">
                  <a:moveTo>
                    <a:pt x="0" y="172720"/>
                  </a:moveTo>
                  <a:lnTo>
                    <a:pt x="0" y="173990"/>
                  </a:lnTo>
                </a:path>
                <a:path w="172719" h="876935">
                  <a:moveTo>
                    <a:pt x="0" y="173990"/>
                  </a:moveTo>
                  <a:lnTo>
                    <a:pt x="0" y="175259"/>
                  </a:lnTo>
                </a:path>
                <a:path w="172719" h="876935">
                  <a:moveTo>
                    <a:pt x="0" y="175895"/>
                  </a:moveTo>
                  <a:lnTo>
                    <a:pt x="0" y="177165"/>
                  </a:lnTo>
                </a:path>
                <a:path w="172719" h="876935">
                  <a:moveTo>
                    <a:pt x="0" y="177800"/>
                  </a:moveTo>
                  <a:lnTo>
                    <a:pt x="0" y="179070"/>
                  </a:lnTo>
                </a:path>
                <a:path w="172719" h="876935">
                  <a:moveTo>
                    <a:pt x="0" y="179704"/>
                  </a:moveTo>
                  <a:lnTo>
                    <a:pt x="0" y="180975"/>
                  </a:lnTo>
                </a:path>
                <a:path w="172719" h="876935">
                  <a:moveTo>
                    <a:pt x="0" y="181609"/>
                  </a:moveTo>
                  <a:lnTo>
                    <a:pt x="0" y="182879"/>
                  </a:lnTo>
                </a:path>
                <a:path w="172719" h="876935">
                  <a:moveTo>
                    <a:pt x="0" y="182879"/>
                  </a:moveTo>
                  <a:lnTo>
                    <a:pt x="0" y="184150"/>
                  </a:lnTo>
                </a:path>
                <a:path w="172719" h="876935">
                  <a:moveTo>
                    <a:pt x="0" y="184784"/>
                  </a:moveTo>
                  <a:lnTo>
                    <a:pt x="0" y="186054"/>
                  </a:lnTo>
                </a:path>
                <a:path w="172719" h="876935">
                  <a:moveTo>
                    <a:pt x="0" y="186690"/>
                  </a:moveTo>
                  <a:lnTo>
                    <a:pt x="0" y="187959"/>
                  </a:lnTo>
                </a:path>
                <a:path w="172719" h="876935">
                  <a:moveTo>
                    <a:pt x="0" y="188595"/>
                  </a:moveTo>
                  <a:lnTo>
                    <a:pt x="0" y="189865"/>
                  </a:lnTo>
                </a:path>
                <a:path w="172719" h="876935">
                  <a:moveTo>
                    <a:pt x="0" y="190500"/>
                  </a:moveTo>
                  <a:lnTo>
                    <a:pt x="0" y="191770"/>
                  </a:lnTo>
                </a:path>
                <a:path w="172719" h="876935">
                  <a:moveTo>
                    <a:pt x="0" y="191770"/>
                  </a:moveTo>
                  <a:lnTo>
                    <a:pt x="0" y="193040"/>
                  </a:lnTo>
                </a:path>
                <a:path w="172719" h="876935">
                  <a:moveTo>
                    <a:pt x="0" y="193675"/>
                  </a:moveTo>
                  <a:lnTo>
                    <a:pt x="0" y="194945"/>
                  </a:lnTo>
                </a:path>
                <a:path w="172719" h="876935">
                  <a:moveTo>
                    <a:pt x="0" y="195579"/>
                  </a:moveTo>
                  <a:lnTo>
                    <a:pt x="0" y="196850"/>
                  </a:lnTo>
                </a:path>
                <a:path w="172719" h="876935">
                  <a:moveTo>
                    <a:pt x="0" y="197484"/>
                  </a:moveTo>
                  <a:lnTo>
                    <a:pt x="0" y="198754"/>
                  </a:lnTo>
                </a:path>
                <a:path w="172719" h="876935">
                  <a:moveTo>
                    <a:pt x="0" y="199390"/>
                  </a:moveTo>
                  <a:lnTo>
                    <a:pt x="0" y="200659"/>
                  </a:lnTo>
                </a:path>
                <a:path w="172719" h="876935">
                  <a:moveTo>
                    <a:pt x="0" y="200659"/>
                  </a:moveTo>
                  <a:lnTo>
                    <a:pt x="0" y="201929"/>
                  </a:lnTo>
                </a:path>
                <a:path w="172719" h="876935">
                  <a:moveTo>
                    <a:pt x="0" y="202565"/>
                  </a:moveTo>
                  <a:lnTo>
                    <a:pt x="0" y="203834"/>
                  </a:lnTo>
                </a:path>
                <a:path w="172719" h="876935">
                  <a:moveTo>
                    <a:pt x="0" y="204470"/>
                  </a:moveTo>
                  <a:lnTo>
                    <a:pt x="0" y="205740"/>
                  </a:lnTo>
                </a:path>
                <a:path w="172719" h="876935">
                  <a:moveTo>
                    <a:pt x="0" y="206375"/>
                  </a:moveTo>
                  <a:lnTo>
                    <a:pt x="0" y="207645"/>
                  </a:lnTo>
                </a:path>
                <a:path w="172719" h="876935">
                  <a:moveTo>
                    <a:pt x="0" y="208279"/>
                  </a:moveTo>
                  <a:lnTo>
                    <a:pt x="0" y="209550"/>
                  </a:lnTo>
                </a:path>
                <a:path w="172719" h="876935">
                  <a:moveTo>
                    <a:pt x="0" y="209550"/>
                  </a:moveTo>
                  <a:lnTo>
                    <a:pt x="0" y="210820"/>
                  </a:lnTo>
                </a:path>
                <a:path w="172719" h="876935">
                  <a:moveTo>
                    <a:pt x="0" y="211454"/>
                  </a:moveTo>
                  <a:lnTo>
                    <a:pt x="0" y="212725"/>
                  </a:lnTo>
                </a:path>
                <a:path w="172719" h="876935">
                  <a:moveTo>
                    <a:pt x="0" y="213359"/>
                  </a:moveTo>
                  <a:lnTo>
                    <a:pt x="0" y="214629"/>
                  </a:lnTo>
                </a:path>
                <a:path w="172719" h="876935">
                  <a:moveTo>
                    <a:pt x="0" y="215265"/>
                  </a:moveTo>
                  <a:lnTo>
                    <a:pt x="0" y="216534"/>
                  </a:lnTo>
                </a:path>
                <a:path w="172719" h="876935">
                  <a:moveTo>
                    <a:pt x="0" y="217170"/>
                  </a:moveTo>
                  <a:lnTo>
                    <a:pt x="0" y="218440"/>
                  </a:lnTo>
                </a:path>
                <a:path w="172719" h="876935">
                  <a:moveTo>
                    <a:pt x="0" y="218440"/>
                  </a:moveTo>
                  <a:lnTo>
                    <a:pt x="0" y="219709"/>
                  </a:lnTo>
                </a:path>
                <a:path w="172719" h="876935">
                  <a:moveTo>
                    <a:pt x="0" y="220345"/>
                  </a:moveTo>
                  <a:lnTo>
                    <a:pt x="0" y="221615"/>
                  </a:lnTo>
                </a:path>
                <a:path w="172719" h="876935">
                  <a:moveTo>
                    <a:pt x="0" y="222250"/>
                  </a:moveTo>
                  <a:lnTo>
                    <a:pt x="0" y="223520"/>
                  </a:lnTo>
                </a:path>
                <a:path w="172719" h="876935">
                  <a:moveTo>
                    <a:pt x="0" y="224154"/>
                  </a:moveTo>
                  <a:lnTo>
                    <a:pt x="0" y="225425"/>
                  </a:lnTo>
                </a:path>
                <a:path w="172719" h="876935">
                  <a:moveTo>
                    <a:pt x="0" y="226059"/>
                  </a:moveTo>
                  <a:lnTo>
                    <a:pt x="0" y="227329"/>
                  </a:lnTo>
                </a:path>
                <a:path w="172719" h="876935">
                  <a:moveTo>
                    <a:pt x="0" y="227329"/>
                  </a:moveTo>
                  <a:lnTo>
                    <a:pt x="0" y="228600"/>
                  </a:lnTo>
                </a:path>
                <a:path w="172719" h="876935">
                  <a:moveTo>
                    <a:pt x="0" y="229234"/>
                  </a:moveTo>
                  <a:lnTo>
                    <a:pt x="0" y="230504"/>
                  </a:lnTo>
                </a:path>
                <a:path w="172719" h="876935">
                  <a:moveTo>
                    <a:pt x="0" y="231140"/>
                  </a:moveTo>
                  <a:lnTo>
                    <a:pt x="0" y="232409"/>
                  </a:lnTo>
                </a:path>
                <a:path w="172719" h="876935">
                  <a:moveTo>
                    <a:pt x="0" y="233045"/>
                  </a:moveTo>
                  <a:lnTo>
                    <a:pt x="0" y="234315"/>
                  </a:lnTo>
                </a:path>
                <a:path w="172719" h="876935">
                  <a:moveTo>
                    <a:pt x="0" y="234950"/>
                  </a:moveTo>
                  <a:lnTo>
                    <a:pt x="0" y="236220"/>
                  </a:lnTo>
                </a:path>
                <a:path w="172719" h="876935">
                  <a:moveTo>
                    <a:pt x="0" y="236220"/>
                  </a:moveTo>
                  <a:lnTo>
                    <a:pt x="0" y="237490"/>
                  </a:lnTo>
                </a:path>
                <a:path w="172719" h="876935">
                  <a:moveTo>
                    <a:pt x="0" y="238125"/>
                  </a:moveTo>
                  <a:lnTo>
                    <a:pt x="0" y="239395"/>
                  </a:lnTo>
                </a:path>
                <a:path w="172719" h="876935">
                  <a:moveTo>
                    <a:pt x="0" y="240029"/>
                  </a:moveTo>
                  <a:lnTo>
                    <a:pt x="0" y="241300"/>
                  </a:lnTo>
                </a:path>
                <a:path w="172719" h="876935">
                  <a:moveTo>
                    <a:pt x="0" y="241934"/>
                  </a:moveTo>
                  <a:lnTo>
                    <a:pt x="0" y="243204"/>
                  </a:lnTo>
                </a:path>
                <a:path w="172719" h="876935">
                  <a:moveTo>
                    <a:pt x="0" y="243840"/>
                  </a:moveTo>
                  <a:lnTo>
                    <a:pt x="0" y="245109"/>
                  </a:lnTo>
                </a:path>
                <a:path w="172719" h="876935">
                  <a:moveTo>
                    <a:pt x="0" y="245109"/>
                  </a:moveTo>
                  <a:lnTo>
                    <a:pt x="0" y="246379"/>
                  </a:lnTo>
                </a:path>
                <a:path w="172719" h="876935">
                  <a:moveTo>
                    <a:pt x="0" y="247015"/>
                  </a:moveTo>
                  <a:lnTo>
                    <a:pt x="0" y="248284"/>
                  </a:lnTo>
                </a:path>
                <a:path w="172719" h="876935">
                  <a:moveTo>
                    <a:pt x="0" y="248920"/>
                  </a:moveTo>
                  <a:lnTo>
                    <a:pt x="0" y="250190"/>
                  </a:lnTo>
                </a:path>
                <a:path w="172719" h="876935">
                  <a:moveTo>
                    <a:pt x="0" y="250825"/>
                  </a:moveTo>
                  <a:lnTo>
                    <a:pt x="0" y="252095"/>
                  </a:lnTo>
                </a:path>
                <a:path w="172719" h="876935">
                  <a:moveTo>
                    <a:pt x="0" y="252729"/>
                  </a:moveTo>
                  <a:lnTo>
                    <a:pt x="0" y="254000"/>
                  </a:lnTo>
                </a:path>
                <a:path w="172719" h="876935">
                  <a:moveTo>
                    <a:pt x="0" y="254000"/>
                  </a:moveTo>
                  <a:lnTo>
                    <a:pt x="0" y="255270"/>
                  </a:lnTo>
                </a:path>
                <a:path w="172719" h="876935">
                  <a:moveTo>
                    <a:pt x="0" y="255904"/>
                  </a:moveTo>
                  <a:lnTo>
                    <a:pt x="0" y="257175"/>
                  </a:lnTo>
                </a:path>
                <a:path w="172719" h="876935">
                  <a:moveTo>
                    <a:pt x="0" y="257809"/>
                  </a:moveTo>
                  <a:lnTo>
                    <a:pt x="0" y="259079"/>
                  </a:lnTo>
                </a:path>
                <a:path w="172719" h="876935">
                  <a:moveTo>
                    <a:pt x="0" y="259715"/>
                  </a:moveTo>
                  <a:lnTo>
                    <a:pt x="0" y="260984"/>
                  </a:lnTo>
                </a:path>
                <a:path w="172719" h="876935">
                  <a:moveTo>
                    <a:pt x="0" y="261620"/>
                  </a:moveTo>
                  <a:lnTo>
                    <a:pt x="0" y="262890"/>
                  </a:lnTo>
                </a:path>
                <a:path w="172719" h="876935">
                  <a:moveTo>
                    <a:pt x="0" y="262890"/>
                  </a:moveTo>
                  <a:lnTo>
                    <a:pt x="0" y="264159"/>
                  </a:lnTo>
                </a:path>
                <a:path w="172719" h="876935">
                  <a:moveTo>
                    <a:pt x="0" y="264795"/>
                  </a:moveTo>
                  <a:lnTo>
                    <a:pt x="0" y="266065"/>
                  </a:lnTo>
                </a:path>
                <a:path w="172719" h="876935">
                  <a:moveTo>
                    <a:pt x="0" y="266700"/>
                  </a:moveTo>
                  <a:lnTo>
                    <a:pt x="0" y="267970"/>
                  </a:lnTo>
                </a:path>
                <a:path w="172719" h="876935">
                  <a:moveTo>
                    <a:pt x="0" y="268604"/>
                  </a:moveTo>
                  <a:lnTo>
                    <a:pt x="0" y="269875"/>
                  </a:lnTo>
                </a:path>
                <a:path w="172719" h="876935">
                  <a:moveTo>
                    <a:pt x="0" y="270509"/>
                  </a:moveTo>
                  <a:lnTo>
                    <a:pt x="0" y="271779"/>
                  </a:lnTo>
                </a:path>
                <a:path w="172719" h="876935">
                  <a:moveTo>
                    <a:pt x="0" y="271779"/>
                  </a:moveTo>
                  <a:lnTo>
                    <a:pt x="0" y="273050"/>
                  </a:lnTo>
                </a:path>
                <a:path w="172719" h="876935">
                  <a:moveTo>
                    <a:pt x="0" y="273684"/>
                  </a:moveTo>
                  <a:lnTo>
                    <a:pt x="0" y="274954"/>
                  </a:lnTo>
                </a:path>
                <a:path w="172719" h="876935">
                  <a:moveTo>
                    <a:pt x="0" y="275590"/>
                  </a:moveTo>
                  <a:lnTo>
                    <a:pt x="0" y="276859"/>
                  </a:lnTo>
                </a:path>
                <a:path w="172719" h="876935">
                  <a:moveTo>
                    <a:pt x="0" y="277495"/>
                  </a:moveTo>
                  <a:lnTo>
                    <a:pt x="0" y="278765"/>
                  </a:lnTo>
                </a:path>
                <a:path w="172719" h="876935">
                  <a:moveTo>
                    <a:pt x="0" y="279400"/>
                  </a:moveTo>
                  <a:lnTo>
                    <a:pt x="0" y="280670"/>
                  </a:lnTo>
                </a:path>
                <a:path w="172719" h="876935">
                  <a:moveTo>
                    <a:pt x="0" y="280670"/>
                  </a:moveTo>
                  <a:lnTo>
                    <a:pt x="0" y="281940"/>
                  </a:lnTo>
                </a:path>
                <a:path w="172719" h="876935">
                  <a:moveTo>
                    <a:pt x="0" y="282575"/>
                  </a:moveTo>
                  <a:lnTo>
                    <a:pt x="0" y="283845"/>
                  </a:lnTo>
                </a:path>
                <a:path w="172719" h="876935">
                  <a:moveTo>
                    <a:pt x="0" y="284479"/>
                  </a:moveTo>
                  <a:lnTo>
                    <a:pt x="0" y="285750"/>
                  </a:lnTo>
                </a:path>
                <a:path w="172719" h="876935">
                  <a:moveTo>
                    <a:pt x="0" y="286384"/>
                  </a:moveTo>
                  <a:lnTo>
                    <a:pt x="0" y="287654"/>
                  </a:lnTo>
                </a:path>
                <a:path w="172719" h="876935">
                  <a:moveTo>
                    <a:pt x="0" y="288290"/>
                  </a:moveTo>
                  <a:lnTo>
                    <a:pt x="0" y="289559"/>
                  </a:lnTo>
                </a:path>
                <a:path w="172719" h="876935">
                  <a:moveTo>
                    <a:pt x="0" y="289559"/>
                  </a:moveTo>
                  <a:lnTo>
                    <a:pt x="0" y="290829"/>
                  </a:lnTo>
                </a:path>
                <a:path w="172719" h="876935">
                  <a:moveTo>
                    <a:pt x="0" y="291465"/>
                  </a:moveTo>
                  <a:lnTo>
                    <a:pt x="0" y="292734"/>
                  </a:lnTo>
                </a:path>
                <a:path w="172719" h="876935">
                  <a:moveTo>
                    <a:pt x="0" y="293370"/>
                  </a:moveTo>
                  <a:lnTo>
                    <a:pt x="0" y="294640"/>
                  </a:lnTo>
                </a:path>
                <a:path w="172719" h="876935">
                  <a:moveTo>
                    <a:pt x="0" y="295275"/>
                  </a:moveTo>
                  <a:lnTo>
                    <a:pt x="0" y="296545"/>
                  </a:lnTo>
                </a:path>
                <a:path w="172719" h="876935">
                  <a:moveTo>
                    <a:pt x="0" y="297179"/>
                  </a:moveTo>
                  <a:lnTo>
                    <a:pt x="0" y="298450"/>
                  </a:lnTo>
                </a:path>
                <a:path w="172719" h="876935">
                  <a:moveTo>
                    <a:pt x="0" y="298450"/>
                  </a:moveTo>
                  <a:lnTo>
                    <a:pt x="0" y="299720"/>
                  </a:lnTo>
                </a:path>
                <a:path w="172719" h="876935">
                  <a:moveTo>
                    <a:pt x="0" y="300354"/>
                  </a:moveTo>
                  <a:lnTo>
                    <a:pt x="0" y="301625"/>
                  </a:lnTo>
                </a:path>
                <a:path w="172719" h="876935">
                  <a:moveTo>
                    <a:pt x="0" y="302259"/>
                  </a:moveTo>
                  <a:lnTo>
                    <a:pt x="0" y="303529"/>
                  </a:lnTo>
                </a:path>
                <a:path w="172719" h="876935">
                  <a:moveTo>
                    <a:pt x="0" y="304165"/>
                  </a:moveTo>
                  <a:lnTo>
                    <a:pt x="0" y="305434"/>
                  </a:lnTo>
                </a:path>
                <a:path w="172719" h="876935">
                  <a:moveTo>
                    <a:pt x="0" y="306070"/>
                  </a:moveTo>
                  <a:lnTo>
                    <a:pt x="0" y="307340"/>
                  </a:lnTo>
                </a:path>
                <a:path w="172719" h="876935">
                  <a:moveTo>
                    <a:pt x="0" y="307340"/>
                  </a:moveTo>
                  <a:lnTo>
                    <a:pt x="0" y="308609"/>
                  </a:lnTo>
                </a:path>
                <a:path w="172719" h="876935">
                  <a:moveTo>
                    <a:pt x="0" y="309245"/>
                  </a:moveTo>
                  <a:lnTo>
                    <a:pt x="0" y="310515"/>
                  </a:lnTo>
                </a:path>
                <a:path w="172719" h="876935">
                  <a:moveTo>
                    <a:pt x="0" y="311150"/>
                  </a:moveTo>
                  <a:lnTo>
                    <a:pt x="0" y="312420"/>
                  </a:lnTo>
                </a:path>
                <a:path w="172719" h="876935">
                  <a:moveTo>
                    <a:pt x="0" y="313054"/>
                  </a:moveTo>
                  <a:lnTo>
                    <a:pt x="0" y="314325"/>
                  </a:lnTo>
                </a:path>
                <a:path w="172719" h="876935">
                  <a:moveTo>
                    <a:pt x="0" y="314959"/>
                  </a:moveTo>
                  <a:lnTo>
                    <a:pt x="0" y="316229"/>
                  </a:lnTo>
                </a:path>
                <a:path w="172719" h="876935">
                  <a:moveTo>
                    <a:pt x="0" y="316229"/>
                  </a:moveTo>
                  <a:lnTo>
                    <a:pt x="0" y="317500"/>
                  </a:lnTo>
                </a:path>
                <a:path w="172719" h="876935">
                  <a:moveTo>
                    <a:pt x="0" y="318134"/>
                  </a:moveTo>
                  <a:lnTo>
                    <a:pt x="0" y="319404"/>
                  </a:lnTo>
                </a:path>
                <a:path w="172719" h="876935">
                  <a:moveTo>
                    <a:pt x="0" y="320040"/>
                  </a:moveTo>
                  <a:lnTo>
                    <a:pt x="0" y="321309"/>
                  </a:lnTo>
                </a:path>
                <a:path w="172719" h="876935">
                  <a:moveTo>
                    <a:pt x="0" y="321945"/>
                  </a:moveTo>
                  <a:lnTo>
                    <a:pt x="0" y="323215"/>
                  </a:lnTo>
                </a:path>
                <a:path w="172719" h="876935">
                  <a:moveTo>
                    <a:pt x="0" y="323850"/>
                  </a:moveTo>
                  <a:lnTo>
                    <a:pt x="0" y="325120"/>
                  </a:lnTo>
                </a:path>
                <a:path w="172719" h="876935">
                  <a:moveTo>
                    <a:pt x="0" y="325120"/>
                  </a:moveTo>
                  <a:lnTo>
                    <a:pt x="0" y="326390"/>
                  </a:lnTo>
                </a:path>
                <a:path w="172719" h="876935">
                  <a:moveTo>
                    <a:pt x="0" y="327025"/>
                  </a:moveTo>
                  <a:lnTo>
                    <a:pt x="0" y="328295"/>
                  </a:lnTo>
                </a:path>
                <a:path w="172719" h="876935">
                  <a:moveTo>
                    <a:pt x="0" y="328929"/>
                  </a:moveTo>
                  <a:lnTo>
                    <a:pt x="0" y="330200"/>
                  </a:lnTo>
                </a:path>
                <a:path w="172719" h="876935">
                  <a:moveTo>
                    <a:pt x="0" y="330834"/>
                  </a:moveTo>
                  <a:lnTo>
                    <a:pt x="0" y="332104"/>
                  </a:lnTo>
                </a:path>
                <a:path w="172719" h="876935">
                  <a:moveTo>
                    <a:pt x="0" y="332740"/>
                  </a:moveTo>
                  <a:lnTo>
                    <a:pt x="0" y="334009"/>
                  </a:lnTo>
                </a:path>
                <a:path w="172719" h="876935">
                  <a:moveTo>
                    <a:pt x="0" y="334009"/>
                  </a:moveTo>
                  <a:lnTo>
                    <a:pt x="0" y="335279"/>
                  </a:lnTo>
                </a:path>
                <a:path w="172719" h="876935">
                  <a:moveTo>
                    <a:pt x="0" y="335915"/>
                  </a:moveTo>
                  <a:lnTo>
                    <a:pt x="0" y="337184"/>
                  </a:lnTo>
                </a:path>
                <a:path w="172719" h="876935">
                  <a:moveTo>
                    <a:pt x="0" y="337820"/>
                  </a:moveTo>
                  <a:lnTo>
                    <a:pt x="0" y="339090"/>
                  </a:lnTo>
                </a:path>
                <a:path w="172719" h="876935">
                  <a:moveTo>
                    <a:pt x="0" y="339725"/>
                  </a:moveTo>
                  <a:lnTo>
                    <a:pt x="0" y="340995"/>
                  </a:lnTo>
                </a:path>
                <a:path w="172719" h="876935">
                  <a:moveTo>
                    <a:pt x="0" y="341629"/>
                  </a:moveTo>
                  <a:lnTo>
                    <a:pt x="0" y="342900"/>
                  </a:lnTo>
                </a:path>
                <a:path w="172719" h="876935">
                  <a:moveTo>
                    <a:pt x="0" y="342900"/>
                  </a:moveTo>
                  <a:lnTo>
                    <a:pt x="0" y="344170"/>
                  </a:lnTo>
                </a:path>
                <a:path w="172719" h="876935">
                  <a:moveTo>
                    <a:pt x="0" y="344804"/>
                  </a:moveTo>
                  <a:lnTo>
                    <a:pt x="0" y="346075"/>
                  </a:lnTo>
                </a:path>
                <a:path w="172719" h="876935">
                  <a:moveTo>
                    <a:pt x="0" y="346709"/>
                  </a:moveTo>
                  <a:lnTo>
                    <a:pt x="0" y="347979"/>
                  </a:lnTo>
                </a:path>
                <a:path w="172719" h="876935">
                  <a:moveTo>
                    <a:pt x="0" y="348615"/>
                  </a:moveTo>
                  <a:lnTo>
                    <a:pt x="0" y="349884"/>
                  </a:lnTo>
                </a:path>
                <a:path w="172719" h="876935">
                  <a:moveTo>
                    <a:pt x="0" y="350520"/>
                  </a:moveTo>
                  <a:lnTo>
                    <a:pt x="0" y="351790"/>
                  </a:lnTo>
                </a:path>
                <a:path w="172719" h="876935">
                  <a:moveTo>
                    <a:pt x="0" y="351790"/>
                  </a:moveTo>
                  <a:lnTo>
                    <a:pt x="0" y="353059"/>
                  </a:lnTo>
                </a:path>
                <a:path w="172719" h="876935">
                  <a:moveTo>
                    <a:pt x="0" y="353695"/>
                  </a:moveTo>
                  <a:lnTo>
                    <a:pt x="0" y="354965"/>
                  </a:lnTo>
                </a:path>
                <a:path w="172719" h="876935">
                  <a:moveTo>
                    <a:pt x="0" y="355600"/>
                  </a:moveTo>
                  <a:lnTo>
                    <a:pt x="0" y="356870"/>
                  </a:lnTo>
                </a:path>
                <a:path w="172719" h="876935">
                  <a:moveTo>
                    <a:pt x="0" y="357504"/>
                  </a:moveTo>
                  <a:lnTo>
                    <a:pt x="0" y="358775"/>
                  </a:lnTo>
                </a:path>
                <a:path w="172719" h="876935">
                  <a:moveTo>
                    <a:pt x="0" y="359409"/>
                  </a:moveTo>
                  <a:lnTo>
                    <a:pt x="0" y="360679"/>
                  </a:lnTo>
                </a:path>
                <a:path w="172719" h="876935">
                  <a:moveTo>
                    <a:pt x="0" y="360679"/>
                  </a:moveTo>
                  <a:lnTo>
                    <a:pt x="0" y="361950"/>
                  </a:lnTo>
                </a:path>
                <a:path w="172719" h="876935">
                  <a:moveTo>
                    <a:pt x="0" y="362584"/>
                  </a:moveTo>
                  <a:lnTo>
                    <a:pt x="0" y="363854"/>
                  </a:lnTo>
                </a:path>
                <a:path w="172719" h="876935">
                  <a:moveTo>
                    <a:pt x="0" y="364490"/>
                  </a:moveTo>
                  <a:lnTo>
                    <a:pt x="0" y="365759"/>
                  </a:lnTo>
                </a:path>
                <a:path w="172719" h="876935">
                  <a:moveTo>
                    <a:pt x="0" y="366395"/>
                  </a:moveTo>
                  <a:lnTo>
                    <a:pt x="0" y="367665"/>
                  </a:lnTo>
                </a:path>
                <a:path w="172719" h="876935">
                  <a:moveTo>
                    <a:pt x="0" y="368300"/>
                  </a:moveTo>
                  <a:lnTo>
                    <a:pt x="0" y="369570"/>
                  </a:lnTo>
                </a:path>
                <a:path w="172719" h="876935">
                  <a:moveTo>
                    <a:pt x="0" y="369570"/>
                  </a:moveTo>
                  <a:lnTo>
                    <a:pt x="0" y="370840"/>
                  </a:lnTo>
                </a:path>
                <a:path w="172719" h="876935">
                  <a:moveTo>
                    <a:pt x="0" y="371475"/>
                  </a:moveTo>
                  <a:lnTo>
                    <a:pt x="0" y="372745"/>
                  </a:lnTo>
                </a:path>
                <a:path w="172719" h="876935">
                  <a:moveTo>
                    <a:pt x="0" y="373379"/>
                  </a:moveTo>
                  <a:lnTo>
                    <a:pt x="0" y="374650"/>
                  </a:lnTo>
                </a:path>
                <a:path w="172719" h="876935">
                  <a:moveTo>
                    <a:pt x="0" y="375284"/>
                  </a:moveTo>
                  <a:lnTo>
                    <a:pt x="0" y="376554"/>
                  </a:lnTo>
                </a:path>
                <a:path w="172719" h="876935">
                  <a:moveTo>
                    <a:pt x="0" y="377190"/>
                  </a:moveTo>
                  <a:lnTo>
                    <a:pt x="0" y="378459"/>
                  </a:lnTo>
                </a:path>
                <a:path w="172719" h="876935">
                  <a:moveTo>
                    <a:pt x="0" y="378459"/>
                  </a:moveTo>
                  <a:lnTo>
                    <a:pt x="0" y="379729"/>
                  </a:lnTo>
                </a:path>
                <a:path w="172719" h="876935">
                  <a:moveTo>
                    <a:pt x="0" y="380365"/>
                  </a:moveTo>
                  <a:lnTo>
                    <a:pt x="0" y="381634"/>
                  </a:lnTo>
                </a:path>
                <a:path w="172719" h="876935">
                  <a:moveTo>
                    <a:pt x="0" y="382270"/>
                  </a:moveTo>
                  <a:lnTo>
                    <a:pt x="0" y="383540"/>
                  </a:lnTo>
                </a:path>
                <a:path w="172719" h="876935">
                  <a:moveTo>
                    <a:pt x="0" y="384175"/>
                  </a:moveTo>
                  <a:lnTo>
                    <a:pt x="0" y="385445"/>
                  </a:lnTo>
                </a:path>
                <a:path w="172719" h="876935">
                  <a:moveTo>
                    <a:pt x="0" y="386079"/>
                  </a:moveTo>
                  <a:lnTo>
                    <a:pt x="0" y="387350"/>
                  </a:lnTo>
                </a:path>
                <a:path w="172719" h="876935">
                  <a:moveTo>
                    <a:pt x="0" y="387350"/>
                  </a:moveTo>
                  <a:lnTo>
                    <a:pt x="0" y="388620"/>
                  </a:lnTo>
                </a:path>
                <a:path w="172719" h="876935">
                  <a:moveTo>
                    <a:pt x="0" y="389254"/>
                  </a:moveTo>
                  <a:lnTo>
                    <a:pt x="0" y="390525"/>
                  </a:lnTo>
                </a:path>
                <a:path w="172719" h="876935">
                  <a:moveTo>
                    <a:pt x="0" y="391159"/>
                  </a:moveTo>
                  <a:lnTo>
                    <a:pt x="0" y="392429"/>
                  </a:lnTo>
                </a:path>
                <a:path w="172719" h="876935">
                  <a:moveTo>
                    <a:pt x="0" y="393065"/>
                  </a:moveTo>
                  <a:lnTo>
                    <a:pt x="0" y="394334"/>
                  </a:lnTo>
                </a:path>
                <a:path w="172719" h="876935">
                  <a:moveTo>
                    <a:pt x="0" y="394970"/>
                  </a:moveTo>
                  <a:lnTo>
                    <a:pt x="0" y="396240"/>
                  </a:lnTo>
                </a:path>
                <a:path w="172719" h="876935">
                  <a:moveTo>
                    <a:pt x="0" y="396240"/>
                  </a:moveTo>
                  <a:lnTo>
                    <a:pt x="0" y="397509"/>
                  </a:lnTo>
                </a:path>
                <a:path w="172719" h="876935">
                  <a:moveTo>
                    <a:pt x="0" y="398145"/>
                  </a:moveTo>
                  <a:lnTo>
                    <a:pt x="0" y="399415"/>
                  </a:lnTo>
                </a:path>
                <a:path w="172719" h="876935">
                  <a:moveTo>
                    <a:pt x="0" y="400050"/>
                  </a:moveTo>
                  <a:lnTo>
                    <a:pt x="0" y="401320"/>
                  </a:lnTo>
                </a:path>
                <a:path w="172719" h="876935">
                  <a:moveTo>
                    <a:pt x="0" y="401954"/>
                  </a:moveTo>
                  <a:lnTo>
                    <a:pt x="0" y="403225"/>
                  </a:lnTo>
                </a:path>
                <a:path w="172719" h="876935">
                  <a:moveTo>
                    <a:pt x="0" y="403859"/>
                  </a:moveTo>
                  <a:lnTo>
                    <a:pt x="0" y="405129"/>
                  </a:lnTo>
                </a:path>
                <a:path w="172719" h="876935">
                  <a:moveTo>
                    <a:pt x="0" y="405129"/>
                  </a:moveTo>
                  <a:lnTo>
                    <a:pt x="0" y="406400"/>
                  </a:lnTo>
                </a:path>
                <a:path w="172719" h="876935">
                  <a:moveTo>
                    <a:pt x="0" y="407034"/>
                  </a:moveTo>
                  <a:lnTo>
                    <a:pt x="0" y="408304"/>
                  </a:lnTo>
                </a:path>
                <a:path w="172719" h="876935">
                  <a:moveTo>
                    <a:pt x="0" y="408940"/>
                  </a:moveTo>
                  <a:lnTo>
                    <a:pt x="0" y="410209"/>
                  </a:lnTo>
                </a:path>
                <a:path w="172719" h="876935">
                  <a:moveTo>
                    <a:pt x="0" y="410845"/>
                  </a:moveTo>
                  <a:lnTo>
                    <a:pt x="0" y="412115"/>
                  </a:lnTo>
                </a:path>
                <a:path w="172719" h="876935">
                  <a:moveTo>
                    <a:pt x="0" y="412750"/>
                  </a:moveTo>
                  <a:lnTo>
                    <a:pt x="0" y="414020"/>
                  </a:lnTo>
                </a:path>
                <a:path w="172719" h="876935">
                  <a:moveTo>
                    <a:pt x="0" y="414020"/>
                  </a:moveTo>
                  <a:lnTo>
                    <a:pt x="0" y="415290"/>
                  </a:lnTo>
                </a:path>
                <a:path w="172719" h="876935">
                  <a:moveTo>
                    <a:pt x="0" y="415925"/>
                  </a:moveTo>
                  <a:lnTo>
                    <a:pt x="0" y="417195"/>
                  </a:lnTo>
                </a:path>
                <a:path w="172719" h="876935">
                  <a:moveTo>
                    <a:pt x="0" y="417829"/>
                  </a:moveTo>
                  <a:lnTo>
                    <a:pt x="0" y="419100"/>
                  </a:lnTo>
                </a:path>
                <a:path w="172719" h="876935">
                  <a:moveTo>
                    <a:pt x="0" y="419734"/>
                  </a:moveTo>
                  <a:lnTo>
                    <a:pt x="0" y="421004"/>
                  </a:lnTo>
                </a:path>
                <a:path w="172719" h="876935">
                  <a:moveTo>
                    <a:pt x="0" y="421640"/>
                  </a:moveTo>
                  <a:lnTo>
                    <a:pt x="0" y="422909"/>
                  </a:lnTo>
                </a:path>
                <a:path w="172719" h="876935">
                  <a:moveTo>
                    <a:pt x="0" y="422909"/>
                  </a:moveTo>
                  <a:lnTo>
                    <a:pt x="0" y="424179"/>
                  </a:lnTo>
                </a:path>
                <a:path w="172719" h="876935">
                  <a:moveTo>
                    <a:pt x="0" y="424815"/>
                  </a:moveTo>
                  <a:lnTo>
                    <a:pt x="0" y="426084"/>
                  </a:lnTo>
                </a:path>
                <a:path w="172719" h="876935">
                  <a:moveTo>
                    <a:pt x="0" y="426720"/>
                  </a:moveTo>
                  <a:lnTo>
                    <a:pt x="0" y="427990"/>
                  </a:lnTo>
                </a:path>
                <a:path w="172719" h="876935">
                  <a:moveTo>
                    <a:pt x="0" y="428625"/>
                  </a:moveTo>
                  <a:lnTo>
                    <a:pt x="0" y="429895"/>
                  </a:lnTo>
                </a:path>
                <a:path w="172719" h="876935">
                  <a:moveTo>
                    <a:pt x="0" y="430529"/>
                  </a:moveTo>
                  <a:lnTo>
                    <a:pt x="0" y="431800"/>
                  </a:lnTo>
                </a:path>
                <a:path w="172719" h="876935">
                  <a:moveTo>
                    <a:pt x="0" y="431800"/>
                  </a:moveTo>
                  <a:lnTo>
                    <a:pt x="0" y="433070"/>
                  </a:lnTo>
                </a:path>
                <a:path w="172719" h="876935">
                  <a:moveTo>
                    <a:pt x="0" y="433704"/>
                  </a:moveTo>
                  <a:lnTo>
                    <a:pt x="0" y="434975"/>
                  </a:lnTo>
                </a:path>
                <a:path w="172719" h="876935">
                  <a:moveTo>
                    <a:pt x="0" y="435609"/>
                  </a:moveTo>
                  <a:lnTo>
                    <a:pt x="0" y="436879"/>
                  </a:lnTo>
                </a:path>
                <a:path w="172719" h="876935">
                  <a:moveTo>
                    <a:pt x="0" y="437515"/>
                  </a:moveTo>
                  <a:lnTo>
                    <a:pt x="0" y="438784"/>
                  </a:lnTo>
                </a:path>
                <a:path w="172719" h="876935">
                  <a:moveTo>
                    <a:pt x="0" y="439420"/>
                  </a:moveTo>
                  <a:lnTo>
                    <a:pt x="0" y="440690"/>
                  </a:lnTo>
                </a:path>
                <a:path w="172719" h="876935">
                  <a:moveTo>
                    <a:pt x="0" y="440690"/>
                  </a:moveTo>
                  <a:lnTo>
                    <a:pt x="0" y="441959"/>
                  </a:lnTo>
                </a:path>
                <a:path w="172719" h="876935">
                  <a:moveTo>
                    <a:pt x="0" y="442595"/>
                  </a:moveTo>
                  <a:lnTo>
                    <a:pt x="0" y="443865"/>
                  </a:lnTo>
                </a:path>
                <a:path w="172719" h="876935">
                  <a:moveTo>
                    <a:pt x="0" y="444500"/>
                  </a:moveTo>
                  <a:lnTo>
                    <a:pt x="0" y="445770"/>
                  </a:lnTo>
                </a:path>
                <a:path w="172719" h="876935">
                  <a:moveTo>
                    <a:pt x="0" y="446404"/>
                  </a:moveTo>
                  <a:lnTo>
                    <a:pt x="0" y="447675"/>
                  </a:lnTo>
                </a:path>
                <a:path w="172719" h="876935">
                  <a:moveTo>
                    <a:pt x="0" y="448309"/>
                  </a:moveTo>
                  <a:lnTo>
                    <a:pt x="0" y="449579"/>
                  </a:lnTo>
                </a:path>
                <a:path w="172719" h="876935">
                  <a:moveTo>
                    <a:pt x="0" y="449579"/>
                  </a:moveTo>
                  <a:lnTo>
                    <a:pt x="0" y="450850"/>
                  </a:lnTo>
                </a:path>
                <a:path w="172719" h="876935">
                  <a:moveTo>
                    <a:pt x="0" y="451484"/>
                  </a:moveTo>
                  <a:lnTo>
                    <a:pt x="0" y="452754"/>
                  </a:lnTo>
                </a:path>
                <a:path w="172719" h="876935">
                  <a:moveTo>
                    <a:pt x="0" y="453390"/>
                  </a:moveTo>
                  <a:lnTo>
                    <a:pt x="0" y="454659"/>
                  </a:lnTo>
                </a:path>
                <a:path w="172719" h="876935">
                  <a:moveTo>
                    <a:pt x="0" y="455295"/>
                  </a:moveTo>
                  <a:lnTo>
                    <a:pt x="0" y="456565"/>
                  </a:lnTo>
                </a:path>
                <a:path w="172719" h="876935">
                  <a:moveTo>
                    <a:pt x="0" y="457200"/>
                  </a:moveTo>
                  <a:lnTo>
                    <a:pt x="0" y="458470"/>
                  </a:lnTo>
                </a:path>
                <a:path w="172719" h="876935">
                  <a:moveTo>
                    <a:pt x="0" y="458470"/>
                  </a:moveTo>
                  <a:lnTo>
                    <a:pt x="0" y="459740"/>
                  </a:lnTo>
                </a:path>
                <a:path w="172719" h="876935">
                  <a:moveTo>
                    <a:pt x="0" y="460375"/>
                  </a:moveTo>
                  <a:lnTo>
                    <a:pt x="0" y="461645"/>
                  </a:lnTo>
                </a:path>
                <a:path w="172719" h="876935">
                  <a:moveTo>
                    <a:pt x="0" y="462279"/>
                  </a:moveTo>
                  <a:lnTo>
                    <a:pt x="0" y="463550"/>
                  </a:lnTo>
                </a:path>
                <a:path w="172719" h="876935">
                  <a:moveTo>
                    <a:pt x="0" y="464184"/>
                  </a:moveTo>
                  <a:lnTo>
                    <a:pt x="0" y="465454"/>
                  </a:lnTo>
                </a:path>
                <a:path w="172719" h="876935">
                  <a:moveTo>
                    <a:pt x="0" y="466090"/>
                  </a:moveTo>
                  <a:lnTo>
                    <a:pt x="0" y="467359"/>
                  </a:lnTo>
                </a:path>
                <a:path w="172719" h="876935">
                  <a:moveTo>
                    <a:pt x="0" y="467359"/>
                  </a:moveTo>
                  <a:lnTo>
                    <a:pt x="0" y="468629"/>
                  </a:lnTo>
                </a:path>
                <a:path w="172719" h="876935">
                  <a:moveTo>
                    <a:pt x="0" y="469265"/>
                  </a:moveTo>
                  <a:lnTo>
                    <a:pt x="0" y="470534"/>
                  </a:lnTo>
                </a:path>
                <a:path w="172719" h="876935">
                  <a:moveTo>
                    <a:pt x="0" y="471170"/>
                  </a:moveTo>
                  <a:lnTo>
                    <a:pt x="0" y="472440"/>
                  </a:lnTo>
                </a:path>
                <a:path w="172719" h="876935">
                  <a:moveTo>
                    <a:pt x="0" y="473075"/>
                  </a:moveTo>
                  <a:lnTo>
                    <a:pt x="0" y="474345"/>
                  </a:lnTo>
                </a:path>
                <a:path w="172719" h="876935">
                  <a:moveTo>
                    <a:pt x="0" y="474979"/>
                  </a:moveTo>
                  <a:lnTo>
                    <a:pt x="0" y="476250"/>
                  </a:lnTo>
                </a:path>
                <a:path w="172719" h="876935">
                  <a:moveTo>
                    <a:pt x="0" y="476250"/>
                  </a:moveTo>
                  <a:lnTo>
                    <a:pt x="0" y="477520"/>
                  </a:lnTo>
                </a:path>
                <a:path w="172719" h="876935">
                  <a:moveTo>
                    <a:pt x="0" y="478154"/>
                  </a:moveTo>
                  <a:lnTo>
                    <a:pt x="0" y="479425"/>
                  </a:lnTo>
                </a:path>
                <a:path w="172719" h="876935">
                  <a:moveTo>
                    <a:pt x="0" y="480059"/>
                  </a:moveTo>
                  <a:lnTo>
                    <a:pt x="0" y="481329"/>
                  </a:lnTo>
                </a:path>
                <a:path w="172719" h="876935">
                  <a:moveTo>
                    <a:pt x="0" y="481965"/>
                  </a:moveTo>
                  <a:lnTo>
                    <a:pt x="0" y="483234"/>
                  </a:lnTo>
                </a:path>
                <a:path w="172719" h="876935">
                  <a:moveTo>
                    <a:pt x="0" y="483870"/>
                  </a:moveTo>
                  <a:lnTo>
                    <a:pt x="0" y="485140"/>
                  </a:lnTo>
                </a:path>
                <a:path w="172719" h="876935">
                  <a:moveTo>
                    <a:pt x="0" y="485140"/>
                  </a:moveTo>
                  <a:lnTo>
                    <a:pt x="0" y="486409"/>
                  </a:lnTo>
                </a:path>
                <a:path w="172719" h="876935">
                  <a:moveTo>
                    <a:pt x="0" y="487045"/>
                  </a:moveTo>
                  <a:lnTo>
                    <a:pt x="0" y="488315"/>
                  </a:lnTo>
                </a:path>
                <a:path w="172719" h="876935">
                  <a:moveTo>
                    <a:pt x="0" y="488950"/>
                  </a:moveTo>
                  <a:lnTo>
                    <a:pt x="0" y="490220"/>
                  </a:lnTo>
                </a:path>
                <a:path w="172719" h="876935">
                  <a:moveTo>
                    <a:pt x="0" y="490854"/>
                  </a:moveTo>
                  <a:lnTo>
                    <a:pt x="0" y="492125"/>
                  </a:lnTo>
                </a:path>
                <a:path w="172719" h="876935">
                  <a:moveTo>
                    <a:pt x="0" y="492759"/>
                  </a:moveTo>
                  <a:lnTo>
                    <a:pt x="0" y="494029"/>
                  </a:lnTo>
                </a:path>
                <a:path w="172719" h="876935">
                  <a:moveTo>
                    <a:pt x="0" y="494029"/>
                  </a:moveTo>
                  <a:lnTo>
                    <a:pt x="0" y="495300"/>
                  </a:lnTo>
                </a:path>
                <a:path w="172719" h="876935">
                  <a:moveTo>
                    <a:pt x="0" y="495934"/>
                  </a:moveTo>
                  <a:lnTo>
                    <a:pt x="0" y="497204"/>
                  </a:lnTo>
                </a:path>
                <a:path w="172719" h="876935">
                  <a:moveTo>
                    <a:pt x="0" y="497840"/>
                  </a:moveTo>
                  <a:lnTo>
                    <a:pt x="0" y="499109"/>
                  </a:lnTo>
                </a:path>
                <a:path w="172719" h="876935">
                  <a:moveTo>
                    <a:pt x="0" y="499745"/>
                  </a:moveTo>
                  <a:lnTo>
                    <a:pt x="0" y="501015"/>
                  </a:lnTo>
                </a:path>
                <a:path w="172719" h="876935">
                  <a:moveTo>
                    <a:pt x="0" y="501650"/>
                  </a:moveTo>
                  <a:lnTo>
                    <a:pt x="0" y="502920"/>
                  </a:lnTo>
                </a:path>
                <a:path w="172719" h="876935">
                  <a:moveTo>
                    <a:pt x="0" y="502920"/>
                  </a:moveTo>
                  <a:lnTo>
                    <a:pt x="0" y="504190"/>
                  </a:lnTo>
                </a:path>
                <a:path w="172719" h="876935">
                  <a:moveTo>
                    <a:pt x="0" y="504825"/>
                  </a:moveTo>
                  <a:lnTo>
                    <a:pt x="0" y="506095"/>
                  </a:lnTo>
                </a:path>
                <a:path w="172719" h="876935">
                  <a:moveTo>
                    <a:pt x="0" y="506729"/>
                  </a:moveTo>
                  <a:lnTo>
                    <a:pt x="0" y="508000"/>
                  </a:lnTo>
                </a:path>
                <a:path w="172719" h="876935">
                  <a:moveTo>
                    <a:pt x="0" y="508634"/>
                  </a:moveTo>
                  <a:lnTo>
                    <a:pt x="0" y="509904"/>
                  </a:lnTo>
                </a:path>
                <a:path w="172719" h="876935">
                  <a:moveTo>
                    <a:pt x="0" y="510540"/>
                  </a:moveTo>
                  <a:lnTo>
                    <a:pt x="0" y="511809"/>
                  </a:lnTo>
                </a:path>
                <a:path w="172719" h="876935">
                  <a:moveTo>
                    <a:pt x="0" y="511809"/>
                  </a:moveTo>
                  <a:lnTo>
                    <a:pt x="0" y="513079"/>
                  </a:lnTo>
                </a:path>
                <a:path w="172719" h="876935">
                  <a:moveTo>
                    <a:pt x="0" y="513715"/>
                  </a:moveTo>
                  <a:lnTo>
                    <a:pt x="0" y="514984"/>
                  </a:lnTo>
                </a:path>
                <a:path w="172719" h="876935">
                  <a:moveTo>
                    <a:pt x="0" y="515620"/>
                  </a:moveTo>
                  <a:lnTo>
                    <a:pt x="0" y="516890"/>
                  </a:lnTo>
                </a:path>
                <a:path w="172719" h="876935">
                  <a:moveTo>
                    <a:pt x="0" y="517525"/>
                  </a:moveTo>
                  <a:lnTo>
                    <a:pt x="0" y="518795"/>
                  </a:lnTo>
                </a:path>
                <a:path w="172719" h="876935">
                  <a:moveTo>
                    <a:pt x="0" y="519429"/>
                  </a:moveTo>
                  <a:lnTo>
                    <a:pt x="0" y="520700"/>
                  </a:lnTo>
                </a:path>
                <a:path w="172719" h="876935">
                  <a:moveTo>
                    <a:pt x="0" y="520700"/>
                  </a:moveTo>
                  <a:lnTo>
                    <a:pt x="0" y="521970"/>
                  </a:lnTo>
                </a:path>
                <a:path w="172719" h="876935">
                  <a:moveTo>
                    <a:pt x="0" y="522604"/>
                  </a:moveTo>
                  <a:lnTo>
                    <a:pt x="0" y="523875"/>
                  </a:lnTo>
                </a:path>
                <a:path w="172719" h="876935">
                  <a:moveTo>
                    <a:pt x="0" y="524509"/>
                  </a:moveTo>
                  <a:lnTo>
                    <a:pt x="0" y="525779"/>
                  </a:lnTo>
                </a:path>
                <a:path w="172719" h="876935">
                  <a:moveTo>
                    <a:pt x="0" y="526415"/>
                  </a:moveTo>
                  <a:lnTo>
                    <a:pt x="0" y="527684"/>
                  </a:lnTo>
                </a:path>
                <a:path w="172719" h="876935">
                  <a:moveTo>
                    <a:pt x="0" y="528320"/>
                  </a:moveTo>
                  <a:lnTo>
                    <a:pt x="0" y="529590"/>
                  </a:lnTo>
                </a:path>
                <a:path w="172719" h="876935">
                  <a:moveTo>
                    <a:pt x="0" y="529590"/>
                  </a:moveTo>
                  <a:lnTo>
                    <a:pt x="0" y="530859"/>
                  </a:lnTo>
                </a:path>
                <a:path w="172719" h="876935">
                  <a:moveTo>
                    <a:pt x="0" y="531495"/>
                  </a:moveTo>
                  <a:lnTo>
                    <a:pt x="0" y="532765"/>
                  </a:lnTo>
                </a:path>
                <a:path w="172719" h="876935">
                  <a:moveTo>
                    <a:pt x="0" y="533400"/>
                  </a:moveTo>
                  <a:lnTo>
                    <a:pt x="0" y="534670"/>
                  </a:lnTo>
                </a:path>
                <a:path w="172719" h="876935">
                  <a:moveTo>
                    <a:pt x="0" y="535304"/>
                  </a:moveTo>
                  <a:lnTo>
                    <a:pt x="0" y="536575"/>
                  </a:lnTo>
                </a:path>
                <a:path w="172719" h="876935">
                  <a:moveTo>
                    <a:pt x="0" y="537209"/>
                  </a:moveTo>
                  <a:lnTo>
                    <a:pt x="0" y="538479"/>
                  </a:lnTo>
                </a:path>
                <a:path w="172719" h="876935">
                  <a:moveTo>
                    <a:pt x="0" y="538479"/>
                  </a:moveTo>
                  <a:lnTo>
                    <a:pt x="0" y="539750"/>
                  </a:lnTo>
                </a:path>
                <a:path w="172719" h="876935">
                  <a:moveTo>
                    <a:pt x="0" y="540384"/>
                  </a:moveTo>
                  <a:lnTo>
                    <a:pt x="0" y="541654"/>
                  </a:lnTo>
                </a:path>
                <a:path w="172719" h="876935">
                  <a:moveTo>
                    <a:pt x="0" y="542290"/>
                  </a:moveTo>
                  <a:lnTo>
                    <a:pt x="0" y="543559"/>
                  </a:lnTo>
                </a:path>
                <a:path w="172719" h="876935">
                  <a:moveTo>
                    <a:pt x="0" y="544195"/>
                  </a:moveTo>
                  <a:lnTo>
                    <a:pt x="0" y="545465"/>
                  </a:lnTo>
                </a:path>
                <a:path w="172719" h="876935">
                  <a:moveTo>
                    <a:pt x="0" y="546100"/>
                  </a:moveTo>
                  <a:lnTo>
                    <a:pt x="0" y="547370"/>
                  </a:lnTo>
                </a:path>
                <a:path w="172719" h="876935">
                  <a:moveTo>
                    <a:pt x="0" y="547370"/>
                  </a:moveTo>
                  <a:lnTo>
                    <a:pt x="0" y="548640"/>
                  </a:lnTo>
                </a:path>
                <a:path w="172719" h="876935">
                  <a:moveTo>
                    <a:pt x="0" y="549275"/>
                  </a:moveTo>
                  <a:lnTo>
                    <a:pt x="0" y="550545"/>
                  </a:lnTo>
                </a:path>
                <a:path w="172719" h="876935">
                  <a:moveTo>
                    <a:pt x="0" y="551179"/>
                  </a:moveTo>
                  <a:lnTo>
                    <a:pt x="0" y="552450"/>
                  </a:lnTo>
                </a:path>
                <a:path w="172719" h="876935">
                  <a:moveTo>
                    <a:pt x="0" y="553084"/>
                  </a:moveTo>
                  <a:lnTo>
                    <a:pt x="0" y="554354"/>
                  </a:lnTo>
                </a:path>
                <a:path w="172719" h="876935">
                  <a:moveTo>
                    <a:pt x="0" y="554990"/>
                  </a:moveTo>
                  <a:lnTo>
                    <a:pt x="0" y="556259"/>
                  </a:lnTo>
                </a:path>
                <a:path w="172719" h="876935">
                  <a:moveTo>
                    <a:pt x="0" y="556259"/>
                  </a:moveTo>
                  <a:lnTo>
                    <a:pt x="0" y="557529"/>
                  </a:lnTo>
                </a:path>
                <a:path w="172719" h="876935">
                  <a:moveTo>
                    <a:pt x="0" y="558165"/>
                  </a:moveTo>
                  <a:lnTo>
                    <a:pt x="0" y="559434"/>
                  </a:lnTo>
                </a:path>
                <a:path w="172719" h="876935">
                  <a:moveTo>
                    <a:pt x="0" y="560070"/>
                  </a:moveTo>
                  <a:lnTo>
                    <a:pt x="0" y="561340"/>
                  </a:lnTo>
                </a:path>
                <a:path w="172719" h="876935">
                  <a:moveTo>
                    <a:pt x="0" y="561975"/>
                  </a:moveTo>
                  <a:lnTo>
                    <a:pt x="0" y="563245"/>
                  </a:lnTo>
                </a:path>
                <a:path w="172719" h="876935">
                  <a:moveTo>
                    <a:pt x="0" y="563879"/>
                  </a:moveTo>
                  <a:lnTo>
                    <a:pt x="0" y="565150"/>
                  </a:lnTo>
                </a:path>
                <a:path w="172719" h="876935">
                  <a:moveTo>
                    <a:pt x="0" y="565150"/>
                  </a:moveTo>
                  <a:lnTo>
                    <a:pt x="0" y="566420"/>
                  </a:lnTo>
                </a:path>
                <a:path w="172719" h="876935">
                  <a:moveTo>
                    <a:pt x="0" y="567054"/>
                  </a:moveTo>
                  <a:lnTo>
                    <a:pt x="0" y="568325"/>
                  </a:lnTo>
                </a:path>
                <a:path w="172719" h="876935">
                  <a:moveTo>
                    <a:pt x="0" y="568959"/>
                  </a:moveTo>
                  <a:lnTo>
                    <a:pt x="0" y="570229"/>
                  </a:lnTo>
                </a:path>
                <a:path w="172719" h="876935">
                  <a:moveTo>
                    <a:pt x="0" y="570865"/>
                  </a:moveTo>
                  <a:lnTo>
                    <a:pt x="0" y="572134"/>
                  </a:lnTo>
                </a:path>
                <a:path w="172719" h="876935">
                  <a:moveTo>
                    <a:pt x="0" y="572770"/>
                  </a:moveTo>
                  <a:lnTo>
                    <a:pt x="0" y="574040"/>
                  </a:lnTo>
                </a:path>
                <a:path w="172719" h="876935">
                  <a:moveTo>
                    <a:pt x="0" y="574040"/>
                  </a:moveTo>
                  <a:lnTo>
                    <a:pt x="0" y="575309"/>
                  </a:lnTo>
                </a:path>
                <a:path w="172719" h="876935">
                  <a:moveTo>
                    <a:pt x="0" y="575945"/>
                  </a:moveTo>
                  <a:lnTo>
                    <a:pt x="0" y="577215"/>
                  </a:lnTo>
                </a:path>
                <a:path w="172719" h="876935">
                  <a:moveTo>
                    <a:pt x="0" y="577850"/>
                  </a:moveTo>
                  <a:lnTo>
                    <a:pt x="0" y="579120"/>
                  </a:lnTo>
                </a:path>
                <a:path w="172719" h="876935">
                  <a:moveTo>
                    <a:pt x="0" y="579754"/>
                  </a:moveTo>
                  <a:lnTo>
                    <a:pt x="0" y="581025"/>
                  </a:lnTo>
                </a:path>
                <a:path w="172719" h="876935">
                  <a:moveTo>
                    <a:pt x="0" y="581659"/>
                  </a:moveTo>
                  <a:lnTo>
                    <a:pt x="0" y="582929"/>
                  </a:lnTo>
                </a:path>
                <a:path w="172719" h="876935">
                  <a:moveTo>
                    <a:pt x="0" y="582929"/>
                  </a:moveTo>
                  <a:lnTo>
                    <a:pt x="0" y="584200"/>
                  </a:lnTo>
                </a:path>
                <a:path w="172719" h="876935">
                  <a:moveTo>
                    <a:pt x="0" y="584834"/>
                  </a:moveTo>
                  <a:lnTo>
                    <a:pt x="0" y="586104"/>
                  </a:lnTo>
                </a:path>
                <a:path w="172719" h="876935">
                  <a:moveTo>
                    <a:pt x="0" y="586740"/>
                  </a:moveTo>
                  <a:lnTo>
                    <a:pt x="0" y="588009"/>
                  </a:lnTo>
                </a:path>
                <a:path w="172719" h="876935">
                  <a:moveTo>
                    <a:pt x="0" y="588645"/>
                  </a:moveTo>
                  <a:lnTo>
                    <a:pt x="0" y="589915"/>
                  </a:lnTo>
                </a:path>
                <a:path w="172719" h="876935">
                  <a:moveTo>
                    <a:pt x="0" y="590550"/>
                  </a:moveTo>
                  <a:lnTo>
                    <a:pt x="0" y="591820"/>
                  </a:lnTo>
                </a:path>
                <a:path w="172719" h="876935">
                  <a:moveTo>
                    <a:pt x="0" y="591820"/>
                  </a:moveTo>
                  <a:lnTo>
                    <a:pt x="0" y="593090"/>
                  </a:lnTo>
                </a:path>
                <a:path w="172719" h="876935">
                  <a:moveTo>
                    <a:pt x="0" y="593725"/>
                  </a:moveTo>
                  <a:lnTo>
                    <a:pt x="0" y="594995"/>
                  </a:lnTo>
                </a:path>
                <a:path w="172719" h="876935">
                  <a:moveTo>
                    <a:pt x="0" y="595629"/>
                  </a:moveTo>
                  <a:lnTo>
                    <a:pt x="0" y="596900"/>
                  </a:lnTo>
                </a:path>
                <a:path w="172719" h="876935">
                  <a:moveTo>
                    <a:pt x="0" y="597534"/>
                  </a:moveTo>
                  <a:lnTo>
                    <a:pt x="0" y="598804"/>
                  </a:lnTo>
                </a:path>
                <a:path w="172719" h="876935">
                  <a:moveTo>
                    <a:pt x="0" y="599440"/>
                  </a:moveTo>
                  <a:lnTo>
                    <a:pt x="0" y="600709"/>
                  </a:lnTo>
                </a:path>
                <a:path w="172719" h="876935">
                  <a:moveTo>
                    <a:pt x="0" y="600709"/>
                  </a:moveTo>
                  <a:lnTo>
                    <a:pt x="0" y="601979"/>
                  </a:lnTo>
                </a:path>
                <a:path w="172719" h="876935">
                  <a:moveTo>
                    <a:pt x="0" y="602615"/>
                  </a:moveTo>
                  <a:lnTo>
                    <a:pt x="0" y="603884"/>
                  </a:lnTo>
                </a:path>
                <a:path w="172719" h="876935">
                  <a:moveTo>
                    <a:pt x="0" y="604520"/>
                  </a:moveTo>
                  <a:lnTo>
                    <a:pt x="0" y="605790"/>
                  </a:lnTo>
                </a:path>
                <a:path w="172719" h="876935">
                  <a:moveTo>
                    <a:pt x="0" y="606425"/>
                  </a:moveTo>
                  <a:lnTo>
                    <a:pt x="0" y="607695"/>
                  </a:lnTo>
                </a:path>
                <a:path w="172719" h="876935">
                  <a:moveTo>
                    <a:pt x="0" y="608329"/>
                  </a:moveTo>
                  <a:lnTo>
                    <a:pt x="0" y="609600"/>
                  </a:lnTo>
                </a:path>
                <a:path w="172719" h="876935">
                  <a:moveTo>
                    <a:pt x="0" y="609600"/>
                  </a:moveTo>
                  <a:lnTo>
                    <a:pt x="0" y="610870"/>
                  </a:lnTo>
                </a:path>
                <a:path w="172719" h="876935">
                  <a:moveTo>
                    <a:pt x="0" y="611504"/>
                  </a:moveTo>
                  <a:lnTo>
                    <a:pt x="0" y="612775"/>
                  </a:lnTo>
                </a:path>
                <a:path w="172719" h="876935">
                  <a:moveTo>
                    <a:pt x="0" y="613409"/>
                  </a:moveTo>
                  <a:lnTo>
                    <a:pt x="0" y="614679"/>
                  </a:lnTo>
                </a:path>
                <a:path w="172719" h="876935">
                  <a:moveTo>
                    <a:pt x="0" y="615315"/>
                  </a:moveTo>
                  <a:lnTo>
                    <a:pt x="0" y="616584"/>
                  </a:lnTo>
                </a:path>
                <a:path w="172719" h="876935">
                  <a:moveTo>
                    <a:pt x="0" y="617220"/>
                  </a:moveTo>
                  <a:lnTo>
                    <a:pt x="0" y="618490"/>
                  </a:lnTo>
                </a:path>
                <a:path w="172719" h="876935">
                  <a:moveTo>
                    <a:pt x="0" y="618490"/>
                  </a:moveTo>
                  <a:lnTo>
                    <a:pt x="0" y="619759"/>
                  </a:lnTo>
                </a:path>
                <a:path w="172719" h="876935">
                  <a:moveTo>
                    <a:pt x="0" y="620395"/>
                  </a:moveTo>
                  <a:lnTo>
                    <a:pt x="0" y="621665"/>
                  </a:lnTo>
                </a:path>
                <a:path w="172719" h="876935">
                  <a:moveTo>
                    <a:pt x="0" y="622300"/>
                  </a:moveTo>
                  <a:lnTo>
                    <a:pt x="0" y="623570"/>
                  </a:lnTo>
                </a:path>
                <a:path w="172719" h="876935">
                  <a:moveTo>
                    <a:pt x="0" y="624204"/>
                  </a:moveTo>
                  <a:lnTo>
                    <a:pt x="0" y="625475"/>
                  </a:lnTo>
                </a:path>
                <a:path w="172719" h="876935">
                  <a:moveTo>
                    <a:pt x="0" y="626109"/>
                  </a:moveTo>
                  <a:lnTo>
                    <a:pt x="0" y="627379"/>
                  </a:lnTo>
                </a:path>
                <a:path w="172719" h="876935">
                  <a:moveTo>
                    <a:pt x="0" y="627379"/>
                  </a:moveTo>
                  <a:lnTo>
                    <a:pt x="0" y="628650"/>
                  </a:lnTo>
                </a:path>
                <a:path w="172719" h="876935">
                  <a:moveTo>
                    <a:pt x="0" y="629284"/>
                  </a:moveTo>
                  <a:lnTo>
                    <a:pt x="0" y="630554"/>
                  </a:lnTo>
                </a:path>
                <a:path w="172719" h="876935">
                  <a:moveTo>
                    <a:pt x="0" y="631190"/>
                  </a:moveTo>
                  <a:lnTo>
                    <a:pt x="0" y="632459"/>
                  </a:lnTo>
                </a:path>
                <a:path w="172719" h="876935">
                  <a:moveTo>
                    <a:pt x="0" y="633095"/>
                  </a:moveTo>
                  <a:lnTo>
                    <a:pt x="0" y="634365"/>
                  </a:lnTo>
                </a:path>
                <a:path w="172719" h="876935">
                  <a:moveTo>
                    <a:pt x="0" y="635000"/>
                  </a:moveTo>
                  <a:lnTo>
                    <a:pt x="0" y="636270"/>
                  </a:lnTo>
                </a:path>
                <a:path w="172719" h="876935">
                  <a:moveTo>
                    <a:pt x="0" y="636270"/>
                  </a:moveTo>
                  <a:lnTo>
                    <a:pt x="0" y="637540"/>
                  </a:lnTo>
                </a:path>
                <a:path w="172719" h="876935">
                  <a:moveTo>
                    <a:pt x="0" y="638175"/>
                  </a:moveTo>
                  <a:lnTo>
                    <a:pt x="0" y="639445"/>
                  </a:lnTo>
                </a:path>
                <a:path w="172719" h="876935">
                  <a:moveTo>
                    <a:pt x="0" y="640079"/>
                  </a:moveTo>
                  <a:lnTo>
                    <a:pt x="0" y="641350"/>
                  </a:lnTo>
                </a:path>
                <a:path w="172719" h="876935">
                  <a:moveTo>
                    <a:pt x="0" y="641984"/>
                  </a:moveTo>
                  <a:lnTo>
                    <a:pt x="0" y="643254"/>
                  </a:lnTo>
                </a:path>
                <a:path w="172719" h="876935">
                  <a:moveTo>
                    <a:pt x="0" y="643890"/>
                  </a:moveTo>
                  <a:lnTo>
                    <a:pt x="0" y="645159"/>
                  </a:lnTo>
                </a:path>
                <a:path w="172719" h="876935">
                  <a:moveTo>
                    <a:pt x="0" y="645159"/>
                  </a:moveTo>
                  <a:lnTo>
                    <a:pt x="0" y="646429"/>
                  </a:lnTo>
                </a:path>
                <a:path w="172719" h="876935">
                  <a:moveTo>
                    <a:pt x="0" y="647065"/>
                  </a:moveTo>
                  <a:lnTo>
                    <a:pt x="0" y="648334"/>
                  </a:lnTo>
                </a:path>
                <a:path w="172719" h="876935">
                  <a:moveTo>
                    <a:pt x="0" y="648970"/>
                  </a:moveTo>
                  <a:lnTo>
                    <a:pt x="0" y="650240"/>
                  </a:lnTo>
                </a:path>
                <a:path w="172719" h="876935">
                  <a:moveTo>
                    <a:pt x="0" y="650875"/>
                  </a:moveTo>
                  <a:lnTo>
                    <a:pt x="0" y="652145"/>
                  </a:lnTo>
                </a:path>
                <a:path w="172719" h="876935">
                  <a:moveTo>
                    <a:pt x="0" y="652779"/>
                  </a:moveTo>
                  <a:lnTo>
                    <a:pt x="0" y="654050"/>
                  </a:lnTo>
                </a:path>
                <a:path w="172719" h="876935">
                  <a:moveTo>
                    <a:pt x="0" y="654050"/>
                  </a:moveTo>
                  <a:lnTo>
                    <a:pt x="0" y="655320"/>
                  </a:lnTo>
                </a:path>
                <a:path w="172719" h="876935">
                  <a:moveTo>
                    <a:pt x="0" y="655954"/>
                  </a:moveTo>
                  <a:lnTo>
                    <a:pt x="0" y="657225"/>
                  </a:lnTo>
                </a:path>
                <a:path w="172719" h="876935">
                  <a:moveTo>
                    <a:pt x="0" y="657859"/>
                  </a:moveTo>
                  <a:lnTo>
                    <a:pt x="0" y="659129"/>
                  </a:lnTo>
                </a:path>
                <a:path w="172719" h="876935">
                  <a:moveTo>
                    <a:pt x="0" y="659765"/>
                  </a:moveTo>
                  <a:lnTo>
                    <a:pt x="0" y="661034"/>
                  </a:lnTo>
                </a:path>
                <a:path w="172719" h="876935">
                  <a:moveTo>
                    <a:pt x="0" y="661670"/>
                  </a:moveTo>
                  <a:lnTo>
                    <a:pt x="0" y="662940"/>
                  </a:lnTo>
                </a:path>
                <a:path w="172719" h="876935">
                  <a:moveTo>
                    <a:pt x="0" y="662940"/>
                  </a:moveTo>
                  <a:lnTo>
                    <a:pt x="0" y="664209"/>
                  </a:lnTo>
                </a:path>
                <a:path w="172719" h="876935">
                  <a:moveTo>
                    <a:pt x="0" y="664845"/>
                  </a:moveTo>
                  <a:lnTo>
                    <a:pt x="0" y="666115"/>
                  </a:lnTo>
                </a:path>
                <a:path w="172719" h="876935">
                  <a:moveTo>
                    <a:pt x="0" y="666750"/>
                  </a:moveTo>
                  <a:lnTo>
                    <a:pt x="0" y="668020"/>
                  </a:lnTo>
                </a:path>
                <a:path w="172719" h="876935">
                  <a:moveTo>
                    <a:pt x="0" y="668654"/>
                  </a:moveTo>
                  <a:lnTo>
                    <a:pt x="0" y="669925"/>
                  </a:lnTo>
                </a:path>
                <a:path w="172719" h="876935">
                  <a:moveTo>
                    <a:pt x="0" y="670559"/>
                  </a:moveTo>
                  <a:lnTo>
                    <a:pt x="0" y="671829"/>
                  </a:lnTo>
                </a:path>
                <a:path w="172719" h="876935">
                  <a:moveTo>
                    <a:pt x="0" y="671829"/>
                  </a:moveTo>
                  <a:lnTo>
                    <a:pt x="0" y="673100"/>
                  </a:lnTo>
                </a:path>
                <a:path w="172719" h="876935">
                  <a:moveTo>
                    <a:pt x="0" y="673734"/>
                  </a:moveTo>
                  <a:lnTo>
                    <a:pt x="0" y="675004"/>
                  </a:lnTo>
                </a:path>
                <a:path w="172719" h="876935">
                  <a:moveTo>
                    <a:pt x="0" y="675640"/>
                  </a:moveTo>
                  <a:lnTo>
                    <a:pt x="0" y="676909"/>
                  </a:lnTo>
                </a:path>
                <a:path w="172719" h="876935">
                  <a:moveTo>
                    <a:pt x="0" y="677545"/>
                  </a:moveTo>
                  <a:lnTo>
                    <a:pt x="0" y="678815"/>
                  </a:lnTo>
                </a:path>
                <a:path w="172719" h="876935">
                  <a:moveTo>
                    <a:pt x="0" y="679450"/>
                  </a:moveTo>
                  <a:lnTo>
                    <a:pt x="0" y="680720"/>
                  </a:lnTo>
                </a:path>
                <a:path w="172719" h="876935">
                  <a:moveTo>
                    <a:pt x="0" y="680720"/>
                  </a:moveTo>
                  <a:lnTo>
                    <a:pt x="0" y="681990"/>
                  </a:lnTo>
                </a:path>
                <a:path w="172719" h="876935">
                  <a:moveTo>
                    <a:pt x="0" y="682625"/>
                  </a:moveTo>
                  <a:lnTo>
                    <a:pt x="0" y="683895"/>
                  </a:lnTo>
                </a:path>
                <a:path w="172719" h="876935">
                  <a:moveTo>
                    <a:pt x="0" y="684529"/>
                  </a:moveTo>
                  <a:lnTo>
                    <a:pt x="0" y="685800"/>
                  </a:lnTo>
                </a:path>
                <a:path w="172719" h="876935">
                  <a:moveTo>
                    <a:pt x="0" y="686434"/>
                  </a:moveTo>
                  <a:lnTo>
                    <a:pt x="0" y="687704"/>
                  </a:lnTo>
                </a:path>
                <a:path w="172719" h="876935">
                  <a:moveTo>
                    <a:pt x="0" y="688340"/>
                  </a:moveTo>
                  <a:lnTo>
                    <a:pt x="0" y="689609"/>
                  </a:lnTo>
                </a:path>
                <a:path w="172719" h="876935">
                  <a:moveTo>
                    <a:pt x="0" y="689609"/>
                  </a:moveTo>
                  <a:lnTo>
                    <a:pt x="0" y="690879"/>
                  </a:lnTo>
                </a:path>
                <a:path w="172719" h="876935">
                  <a:moveTo>
                    <a:pt x="0" y="691515"/>
                  </a:moveTo>
                  <a:lnTo>
                    <a:pt x="0" y="692784"/>
                  </a:lnTo>
                </a:path>
                <a:path w="172719" h="876935">
                  <a:moveTo>
                    <a:pt x="0" y="693420"/>
                  </a:moveTo>
                  <a:lnTo>
                    <a:pt x="0" y="694690"/>
                  </a:lnTo>
                </a:path>
                <a:path w="172719" h="876935">
                  <a:moveTo>
                    <a:pt x="0" y="695325"/>
                  </a:moveTo>
                  <a:lnTo>
                    <a:pt x="0" y="696595"/>
                  </a:lnTo>
                </a:path>
                <a:path w="172719" h="876935">
                  <a:moveTo>
                    <a:pt x="0" y="697229"/>
                  </a:moveTo>
                  <a:lnTo>
                    <a:pt x="0" y="698500"/>
                  </a:lnTo>
                </a:path>
                <a:path w="172719" h="876935">
                  <a:moveTo>
                    <a:pt x="0" y="698500"/>
                  </a:moveTo>
                  <a:lnTo>
                    <a:pt x="0" y="699770"/>
                  </a:lnTo>
                </a:path>
                <a:path w="172719" h="876935">
                  <a:moveTo>
                    <a:pt x="0" y="700404"/>
                  </a:moveTo>
                  <a:lnTo>
                    <a:pt x="0" y="701675"/>
                  </a:lnTo>
                </a:path>
                <a:path w="172719" h="876935">
                  <a:moveTo>
                    <a:pt x="0" y="702309"/>
                  </a:moveTo>
                  <a:lnTo>
                    <a:pt x="0" y="703579"/>
                  </a:lnTo>
                </a:path>
                <a:path w="172719" h="876935">
                  <a:moveTo>
                    <a:pt x="0" y="704215"/>
                  </a:moveTo>
                  <a:lnTo>
                    <a:pt x="0" y="705484"/>
                  </a:lnTo>
                </a:path>
                <a:path w="172719" h="876935">
                  <a:moveTo>
                    <a:pt x="0" y="706120"/>
                  </a:moveTo>
                  <a:lnTo>
                    <a:pt x="0" y="707390"/>
                  </a:lnTo>
                </a:path>
                <a:path w="172719" h="876935">
                  <a:moveTo>
                    <a:pt x="0" y="707390"/>
                  </a:moveTo>
                  <a:lnTo>
                    <a:pt x="0" y="708659"/>
                  </a:lnTo>
                </a:path>
                <a:path w="172719" h="876935">
                  <a:moveTo>
                    <a:pt x="0" y="709295"/>
                  </a:moveTo>
                  <a:lnTo>
                    <a:pt x="0" y="710565"/>
                  </a:lnTo>
                </a:path>
                <a:path w="172719" h="876935">
                  <a:moveTo>
                    <a:pt x="0" y="711200"/>
                  </a:moveTo>
                  <a:lnTo>
                    <a:pt x="0" y="712470"/>
                  </a:lnTo>
                </a:path>
                <a:path w="172719" h="876935">
                  <a:moveTo>
                    <a:pt x="0" y="713104"/>
                  </a:moveTo>
                  <a:lnTo>
                    <a:pt x="0" y="714375"/>
                  </a:lnTo>
                </a:path>
                <a:path w="172719" h="876935">
                  <a:moveTo>
                    <a:pt x="0" y="715009"/>
                  </a:moveTo>
                  <a:lnTo>
                    <a:pt x="0" y="716279"/>
                  </a:lnTo>
                </a:path>
                <a:path w="172719" h="876935">
                  <a:moveTo>
                    <a:pt x="0" y="716279"/>
                  </a:moveTo>
                  <a:lnTo>
                    <a:pt x="0" y="717550"/>
                  </a:lnTo>
                </a:path>
                <a:path w="172719" h="876935">
                  <a:moveTo>
                    <a:pt x="0" y="718184"/>
                  </a:moveTo>
                  <a:lnTo>
                    <a:pt x="0" y="719454"/>
                  </a:lnTo>
                </a:path>
                <a:path w="172719" h="876935">
                  <a:moveTo>
                    <a:pt x="0" y="720090"/>
                  </a:moveTo>
                  <a:lnTo>
                    <a:pt x="0" y="721359"/>
                  </a:lnTo>
                </a:path>
                <a:path w="172719" h="876935">
                  <a:moveTo>
                    <a:pt x="0" y="721995"/>
                  </a:moveTo>
                  <a:lnTo>
                    <a:pt x="0" y="723265"/>
                  </a:lnTo>
                </a:path>
                <a:path w="172719" h="876935">
                  <a:moveTo>
                    <a:pt x="0" y="723900"/>
                  </a:moveTo>
                  <a:lnTo>
                    <a:pt x="0" y="725170"/>
                  </a:lnTo>
                </a:path>
                <a:path w="172719" h="876935">
                  <a:moveTo>
                    <a:pt x="0" y="725170"/>
                  </a:moveTo>
                  <a:lnTo>
                    <a:pt x="0" y="726440"/>
                  </a:lnTo>
                </a:path>
                <a:path w="172719" h="876935">
                  <a:moveTo>
                    <a:pt x="0" y="727075"/>
                  </a:moveTo>
                  <a:lnTo>
                    <a:pt x="0" y="728345"/>
                  </a:lnTo>
                </a:path>
                <a:path w="172719" h="876935">
                  <a:moveTo>
                    <a:pt x="0" y="728979"/>
                  </a:moveTo>
                  <a:lnTo>
                    <a:pt x="0" y="730250"/>
                  </a:lnTo>
                </a:path>
                <a:path w="172719" h="876935">
                  <a:moveTo>
                    <a:pt x="0" y="730884"/>
                  </a:moveTo>
                  <a:lnTo>
                    <a:pt x="0" y="732154"/>
                  </a:lnTo>
                </a:path>
                <a:path w="172719" h="876935">
                  <a:moveTo>
                    <a:pt x="0" y="732790"/>
                  </a:moveTo>
                  <a:lnTo>
                    <a:pt x="0" y="734059"/>
                  </a:lnTo>
                </a:path>
                <a:path w="172719" h="876935">
                  <a:moveTo>
                    <a:pt x="0" y="734059"/>
                  </a:moveTo>
                  <a:lnTo>
                    <a:pt x="0" y="735329"/>
                  </a:lnTo>
                </a:path>
                <a:path w="172719" h="876935">
                  <a:moveTo>
                    <a:pt x="0" y="735965"/>
                  </a:moveTo>
                  <a:lnTo>
                    <a:pt x="0" y="737234"/>
                  </a:lnTo>
                </a:path>
                <a:path w="172719" h="876935">
                  <a:moveTo>
                    <a:pt x="0" y="737870"/>
                  </a:moveTo>
                  <a:lnTo>
                    <a:pt x="0" y="739140"/>
                  </a:lnTo>
                </a:path>
                <a:path w="172719" h="876935">
                  <a:moveTo>
                    <a:pt x="0" y="739775"/>
                  </a:moveTo>
                  <a:lnTo>
                    <a:pt x="0" y="741045"/>
                  </a:lnTo>
                </a:path>
                <a:path w="172719" h="876935">
                  <a:moveTo>
                    <a:pt x="0" y="741679"/>
                  </a:moveTo>
                  <a:lnTo>
                    <a:pt x="0" y="742950"/>
                  </a:lnTo>
                </a:path>
                <a:path w="172719" h="876935">
                  <a:moveTo>
                    <a:pt x="0" y="742950"/>
                  </a:moveTo>
                  <a:lnTo>
                    <a:pt x="0" y="744220"/>
                  </a:lnTo>
                </a:path>
                <a:path w="172719" h="876935">
                  <a:moveTo>
                    <a:pt x="0" y="744854"/>
                  </a:moveTo>
                  <a:lnTo>
                    <a:pt x="0" y="746125"/>
                  </a:lnTo>
                </a:path>
                <a:path w="172719" h="876935">
                  <a:moveTo>
                    <a:pt x="0" y="746759"/>
                  </a:moveTo>
                  <a:lnTo>
                    <a:pt x="0" y="748029"/>
                  </a:lnTo>
                </a:path>
                <a:path w="172719" h="876935">
                  <a:moveTo>
                    <a:pt x="0" y="748665"/>
                  </a:moveTo>
                  <a:lnTo>
                    <a:pt x="0" y="749934"/>
                  </a:lnTo>
                </a:path>
                <a:path w="172719" h="876935">
                  <a:moveTo>
                    <a:pt x="0" y="750570"/>
                  </a:moveTo>
                  <a:lnTo>
                    <a:pt x="0" y="751840"/>
                  </a:lnTo>
                </a:path>
                <a:path w="172719" h="876935">
                  <a:moveTo>
                    <a:pt x="0" y="751840"/>
                  </a:moveTo>
                  <a:lnTo>
                    <a:pt x="0" y="753109"/>
                  </a:lnTo>
                </a:path>
                <a:path w="172719" h="876935">
                  <a:moveTo>
                    <a:pt x="0" y="753745"/>
                  </a:moveTo>
                  <a:lnTo>
                    <a:pt x="0" y="755015"/>
                  </a:lnTo>
                </a:path>
                <a:path w="172719" h="876935">
                  <a:moveTo>
                    <a:pt x="0" y="755650"/>
                  </a:moveTo>
                  <a:lnTo>
                    <a:pt x="0" y="756920"/>
                  </a:lnTo>
                </a:path>
                <a:path w="172719" h="876935">
                  <a:moveTo>
                    <a:pt x="0" y="757554"/>
                  </a:moveTo>
                  <a:lnTo>
                    <a:pt x="0" y="758825"/>
                  </a:lnTo>
                </a:path>
                <a:path w="172719" h="876935">
                  <a:moveTo>
                    <a:pt x="0" y="759459"/>
                  </a:moveTo>
                  <a:lnTo>
                    <a:pt x="0" y="760729"/>
                  </a:lnTo>
                </a:path>
                <a:path w="172719" h="876935">
                  <a:moveTo>
                    <a:pt x="0" y="760729"/>
                  </a:moveTo>
                  <a:lnTo>
                    <a:pt x="0" y="762000"/>
                  </a:lnTo>
                </a:path>
                <a:path w="172719" h="876935">
                  <a:moveTo>
                    <a:pt x="0" y="762634"/>
                  </a:moveTo>
                  <a:lnTo>
                    <a:pt x="0" y="763904"/>
                  </a:lnTo>
                </a:path>
                <a:path w="172719" h="876935">
                  <a:moveTo>
                    <a:pt x="0" y="764540"/>
                  </a:moveTo>
                  <a:lnTo>
                    <a:pt x="0" y="765809"/>
                  </a:lnTo>
                </a:path>
                <a:path w="172719" h="876935">
                  <a:moveTo>
                    <a:pt x="0" y="766445"/>
                  </a:moveTo>
                  <a:lnTo>
                    <a:pt x="0" y="767715"/>
                  </a:lnTo>
                </a:path>
                <a:path w="172719" h="876935">
                  <a:moveTo>
                    <a:pt x="0" y="768350"/>
                  </a:moveTo>
                  <a:lnTo>
                    <a:pt x="0" y="769620"/>
                  </a:lnTo>
                </a:path>
                <a:path w="172719" h="876935">
                  <a:moveTo>
                    <a:pt x="0" y="769620"/>
                  </a:moveTo>
                  <a:lnTo>
                    <a:pt x="0" y="770890"/>
                  </a:lnTo>
                </a:path>
                <a:path w="172719" h="876935">
                  <a:moveTo>
                    <a:pt x="0" y="771525"/>
                  </a:moveTo>
                  <a:lnTo>
                    <a:pt x="0" y="772795"/>
                  </a:lnTo>
                </a:path>
                <a:path w="172719" h="876935">
                  <a:moveTo>
                    <a:pt x="0" y="773429"/>
                  </a:moveTo>
                  <a:lnTo>
                    <a:pt x="0" y="774700"/>
                  </a:lnTo>
                </a:path>
                <a:path w="172719" h="876935">
                  <a:moveTo>
                    <a:pt x="0" y="775334"/>
                  </a:moveTo>
                  <a:lnTo>
                    <a:pt x="0" y="776604"/>
                  </a:lnTo>
                </a:path>
                <a:path w="172719" h="876935">
                  <a:moveTo>
                    <a:pt x="0" y="777240"/>
                  </a:moveTo>
                  <a:lnTo>
                    <a:pt x="0" y="778509"/>
                  </a:lnTo>
                </a:path>
                <a:path w="172719" h="876935">
                  <a:moveTo>
                    <a:pt x="0" y="778509"/>
                  </a:moveTo>
                  <a:lnTo>
                    <a:pt x="0" y="779779"/>
                  </a:lnTo>
                </a:path>
                <a:path w="172719" h="876935">
                  <a:moveTo>
                    <a:pt x="0" y="780415"/>
                  </a:moveTo>
                  <a:lnTo>
                    <a:pt x="0" y="781684"/>
                  </a:lnTo>
                </a:path>
                <a:path w="172719" h="876935">
                  <a:moveTo>
                    <a:pt x="0" y="782320"/>
                  </a:moveTo>
                  <a:lnTo>
                    <a:pt x="0" y="783590"/>
                  </a:lnTo>
                </a:path>
                <a:path w="172719" h="876935">
                  <a:moveTo>
                    <a:pt x="0" y="784225"/>
                  </a:moveTo>
                  <a:lnTo>
                    <a:pt x="0" y="785495"/>
                  </a:lnTo>
                </a:path>
                <a:path w="172719" h="876935">
                  <a:moveTo>
                    <a:pt x="0" y="786129"/>
                  </a:moveTo>
                  <a:lnTo>
                    <a:pt x="0" y="787400"/>
                  </a:lnTo>
                </a:path>
                <a:path w="172719" h="876935">
                  <a:moveTo>
                    <a:pt x="0" y="787400"/>
                  </a:moveTo>
                  <a:lnTo>
                    <a:pt x="0" y="788670"/>
                  </a:lnTo>
                </a:path>
                <a:path w="172719" h="876935">
                  <a:moveTo>
                    <a:pt x="0" y="789304"/>
                  </a:moveTo>
                  <a:lnTo>
                    <a:pt x="0" y="790575"/>
                  </a:lnTo>
                </a:path>
                <a:path w="172719" h="876935">
                  <a:moveTo>
                    <a:pt x="0" y="791209"/>
                  </a:moveTo>
                  <a:lnTo>
                    <a:pt x="0" y="792479"/>
                  </a:lnTo>
                </a:path>
                <a:path w="172719" h="876935">
                  <a:moveTo>
                    <a:pt x="0" y="793115"/>
                  </a:moveTo>
                  <a:lnTo>
                    <a:pt x="0" y="794384"/>
                  </a:lnTo>
                </a:path>
                <a:path w="172719" h="876935">
                  <a:moveTo>
                    <a:pt x="0" y="795020"/>
                  </a:moveTo>
                  <a:lnTo>
                    <a:pt x="0" y="796290"/>
                  </a:lnTo>
                </a:path>
                <a:path w="172719" h="876935">
                  <a:moveTo>
                    <a:pt x="0" y="796290"/>
                  </a:moveTo>
                  <a:lnTo>
                    <a:pt x="0" y="797559"/>
                  </a:lnTo>
                </a:path>
                <a:path w="172719" h="876935">
                  <a:moveTo>
                    <a:pt x="0" y="798195"/>
                  </a:moveTo>
                  <a:lnTo>
                    <a:pt x="0" y="799465"/>
                  </a:lnTo>
                </a:path>
                <a:path w="172719" h="876935">
                  <a:moveTo>
                    <a:pt x="0" y="800100"/>
                  </a:moveTo>
                  <a:lnTo>
                    <a:pt x="0" y="801370"/>
                  </a:lnTo>
                </a:path>
                <a:path w="172719" h="876935">
                  <a:moveTo>
                    <a:pt x="0" y="802004"/>
                  </a:moveTo>
                  <a:lnTo>
                    <a:pt x="0" y="803275"/>
                  </a:lnTo>
                </a:path>
                <a:path w="172719" h="876935">
                  <a:moveTo>
                    <a:pt x="0" y="803909"/>
                  </a:moveTo>
                  <a:lnTo>
                    <a:pt x="0" y="805179"/>
                  </a:lnTo>
                </a:path>
                <a:path w="172719" h="876935">
                  <a:moveTo>
                    <a:pt x="0" y="805179"/>
                  </a:moveTo>
                  <a:lnTo>
                    <a:pt x="0" y="806450"/>
                  </a:lnTo>
                </a:path>
                <a:path w="172719" h="876935">
                  <a:moveTo>
                    <a:pt x="0" y="807084"/>
                  </a:moveTo>
                  <a:lnTo>
                    <a:pt x="0" y="808354"/>
                  </a:lnTo>
                </a:path>
                <a:path w="172719" h="876935">
                  <a:moveTo>
                    <a:pt x="0" y="808990"/>
                  </a:moveTo>
                  <a:lnTo>
                    <a:pt x="0" y="810259"/>
                  </a:lnTo>
                </a:path>
                <a:path w="172719" h="876935">
                  <a:moveTo>
                    <a:pt x="0" y="810895"/>
                  </a:moveTo>
                  <a:lnTo>
                    <a:pt x="0" y="812165"/>
                  </a:lnTo>
                </a:path>
                <a:path w="172719" h="876935">
                  <a:moveTo>
                    <a:pt x="0" y="812800"/>
                  </a:moveTo>
                  <a:lnTo>
                    <a:pt x="0" y="814070"/>
                  </a:lnTo>
                </a:path>
                <a:path w="172719" h="876935">
                  <a:moveTo>
                    <a:pt x="0" y="814070"/>
                  </a:moveTo>
                  <a:lnTo>
                    <a:pt x="0" y="815340"/>
                  </a:lnTo>
                </a:path>
                <a:path w="172719" h="876935">
                  <a:moveTo>
                    <a:pt x="0" y="815975"/>
                  </a:moveTo>
                  <a:lnTo>
                    <a:pt x="0" y="817245"/>
                  </a:lnTo>
                </a:path>
                <a:path w="172719" h="876935">
                  <a:moveTo>
                    <a:pt x="0" y="817879"/>
                  </a:moveTo>
                  <a:lnTo>
                    <a:pt x="0" y="819150"/>
                  </a:lnTo>
                </a:path>
                <a:path w="172719" h="876935">
                  <a:moveTo>
                    <a:pt x="0" y="819784"/>
                  </a:moveTo>
                  <a:lnTo>
                    <a:pt x="0" y="821054"/>
                  </a:lnTo>
                </a:path>
                <a:path w="172719" h="876935">
                  <a:moveTo>
                    <a:pt x="0" y="821690"/>
                  </a:moveTo>
                  <a:lnTo>
                    <a:pt x="0" y="822959"/>
                  </a:lnTo>
                </a:path>
                <a:path w="172719" h="876935">
                  <a:moveTo>
                    <a:pt x="0" y="822959"/>
                  </a:moveTo>
                  <a:lnTo>
                    <a:pt x="0" y="824229"/>
                  </a:lnTo>
                </a:path>
                <a:path w="172719" h="876935">
                  <a:moveTo>
                    <a:pt x="0" y="824865"/>
                  </a:moveTo>
                  <a:lnTo>
                    <a:pt x="0" y="826134"/>
                  </a:lnTo>
                </a:path>
                <a:path w="172719" h="876935">
                  <a:moveTo>
                    <a:pt x="0" y="826770"/>
                  </a:moveTo>
                  <a:lnTo>
                    <a:pt x="0" y="828040"/>
                  </a:lnTo>
                </a:path>
                <a:path w="172719" h="876935">
                  <a:moveTo>
                    <a:pt x="0" y="828675"/>
                  </a:moveTo>
                  <a:lnTo>
                    <a:pt x="0" y="829945"/>
                  </a:lnTo>
                </a:path>
                <a:path w="172719" h="876935">
                  <a:moveTo>
                    <a:pt x="0" y="830579"/>
                  </a:moveTo>
                  <a:lnTo>
                    <a:pt x="0" y="831850"/>
                  </a:lnTo>
                </a:path>
                <a:path w="172719" h="876935">
                  <a:moveTo>
                    <a:pt x="0" y="831850"/>
                  </a:moveTo>
                  <a:lnTo>
                    <a:pt x="0" y="833120"/>
                  </a:lnTo>
                </a:path>
                <a:path w="172719" h="876935">
                  <a:moveTo>
                    <a:pt x="0" y="833754"/>
                  </a:moveTo>
                  <a:lnTo>
                    <a:pt x="0" y="835025"/>
                  </a:lnTo>
                </a:path>
                <a:path w="172719" h="876935">
                  <a:moveTo>
                    <a:pt x="0" y="835659"/>
                  </a:moveTo>
                  <a:lnTo>
                    <a:pt x="0" y="836929"/>
                  </a:lnTo>
                </a:path>
                <a:path w="172719" h="876935">
                  <a:moveTo>
                    <a:pt x="0" y="837565"/>
                  </a:moveTo>
                  <a:lnTo>
                    <a:pt x="0" y="838834"/>
                  </a:lnTo>
                </a:path>
                <a:path w="172719" h="876935">
                  <a:moveTo>
                    <a:pt x="0" y="839470"/>
                  </a:moveTo>
                  <a:lnTo>
                    <a:pt x="0" y="840740"/>
                  </a:lnTo>
                </a:path>
                <a:path w="172719" h="876935">
                  <a:moveTo>
                    <a:pt x="0" y="840740"/>
                  </a:moveTo>
                  <a:lnTo>
                    <a:pt x="0" y="842009"/>
                  </a:lnTo>
                </a:path>
                <a:path w="172719" h="876935">
                  <a:moveTo>
                    <a:pt x="0" y="842645"/>
                  </a:moveTo>
                  <a:lnTo>
                    <a:pt x="0" y="843915"/>
                  </a:lnTo>
                </a:path>
                <a:path w="172719" h="876935">
                  <a:moveTo>
                    <a:pt x="0" y="844550"/>
                  </a:moveTo>
                  <a:lnTo>
                    <a:pt x="0" y="845820"/>
                  </a:lnTo>
                </a:path>
                <a:path w="172719" h="876935">
                  <a:moveTo>
                    <a:pt x="0" y="846454"/>
                  </a:moveTo>
                  <a:lnTo>
                    <a:pt x="0" y="847725"/>
                  </a:lnTo>
                </a:path>
                <a:path w="172719" h="876935">
                  <a:moveTo>
                    <a:pt x="0" y="848359"/>
                  </a:moveTo>
                  <a:lnTo>
                    <a:pt x="0" y="849629"/>
                  </a:lnTo>
                </a:path>
                <a:path w="172719" h="876935">
                  <a:moveTo>
                    <a:pt x="0" y="849629"/>
                  </a:moveTo>
                  <a:lnTo>
                    <a:pt x="0" y="850900"/>
                  </a:lnTo>
                </a:path>
                <a:path w="172719" h="876935">
                  <a:moveTo>
                    <a:pt x="0" y="851534"/>
                  </a:moveTo>
                  <a:lnTo>
                    <a:pt x="0" y="852804"/>
                  </a:lnTo>
                </a:path>
                <a:path w="172719" h="876935">
                  <a:moveTo>
                    <a:pt x="0" y="853440"/>
                  </a:moveTo>
                  <a:lnTo>
                    <a:pt x="0" y="854709"/>
                  </a:lnTo>
                </a:path>
                <a:path w="172719" h="876935">
                  <a:moveTo>
                    <a:pt x="0" y="855345"/>
                  </a:moveTo>
                  <a:lnTo>
                    <a:pt x="0" y="856615"/>
                  </a:lnTo>
                </a:path>
                <a:path w="172719" h="876935">
                  <a:moveTo>
                    <a:pt x="0" y="857250"/>
                  </a:moveTo>
                  <a:lnTo>
                    <a:pt x="0" y="858520"/>
                  </a:lnTo>
                </a:path>
                <a:path w="172719" h="876935">
                  <a:moveTo>
                    <a:pt x="0" y="858520"/>
                  </a:moveTo>
                  <a:lnTo>
                    <a:pt x="0" y="859790"/>
                  </a:lnTo>
                </a:path>
                <a:path w="172719" h="876935">
                  <a:moveTo>
                    <a:pt x="0" y="860425"/>
                  </a:moveTo>
                  <a:lnTo>
                    <a:pt x="0" y="861695"/>
                  </a:lnTo>
                </a:path>
                <a:path w="172719" h="876935">
                  <a:moveTo>
                    <a:pt x="0" y="862329"/>
                  </a:moveTo>
                  <a:lnTo>
                    <a:pt x="0" y="863600"/>
                  </a:lnTo>
                </a:path>
                <a:path w="172719" h="876935">
                  <a:moveTo>
                    <a:pt x="0" y="864234"/>
                  </a:moveTo>
                  <a:lnTo>
                    <a:pt x="0" y="865504"/>
                  </a:lnTo>
                </a:path>
                <a:path w="172719" h="876935">
                  <a:moveTo>
                    <a:pt x="0" y="866140"/>
                  </a:moveTo>
                  <a:lnTo>
                    <a:pt x="0" y="867409"/>
                  </a:lnTo>
                </a:path>
                <a:path w="172719" h="876935">
                  <a:moveTo>
                    <a:pt x="0" y="867409"/>
                  </a:moveTo>
                  <a:lnTo>
                    <a:pt x="0" y="868679"/>
                  </a:lnTo>
                </a:path>
                <a:path w="172719" h="876935">
                  <a:moveTo>
                    <a:pt x="0" y="869315"/>
                  </a:moveTo>
                  <a:lnTo>
                    <a:pt x="0" y="870584"/>
                  </a:lnTo>
                </a:path>
                <a:path w="172719" h="876935">
                  <a:moveTo>
                    <a:pt x="0" y="871220"/>
                  </a:moveTo>
                  <a:lnTo>
                    <a:pt x="0" y="872490"/>
                  </a:lnTo>
                </a:path>
                <a:path w="172719" h="876935">
                  <a:moveTo>
                    <a:pt x="0" y="873125"/>
                  </a:moveTo>
                  <a:lnTo>
                    <a:pt x="0" y="874395"/>
                  </a:lnTo>
                </a:path>
                <a:path w="172719" h="876935">
                  <a:moveTo>
                    <a:pt x="0" y="875029"/>
                  </a:moveTo>
                  <a:lnTo>
                    <a:pt x="0" y="876300"/>
                  </a:lnTo>
                </a:path>
                <a:path w="172719" h="876935">
                  <a:moveTo>
                    <a:pt x="0" y="876300"/>
                  </a:moveTo>
                  <a:lnTo>
                    <a:pt x="0" y="876934"/>
                  </a:lnTo>
                </a:path>
                <a:path w="172719" h="876935">
                  <a:moveTo>
                    <a:pt x="172719" y="111125"/>
                  </a:moveTo>
                  <a:lnTo>
                    <a:pt x="172719" y="112395"/>
                  </a:lnTo>
                </a:path>
                <a:path w="172719" h="876935">
                  <a:moveTo>
                    <a:pt x="172719" y="113029"/>
                  </a:moveTo>
                  <a:lnTo>
                    <a:pt x="172719" y="114300"/>
                  </a:lnTo>
                </a:path>
                <a:path w="172719" h="876935">
                  <a:moveTo>
                    <a:pt x="172719" y="114934"/>
                  </a:moveTo>
                  <a:lnTo>
                    <a:pt x="172719" y="116204"/>
                  </a:lnTo>
                </a:path>
                <a:path w="172719" h="876935">
                  <a:moveTo>
                    <a:pt x="172719" y="116840"/>
                  </a:moveTo>
                  <a:lnTo>
                    <a:pt x="172719" y="118109"/>
                  </a:lnTo>
                </a:path>
                <a:path w="172719" h="876935">
                  <a:moveTo>
                    <a:pt x="172719" y="118109"/>
                  </a:moveTo>
                  <a:lnTo>
                    <a:pt x="172719" y="120015"/>
                  </a:lnTo>
                </a:path>
                <a:path w="172719" h="876935">
                  <a:moveTo>
                    <a:pt x="172719" y="120015"/>
                  </a:moveTo>
                  <a:lnTo>
                    <a:pt x="172719" y="121284"/>
                  </a:lnTo>
                </a:path>
                <a:path w="172719" h="876935">
                  <a:moveTo>
                    <a:pt x="172719" y="121920"/>
                  </a:moveTo>
                  <a:lnTo>
                    <a:pt x="172719" y="123190"/>
                  </a:lnTo>
                </a:path>
                <a:path w="172719" h="876935">
                  <a:moveTo>
                    <a:pt x="172719" y="123825"/>
                  </a:moveTo>
                  <a:lnTo>
                    <a:pt x="172719" y="125095"/>
                  </a:lnTo>
                </a:path>
                <a:path w="172719" h="876935">
                  <a:moveTo>
                    <a:pt x="172719" y="125729"/>
                  </a:moveTo>
                  <a:lnTo>
                    <a:pt x="172719" y="127000"/>
                  </a:lnTo>
                </a:path>
                <a:path w="172719" h="876935">
                  <a:moveTo>
                    <a:pt x="172719" y="127000"/>
                  </a:moveTo>
                  <a:lnTo>
                    <a:pt x="172719" y="128904"/>
                  </a:lnTo>
                </a:path>
                <a:path w="172719" h="876935">
                  <a:moveTo>
                    <a:pt x="172719" y="128904"/>
                  </a:moveTo>
                  <a:lnTo>
                    <a:pt x="172719" y="130175"/>
                  </a:lnTo>
                </a:path>
                <a:path w="172719" h="876935">
                  <a:moveTo>
                    <a:pt x="172719" y="130809"/>
                  </a:moveTo>
                  <a:lnTo>
                    <a:pt x="172719" y="132079"/>
                  </a:lnTo>
                </a:path>
                <a:path w="172719" h="876935">
                  <a:moveTo>
                    <a:pt x="172719" y="132715"/>
                  </a:moveTo>
                  <a:lnTo>
                    <a:pt x="172719" y="133984"/>
                  </a:lnTo>
                </a:path>
                <a:path w="172719" h="876935">
                  <a:moveTo>
                    <a:pt x="172719" y="134620"/>
                  </a:moveTo>
                  <a:lnTo>
                    <a:pt x="172719" y="135890"/>
                  </a:lnTo>
                </a:path>
                <a:path w="172719" h="876935">
                  <a:moveTo>
                    <a:pt x="172719" y="135890"/>
                  </a:moveTo>
                  <a:lnTo>
                    <a:pt x="172719" y="137795"/>
                  </a:lnTo>
                </a:path>
                <a:path w="172719" h="876935">
                  <a:moveTo>
                    <a:pt x="172719" y="137795"/>
                  </a:moveTo>
                  <a:lnTo>
                    <a:pt x="172719" y="139065"/>
                  </a:lnTo>
                </a:path>
                <a:path w="172719" h="876935">
                  <a:moveTo>
                    <a:pt x="172719" y="139700"/>
                  </a:moveTo>
                  <a:lnTo>
                    <a:pt x="172719" y="140970"/>
                  </a:lnTo>
                </a:path>
                <a:path w="172719" h="876935">
                  <a:moveTo>
                    <a:pt x="172719" y="141604"/>
                  </a:moveTo>
                  <a:lnTo>
                    <a:pt x="172719" y="142875"/>
                  </a:lnTo>
                </a:path>
                <a:path w="172719" h="876935">
                  <a:moveTo>
                    <a:pt x="172719" y="143509"/>
                  </a:moveTo>
                  <a:lnTo>
                    <a:pt x="172719" y="144779"/>
                  </a:lnTo>
                </a:path>
                <a:path w="172719" h="876935">
                  <a:moveTo>
                    <a:pt x="172719" y="144779"/>
                  </a:moveTo>
                  <a:lnTo>
                    <a:pt x="172719" y="146684"/>
                  </a:lnTo>
                </a:path>
                <a:path w="172719" h="876935">
                  <a:moveTo>
                    <a:pt x="172719" y="146684"/>
                  </a:moveTo>
                  <a:lnTo>
                    <a:pt x="172719" y="147954"/>
                  </a:lnTo>
                </a:path>
                <a:path w="172719" h="876935">
                  <a:moveTo>
                    <a:pt x="172719" y="148590"/>
                  </a:moveTo>
                  <a:lnTo>
                    <a:pt x="172719" y="149859"/>
                  </a:lnTo>
                </a:path>
                <a:path w="172719" h="876935">
                  <a:moveTo>
                    <a:pt x="172719" y="150495"/>
                  </a:moveTo>
                  <a:lnTo>
                    <a:pt x="172719" y="151765"/>
                  </a:lnTo>
                </a:path>
                <a:path w="172719" h="876935">
                  <a:moveTo>
                    <a:pt x="172719" y="152400"/>
                  </a:moveTo>
                  <a:lnTo>
                    <a:pt x="172719" y="153670"/>
                  </a:lnTo>
                </a:path>
                <a:path w="172719" h="876935">
                  <a:moveTo>
                    <a:pt x="172719" y="153670"/>
                  </a:moveTo>
                  <a:lnTo>
                    <a:pt x="172719" y="155575"/>
                  </a:lnTo>
                </a:path>
                <a:path w="172719" h="876935">
                  <a:moveTo>
                    <a:pt x="172719" y="155575"/>
                  </a:moveTo>
                  <a:lnTo>
                    <a:pt x="172719" y="156845"/>
                  </a:lnTo>
                </a:path>
                <a:path w="172719" h="876935">
                  <a:moveTo>
                    <a:pt x="172719" y="157479"/>
                  </a:moveTo>
                  <a:lnTo>
                    <a:pt x="172719" y="158750"/>
                  </a:lnTo>
                </a:path>
                <a:path w="172719" h="876935">
                  <a:moveTo>
                    <a:pt x="172719" y="159384"/>
                  </a:moveTo>
                  <a:lnTo>
                    <a:pt x="172719" y="160654"/>
                  </a:lnTo>
                </a:path>
                <a:path w="172719" h="876935">
                  <a:moveTo>
                    <a:pt x="172719" y="161290"/>
                  </a:moveTo>
                  <a:lnTo>
                    <a:pt x="172719" y="162559"/>
                  </a:lnTo>
                </a:path>
                <a:path w="172719" h="876935">
                  <a:moveTo>
                    <a:pt x="172719" y="162559"/>
                  </a:moveTo>
                  <a:lnTo>
                    <a:pt x="172719" y="164465"/>
                  </a:lnTo>
                </a:path>
                <a:path w="172719" h="876935">
                  <a:moveTo>
                    <a:pt x="172719" y="164465"/>
                  </a:moveTo>
                  <a:lnTo>
                    <a:pt x="172719" y="165734"/>
                  </a:lnTo>
                </a:path>
                <a:path w="172719" h="876935">
                  <a:moveTo>
                    <a:pt x="172719" y="166370"/>
                  </a:moveTo>
                  <a:lnTo>
                    <a:pt x="172719" y="167640"/>
                  </a:lnTo>
                </a:path>
                <a:path w="172719" h="876935">
                  <a:moveTo>
                    <a:pt x="172719" y="168275"/>
                  </a:moveTo>
                  <a:lnTo>
                    <a:pt x="172719" y="169545"/>
                  </a:lnTo>
                </a:path>
                <a:path w="172719" h="876935">
                  <a:moveTo>
                    <a:pt x="172719" y="170179"/>
                  </a:moveTo>
                  <a:lnTo>
                    <a:pt x="172719" y="171450"/>
                  </a:lnTo>
                </a:path>
                <a:path w="172719" h="876935">
                  <a:moveTo>
                    <a:pt x="172719" y="171450"/>
                  </a:moveTo>
                  <a:lnTo>
                    <a:pt x="172719" y="173354"/>
                  </a:lnTo>
                </a:path>
                <a:path w="172719" h="876935">
                  <a:moveTo>
                    <a:pt x="172719" y="173354"/>
                  </a:moveTo>
                  <a:lnTo>
                    <a:pt x="172719" y="174625"/>
                  </a:lnTo>
                </a:path>
                <a:path w="172719" h="876935">
                  <a:moveTo>
                    <a:pt x="172719" y="175259"/>
                  </a:moveTo>
                  <a:lnTo>
                    <a:pt x="172719" y="176529"/>
                  </a:lnTo>
                </a:path>
                <a:path w="172719" h="876935">
                  <a:moveTo>
                    <a:pt x="172719" y="177165"/>
                  </a:moveTo>
                  <a:lnTo>
                    <a:pt x="172719" y="178434"/>
                  </a:lnTo>
                </a:path>
                <a:path w="172719" h="876935">
                  <a:moveTo>
                    <a:pt x="172719" y="179070"/>
                  </a:moveTo>
                  <a:lnTo>
                    <a:pt x="172719" y="180340"/>
                  </a:lnTo>
                </a:path>
                <a:path w="172719" h="876935">
                  <a:moveTo>
                    <a:pt x="172719" y="180340"/>
                  </a:moveTo>
                  <a:lnTo>
                    <a:pt x="172719" y="182245"/>
                  </a:lnTo>
                </a:path>
                <a:path w="172719" h="876935">
                  <a:moveTo>
                    <a:pt x="172719" y="182245"/>
                  </a:moveTo>
                  <a:lnTo>
                    <a:pt x="172719" y="183515"/>
                  </a:lnTo>
                </a:path>
                <a:path w="172719" h="876935">
                  <a:moveTo>
                    <a:pt x="172719" y="184150"/>
                  </a:moveTo>
                  <a:lnTo>
                    <a:pt x="172719" y="185420"/>
                  </a:lnTo>
                </a:path>
                <a:path w="172719" h="876935">
                  <a:moveTo>
                    <a:pt x="172719" y="186054"/>
                  </a:moveTo>
                  <a:lnTo>
                    <a:pt x="172719" y="187325"/>
                  </a:lnTo>
                </a:path>
                <a:path w="172719" h="876935">
                  <a:moveTo>
                    <a:pt x="172719" y="187959"/>
                  </a:moveTo>
                  <a:lnTo>
                    <a:pt x="172719" y="189229"/>
                  </a:lnTo>
                </a:path>
                <a:path w="172719" h="876935">
                  <a:moveTo>
                    <a:pt x="172719" y="189229"/>
                  </a:moveTo>
                  <a:lnTo>
                    <a:pt x="172719" y="191134"/>
                  </a:lnTo>
                </a:path>
                <a:path w="172719" h="876935">
                  <a:moveTo>
                    <a:pt x="172719" y="191134"/>
                  </a:moveTo>
                  <a:lnTo>
                    <a:pt x="172719" y="192404"/>
                  </a:lnTo>
                </a:path>
                <a:path w="172719" h="876935">
                  <a:moveTo>
                    <a:pt x="172719" y="193040"/>
                  </a:moveTo>
                  <a:lnTo>
                    <a:pt x="172719" y="194309"/>
                  </a:lnTo>
                </a:path>
                <a:path w="172719" h="876935">
                  <a:moveTo>
                    <a:pt x="172719" y="194945"/>
                  </a:moveTo>
                  <a:lnTo>
                    <a:pt x="172719" y="196215"/>
                  </a:lnTo>
                </a:path>
                <a:path w="172719" h="876935">
                  <a:moveTo>
                    <a:pt x="172719" y="196850"/>
                  </a:moveTo>
                  <a:lnTo>
                    <a:pt x="172719" y="198120"/>
                  </a:lnTo>
                </a:path>
                <a:path w="172719" h="876935">
                  <a:moveTo>
                    <a:pt x="172719" y="198120"/>
                  </a:moveTo>
                  <a:lnTo>
                    <a:pt x="172719" y="200025"/>
                  </a:lnTo>
                </a:path>
                <a:path w="172719" h="876935">
                  <a:moveTo>
                    <a:pt x="172719" y="200025"/>
                  </a:moveTo>
                  <a:lnTo>
                    <a:pt x="172719" y="201295"/>
                  </a:lnTo>
                </a:path>
                <a:path w="172719" h="876935">
                  <a:moveTo>
                    <a:pt x="172719" y="201929"/>
                  </a:moveTo>
                  <a:lnTo>
                    <a:pt x="172719" y="203200"/>
                  </a:lnTo>
                </a:path>
                <a:path w="172719" h="876935">
                  <a:moveTo>
                    <a:pt x="172719" y="203834"/>
                  </a:moveTo>
                  <a:lnTo>
                    <a:pt x="172719" y="205104"/>
                  </a:lnTo>
                </a:path>
                <a:path w="172719" h="876935">
                  <a:moveTo>
                    <a:pt x="172719" y="205740"/>
                  </a:moveTo>
                  <a:lnTo>
                    <a:pt x="172719" y="207009"/>
                  </a:lnTo>
                </a:path>
                <a:path w="172719" h="876935">
                  <a:moveTo>
                    <a:pt x="172719" y="207009"/>
                  </a:moveTo>
                  <a:lnTo>
                    <a:pt x="172719" y="208915"/>
                  </a:lnTo>
                </a:path>
                <a:path w="172719" h="876935">
                  <a:moveTo>
                    <a:pt x="172719" y="208915"/>
                  </a:moveTo>
                  <a:lnTo>
                    <a:pt x="172719" y="210184"/>
                  </a:lnTo>
                </a:path>
                <a:path w="172719" h="876935">
                  <a:moveTo>
                    <a:pt x="172719" y="210820"/>
                  </a:moveTo>
                  <a:lnTo>
                    <a:pt x="172719" y="212090"/>
                  </a:lnTo>
                </a:path>
                <a:path w="172719" h="876935">
                  <a:moveTo>
                    <a:pt x="172719" y="212725"/>
                  </a:moveTo>
                  <a:lnTo>
                    <a:pt x="172719" y="213995"/>
                  </a:lnTo>
                </a:path>
                <a:path w="172719" h="876935">
                  <a:moveTo>
                    <a:pt x="172719" y="214629"/>
                  </a:moveTo>
                  <a:lnTo>
                    <a:pt x="172719" y="215900"/>
                  </a:lnTo>
                </a:path>
                <a:path w="172719" h="876935">
                  <a:moveTo>
                    <a:pt x="172719" y="215900"/>
                  </a:moveTo>
                  <a:lnTo>
                    <a:pt x="172719" y="217804"/>
                  </a:lnTo>
                </a:path>
                <a:path w="172719" h="876935">
                  <a:moveTo>
                    <a:pt x="172719" y="217804"/>
                  </a:moveTo>
                  <a:lnTo>
                    <a:pt x="172719" y="219075"/>
                  </a:lnTo>
                </a:path>
                <a:path w="172719" h="876935">
                  <a:moveTo>
                    <a:pt x="172719" y="219709"/>
                  </a:moveTo>
                  <a:lnTo>
                    <a:pt x="172719" y="220979"/>
                  </a:lnTo>
                </a:path>
                <a:path w="172719" h="876935">
                  <a:moveTo>
                    <a:pt x="172719" y="221615"/>
                  </a:moveTo>
                  <a:lnTo>
                    <a:pt x="172719" y="222884"/>
                  </a:lnTo>
                </a:path>
                <a:path w="172719" h="876935">
                  <a:moveTo>
                    <a:pt x="172719" y="223520"/>
                  </a:moveTo>
                  <a:lnTo>
                    <a:pt x="172719" y="224790"/>
                  </a:lnTo>
                </a:path>
                <a:path w="172719" h="876935">
                  <a:moveTo>
                    <a:pt x="172719" y="224790"/>
                  </a:moveTo>
                  <a:lnTo>
                    <a:pt x="172719" y="226695"/>
                  </a:lnTo>
                </a:path>
                <a:path w="172719" h="876935">
                  <a:moveTo>
                    <a:pt x="172719" y="226695"/>
                  </a:moveTo>
                  <a:lnTo>
                    <a:pt x="172719" y="227965"/>
                  </a:lnTo>
                </a:path>
                <a:path w="172719" h="876935">
                  <a:moveTo>
                    <a:pt x="172719" y="228600"/>
                  </a:moveTo>
                  <a:lnTo>
                    <a:pt x="172719" y="229870"/>
                  </a:lnTo>
                </a:path>
                <a:path w="172719" h="876935">
                  <a:moveTo>
                    <a:pt x="172719" y="230504"/>
                  </a:moveTo>
                  <a:lnTo>
                    <a:pt x="172719" y="231775"/>
                  </a:lnTo>
                </a:path>
                <a:path w="172719" h="876935">
                  <a:moveTo>
                    <a:pt x="172719" y="232409"/>
                  </a:moveTo>
                  <a:lnTo>
                    <a:pt x="172719" y="233679"/>
                  </a:lnTo>
                </a:path>
                <a:path w="172719" h="876935">
                  <a:moveTo>
                    <a:pt x="172719" y="233679"/>
                  </a:moveTo>
                  <a:lnTo>
                    <a:pt x="172719" y="235584"/>
                  </a:lnTo>
                </a:path>
                <a:path w="172719" h="876935">
                  <a:moveTo>
                    <a:pt x="172719" y="235584"/>
                  </a:moveTo>
                  <a:lnTo>
                    <a:pt x="172719" y="236854"/>
                  </a:lnTo>
                </a:path>
                <a:path w="172719" h="876935">
                  <a:moveTo>
                    <a:pt x="172719" y="237490"/>
                  </a:moveTo>
                  <a:lnTo>
                    <a:pt x="172719" y="238759"/>
                  </a:lnTo>
                </a:path>
                <a:path w="172719" h="876935">
                  <a:moveTo>
                    <a:pt x="172719" y="239395"/>
                  </a:moveTo>
                  <a:lnTo>
                    <a:pt x="172719" y="240665"/>
                  </a:lnTo>
                </a:path>
                <a:path w="172719" h="876935">
                  <a:moveTo>
                    <a:pt x="172719" y="241300"/>
                  </a:moveTo>
                  <a:lnTo>
                    <a:pt x="172719" y="242570"/>
                  </a:lnTo>
                </a:path>
                <a:path w="172719" h="876935">
                  <a:moveTo>
                    <a:pt x="172719" y="242570"/>
                  </a:moveTo>
                  <a:lnTo>
                    <a:pt x="172719" y="244475"/>
                  </a:lnTo>
                </a:path>
                <a:path w="172719" h="876935">
                  <a:moveTo>
                    <a:pt x="172719" y="244475"/>
                  </a:moveTo>
                  <a:lnTo>
                    <a:pt x="172719" y="245745"/>
                  </a:lnTo>
                </a:path>
                <a:path w="172719" h="876935">
                  <a:moveTo>
                    <a:pt x="172719" y="246379"/>
                  </a:moveTo>
                  <a:lnTo>
                    <a:pt x="172719" y="247650"/>
                  </a:lnTo>
                </a:path>
                <a:path w="172719" h="876935">
                  <a:moveTo>
                    <a:pt x="172719" y="248284"/>
                  </a:moveTo>
                  <a:lnTo>
                    <a:pt x="172719" y="249554"/>
                  </a:lnTo>
                </a:path>
                <a:path w="172719" h="876935">
                  <a:moveTo>
                    <a:pt x="172719" y="250190"/>
                  </a:moveTo>
                  <a:lnTo>
                    <a:pt x="172719" y="251459"/>
                  </a:lnTo>
                </a:path>
                <a:path w="172719" h="876935">
                  <a:moveTo>
                    <a:pt x="172719" y="251459"/>
                  </a:moveTo>
                  <a:lnTo>
                    <a:pt x="172719" y="253365"/>
                  </a:lnTo>
                </a:path>
                <a:path w="172719" h="876935">
                  <a:moveTo>
                    <a:pt x="172719" y="253365"/>
                  </a:moveTo>
                  <a:lnTo>
                    <a:pt x="172719" y="254634"/>
                  </a:lnTo>
                </a:path>
                <a:path w="172719" h="876935">
                  <a:moveTo>
                    <a:pt x="172719" y="255270"/>
                  </a:moveTo>
                  <a:lnTo>
                    <a:pt x="172719" y="256540"/>
                  </a:lnTo>
                </a:path>
                <a:path w="172719" h="876935">
                  <a:moveTo>
                    <a:pt x="172719" y="257175"/>
                  </a:moveTo>
                  <a:lnTo>
                    <a:pt x="172719" y="258445"/>
                  </a:lnTo>
                </a:path>
                <a:path w="172719" h="876935">
                  <a:moveTo>
                    <a:pt x="172719" y="259079"/>
                  </a:moveTo>
                  <a:lnTo>
                    <a:pt x="172719" y="260350"/>
                  </a:lnTo>
                </a:path>
                <a:path w="172719" h="876935">
                  <a:moveTo>
                    <a:pt x="172719" y="260350"/>
                  </a:moveTo>
                  <a:lnTo>
                    <a:pt x="172719" y="262254"/>
                  </a:lnTo>
                </a:path>
                <a:path w="172719" h="876935">
                  <a:moveTo>
                    <a:pt x="172719" y="262254"/>
                  </a:moveTo>
                  <a:lnTo>
                    <a:pt x="172719" y="263525"/>
                  </a:lnTo>
                </a:path>
                <a:path w="172719" h="876935">
                  <a:moveTo>
                    <a:pt x="172719" y="264159"/>
                  </a:moveTo>
                  <a:lnTo>
                    <a:pt x="172719" y="265429"/>
                  </a:lnTo>
                </a:path>
                <a:path w="172719" h="876935">
                  <a:moveTo>
                    <a:pt x="172719" y="266065"/>
                  </a:moveTo>
                  <a:lnTo>
                    <a:pt x="172719" y="267334"/>
                  </a:lnTo>
                </a:path>
                <a:path w="172719" h="876935">
                  <a:moveTo>
                    <a:pt x="172719" y="267970"/>
                  </a:moveTo>
                  <a:lnTo>
                    <a:pt x="172719" y="269240"/>
                  </a:lnTo>
                </a:path>
                <a:path w="172719" h="876935">
                  <a:moveTo>
                    <a:pt x="172719" y="269240"/>
                  </a:moveTo>
                  <a:lnTo>
                    <a:pt x="172719" y="271145"/>
                  </a:lnTo>
                </a:path>
                <a:path w="172719" h="876935">
                  <a:moveTo>
                    <a:pt x="172719" y="271145"/>
                  </a:moveTo>
                  <a:lnTo>
                    <a:pt x="172719" y="272415"/>
                  </a:lnTo>
                </a:path>
                <a:path w="172719" h="876935">
                  <a:moveTo>
                    <a:pt x="172719" y="273050"/>
                  </a:moveTo>
                  <a:lnTo>
                    <a:pt x="172719" y="274320"/>
                  </a:lnTo>
                </a:path>
                <a:path w="172719" h="876935">
                  <a:moveTo>
                    <a:pt x="172719" y="274954"/>
                  </a:moveTo>
                  <a:lnTo>
                    <a:pt x="172719" y="276225"/>
                  </a:lnTo>
                </a:path>
                <a:path w="172719" h="876935">
                  <a:moveTo>
                    <a:pt x="172719" y="276859"/>
                  </a:moveTo>
                  <a:lnTo>
                    <a:pt x="172719" y="278129"/>
                  </a:lnTo>
                </a:path>
                <a:path w="172719" h="876935">
                  <a:moveTo>
                    <a:pt x="172719" y="278129"/>
                  </a:moveTo>
                  <a:lnTo>
                    <a:pt x="172719" y="280034"/>
                  </a:lnTo>
                </a:path>
                <a:path w="172719" h="876935">
                  <a:moveTo>
                    <a:pt x="172719" y="280034"/>
                  </a:moveTo>
                  <a:lnTo>
                    <a:pt x="172719" y="281304"/>
                  </a:lnTo>
                </a:path>
                <a:path w="172719" h="876935">
                  <a:moveTo>
                    <a:pt x="172719" y="281940"/>
                  </a:moveTo>
                  <a:lnTo>
                    <a:pt x="172719" y="283209"/>
                  </a:lnTo>
                </a:path>
                <a:path w="172719" h="876935">
                  <a:moveTo>
                    <a:pt x="172719" y="283845"/>
                  </a:moveTo>
                  <a:lnTo>
                    <a:pt x="172719" y="285115"/>
                  </a:lnTo>
                </a:path>
                <a:path w="172719" h="876935">
                  <a:moveTo>
                    <a:pt x="172719" y="285750"/>
                  </a:moveTo>
                  <a:lnTo>
                    <a:pt x="172719" y="287020"/>
                  </a:lnTo>
                </a:path>
                <a:path w="172719" h="876935">
                  <a:moveTo>
                    <a:pt x="172719" y="287020"/>
                  </a:moveTo>
                  <a:lnTo>
                    <a:pt x="172719" y="288925"/>
                  </a:lnTo>
                </a:path>
                <a:path w="172719" h="876935">
                  <a:moveTo>
                    <a:pt x="172719" y="288925"/>
                  </a:moveTo>
                  <a:lnTo>
                    <a:pt x="172719" y="290195"/>
                  </a:lnTo>
                </a:path>
                <a:path w="172719" h="876935">
                  <a:moveTo>
                    <a:pt x="172719" y="290829"/>
                  </a:moveTo>
                  <a:lnTo>
                    <a:pt x="172719" y="292100"/>
                  </a:lnTo>
                </a:path>
                <a:path w="172719" h="876935">
                  <a:moveTo>
                    <a:pt x="172719" y="292734"/>
                  </a:moveTo>
                  <a:lnTo>
                    <a:pt x="172719" y="294004"/>
                  </a:lnTo>
                </a:path>
                <a:path w="172719" h="876935">
                  <a:moveTo>
                    <a:pt x="172719" y="294640"/>
                  </a:moveTo>
                  <a:lnTo>
                    <a:pt x="172719" y="295909"/>
                  </a:lnTo>
                </a:path>
                <a:path w="172719" h="876935">
                  <a:moveTo>
                    <a:pt x="172719" y="295909"/>
                  </a:moveTo>
                  <a:lnTo>
                    <a:pt x="172719" y="297815"/>
                  </a:lnTo>
                </a:path>
                <a:path w="172719" h="876935">
                  <a:moveTo>
                    <a:pt x="172719" y="297815"/>
                  </a:moveTo>
                  <a:lnTo>
                    <a:pt x="172719" y="299084"/>
                  </a:lnTo>
                </a:path>
                <a:path w="172719" h="876935">
                  <a:moveTo>
                    <a:pt x="172719" y="299720"/>
                  </a:moveTo>
                  <a:lnTo>
                    <a:pt x="172719" y="300990"/>
                  </a:lnTo>
                </a:path>
                <a:path w="172719" h="876935">
                  <a:moveTo>
                    <a:pt x="172719" y="301625"/>
                  </a:moveTo>
                  <a:lnTo>
                    <a:pt x="172719" y="302895"/>
                  </a:lnTo>
                </a:path>
                <a:path w="172719" h="876935">
                  <a:moveTo>
                    <a:pt x="172719" y="303529"/>
                  </a:moveTo>
                  <a:lnTo>
                    <a:pt x="172719" y="304800"/>
                  </a:lnTo>
                </a:path>
                <a:path w="172719" h="876935">
                  <a:moveTo>
                    <a:pt x="172719" y="304800"/>
                  </a:moveTo>
                  <a:lnTo>
                    <a:pt x="172719" y="306704"/>
                  </a:lnTo>
                </a:path>
                <a:path w="172719" h="876935">
                  <a:moveTo>
                    <a:pt x="172719" y="306704"/>
                  </a:moveTo>
                  <a:lnTo>
                    <a:pt x="172719" y="307975"/>
                  </a:lnTo>
                </a:path>
                <a:path w="172719" h="876935">
                  <a:moveTo>
                    <a:pt x="172719" y="308609"/>
                  </a:moveTo>
                  <a:lnTo>
                    <a:pt x="172719" y="309879"/>
                  </a:lnTo>
                </a:path>
                <a:path w="172719" h="876935">
                  <a:moveTo>
                    <a:pt x="172719" y="310515"/>
                  </a:moveTo>
                  <a:lnTo>
                    <a:pt x="172719" y="311784"/>
                  </a:lnTo>
                </a:path>
                <a:path w="172719" h="876935">
                  <a:moveTo>
                    <a:pt x="172719" y="312420"/>
                  </a:moveTo>
                  <a:lnTo>
                    <a:pt x="172719" y="313690"/>
                  </a:lnTo>
                </a:path>
                <a:path w="172719" h="876935">
                  <a:moveTo>
                    <a:pt x="172719" y="313690"/>
                  </a:moveTo>
                  <a:lnTo>
                    <a:pt x="172719" y="315595"/>
                  </a:lnTo>
                </a:path>
                <a:path w="172719" h="876935">
                  <a:moveTo>
                    <a:pt x="172719" y="315595"/>
                  </a:moveTo>
                  <a:lnTo>
                    <a:pt x="172719" y="316865"/>
                  </a:lnTo>
                </a:path>
                <a:path w="172719" h="876935">
                  <a:moveTo>
                    <a:pt x="172719" y="317500"/>
                  </a:moveTo>
                  <a:lnTo>
                    <a:pt x="172719" y="318770"/>
                  </a:lnTo>
                </a:path>
                <a:path w="172719" h="876935">
                  <a:moveTo>
                    <a:pt x="172719" y="319404"/>
                  </a:moveTo>
                  <a:lnTo>
                    <a:pt x="172719" y="320675"/>
                  </a:lnTo>
                </a:path>
                <a:path w="172719" h="876935">
                  <a:moveTo>
                    <a:pt x="172719" y="321309"/>
                  </a:moveTo>
                  <a:lnTo>
                    <a:pt x="172719" y="322579"/>
                  </a:lnTo>
                </a:path>
                <a:path w="172719" h="876935">
                  <a:moveTo>
                    <a:pt x="172719" y="322579"/>
                  </a:moveTo>
                  <a:lnTo>
                    <a:pt x="172719" y="324484"/>
                  </a:lnTo>
                </a:path>
                <a:path w="172719" h="876935">
                  <a:moveTo>
                    <a:pt x="172719" y="324484"/>
                  </a:moveTo>
                  <a:lnTo>
                    <a:pt x="172719" y="325754"/>
                  </a:lnTo>
                </a:path>
                <a:path w="172719" h="876935">
                  <a:moveTo>
                    <a:pt x="172719" y="326390"/>
                  </a:moveTo>
                  <a:lnTo>
                    <a:pt x="172719" y="327659"/>
                  </a:lnTo>
                </a:path>
                <a:path w="172719" h="876935">
                  <a:moveTo>
                    <a:pt x="172719" y="328295"/>
                  </a:moveTo>
                  <a:lnTo>
                    <a:pt x="172719" y="329565"/>
                  </a:lnTo>
                </a:path>
                <a:path w="172719" h="876935">
                  <a:moveTo>
                    <a:pt x="172719" y="330200"/>
                  </a:moveTo>
                  <a:lnTo>
                    <a:pt x="172719" y="331470"/>
                  </a:lnTo>
                </a:path>
                <a:path w="172719" h="876935">
                  <a:moveTo>
                    <a:pt x="172719" y="331470"/>
                  </a:moveTo>
                  <a:lnTo>
                    <a:pt x="172719" y="333375"/>
                  </a:lnTo>
                </a:path>
                <a:path w="172719" h="876935">
                  <a:moveTo>
                    <a:pt x="172719" y="333375"/>
                  </a:moveTo>
                  <a:lnTo>
                    <a:pt x="172719" y="334645"/>
                  </a:lnTo>
                </a:path>
                <a:path w="172719" h="876935">
                  <a:moveTo>
                    <a:pt x="172719" y="335279"/>
                  </a:moveTo>
                  <a:lnTo>
                    <a:pt x="172719" y="336550"/>
                  </a:lnTo>
                </a:path>
                <a:path w="172719" h="876935">
                  <a:moveTo>
                    <a:pt x="172719" y="337184"/>
                  </a:moveTo>
                  <a:lnTo>
                    <a:pt x="172719" y="338454"/>
                  </a:lnTo>
                </a:path>
                <a:path w="172719" h="876935">
                  <a:moveTo>
                    <a:pt x="172719" y="339090"/>
                  </a:moveTo>
                  <a:lnTo>
                    <a:pt x="172719" y="340359"/>
                  </a:lnTo>
                </a:path>
                <a:path w="172719" h="876935">
                  <a:moveTo>
                    <a:pt x="172719" y="340359"/>
                  </a:moveTo>
                  <a:lnTo>
                    <a:pt x="172719" y="342265"/>
                  </a:lnTo>
                </a:path>
                <a:path w="172719" h="876935">
                  <a:moveTo>
                    <a:pt x="172719" y="342265"/>
                  </a:moveTo>
                  <a:lnTo>
                    <a:pt x="172719" y="343534"/>
                  </a:lnTo>
                </a:path>
                <a:path w="172719" h="876935">
                  <a:moveTo>
                    <a:pt x="172719" y="344170"/>
                  </a:moveTo>
                  <a:lnTo>
                    <a:pt x="172719" y="345440"/>
                  </a:lnTo>
                </a:path>
                <a:path w="172719" h="876935">
                  <a:moveTo>
                    <a:pt x="172719" y="346075"/>
                  </a:moveTo>
                  <a:lnTo>
                    <a:pt x="172719" y="347345"/>
                  </a:lnTo>
                </a:path>
                <a:path w="172719" h="876935">
                  <a:moveTo>
                    <a:pt x="172719" y="347979"/>
                  </a:moveTo>
                  <a:lnTo>
                    <a:pt x="172719" y="349250"/>
                  </a:lnTo>
                </a:path>
                <a:path w="172719" h="876935">
                  <a:moveTo>
                    <a:pt x="172719" y="349250"/>
                  </a:moveTo>
                  <a:lnTo>
                    <a:pt x="172719" y="351154"/>
                  </a:lnTo>
                </a:path>
                <a:path w="172719" h="876935">
                  <a:moveTo>
                    <a:pt x="172719" y="351154"/>
                  </a:moveTo>
                  <a:lnTo>
                    <a:pt x="172719" y="352425"/>
                  </a:lnTo>
                </a:path>
                <a:path w="172719" h="876935">
                  <a:moveTo>
                    <a:pt x="172719" y="353059"/>
                  </a:moveTo>
                  <a:lnTo>
                    <a:pt x="172719" y="354329"/>
                  </a:lnTo>
                </a:path>
                <a:path w="172719" h="876935">
                  <a:moveTo>
                    <a:pt x="172719" y="354965"/>
                  </a:moveTo>
                  <a:lnTo>
                    <a:pt x="172719" y="356234"/>
                  </a:lnTo>
                </a:path>
                <a:path w="172719" h="876935">
                  <a:moveTo>
                    <a:pt x="172719" y="356870"/>
                  </a:moveTo>
                  <a:lnTo>
                    <a:pt x="172719" y="358140"/>
                  </a:lnTo>
                </a:path>
                <a:path w="172719" h="876935">
                  <a:moveTo>
                    <a:pt x="172719" y="358140"/>
                  </a:moveTo>
                  <a:lnTo>
                    <a:pt x="172719" y="360045"/>
                  </a:lnTo>
                </a:path>
                <a:path w="172719" h="876935">
                  <a:moveTo>
                    <a:pt x="172719" y="360045"/>
                  </a:moveTo>
                  <a:lnTo>
                    <a:pt x="172719" y="361315"/>
                  </a:lnTo>
                </a:path>
                <a:path w="172719" h="876935">
                  <a:moveTo>
                    <a:pt x="172719" y="361950"/>
                  </a:moveTo>
                  <a:lnTo>
                    <a:pt x="172719" y="363220"/>
                  </a:lnTo>
                </a:path>
                <a:path w="172719" h="876935">
                  <a:moveTo>
                    <a:pt x="172719" y="363854"/>
                  </a:moveTo>
                  <a:lnTo>
                    <a:pt x="172719" y="365125"/>
                  </a:lnTo>
                </a:path>
                <a:path w="172719" h="876935">
                  <a:moveTo>
                    <a:pt x="172719" y="365759"/>
                  </a:moveTo>
                  <a:lnTo>
                    <a:pt x="172719" y="367029"/>
                  </a:lnTo>
                </a:path>
                <a:path w="172719" h="876935">
                  <a:moveTo>
                    <a:pt x="172719" y="367029"/>
                  </a:moveTo>
                  <a:lnTo>
                    <a:pt x="172719" y="368934"/>
                  </a:lnTo>
                </a:path>
                <a:path w="172719" h="876935">
                  <a:moveTo>
                    <a:pt x="172719" y="368934"/>
                  </a:moveTo>
                  <a:lnTo>
                    <a:pt x="172719" y="370204"/>
                  </a:lnTo>
                </a:path>
                <a:path w="172719" h="876935">
                  <a:moveTo>
                    <a:pt x="172719" y="370840"/>
                  </a:moveTo>
                  <a:lnTo>
                    <a:pt x="172719" y="372109"/>
                  </a:lnTo>
                </a:path>
                <a:path w="172719" h="876935">
                  <a:moveTo>
                    <a:pt x="172719" y="372745"/>
                  </a:moveTo>
                  <a:lnTo>
                    <a:pt x="172719" y="374015"/>
                  </a:lnTo>
                </a:path>
                <a:path w="172719" h="876935">
                  <a:moveTo>
                    <a:pt x="172719" y="374650"/>
                  </a:moveTo>
                  <a:lnTo>
                    <a:pt x="172719" y="375920"/>
                  </a:lnTo>
                </a:path>
                <a:path w="172719" h="876935">
                  <a:moveTo>
                    <a:pt x="172719" y="375920"/>
                  </a:moveTo>
                  <a:lnTo>
                    <a:pt x="172719" y="377825"/>
                  </a:lnTo>
                </a:path>
                <a:path w="172719" h="876935">
                  <a:moveTo>
                    <a:pt x="172719" y="377825"/>
                  </a:moveTo>
                  <a:lnTo>
                    <a:pt x="172719" y="379095"/>
                  </a:lnTo>
                </a:path>
                <a:path w="172719" h="876935">
                  <a:moveTo>
                    <a:pt x="172719" y="379729"/>
                  </a:moveTo>
                  <a:lnTo>
                    <a:pt x="172719" y="381000"/>
                  </a:lnTo>
                </a:path>
                <a:path w="172719" h="876935">
                  <a:moveTo>
                    <a:pt x="172719" y="381634"/>
                  </a:moveTo>
                  <a:lnTo>
                    <a:pt x="172719" y="382904"/>
                  </a:lnTo>
                </a:path>
                <a:path w="172719" h="876935">
                  <a:moveTo>
                    <a:pt x="172719" y="383540"/>
                  </a:moveTo>
                  <a:lnTo>
                    <a:pt x="172719" y="384809"/>
                  </a:lnTo>
                </a:path>
                <a:path w="172719" h="876935">
                  <a:moveTo>
                    <a:pt x="172719" y="384809"/>
                  </a:moveTo>
                  <a:lnTo>
                    <a:pt x="172719" y="386715"/>
                  </a:lnTo>
                </a:path>
                <a:path w="172719" h="876935">
                  <a:moveTo>
                    <a:pt x="172719" y="386715"/>
                  </a:moveTo>
                  <a:lnTo>
                    <a:pt x="172719" y="387984"/>
                  </a:lnTo>
                </a:path>
                <a:path w="172719" h="876935">
                  <a:moveTo>
                    <a:pt x="172719" y="388620"/>
                  </a:moveTo>
                  <a:lnTo>
                    <a:pt x="172719" y="389890"/>
                  </a:lnTo>
                </a:path>
                <a:path w="172719" h="876935">
                  <a:moveTo>
                    <a:pt x="172719" y="390525"/>
                  </a:moveTo>
                  <a:lnTo>
                    <a:pt x="172719" y="391795"/>
                  </a:lnTo>
                </a:path>
                <a:path w="172719" h="876935">
                  <a:moveTo>
                    <a:pt x="172719" y="392429"/>
                  </a:moveTo>
                  <a:lnTo>
                    <a:pt x="172719" y="393700"/>
                  </a:lnTo>
                </a:path>
                <a:path w="172719" h="876935">
                  <a:moveTo>
                    <a:pt x="172719" y="393700"/>
                  </a:moveTo>
                  <a:lnTo>
                    <a:pt x="172719" y="395604"/>
                  </a:lnTo>
                </a:path>
                <a:path w="172719" h="876935">
                  <a:moveTo>
                    <a:pt x="172719" y="395604"/>
                  </a:moveTo>
                  <a:lnTo>
                    <a:pt x="172719" y="396875"/>
                  </a:lnTo>
                </a:path>
                <a:path w="172719" h="876935">
                  <a:moveTo>
                    <a:pt x="172719" y="397509"/>
                  </a:moveTo>
                  <a:lnTo>
                    <a:pt x="172719" y="398779"/>
                  </a:lnTo>
                </a:path>
                <a:path w="172719" h="876935">
                  <a:moveTo>
                    <a:pt x="172719" y="399415"/>
                  </a:moveTo>
                  <a:lnTo>
                    <a:pt x="172719" y="400684"/>
                  </a:lnTo>
                </a:path>
                <a:path w="172719" h="876935">
                  <a:moveTo>
                    <a:pt x="172719" y="401320"/>
                  </a:moveTo>
                  <a:lnTo>
                    <a:pt x="172719" y="402590"/>
                  </a:lnTo>
                </a:path>
                <a:path w="172719" h="876935">
                  <a:moveTo>
                    <a:pt x="172719" y="402590"/>
                  </a:moveTo>
                  <a:lnTo>
                    <a:pt x="172719" y="404495"/>
                  </a:lnTo>
                </a:path>
                <a:path w="172719" h="876935">
                  <a:moveTo>
                    <a:pt x="172719" y="404495"/>
                  </a:moveTo>
                  <a:lnTo>
                    <a:pt x="172719" y="405765"/>
                  </a:lnTo>
                </a:path>
                <a:path w="172719" h="876935">
                  <a:moveTo>
                    <a:pt x="172719" y="406400"/>
                  </a:moveTo>
                  <a:lnTo>
                    <a:pt x="172719" y="407670"/>
                  </a:lnTo>
                </a:path>
                <a:path w="172719" h="876935">
                  <a:moveTo>
                    <a:pt x="172719" y="408304"/>
                  </a:moveTo>
                  <a:lnTo>
                    <a:pt x="172719" y="409575"/>
                  </a:lnTo>
                </a:path>
                <a:path w="172719" h="876935">
                  <a:moveTo>
                    <a:pt x="172719" y="410209"/>
                  </a:moveTo>
                  <a:lnTo>
                    <a:pt x="172719" y="411479"/>
                  </a:lnTo>
                </a:path>
                <a:path w="172719" h="876935">
                  <a:moveTo>
                    <a:pt x="172719" y="411479"/>
                  </a:moveTo>
                  <a:lnTo>
                    <a:pt x="172719" y="413384"/>
                  </a:lnTo>
                </a:path>
                <a:path w="172719" h="876935">
                  <a:moveTo>
                    <a:pt x="172719" y="413384"/>
                  </a:moveTo>
                  <a:lnTo>
                    <a:pt x="172719" y="414654"/>
                  </a:lnTo>
                </a:path>
                <a:path w="172719" h="876935">
                  <a:moveTo>
                    <a:pt x="172719" y="415290"/>
                  </a:moveTo>
                  <a:lnTo>
                    <a:pt x="172719" y="416559"/>
                  </a:lnTo>
                </a:path>
                <a:path w="172719" h="876935">
                  <a:moveTo>
                    <a:pt x="172719" y="417195"/>
                  </a:moveTo>
                  <a:lnTo>
                    <a:pt x="172719" y="418465"/>
                  </a:lnTo>
                </a:path>
                <a:path w="172719" h="876935">
                  <a:moveTo>
                    <a:pt x="172719" y="419100"/>
                  </a:moveTo>
                  <a:lnTo>
                    <a:pt x="172719" y="420370"/>
                  </a:lnTo>
                </a:path>
                <a:path w="172719" h="876935">
                  <a:moveTo>
                    <a:pt x="172719" y="420370"/>
                  </a:moveTo>
                  <a:lnTo>
                    <a:pt x="172719" y="422275"/>
                  </a:lnTo>
                </a:path>
                <a:path w="172719" h="876935">
                  <a:moveTo>
                    <a:pt x="172719" y="422275"/>
                  </a:moveTo>
                  <a:lnTo>
                    <a:pt x="172719" y="423545"/>
                  </a:lnTo>
                </a:path>
                <a:path w="172719" h="876935">
                  <a:moveTo>
                    <a:pt x="172719" y="424179"/>
                  </a:moveTo>
                  <a:lnTo>
                    <a:pt x="172719" y="425450"/>
                  </a:lnTo>
                </a:path>
                <a:path w="172719" h="876935">
                  <a:moveTo>
                    <a:pt x="172719" y="426084"/>
                  </a:moveTo>
                  <a:lnTo>
                    <a:pt x="172719" y="427354"/>
                  </a:lnTo>
                </a:path>
                <a:path w="172719" h="876935">
                  <a:moveTo>
                    <a:pt x="172719" y="427990"/>
                  </a:moveTo>
                  <a:lnTo>
                    <a:pt x="172719" y="429259"/>
                  </a:lnTo>
                </a:path>
                <a:path w="172719" h="876935">
                  <a:moveTo>
                    <a:pt x="172719" y="429259"/>
                  </a:moveTo>
                  <a:lnTo>
                    <a:pt x="172719" y="431165"/>
                  </a:lnTo>
                </a:path>
                <a:path w="172719" h="876935">
                  <a:moveTo>
                    <a:pt x="172719" y="431165"/>
                  </a:moveTo>
                  <a:lnTo>
                    <a:pt x="172719" y="432434"/>
                  </a:lnTo>
                </a:path>
                <a:path w="172719" h="876935">
                  <a:moveTo>
                    <a:pt x="172719" y="433070"/>
                  </a:moveTo>
                  <a:lnTo>
                    <a:pt x="172719" y="434340"/>
                  </a:lnTo>
                </a:path>
                <a:path w="172719" h="876935">
                  <a:moveTo>
                    <a:pt x="172719" y="434975"/>
                  </a:moveTo>
                  <a:lnTo>
                    <a:pt x="172719" y="436245"/>
                  </a:lnTo>
                </a:path>
                <a:path w="172719" h="876935">
                  <a:moveTo>
                    <a:pt x="172719" y="436879"/>
                  </a:moveTo>
                  <a:lnTo>
                    <a:pt x="172719" y="438150"/>
                  </a:lnTo>
                </a:path>
                <a:path w="172719" h="876935">
                  <a:moveTo>
                    <a:pt x="172719" y="438150"/>
                  </a:moveTo>
                  <a:lnTo>
                    <a:pt x="172719" y="440054"/>
                  </a:lnTo>
                </a:path>
                <a:path w="172719" h="876935">
                  <a:moveTo>
                    <a:pt x="172719" y="440054"/>
                  </a:moveTo>
                  <a:lnTo>
                    <a:pt x="172719" y="441325"/>
                  </a:lnTo>
                </a:path>
                <a:path w="172719" h="876935">
                  <a:moveTo>
                    <a:pt x="172719" y="441959"/>
                  </a:moveTo>
                  <a:lnTo>
                    <a:pt x="172719" y="443229"/>
                  </a:lnTo>
                </a:path>
                <a:path w="172719" h="876935">
                  <a:moveTo>
                    <a:pt x="172719" y="443865"/>
                  </a:moveTo>
                  <a:lnTo>
                    <a:pt x="172719" y="445134"/>
                  </a:lnTo>
                </a:path>
                <a:path w="172719" h="876935">
                  <a:moveTo>
                    <a:pt x="172719" y="445770"/>
                  </a:moveTo>
                  <a:lnTo>
                    <a:pt x="172719" y="447040"/>
                  </a:lnTo>
                </a:path>
                <a:path w="172719" h="876935">
                  <a:moveTo>
                    <a:pt x="172719" y="447040"/>
                  </a:moveTo>
                  <a:lnTo>
                    <a:pt x="172719" y="448945"/>
                  </a:lnTo>
                </a:path>
                <a:path w="172719" h="876935">
                  <a:moveTo>
                    <a:pt x="172719" y="448945"/>
                  </a:moveTo>
                  <a:lnTo>
                    <a:pt x="172719" y="450215"/>
                  </a:lnTo>
                </a:path>
                <a:path w="172719" h="876935">
                  <a:moveTo>
                    <a:pt x="172719" y="450850"/>
                  </a:moveTo>
                  <a:lnTo>
                    <a:pt x="172719" y="452120"/>
                  </a:lnTo>
                </a:path>
                <a:path w="172719" h="876935">
                  <a:moveTo>
                    <a:pt x="172719" y="452754"/>
                  </a:moveTo>
                  <a:lnTo>
                    <a:pt x="172719" y="454025"/>
                  </a:lnTo>
                </a:path>
                <a:path w="172719" h="876935">
                  <a:moveTo>
                    <a:pt x="172719" y="454659"/>
                  </a:moveTo>
                  <a:lnTo>
                    <a:pt x="172719" y="455929"/>
                  </a:lnTo>
                </a:path>
                <a:path w="172719" h="876935">
                  <a:moveTo>
                    <a:pt x="172719" y="455929"/>
                  </a:moveTo>
                  <a:lnTo>
                    <a:pt x="172719" y="457834"/>
                  </a:lnTo>
                </a:path>
                <a:path w="172719" h="876935">
                  <a:moveTo>
                    <a:pt x="172719" y="457834"/>
                  </a:moveTo>
                  <a:lnTo>
                    <a:pt x="172719" y="459104"/>
                  </a:lnTo>
                </a:path>
                <a:path w="172719" h="876935">
                  <a:moveTo>
                    <a:pt x="172719" y="459740"/>
                  </a:moveTo>
                  <a:lnTo>
                    <a:pt x="172719" y="461009"/>
                  </a:lnTo>
                </a:path>
                <a:path w="172719" h="876935">
                  <a:moveTo>
                    <a:pt x="172719" y="461645"/>
                  </a:moveTo>
                  <a:lnTo>
                    <a:pt x="172719" y="462915"/>
                  </a:lnTo>
                </a:path>
                <a:path w="172719" h="876935">
                  <a:moveTo>
                    <a:pt x="172719" y="463550"/>
                  </a:moveTo>
                  <a:lnTo>
                    <a:pt x="172719" y="464820"/>
                  </a:lnTo>
                </a:path>
                <a:path w="172719" h="876935">
                  <a:moveTo>
                    <a:pt x="172719" y="464820"/>
                  </a:moveTo>
                  <a:lnTo>
                    <a:pt x="172719" y="466725"/>
                  </a:lnTo>
                </a:path>
                <a:path w="172719" h="876935">
                  <a:moveTo>
                    <a:pt x="172719" y="466725"/>
                  </a:moveTo>
                  <a:lnTo>
                    <a:pt x="172719" y="467995"/>
                  </a:lnTo>
                </a:path>
                <a:path w="172719" h="876935">
                  <a:moveTo>
                    <a:pt x="172719" y="468629"/>
                  </a:moveTo>
                  <a:lnTo>
                    <a:pt x="172719" y="469900"/>
                  </a:lnTo>
                </a:path>
                <a:path w="172719" h="876935">
                  <a:moveTo>
                    <a:pt x="172719" y="470534"/>
                  </a:moveTo>
                  <a:lnTo>
                    <a:pt x="172719" y="471804"/>
                  </a:lnTo>
                </a:path>
                <a:path w="172719" h="876935">
                  <a:moveTo>
                    <a:pt x="172719" y="472440"/>
                  </a:moveTo>
                  <a:lnTo>
                    <a:pt x="172719" y="473709"/>
                  </a:lnTo>
                </a:path>
                <a:path w="172719" h="876935">
                  <a:moveTo>
                    <a:pt x="172719" y="473709"/>
                  </a:moveTo>
                  <a:lnTo>
                    <a:pt x="172719" y="475615"/>
                  </a:lnTo>
                </a:path>
                <a:path w="172719" h="876935">
                  <a:moveTo>
                    <a:pt x="172719" y="475615"/>
                  </a:moveTo>
                  <a:lnTo>
                    <a:pt x="172719" y="476884"/>
                  </a:lnTo>
                </a:path>
                <a:path w="172719" h="876935">
                  <a:moveTo>
                    <a:pt x="172719" y="477520"/>
                  </a:moveTo>
                  <a:lnTo>
                    <a:pt x="172719" y="478790"/>
                  </a:lnTo>
                </a:path>
                <a:path w="172719" h="876935">
                  <a:moveTo>
                    <a:pt x="172719" y="479425"/>
                  </a:moveTo>
                  <a:lnTo>
                    <a:pt x="172719" y="480695"/>
                  </a:lnTo>
                </a:path>
                <a:path w="172719" h="876935">
                  <a:moveTo>
                    <a:pt x="172719" y="481329"/>
                  </a:moveTo>
                  <a:lnTo>
                    <a:pt x="172719" y="482600"/>
                  </a:lnTo>
                </a:path>
                <a:path w="172719" h="876935">
                  <a:moveTo>
                    <a:pt x="172719" y="482600"/>
                  </a:moveTo>
                  <a:lnTo>
                    <a:pt x="172719" y="484504"/>
                  </a:lnTo>
                </a:path>
                <a:path w="172719" h="876935">
                  <a:moveTo>
                    <a:pt x="172719" y="484504"/>
                  </a:moveTo>
                  <a:lnTo>
                    <a:pt x="172719" y="485775"/>
                  </a:lnTo>
                </a:path>
                <a:path w="172719" h="876935">
                  <a:moveTo>
                    <a:pt x="172719" y="486409"/>
                  </a:moveTo>
                  <a:lnTo>
                    <a:pt x="172719" y="487679"/>
                  </a:lnTo>
                </a:path>
                <a:path w="172719" h="876935">
                  <a:moveTo>
                    <a:pt x="172719" y="488315"/>
                  </a:moveTo>
                  <a:lnTo>
                    <a:pt x="172719" y="489584"/>
                  </a:lnTo>
                </a:path>
                <a:path w="172719" h="876935">
                  <a:moveTo>
                    <a:pt x="172719" y="490220"/>
                  </a:moveTo>
                  <a:lnTo>
                    <a:pt x="172719" y="491490"/>
                  </a:lnTo>
                </a:path>
                <a:path w="172719" h="876935">
                  <a:moveTo>
                    <a:pt x="172719" y="491490"/>
                  </a:moveTo>
                  <a:lnTo>
                    <a:pt x="172719" y="493395"/>
                  </a:lnTo>
                </a:path>
                <a:path w="172719" h="876935">
                  <a:moveTo>
                    <a:pt x="172719" y="493395"/>
                  </a:moveTo>
                  <a:lnTo>
                    <a:pt x="172719" y="494665"/>
                  </a:lnTo>
                </a:path>
                <a:path w="172719" h="876935">
                  <a:moveTo>
                    <a:pt x="172719" y="495300"/>
                  </a:moveTo>
                  <a:lnTo>
                    <a:pt x="172719" y="496570"/>
                  </a:lnTo>
                </a:path>
                <a:path w="172719" h="876935">
                  <a:moveTo>
                    <a:pt x="172719" y="497204"/>
                  </a:moveTo>
                  <a:lnTo>
                    <a:pt x="172719" y="498475"/>
                  </a:lnTo>
                </a:path>
                <a:path w="172719" h="876935">
                  <a:moveTo>
                    <a:pt x="172719" y="499109"/>
                  </a:moveTo>
                  <a:lnTo>
                    <a:pt x="172719" y="500379"/>
                  </a:lnTo>
                </a:path>
                <a:path w="172719" h="876935">
                  <a:moveTo>
                    <a:pt x="172719" y="500379"/>
                  </a:moveTo>
                  <a:lnTo>
                    <a:pt x="172719" y="502284"/>
                  </a:lnTo>
                </a:path>
                <a:path w="172719" h="876935">
                  <a:moveTo>
                    <a:pt x="172719" y="502284"/>
                  </a:moveTo>
                  <a:lnTo>
                    <a:pt x="172719" y="503554"/>
                  </a:lnTo>
                </a:path>
                <a:path w="172719" h="876935">
                  <a:moveTo>
                    <a:pt x="172719" y="504190"/>
                  </a:moveTo>
                  <a:lnTo>
                    <a:pt x="172719" y="505459"/>
                  </a:lnTo>
                </a:path>
                <a:path w="172719" h="876935">
                  <a:moveTo>
                    <a:pt x="172719" y="506095"/>
                  </a:moveTo>
                  <a:lnTo>
                    <a:pt x="172719" y="507365"/>
                  </a:lnTo>
                </a:path>
                <a:path w="172719" h="876935">
                  <a:moveTo>
                    <a:pt x="172719" y="508000"/>
                  </a:moveTo>
                  <a:lnTo>
                    <a:pt x="172719" y="509270"/>
                  </a:lnTo>
                </a:path>
                <a:path w="172719" h="876935">
                  <a:moveTo>
                    <a:pt x="172719" y="509270"/>
                  </a:moveTo>
                  <a:lnTo>
                    <a:pt x="172719" y="511175"/>
                  </a:lnTo>
                </a:path>
                <a:path w="172719" h="876935">
                  <a:moveTo>
                    <a:pt x="172719" y="511175"/>
                  </a:moveTo>
                  <a:lnTo>
                    <a:pt x="172719" y="512445"/>
                  </a:lnTo>
                </a:path>
                <a:path w="172719" h="876935">
                  <a:moveTo>
                    <a:pt x="172719" y="513079"/>
                  </a:moveTo>
                  <a:lnTo>
                    <a:pt x="172719" y="514350"/>
                  </a:lnTo>
                </a:path>
                <a:path w="172719" h="876935">
                  <a:moveTo>
                    <a:pt x="172719" y="514984"/>
                  </a:moveTo>
                  <a:lnTo>
                    <a:pt x="172719" y="516254"/>
                  </a:lnTo>
                </a:path>
                <a:path w="172719" h="876935">
                  <a:moveTo>
                    <a:pt x="172719" y="516890"/>
                  </a:moveTo>
                  <a:lnTo>
                    <a:pt x="172719" y="518159"/>
                  </a:lnTo>
                </a:path>
                <a:path w="172719" h="876935">
                  <a:moveTo>
                    <a:pt x="172719" y="518159"/>
                  </a:moveTo>
                  <a:lnTo>
                    <a:pt x="172719" y="520065"/>
                  </a:lnTo>
                </a:path>
                <a:path w="172719" h="876935">
                  <a:moveTo>
                    <a:pt x="172719" y="520065"/>
                  </a:moveTo>
                  <a:lnTo>
                    <a:pt x="172719" y="521334"/>
                  </a:lnTo>
                </a:path>
                <a:path w="172719" h="876935">
                  <a:moveTo>
                    <a:pt x="172719" y="521970"/>
                  </a:moveTo>
                  <a:lnTo>
                    <a:pt x="172719" y="523240"/>
                  </a:lnTo>
                </a:path>
                <a:path w="172719" h="876935">
                  <a:moveTo>
                    <a:pt x="172719" y="523875"/>
                  </a:moveTo>
                  <a:lnTo>
                    <a:pt x="172719" y="525145"/>
                  </a:lnTo>
                </a:path>
                <a:path w="172719" h="876935">
                  <a:moveTo>
                    <a:pt x="172719" y="525779"/>
                  </a:moveTo>
                  <a:lnTo>
                    <a:pt x="172719" y="527050"/>
                  </a:lnTo>
                </a:path>
                <a:path w="172719" h="876935">
                  <a:moveTo>
                    <a:pt x="172719" y="527050"/>
                  </a:moveTo>
                  <a:lnTo>
                    <a:pt x="172719" y="528954"/>
                  </a:lnTo>
                </a:path>
                <a:path w="172719" h="876935">
                  <a:moveTo>
                    <a:pt x="172719" y="528954"/>
                  </a:moveTo>
                  <a:lnTo>
                    <a:pt x="172719" y="530225"/>
                  </a:lnTo>
                </a:path>
                <a:path w="172719" h="876935">
                  <a:moveTo>
                    <a:pt x="172719" y="530859"/>
                  </a:moveTo>
                  <a:lnTo>
                    <a:pt x="172719" y="532129"/>
                  </a:lnTo>
                </a:path>
                <a:path w="172719" h="876935">
                  <a:moveTo>
                    <a:pt x="172719" y="532765"/>
                  </a:moveTo>
                  <a:lnTo>
                    <a:pt x="172719" y="534034"/>
                  </a:lnTo>
                </a:path>
                <a:path w="172719" h="876935">
                  <a:moveTo>
                    <a:pt x="172719" y="534670"/>
                  </a:moveTo>
                  <a:lnTo>
                    <a:pt x="172719" y="535940"/>
                  </a:lnTo>
                </a:path>
                <a:path w="172719" h="876935">
                  <a:moveTo>
                    <a:pt x="172719" y="535940"/>
                  </a:moveTo>
                  <a:lnTo>
                    <a:pt x="172719" y="537845"/>
                  </a:lnTo>
                </a:path>
                <a:path w="172719" h="876935">
                  <a:moveTo>
                    <a:pt x="172719" y="537845"/>
                  </a:moveTo>
                  <a:lnTo>
                    <a:pt x="172719" y="539115"/>
                  </a:lnTo>
                </a:path>
                <a:path w="172719" h="876935">
                  <a:moveTo>
                    <a:pt x="172719" y="539750"/>
                  </a:moveTo>
                  <a:lnTo>
                    <a:pt x="172719" y="541020"/>
                  </a:lnTo>
                </a:path>
                <a:path w="172719" h="876935">
                  <a:moveTo>
                    <a:pt x="172719" y="541654"/>
                  </a:moveTo>
                  <a:lnTo>
                    <a:pt x="172719" y="542925"/>
                  </a:lnTo>
                </a:path>
                <a:path w="172719" h="876935">
                  <a:moveTo>
                    <a:pt x="172719" y="543559"/>
                  </a:moveTo>
                  <a:lnTo>
                    <a:pt x="172719" y="544829"/>
                  </a:lnTo>
                </a:path>
                <a:path w="172719" h="876935">
                  <a:moveTo>
                    <a:pt x="172719" y="544829"/>
                  </a:moveTo>
                  <a:lnTo>
                    <a:pt x="172719" y="546734"/>
                  </a:lnTo>
                </a:path>
                <a:path w="172719" h="876935">
                  <a:moveTo>
                    <a:pt x="172719" y="546734"/>
                  </a:moveTo>
                  <a:lnTo>
                    <a:pt x="172719" y="548004"/>
                  </a:lnTo>
                </a:path>
                <a:path w="172719" h="876935">
                  <a:moveTo>
                    <a:pt x="172719" y="548640"/>
                  </a:moveTo>
                  <a:lnTo>
                    <a:pt x="172719" y="549909"/>
                  </a:lnTo>
                </a:path>
                <a:path w="172719" h="876935">
                  <a:moveTo>
                    <a:pt x="172719" y="550545"/>
                  </a:moveTo>
                  <a:lnTo>
                    <a:pt x="172719" y="551815"/>
                  </a:lnTo>
                </a:path>
                <a:path w="172719" h="876935">
                  <a:moveTo>
                    <a:pt x="172719" y="552450"/>
                  </a:moveTo>
                  <a:lnTo>
                    <a:pt x="172719" y="553720"/>
                  </a:lnTo>
                </a:path>
                <a:path w="172719" h="876935">
                  <a:moveTo>
                    <a:pt x="172719" y="553720"/>
                  </a:moveTo>
                  <a:lnTo>
                    <a:pt x="172719" y="555625"/>
                  </a:lnTo>
                </a:path>
                <a:path w="172719" h="876935">
                  <a:moveTo>
                    <a:pt x="172719" y="555625"/>
                  </a:moveTo>
                  <a:lnTo>
                    <a:pt x="172719" y="556895"/>
                  </a:lnTo>
                </a:path>
                <a:path w="172719" h="876935">
                  <a:moveTo>
                    <a:pt x="172719" y="557529"/>
                  </a:moveTo>
                  <a:lnTo>
                    <a:pt x="172719" y="558800"/>
                  </a:lnTo>
                </a:path>
                <a:path w="172719" h="876935">
                  <a:moveTo>
                    <a:pt x="172719" y="559434"/>
                  </a:moveTo>
                  <a:lnTo>
                    <a:pt x="172719" y="560704"/>
                  </a:lnTo>
                </a:path>
                <a:path w="172719" h="876935">
                  <a:moveTo>
                    <a:pt x="172719" y="561340"/>
                  </a:moveTo>
                  <a:lnTo>
                    <a:pt x="172719" y="562609"/>
                  </a:lnTo>
                </a:path>
                <a:path w="172719" h="876935">
                  <a:moveTo>
                    <a:pt x="172719" y="562609"/>
                  </a:moveTo>
                  <a:lnTo>
                    <a:pt x="172719" y="564515"/>
                  </a:lnTo>
                </a:path>
                <a:path w="172719" h="876935">
                  <a:moveTo>
                    <a:pt x="172719" y="564515"/>
                  </a:moveTo>
                  <a:lnTo>
                    <a:pt x="172719" y="565784"/>
                  </a:lnTo>
                </a:path>
                <a:path w="172719" h="876935">
                  <a:moveTo>
                    <a:pt x="172719" y="566420"/>
                  </a:moveTo>
                  <a:lnTo>
                    <a:pt x="172719" y="567690"/>
                  </a:lnTo>
                </a:path>
                <a:path w="172719" h="876935">
                  <a:moveTo>
                    <a:pt x="172719" y="568325"/>
                  </a:moveTo>
                  <a:lnTo>
                    <a:pt x="172719" y="569595"/>
                  </a:lnTo>
                </a:path>
                <a:path w="172719" h="876935">
                  <a:moveTo>
                    <a:pt x="172719" y="570229"/>
                  </a:moveTo>
                  <a:lnTo>
                    <a:pt x="172719" y="571500"/>
                  </a:lnTo>
                </a:path>
                <a:path w="172719" h="876935">
                  <a:moveTo>
                    <a:pt x="172719" y="571500"/>
                  </a:moveTo>
                  <a:lnTo>
                    <a:pt x="172719" y="573404"/>
                  </a:lnTo>
                </a:path>
                <a:path w="172719" h="876935">
                  <a:moveTo>
                    <a:pt x="172719" y="573404"/>
                  </a:moveTo>
                  <a:lnTo>
                    <a:pt x="172719" y="574675"/>
                  </a:lnTo>
                </a:path>
                <a:path w="172719" h="876935">
                  <a:moveTo>
                    <a:pt x="172719" y="575309"/>
                  </a:moveTo>
                  <a:lnTo>
                    <a:pt x="172719" y="576579"/>
                  </a:lnTo>
                </a:path>
                <a:path w="172719" h="876935">
                  <a:moveTo>
                    <a:pt x="172719" y="577215"/>
                  </a:moveTo>
                  <a:lnTo>
                    <a:pt x="172719" y="578484"/>
                  </a:lnTo>
                </a:path>
                <a:path w="172719" h="876935">
                  <a:moveTo>
                    <a:pt x="172719" y="579120"/>
                  </a:moveTo>
                  <a:lnTo>
                    <a:pt x="172719" y="580390"/>
                  </a:lnTo>
                </a:path>
                <a:path w="172719" h="876935">
                  <a:moveTo>
                    <a:pt x="172719" y="580390"/>
                  </a:moveTo>
                  <a:lnTo>
                    <a:pt x="172719" y="582295"/>
                  </a:lnTo>
                </a:path>
                <a:path w="172719" h="876935">
                  <a:moveTo>
                    <a:pt x="172719" y="582295"/>
                  </a:moveTo>
                  <a:lnTo>
                    <a:pt x="172719" y="583565"/>
                  </a:lnTo>
                </a:path>
                <a:path w="172719" h="876935">
                  <a:moveTo>
                    <a:pt x="172719" y="584200"/>
                  </a:moveTo>
                  <a:lnTo>
                    <a:pt x="172719" y="585470"/>
                  </a:lnTo>
                </a:path>
                <a:path w="172719" h="876935">
                  <a:moveTo>
                    <a:pt x="172719" y="586104"/>
                  </a:moveTo>
                  <a:lnTo>
                    <a:pt x="172719" y="587375"/>
                  </a:lnTo>
                </a:path>
                <a:path w="172719" h="876935">
                  <a:moveTo>
                    <a:pt x="172719" y="588009"/>
                  </a:moveTo>
                  <a:lnTo>
                    <a:pt x="172719" y="589279"/>
                  </a:lnTo>
                </a:path>
                <a:path w="172719" h="876935">
                  <a:moveTo>
                    <a:pt x="172719" y="589279"/>
                  </a:moveTo>
                  <a:lnTo>
                    <a:pt x="172719" y="591184"/>
                  </a:lnTo>
                </a:path>
                <a:path w="172719" h="876935">
                  <a:moveTo>
                    <a:pt x="172719" y="591184"/>
                  </a:moveTo>
                  <a:lnTo>
                    <a:pt x="172719" y="592454"/>
                  </a:lnTo>
                </a:path>
                <a:path w="172719" h="876935">
                  <a:moveTo>
                    <a:pt x="172719" y="593090"/>
                  </a:moveTo>
                  <a:lnTo>
                    <a:pt x="172719" y="594359"/>
                  </a:lnTo>
                </a:path>
                <a:path w="172719" h="876935">
                  <a:moveTo>
                    <a:pt x="172719" y="594995"/>
                  </a:moveTo>
                  <a:lnTo>
                    <a:pt x="172719" y="596265"/>
                  </a:lnTo>
                </a:path>
                <a:path w="172719" h="876935">
                  <a:moveTo>
                    <a:pt x="172719" y="596900"/>
                  </a:moveTo>
                  <a:lnTo>
                    <a:pt x="172719" y="598170"/>
                  </a:lnTo>
                </a:path>
                <a:path w="172719" h="876935">
                  <a:moveTo>
                    <a:pt x="172719" y="598170"/>
                  </a:moveTo>
                  <a:lnTo>
                    <a:pt x="172719" y="600075"/>
                  </a:lnTo>
                </a:path>
                <a:path w="172719" h="876935">
                  <a:moveTo>
                    <a:pt x="172719" y="600075"/>
                  </a:moveTo>
                  <a:lnTo>
                    <a:pt x="172719" y="601345"/>
                  </a:lnTo>
                </a:path>
                <a:path w="172719" h="876935">
                  <a:moveTo>
                    <a:pt x="172719" y="601979"/>
                  </a:moveTo>
                  <a:lnTo>
                    <a:pt x="172719" y="603250"/>
                  </a:lnTo>
                </a:path>
                <a:path w="172719" h="876935">
                  <a:moveTo>
                    <a:pt x="172719" y="603884"/>
                  </a:moveTo>
                  <a:lnTo>
                    <a:pt x="172719" y="605154"/>
                  </a:lnTo>
                </a:path>
                <a:path w="172719" h="876935">
                  <a:moveTo>
                    <a:pt x="172719" y="605790"/>
                  </a:moveTo>
                  <a:lnTo>
                    <a:pt x="172719" y="607059"/>
                  </a:lnTo>
                </a:path>
                <a:path w="172719" h="876935">
                  <a:moveTo>
                    <a:pt x="172719" y="607059"/>
                  </a:moveTo>
                  <a:lnTo>
                    <a:pt x="172719" y="608965"/>
                  </a:lnTo>
                </a:path>
                <a:path w="172719" h="876935">
                  <a:moveTo>
                    <a:pt x="172719" y="608965"/>
                  </a:moveTo>
                  <a:lnTo>
                    <a:pt x="172719" y="610234"/>
                  </a:lnTo>
                </a:path>
                <a:path w="172719" h="876935">
                  <a:moveTo>
                    <a:pt x="172719" y="610870"/>
                  </a:moveTo>
                  <a:lnTo>
                    <a:pt x="172719" y="612140"/>
                  </a:lnTo>
                </a:path>
                <a:path w="172719" h="876935">
                  <a:moveTo>
                    <a:pt x="172719" y="612775"/>
                  </a:moveTo>
                  <a:lnTo>
                    <a:pt x="172719" y="614045"/>
                  </a:lnTo>
                </a:path>
                <a:path w="172719" h="876935">
                  <a:moveTo>
                    <a:pt x="172719" y="614679"/>
                  </a:moveTo>
                  <a:lnTo>
                    <a:pt x="172719" y="615950"/>
                  </a:lnTo>
                </a:path>
                <a:path w="172719" h="876935">
                  <a:moveTo>
                    <a:pt x="172719" y="615950"/>
                  </a:moveTo>
                  <a:lnTo>
                    <a:pt x="172719" y="617854"/>
                  </a:lnTo>
                </a:path>
                <a:path w="172719" h="876935">
                  <a:moveTo>
                    <a:pt x="172719" y="617854"/>
                  </a:moveTo>
                  <a:lnTo>
                    <a:pt x="172719" y="619125"/>
                  </a:lnTo>
                </a:path>
                <a:path w="172719" h="876935">
                  <a:moveTo>
                    <a:pt x="172719" y="619759"/>
                  </a:moveTo>
                  <a:lnTo>
                    <a:pt x="172719" y="621029"/>
                  </a:lnTo>
                </a:path>
                <a:path w="172719" h="876935">
                  <a:moveTo>
                    <a:pt x="172719" y="621665"/>
                  </a:moveTo>
                  <a:lnTo>
                    <a:pt x="172719" y="622934"/>
                  </a:lnTo>
                </a:path>
                <a:path w="172719" h="876935">
                  <a:moveTo>
                    <a:pt x="172719" y="623570"/>
                  </a:moveTo>
                  <a:lnTo>
                    <a:pt x="172719" y="624840"/>
                  </a:lnTo>
                </a:path>
                <a:path w="172719" h="876935">
                  <a:moveTo>
                    <a:pt x="172719" y="624840"/>
                  </a:moveTo>
                  <a:lnTo>
                    <a:pt x="172719" y="626745"/>
                  </a:lnTo>
                </a:path>
                <a:path w="172719" h="876935">
                  <a:moveTo>
                    <a:pt x="172719" y="626745"/>
                  </a:moveTo>
                  <a:lnTo>
                    <a:pt x="172719" y="628015"/>
                  </a:lnTo>
                </a:path>
                <a:path w="172719" h="876935">
                  <a:moveTo>
                    <a:pt x="172719" y="628650"/>
                  </a:moveTo>
                  <a:lnTo>
                    <a:pt x="172719" y="629920"/>
                  </a:lnTo>
                </a:path>
                <a:path w="172719" h="876935">
                  <a:moveTo>
                    <a:pt x="172719" y="630554"/>
                  </a:moveTo>
                  <a:lnTo>
                    <a:pt x="172719" y="631825"/>
                  </a:lnTo>
                </a:path>
                <a:path w="172719" h="876935">
                  <a:moveTo>
                    <a:pt x="172719" y="632459"/>
                  </a:moveTo>
                  <a:lnTo>
                    <a:pt x="172719" y="633729"/>
                  </a:lnTo>
                </a:path>
                <a:path w="172719" h="876935">
                  <a:moveTo>
                    <a:pt x="172719" y="633729"/>
                  </a:moveTo>
                  <a:lnTo>
                    <a:pt x="172719" y="635634"/>
                  </a:lnTo>
                </a:path>
                <a:path w="172719" h="876935">
                  <a:moveTo>
                    <a:pt x="172719" y="635634"/>
                  </a:moveTo>
                  <a:lnTo>
                    <a:pt x="172719" y="636904"/>
                  </a:lnTo>
                </a:path>
                <a:path w="172719" h="876935">
                  <a:moveTo>
                    <a:pt x="172719" y="637540"/>
                  </a:moveTo>
                  <a:lnTo>
                    <a:pt x="172719" y="638809"/>
                  </a:lnTo>
                </a:path>
                <a:path w="172719" h="876935">
                  <a:moveTo>
                    <a:pt x="172719" y="639445"/>
                  </a:moveTo>
                  <a:lnTo>
                    <a:pt x="172719" y="640715"/>
                  </a:lnTo>
                </a:path>
                <a:path w="172719" h="876935">
                  <a:moveTo>
                    <a:pt x="172719" y="641350"/>
                  </a:moveTo>
                  <a:lnTo>
                    <a:pt x="172719" y="642620"/>
                  </a:lnTo>
                </a:path>
                <a:path w="172719" h="876935">
                  <a:moveTo>
                    <a:pt x="172719" y="642620"/>
                  </a:moveTo>
                  <a:lnTo>
                    <a:pt x="172719" y="644525"/>
                  </a:lnTo>
                </a:path>
                <a:path w="172719" h="876935">
                  <a:moveTo>
                    <a:pt x="172719" y="644525"/>
                  </a:moveTo>
                  <a:lnTo>
                    <a:pt x="172719" y="645795"/>
                  </a:lnTo>
                </a:path>
                <a:path w="172719" h="876935">
                  <a:moveTo>
                    <a:pt x="172719" y="646429"/>
                  </a:moveTo>
                  <a:lnTo>
                    <a:pt x="172719" y="647700"/>
                  </a:lnTo>
                </a:path>
                <a:path w="172719" h="876935">
                  <a:moveTo>
                    <a:pt x="172719" y="648334"/>
                  </a:moveTo>
                  <a:lnTo>
                    <a:pt x="172719" y="649604"/>
                  </a:lnTo>
                </a:path>
                <a:path w="172719" h="876935">
                  <a:moveTo>
                    <a:pt x="172719" y="650240"/>
                  </a:moveTo>
                  <a:lnTo>
                    <a:pt x="172719" y="651509"/>
                  </a:lnTo>
                </a:path>
                <a:path w="172719" h="876935">
                  <a:moveTo>
                    <a:pt x="172719" y="651509"/>
                  </a:moveTo>
                  <a:lnTo>
                    <a:pt x="172719" y="653415"/>
                  </a:lnTo>
                </a:path>
                <a:path w="172719" h="876935">
                  <a:moveTo>
                    <a:pt x="172719" y="653415"/>
                  </a:moveTo>
                  <a:lnTo>
                    <a:pt x="172719" y="654684"/>
                  </a:lnTo>
                </a:path>
                <a:path w="172719" h="876935">
                  <a:moveTo>
                    <a:pt x="172719" y="655320"/>
                  </a:moveTo>
                  <a:lnTo>
                    <a:pt x="172719" y="656590"/>
                  </a:lnTo>
                </a:path>
                <a:path w="172719" h="876935">
                  <a:moveTo>
                    <a:pt x="172719" y="657225"/>
                  </a:moveTo>
                  <a:lnTo>
                    <a:pt x="172719" y="658495"/>
                  </a:lnTo>
                </a:path>
                <a:path w="172719" h="876935">
                  <a:moveTo>
                    <a:pt x="172719" y="659129"/>
                  </a:moveTo>
                  <a:lnTo>
                    <a:pt x="172719" y="660400"/>
                  </a:lnTo>
                </a:path>
                <a:path w="172719" h="876935">
                  <a:moveTo>
                    <a:pt x="172719" y="660400"/>
                  </a:moveTo>
                  <a:lnTo>
                    <a:pt x="172719" y="662304"/>
                  </a:lnTo>
                </a:path>
                <a:path w="172719" h="876935">
                  <a:moveTo>
                    <a:pt x="172719" y="662304"/>
                  </a:moveTo>
                  <a:lnTo>
                    <a:pt x="172719" y="663575"/>
                  </a:lnTo>
                </a:path>
                <a:path w="172719" h="876935">
                  <a:moveTo>
                    <a:pt x="172719" y="664209"/>
                  </a:moveTo>
                  <a:lnTo>
                    <a:pt x="172719" y="665479"/>
                  </a:lnTo>
                </a:path>
                <a:path w="172719" h="876935">
                  <a:moveTo>
                    <a:pt x="172719" y="666115"/>
                  </a:moveTo>
                  <a:lnTo>
                    <a:pt x="172719" y="667384"/>
                  </a:lnTo>
                </a:path>
                <a:path w="172719" h="876935">
                  <a:moveTo>
                    <a:pt x="172719" y="668020"/>
                  </a:moveTo>
                  <a:lnTo>
                    <a:pt x="172719" y="669290"/>
                  </a:lnTo>
                </a:path>
                <a:path w="172719" h="876935">
                  <a:moveTo>
                    <a:pt x="172719" y="669290"/>
                  </a:moveTo>
                  <a:lnTo>
                    <a:pt x="172719" y="671195"/>
                  </a:lnTo>
                </a:path>
                <a:path w="172719" h="876935">
                  <a:moveTo>
                    <a:pt x="172719" y="671195"/>
                  </a:moveTo>
                  <a:lnTo>
                    <a:pt x="172719" y="672465"/>
                  </a:lnTo>
                </a:path>
                <a:path w="172719" h="876935">
                  <a:moveTo>
                    <a:pt x="172719" y="673100"/>
                  </a:moveTo>
                  <a:lnTo>
                    <a:pt x="172719" y="674370"/>
                  </a:lnTo>
                </a:path>
                <a:path w="172719" h="876935">
                  <a:moveTo>
                    <a:pt x="172719" y="675004"/>
                  </a:moveTo>
                  <a:lnTo>
                    <a:pt x="172719" y="676275"/>
                  </a:lnTo>
                </a:path>
                <a:path w="172719" h="876935">
                  <a:moveTo>
                    <a:pt x="172719" y="676909"/>
                  </a:moveTo>
                  <a:lnTo>
                    <a:pt x="172719" y="678179"/>
                  </a:lnTo>
                </a:path>
                <a:path w="172719" h="876935">
                  <a:moveTo>
                    <a:pt x="172719" y="678179"/>
                  </a:moveTo>
                  <a:lnTo>
                    <a:pt x="172719" y="680084"/>
                  </a:lnTo>
                </a:path>
                <a:path w="172719" h="876935">
                  <a:moveTo>
                    <a:pt x="172719" y="680084"/>
                  </a:moveTo>
                  <a:lnTo>
                    <a:pt x="172719" y="681354"/>
                  </a:lnTo>
                </a:path>
                <a:path w="172719" h="876935">
                  <a:moveTo>
                    <a:pt x="172719" y="681990"/>
                  </a:moveTo>
                  <a:lnTo>
                    <a:pt x="172719" y="683259"/>
                  </a:lnTo>
                </a:path>
                <a:path w="172719" h="876935">
                  <a:moveTo>
                    <a:pt x="172719" y="683895"/>
                  </a:moveTo>
                  <a:lnTo>
                    <a:pt x="172719" y="685165"/>
                  </a:lnTo>
                </a:path>
                <a:path w="172719" h="876935">
                  <a:moveTo>
                    <a:pt x="172719" y="685800"/>
                  </a:moveTo>
                  <a:lnTo>
                    <a:pt x="172719" y="687070"/>
                  </a:lnTo>
                </a:path>
                <a:path w="172719" h="876935">
                  <a:moveTo>
                    <a:pt x="172719" y="687070"/>
                  </a:moveTo>
                  <a:lnTo>
                    <a:pt x="172719" y="688975"/>
                  </a:lnTo>
                </a:path>
                <a:path w="172719" h="876935">
                  <a:moveTo>
                    <a:pt x="172719" y="688975"/>
                  </a:moveTo>
                  <a:lnTo>
                    <a:pt x="172719" y="690245"/>
                  </a:lnTo>
                </a:path>
                <a:path w="172719" h="876935">
                  <a:moveTo>
                    <a:pt x="172719" y="690879"/>
                  </a:moveTo>
                  <a:lnTo>
                    <a:pt x="172719" y="692150"/>
                  </a:lnTo>
                </a:path>
                <a:path w="172719" h="876935">
                  <a:moveTo>
                    <a:pt x="172719" y="692784"/>
                  </a:moveTo>
                  <a:lnTo>
                    <a:pt x="172719" y="694054"/>
                  </a:lnTo>
                </a:path>
                <a:path w="172719" h="876935">
                  <a:moveTo>
                    <a:pt x="172719" y="694690"/>
                  </a:moveTo>
                  <a:lnTo>
                    <a:pt x="172719" y="695959"/>
                  </a:lnTo>
                </a:path>
                <a:path w="172719" h="876935">
                  <a:moveTo>
                    <a:pt x="172719" y="695959"/>
                  </a:moveTo>
                  <a:lnTo>
                    <a:pt x="172719" y="697865"/>
                  </a:lnTo>
                </a:path>
                <a:path w="172719" h="876935">
                  <a:moveTo>
                    <a:pt x="172719" y="697865"/>
                  </a:moveTo>
                  <a:lnTo>
                    <a:pt x="172719" y="699134"/>
                  </a:lnTo>
                </a:path>
                <a:path w="172719" h="876935">
                  <a:moveTo>
                    <a:pt x="172719" y="699770"/>
                  </a:moveTo>
                  <a:lnTo>
                    <a:pt x="172719" y="701040"/>
                  </a:lnTo>
                </a:path>
                <a:path w="172719" h="876935">
                  <a:moveTo>
                    <a:pt x="172719" y="701675"/>
                  </a:moveTo>
                  <a:lnTo>
                    <a:pt x="172719" y="702945"/>
                  </a:lnTo>
                </a:path>
                <a:path w="172719" h="876935">
                  <a:moveTo>
                    <a:pt x="172719" y="703579"/>
                  </a:moveTo>
                  <a:lnTo>
                    <a:pt x="172719" y="704850"/>
                  </a:lnTo>
                </a:path>
                <a:path w="172719" h="876935">
                  <a:moveTo>
                    <a:pt x="172719" y="704850"/>
                  </a:moveTo>
                  <a:lnTo>
                    <a:pt x="172719" y="706754"/>
                  </a:lnTo>
                </a:path>
                <a:path w="172719" h="876935">
                  <a:moveTo>
                    <a:pt x="172719" y="706754"/>
                  </a:moveTo>
                  <a:lnTo>
                    <a:pt x="172719" y="708025"/>
                  </a:lnTo>
                </a:path>
                <a:path w="172719" h="876935">
                  <a:moveTo>
                    <a:pt x="172719" y="708659"/>
                  </a:moveTo>
                  <a:lnTo>
                    <a:pt x="172719" y="709929"/>
                  </a:lnTo>
                </a:path>
                <a:path w="172719" h="876935">
                  <a:moveTo>
                    <a:pt x="172719" y="710565"/>
                  </a:moveTo>
                  <a:lnTo>
                    <a:pt x="172719" y="711834"/>
                  </a:lnTo>
                </a:path>
                <a:path w="172719" h="876935">
                  <a:moveTo>
                    <a:pt x="172719" y="712470"/>
                  </a:moveTo>
                  <a:lnTo>
                    <a:pt x="172719" y="713740"/>
                  </a:lnTo>
                </a:path>
                <a:path w="172719" h="876935">
                  <a:moveTo>
                    <a:pt x="172719" y="713740"/>
                  </a:moveTo>
                  <a:lnTo>
                    <a:pt x="172719" y="715645"/>
                  </a:lnTo>
                </a:path>
                <a:path w="172719" h="876935">
                  <a:moveTo>
                    <a:pt x="172719" y="715645"/>
                  </a:moveTo>
                  <a:lnTo>
                    <a:pt x="172719" y="716915"/>
                  </a:lnTo>
                </a:path>
                <a:path w="172719" h="876935">
                  <a:moveTo>
                    <a:pt x="172719" y="717550"/>
                  </a:moveTo>
                  <a:lnTo>
                    <a:pt x="172719" y="718820"/>
                  </a:lnTo>
                </a:path>
                <a:path w="172719" h="876935">
                  <a:moveTo>
                    <a:pt x="172719" y="719454"/>
                  </a:moveTo>
                  <a:lnTo>
                    <a:pt x="172719" y="720725"/>
                  </a:lnTo>
                </a:path>
                <a:path w="172719" h="876935">
                  <a:moveTo>
                    <a:pt x="172719" y="721359"/>
                  </a:moveTo>
                  <a:lnTo>
                    <a:pt x="172719" y="722629"/>
                  </a:lnTo>
                </a:path>
                <a:path w="172719" h="876935">
                  <a:moveTo>
                    <a:pt x="172719" y="722629"/>
                  </a:moveTo>
                  <a:lnTo>
                    <a:pt x="172719" y="724534"/>
                  </a:lnTo>
                </a:path>
                <a:path w="172719" h="876935">
                  <a:moveTo>
                    <a:pt x="172719" y="724534"/>
                  </a:moveTo>
                  <a:lnTo>
                    <a:pt x="172719" y="725804"/>
                  </a:lnTo>
                </a:path>
                <a:path w="172719" h="876935">
                  <a:moveTo>
                    <a:pt x="172719" y="726440"/>
                  </a:moveTo>
                  <a:lnTo>
                    <a:pt x="172719" y="727709"/>
                  </a:lnTo>
                </a:path>
                <a:path w="172719" h="876935">
                  <a:moveTo>
                    <a:pt x="172719" y="728345"/>
                  </a:moveTo>
                  <a:lnTo>
                    <a:pt x="172719" y="729615"/>
                  </a:lnTo>
                </a:path>
                <a:path w="172719" h="876935">
                  <a:moveTo>
                    <a:pt x="172719" y="730250"/>
                  </a:moveTo>
                  <a:lnTo>
                    <a:pt x="172719" y="731520"/>
                  </a:lnTo>
                </a:path>
                <a:path w="172719" h="876935">
                  <a:moveTo>
                    <a:pt x="172719" y="731520"/>
                  </a:moveTo>
                  <a:lnTo>
                    <a:pt x="172719" y="733425"/>
                  </a:lnTo>
                </a:path>
                <a:path w="172719" h="876935">
                  <a:moveTo>
                    <a:pt x="172719" y="733425"/>
                  </a:moveTo>
                  <a:lnTo>
                    <a:pt x="172719" y="734695"/>
                  </a:lnTo>
                </a:path>
                <a:path w="172719" h="876935">
                  <a:moveTo>
                    <a:pt x="172719" y="735329"/>
                  </a:moveTo>
                  <a:lnTo>
                    <a:pt x="172719" y="736600"/>
                  </a:lnTo>
                </a:path>
                <a:path w="172719" h="876935">
                  <a:moveTo>
                    <a:pt x="172719" y="737234"/>
                  </a:moveTo>
                  <a:lnTo>
                    <a:pt x="172719" y="738504"/>
                  </a:lnTo>
                </a:path>
                <a:path w="172719" h="876935">
                  <a:moveTo>
                    <a:pt x="172719" y="739140"/>
                  </a:moveTo>
                  <a:lnTo>
                    <a:pt x="172719" y="740409"/>
                  </a:lnTo>
                </a:path>
                <a:path w="172719" h="876935">
                  <a:moveTo>
                    <a:pt x="172719" y="740409"/>
                  </a:moveTo>
                  <a:lnTo>
                    <a:pt x="172719" y="742315"/>
                  </a:lnTo>
                </a:path>
                <a:path w="172719" h="876935">
                  <a:moveTo>
                    <a:pt x="172719" y="742315"/>
                  </a:moveTo>
                  <a:lnTo>
                    <a:pt x="172719" y="743584"/>
                  </a:lnTo>
                </a:path>
                <a:path w="172719" h="876935">
                  <a:moveTo>
                    <a:pt x="172719" y="744220"/>
                  </a:moveTo>
                  <a:lnTo>
                    <a:pt x="172719" y="745490"/>
                  </a:lnTo>
                </a:path>
                <a:path w="172719" h="876935">
                  <a:moveTo>
                    <a:pt x="172719" y="746125"/>
                  </a:moveTo>
                  <a:lnTo>
                    <a:pt x="172719" y="747395"/>
                  </a:lnTo>
                </a:path>
                <a:path w="172719" h="876935">
                  <a:moveTo>
                    <a:pt x="172719" y="748029"/>
                  </a:moveTo>
                  <a:lnTo>
                    <a:pt x="172719" y="749300"/>
                  </a:lnTo>
                </a:path>
                <a:path w="172719" h="876935">
                  <a:moveTo>
                    <a:pt x="172719" y="749300"/>
                  </a:moveTo>
                  <a:lnTo>
                    <a:pt x="172719" y="751204"/>
                  </a:lnTo>
                </a:path>
                <a:path w="172719" h="876935">
                  <a:moveTo>
                    <a:pt x="172719" y="751204"/>
                  </a:moveTo>
                  <a:lnTo>
                    <a:pt x="172719" y="752475"/>
                  </a:lnTo>
                </a:path>
                <a:path w="172719" h="876935">
                  <a:moveTo>
                    <a:pt x="172719" y="753109"/>
                  </a:moveTo>
                  <a:lnTo>
                    <a:pt x="172719" y="754379"/>
                  </a:lnTo>
                </a:path>
                <a:path w="172719" h="876935">
                  <a:moveTo>
                    <a:pt x="172719" y="755015"/>
                  </a:moveTo>
                  <a:lnTo>
                    <a:pt x="172719" y="756284"/>
                  </a:lnTo>
                </a:path>
                <a:path w="172719" h="876935">
                  <a:moveTo>
                    <a:pt x="172719" y="756920"/>
                  </a:moveTo>
                  <a:lnTo>
                    <a:pt x="172719" y="758190"/>
                  </a:lnTo>
                </a:path>
                <a:path w="172719" h="876935">
                  <a:moveTo>
                    <a:pt x="172719" y="758190"/>
                  </a:moveTo>
                  <a:lnTo>
                    <a:pt x="172719" y="760095"/>
                  </a:lnTo>
                </a:path>
                <a:path w="172719" h="876935">
                  <a:moveTo>
                    <a:pt x="172719" y="760095"/>
                  </a:moveTo>
                  <a:lnTo>
                    <a:pt x="172719" y="761365"/>
                  </a:lnTo>
                </a:path>
                <a:path w="172719" h="876935">
                  <a:moveTo>
                    <a:pt x="172719" y="762000"/>
                  </a:moveTo>
                  <a:lnTo>
                    <a:pt x="172719" y="763270"/>
                  </a:lnTo>
                </a:path>
                <a:path w="172719" h="876935">
                  <a:moveTo>
                    <a:pt x="172719" y="763904"/>
                  </a:moveTo>
                  <a:lnTo>
                    <a:pt x="172719" y="765175"/>
                  </a:lnTo>
                </a:path>
                <a:path w="172719" h="876935">
                  <a:moveTo>
                    <a:pt x="172719" y="765809"/>
                  </a:moveTo>
                  <a:lnTo>
                    <a:pt x="172719" y="767079"/>
                  </a:lnTo>
                </a:path>
                <a:path w="172719" h="876935">
                  <a:moveTo>
                    <a:pt x="172719" y="767079"/>
                  </a:moveTo>
                  <a:lnTo>
                    <a:pt x="172719" y="768984"/>
                  </a:lnTo>
                </a:path>
                <a:path w="172719" h="876935">
                  <a:moveTo>
                    <a:pt x="172719" y="768984"/>
                  </a:moveTo>
                  <a:lnTo>
                    <a:pt x="172719" y="770254"/>
                  </a:lnTo>
                </a:path>
                <a:path w="172719" h="876935">
                  <a:moveTo>
                    <a:pt x="172719" y="770890"/>
                  </a:moveTo>
                  <a:lnTo>
                    <a:pt x="172719" y="772159"/>
                  </a:lnTo>
                </a:path>
                <a:path w="172719" h="876935">
                  <a:moveTo>
                    <a:pt x="172719" y="772795"/>
                  </a:moveTo>
                  <a:lnTo>
                    <a:pt x="172719" y="774065"/>
                  </a:lnTo>
                </a:path>
                <a:path w="172719" h="876935">
                  <a:moveTo>
                    <a:pt x="172719" y="774700"/>
                  </a:moveTo>
                  <a:lnTo>
                    <a:pt x="172719" y="775970"/>
                  </a:lnTo>
                </a:path>
                <a:path w="172719" h="876935">
                  <a:moveTo>
                    <a:pt x="172719" y="775970"/>
                  </a:moveTo>
                  <a:lnTo>
                    <a:pt x="172719" y="777875"/>
                  </a:lnTo>
                </a:path>
                <a:path w="172719" h="876935">
                  <a:moveTo>
                    <a:pt x="172719" y="777875"/>
                  </a:moveTo>
                  <a:lnTo>
                    <a:pt x="172719" y="779145"/>
                  </a:lnTo>
                </a:path>
                <a:path w="172719" h="876935">
                  <a:moveTo>
                    <a:pt x="172719" y="779779"/>
                  </a:moveTo>
                  <a:lnTo>
                    <a:pt x="172719" y="781050"/>
                  </a:lnTo>
                </a:path>
                <a:path w="172719" h="876935">
                  <a:moveTo>
                    <a:pt x="172719" y="781684"/>
                  </a:moveTo>
                  <a:lnTo>
                    <a:pt x="172719" y="782954"/>
                  </a:lnTo>
                </a:path>
                <a:path w="172719" h="876935">
                  <a:moveTo>
                    <a:pt x="172719" y="783590"/>
                  </a:moveTo>
                  <a:lnTo>
                    <a:pt x="172719" y="784859"/>
                  </a:lnTo>
                </a:path>
                <a:path w="172719" h="876935">
                  <a:moveTo>
                    <a:pt x="172719" y="784859"/>
                  </a:moveTo>
                  <a:lnTo>
                    <a:pt x="172719" y="786765"/>
                  </a:lnTo>
                </a:path>
                <a:path w="172719" h="876935">
                  <a:moveTo>
                    <a:pt x="172719" y="786765"/>
                  </a:moveTo>
                  <a:lnTo>
                    <a:pt x="172719" y="788034"/>
                  </a:lnTo>
                </a:path>
                <a:path w="172719" h="876935">
                  <a:moveTo>
                    <a:pt x="172719" y="788670"/>
                  </a:moveTo>
                  <a:lnTo>
                    <a:pt x="172719" y="789940"/>
                  </a:lnTo>
                </a:path>
                <a:path w="172719" h="876935">
                  <a:moveTo>
                    <a:pt x="172719" y="790575"/>
                  </a:moveTo>
                  <a:lnTo>
                    <a:pt x="172719" y="791845"/>
                  </a:lnTo>
                </a:path>
                <a:path w="172719" h="876935">
                  <a:moveTo>
                    <a:pt x="172719" y="792479"/>
                  </a:moveTo>
                  <a:lnTo>
                    <a:pt x="172719" y="793750"/>
                  </a:lnTo>
                </a:path>
                <a:path w="172719" h="876935">
                  <a:moveTo>
                    <a:pt x="172719" y="793750"/>
                  </a:moveTo>
                  <a:lnTo>
                    <a:pt x="172719" y="795654"/>
                  </a:lnTo>
                </a:path>
                <a:path w="172719" h="876935">
                  <a:moveTo>
                    <a:pt x="172719" y="795654"/>
                  </a:moveTo>
                  <a:lnTo>
                    <a:pt x="172719" y="796925"/>
                  </a:lnTo>
                </a:path>
                <a:path w="172719" h="876935">
                  <a:moveTo>
                    <a:pt x="172719" y="797559"/>
                  </a:moveTo>
                  <a:lnTo>
                    <a:pt x="172719" y="798829"/>
                  </a:lnTo>
                </a:path>
                <a:path w="172719" h="876935">
                  <a:moveTo>
                    <a:pt x="172719" y="799465"/>
                  </a:moveTo>
                  <a:lnTo>
                    <a:pt x="172719" y="800734"/>
                  </a:lnTo>
                </a:path>
                <a:path w="172719" h="876935">
                  <a:moveTo>
                    <a:pt x="172719" y="801370"/>
                  </a:moveTo>
                  <a:lnTo>
                    <a:pt x="172719" y="802640"/>
                  </a:lnTo>
                </a:path>
                <a:path w="172719" h="876935">
                  <a:moveTo>
                    <a:pt x="172719" y="802640"/>
                  </a:moveTo>
                  <a:lnTo>
                    <a:pt x="172719" y="804545"/>
                  </a:lnTo>
                </a:path>
                <a:path w="172719" h="876935">
                  <a:moveTo>
                    <a:pt x="172719" y="804545"/>
                  </a:moveTo>
                  <a:lnTo>
                    <a:pt x="172719" y="805815"/>
                  </a:lnTo>
                </a:path>
                <a:path w="172719" h="876935">
                  <a:moveTo>
                    <a:pt x="172719" y="806450"/>
                  </a:moveTo>
                  <a:lnTo>
                    <a:pt x="172719" y="807720"/>
                  </a:lnTo>
                </a:path>
                <a:path w="172719" h="876935">
                  <a:moveTo>
                    <a:pt x="172719" y="808354"/>
                  </a:moveTo>
                  <a:lnTo>
                    <a:pt x="172719" y="809625"/>
                  </a:lnTo>
                </a:path>
                <a:path w="172719" h="876935">
                  <a:moveTo>
                    <a:pt x="172719" y="810259"/>
                  </a:moveTo>
                  <a:lnTo>
                    <a:pt x="172719" y="811529"/>
                  </a:lnTo>
                </a:path>
                <a:path w="172719" h="876935">
                  <a:moveTo>
                    <a:pt x="172719" y="811529"/>
                  </a:moveTo>
                  <a:lnTo>
                    <a:pt x="172719" y="813434"/>
                  </a:lnTo>
                </a:path>
                <a:path w="172719" h="876935">
                  <a:moveTo>
                    <a:pt x="172719" y="813434"/>
                  </a:moveTo>
                  <a:lnTo>
                    <a:pt x="172719" y="814704"/>
                  </a:lnTo>
                </a:path>
                <a:path w="172719" h="876935">
                  <a:moveTo>
                    <a:pt x="172719" y="815340"/>
                  </a:moveTo>
                  <a:lnTo>
                    <a:pt x="172719" y="816609"/>
                  </a:lnTo>
                </a:path>
                <a:path w="172719" h="876935">
                  <a:moveTo>
                    <a:pt x="172719" y="817245"/>
                  </a:moveTo>
                  <a:lnTo>
                    <a:pt x="172719" y="818515"/>
                  </a:lnTo>
                </a:path>
                <a:path w="172719" h="876935">
                  <a:moveTo>
                    <a:pt x="172719" y="819150"/>
                  </a:moveTo>
                  <a:lnTo>
                    <a:pt x="172719" y="820420"/>
                  </a:lnTo>
                </a:path>
                <a:path w="172719" h="876935">
                  <a:moveTo>
                    <a:pt x="172719" y="820420"/>
                  </a:moveTo>
                  <a:lnTo>
                    <a:pt x="172719" y="822325"/>
                  </a:lnTo>
                </a:path>
                <a:path w="172719" h="876935">
                  <a:moveTo>
                    <a:pt x="172719" y="822325"/>
                  </a:moveTo>
                  <a:lnTo>
                    <a:pt x="172719" y="823595"/>
                  </a:lnTo>
                </a:path>
                <a:path w="172719" h="876935">
                  <a:moveTo>
                    <a:pt x="172719" y="824229"/>
                  </a:moveTo>
                  <a:lnTo>
                    <a:pt x="172719" y="825500"/>
                  </a:lnTo>
                </a:path>
                <a:path w="172719" h="876935">
                  <a:moveTo>
                    <a:pt x="172719" y="826134"/>
                  </a:moveTo>
                  <a:lnTo>
                    <a:pt x="172719" y="827404"/>
                  </a:lnTo>
                </a:path>
                <a:path w="172719" h="876935">
                  <a:moveTo>
                    <a:pt x="172719" y="828040"/>
                  </a:moveTo>
                  <a:lnTo>
                    <a:pt x="172719" y="829309"/>
                  </a:lnTo>
                </a:path>
                <a:path w="172719" h="876935">
                  <a:moveTo>
                    <a:pt x="172719" y="829309"/>
                  </a:moveTo>
                  <a:lnTo>
                    <a:pt x="172719" y="831215"/>
                  </a:lnTo>
                </a:path>
                <a:path w="172719" h="876935">
                  <a:moveTo>
                    <a:pt x="172719" y="831215"/>
                  </a:moveTo>
                  <a:lnTo>
                    <a:pt x="172719" y="832484"/>
                  </a:lnTo>
                </a:path>
                <a:path w="172719" h="876935">
                  <a:moveTo>
                    <a:pt x="172719" y="833120"/>
                  </a:moveTo>
                  <a:lnTo>
                    <a:pt x="172719" y="834390"/>
                  </a:lnTo>
                </a:path>
                <a:path w="172719" h="876935">
                  <a:moveTo>
                    <a:pt x="172719" y="835025"/>
                  </a:moveTo>
                  <a:lnTo>
                    <a:pt x="172719" y="836295"/>
                  </a:lnTo>
                </a:path>
                <a:path w="172719" h="876935">
                  <a:moveTo>
                    <a:pt x="172719" y="836929"/>
                  </a:moveTo>
                  <a:lnTo>
                    <a:pt x="172719" y="838200"/>
                  </a:lnTo>
                </a:path>
                <a:path w="172719" h="876935">
                  <a:moveTo>
                    <a:pt x="172719" y="838200"/>
                  </a:moveTo>
                  <a:lnTo>
                    <a:pt x="172719" y="840104"/>
                  </a:lnTo>
                </a:path>
                <a:path w="172719" h="876935">
                  <a:moveTo>
                    <a:pt x="172719" y="840104"/>
                  </a:moveTo>
                  <a:lnTo>
                    <a:pt x="172719" y="841375"/>
                  </a:lnTo>
                </a:path>
                <a:path w="172719" h="876935">
                  <a:moveTo>
                    <a:pt x="172719" y="842009"/>
                  </a:moveTo>
                  <a:lnTo>
                    <a:pt x="172719" y="843279"/>
                  </a:lnTo>
                </a:path>
                <a:path w="172719" h="876935">
                  <a:moveTo>
                    <a:pt x="172719" y="843915"/>
                  </a:moveTo>
                  <a:lnTo>
                    <a:pt x="172719" y="845184"/>
                  </a:lnTo>
                </a:path>
                <a:path w="172719" h="876935">
                  <a:moveTo>
                    <a:pt x="172719" y="845820"/>
                  </a:moveTo>
                  <a:lnTo>
                    <a:pt x="172719" y="847090"/>
                  </a:lnTo>
                </a:path>
                <a:path w="172719" h="876935">
                  <a:moveTo>
                    <a:pt x="172719" y="847090"/>
                  </a:moveTo>
                  <a:lnTo>
                    <a:pt x="172719" y="848995"/>
                  </a:lnTo>
                </a:path>
                <a:path w="172719" h="876935">
                  <a:moveTo>
                    <a:pt x="172719" y="848995"/>
                  </a:moveTo>
                  <a:lnTo>
                    <a:pt x="172719" y="850265"/>
                  </a:lnTo>
                </a:path>
                <a:path w="172719" h="876935">
                  <a:moveTo>
                    <a:pt x="172719" y="850900"/>
                  </a:moveTo>
                  <a:lnTo>
                    <a:pt x="172719" y="852170"/>
                  </a:lnTo>
                </a:path>
                <a:path w="172719" h="876935">
                  <a:moveTo>
                    <a:pt x="172719" y="852804"/>
                  </a:moveTo>
                  <a:lnTo>
                    <a:pt x="172719" y="854075"/>
                  </a:lnTo>
                </a:path>
                <a:path w="172719" h="876935">
                  <a:moveTo>
                    <a:pt x="172719" y="854709"/>
                  </a:moveTo>
                  <a:lnTo>
                    <a:pt x="172719" y="855979"/>
                  </a:lnTo>
                </a:path>
                <a:path w="172719" h="876935">
                  <a:moveTo>
                    <a:pt x="172719" y="855979"/>
                  </a:moveTo>
                  <a:lnTo>
                    <a:pt x="172719" y="857884"/>
                  </a:lnTo>
                </a:path>
                <a:path w="172719" h="876935">
                  <a:moveTo>
                    <a:pt x="172719" y="857884"/>
                  </a:moveTo>
                  <a:lnTo>
                    <a:pt x="172719" y="859154"/>
                  </a:lnTo>
                </a:path>
                <a:path w="172719" h="876935">
                  <a:moveTo>
                    <a:pt x="172719" y="859790"/>
                  </a:moveTo>
                  <a:lnTo>
                    <a:pt x="172719" y="861059"/>
                  </a:lnTo>
                </a:path>
                <a:path w="172719" h="876935">
                  <a:moveTo>
                    <a:pt x="172719" y="861695"/>
                  </a:moveTo>
                  <a:lnTo>
                    <a:pt x="172719" y="862965"/>
                  </a:lnTo>
                </a:path>
                <a:path w="172719" h="876935">
                  <a:moveTo>
                    <a:pt x="172719" y="863600"/>
                  </a:moveTo>
                  <a:lnTo>
                    <a:pt x="172719" y="864870"/>
                  </a:lnTo>
                </a:path>
                <a:path w="172719" h="876935">
                  <a:moveTo>
                    <a:pt x="172719" y="864870"/>
                  </a:moveTo>
                  <a:lnTo>
                    <a:pt x="172719" y="866775"/>
                  </a:lnTo>
                </a:path>
                <a:path w="172719" h="876935">
                  <a:moveTo>
                    <a:pt x="172719" y="866775"/>
                  </a:moveTo>
                  <a:lnTo>
                    <a:pt x="172719" y="868045"/>
                  </a:lnTo>
                </a:path>
                <a:path w="172719" h="876935">
                  <a:moveTo>
                    <a:pt x="172719" y="868679"/>
                  </a:moveTo>
                  <a:lnTo>
                    <a:pt x="172719" y="869950"/>
                  </a:lnTo>
                </a:path>
                <a:path w="172719" h="876935">
                  <a:moveTo>
                    <a:pt x="172719" y="870584"/>
                  </a:moveTo>
                  <a:lnTo>
                    <a:pt x="172719" y="871854"/>
                  </a:lnTo>
                </a:path>
                <a:path w="172719" h="876935">
                  <a:moveTo>
                    <a:pt x="172719" y="872490"/>
                  </a:moveTo>
                  <a:lnTo>
                    <a:pt x="172719" y="873759"/>
                  </a:lnTo>
                </a:path>
                <a:path w="172719" h="876935">
                  <a:moveTo>
                    <a:pt x="172719" y="873759"/>
                  </a:moveTo>
                  <a:lnTo>
                    <a:pt x="172719" y="875665"/>
                  </a:lnTo>
                </a:path>
                <a:path w="172719" h="876935">
                  <a:moveTo>
                    <a:pt x="172719" y="875665"/>
                  </a:moveTo>
                  <a:lnTo>
                    <a:pt x="172719" y="87693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2714625" y="1684032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69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2715260" y="1574812"/>
              <a:ext cx="2922905" cy="1624330"/>
            </a:xfrm>
            <a:custGeom>
              <a:avLst/>
              <a:gdLst/>
              <a:ahLst/>
              <a:cxnLst/>
              <a:rect l="l" t="t" r="r" b="b"/>
              <a:pathLst>
                <a:path w="2922904" h="1624330">
                  <a:moveTo>
                    <a:pt x="0" y="0"/>
                  </a:moveTo>
                  <a:lnTo>
                    <a:pt x="0" y="1270"/>
                  </a:lnTo>
                </a:path>
                <a:path w="2922904" h="1624330">
                  <a:moveTo>
                    <a:pt x="0" y="1904"/>
                  </a:moveTo>
                  <a:lnTo>
                    <a:pt x="0" y="3175"/>
                  </a:lnTo>
                </a:path>
                <a:path w="2922904" h="1624330">
                  <a:moveTo>
                    <a:pt x="0" y="3809"/>
                  </a:moveTo>
                  <a:lnTo>
                    <a:pt x="0" y="5079"/>
                  </a:lnTo>
                </a:path>
                <a:path w="2922904" h="1624330">
                  <a:moveTo>
                    <a:pt x="0" y="5079"/>
                  </a:moveTo>
                  <a:lnTo>
                    <a:pt x="0" y="6350"/>
                  </a:lnTo>
                </a:path>
                <a:path w="2922904" h="1624330">
                  <a:moveTo>
                    <a:pt x="0" y="6984"/>
                  </a:moveTo>
                  <a:lnTo>
                    <a:pt x="0" y="8254"/>
                  </a:lnTo>
                </a:path>
                <a:path w="2922904" h="1624330">
                  <a:moveTo>
                    <a:pt x="0" y="8890"/>
                  </a:moveTo>
                  <a:lnTo>
                    <a:pt x="0" y="10159"/>
                  </a:lnTo>
                </a:path>
                <a:path w="2922904" h="1624330">
                  <a:moveTo>
                    <a:pt x="0" y="10795"/>
                  </a:moveTo>
                  <a:lnTo>
                    <a:pt x="0" y="12065"/>
                  </a:lnTo>
                </a:path>
                <a:path w="2922904" h="1624330">
                  <a:moveTo>
                    <a:pt x="0" y="12700"/>
                  </a:moveTo>
                  <a:lnTo>
                    <a:pt x="0" y="13970"/>
                  </a:lnTo>
                </a:path>
                <a:path w="2922904" h="1624330">
                  <a:moveTo>
                    <a:pt x="0" y="13970"/>
                  </a:moveTo>
                  <a:lnTo>
                    <a:pt x="0" y="15240"/>
                  </a:lnTo>
                </a:path>
                <a:path w="2922904" h="1624330">
                  <a:moveTo>
                    <a:pt x="0" y="15875"/>
                  </a:moveTo>
                  <a:lnTo>
                    <a:pt x="0" y="17145"/>
                  </a:lnTo>
                </a:path>
                <a:path w="2922904" h="1624330">
                  <a:moveTo>
                    <a:pt x="0" y="17779"/>
                  </a:moveTo>
                  <a:lnTo>
                    <a:pt x="0" y="19050"/>
                  </a:lnTo>
                </a:path>
                <a:path w="2922904" h="1624330">
                  <a:moveTo>
                    <a:pt x="0" y="19684"/>
                  </a:moveTo>
                  <a:lnTo>
                    <a:pt x="0" y="20954"/>
                  </a:lnTo>
                </a:path>
                <a:path w="2922904" h="1624330">
                  <a:moveTo>
                    <a:pt x="0" y="21590"/>
                  </a:moveTo>
                  <a:lnTo>
                    <a:pt x="0" y="22859"/>
                  </a:lnTo>
                </a:path>
                <a:path w="2922904" h="1624330">
                  <a:moveTo>
                    <a:pt x="0" y="22859"/>
                  </a:moveTo>
                  <a:lnTo>
                    <a:pt x="0" y="24129"/>
                  </a:lnTo>
                </a:path>
                <a:path w="2922904" h="1624330">
                  <a:moveTo>
                    <a:pt x="0" y="24765"/>
                  </a:moveTo>
                  <a:lnTo>
                    <a:pt x="0" y="26034"/>
                  </a:lnTo>
                </a:path>
                <a:path w="2922904" h="1624330">
                  <a:moveTo>
                    <a:pt x="0" y="26670"/>
                  </a:moveTo>
                  <a:lnTo>
                    <a:pt x="0" y="27940"/>
                  </a:lnTo>
                </a:path>
                <a:path w="2922904" h="1624330">
                  <a:moveTo>
                    <a:pt x="0" y="28575"/>
                  </a:moveTo>
                  <a:lnTo>
                    <a:pt x="0" y="29845"/>
                  </a:lnTo>
                </a:path>
                <a:path w="2922904" h="1624330">
                  <a:moveTo>
                    <a:pt x="0" y="30479"/>
                  </a:moveTo>
                  <a:lnTo>
                    <a:pt x="0" y="31750"/>
                  </a:lnTo>
                </a:path>
                <a:path w="2922904" h="1624330">
                  <a:moveTo>
                    <a:pt x="0" y="31750"/>
                  </a:moveTo>
                  <a:lnTo>
                    <a:pt x="0" y="33020"/>
                  </a:lnTo>
                </a:path>
                <a:path w="2922904" h="1624330">
                  <a:moveTo>
                    <a:pt x="0" y="33654"/>
                  </a:moveTo>
                  <a:lnTo>
                    <a:pt x="0" y="34925"/>
                  </a:lnTo>
                </a:path>
                <a:path w="2922904" h="1624330">
                  <a:moveTo>
                    <a:pt x="0" y="35559"/>
                  </a:moveTo>
                  <a:lnTo>
                    <a:pt x="0" y="36829"/>
                  </a:lnTo>
                </a:path>
                <a:path w="2922904" h="1624330">
                  <a:moveTo>
                    <a:pt x="0" y="37465"/>
                  </a:moveTo>
                  <a:lnTo>
                    <a:pt x="0" y="38734"/>
                  </a:lnTo>
                </a:path>
                <a:path w="2922904" h="1624330">
                  <a:moveTo>
                    <a:pt x="0" y="39370"/>
                  </a:moveTo>
                  <a:lnTo>
                    <a:pt x="0" y="40640"/>
                  </a:lnTo>
                </a:path>
                <a:path w="2922904" h="1624330">
                  <a:moveTo>
                    <a:pt x="0" y="40640"/>
                  </a:moveTo>
                  <a:lnTo>
                    <a:pt x="0" y="41909"/>
                  </a:lnTo>
                </a:path>
                <a:path w="2922904" h="1624330">
                  <a:moveTo>
                    <a:pt x="0" y="42545"/>
                  </a:moveTo>
                  <a:lnTo>
                    <a:pt x="0" y="43815"/>
                  </a:lnTo>
                </a:path>
                <a:path w="2922904" h="1624330">
                  <a:moveTo>
                    <a:pt x="0" y="44450"/>
                  </a:moveTo>
                  <a:lnTo>
                    <a:pt x="0" y="45720"/>
                  </a:lnTo>
                </a:path>
                <a:path w="2922904" h="1624330">
                  <a:moveTo>
                    <a:pt x="0" y="46354"/>
                  </a:moveTo>
                  <a:lnTo>
                    <a:pt x="0" y="47625"/>
                  </a:lnTo>
                </a:path>
                <a:path w="2922904" h="1624330">
                  <a:moveTo>
                    <a:pt x="0" y="48259"/>
                  </a:moveTo>
                  <a:lnTo>
                    <a:pt x="0" y="49529"/>
                  </a:lnTo>
                </a:path>
                <a:path w="2922904" h="1624330">
                  <a:moveTo>
                    <a:pt x="0" y="49529"/>
                  </a:moveTo>
                  <a:lnTo>
                    <a:pt x="0" y="50800"/>
                  </a:lnTo>
                </a:path>
                <a:path w="2922904" h="1624330">
                  <a:moveTo>
                    <a:pt x="0" y="51434"/>
                  </a:moveTo>
                  <a:lnTo>
                    <a:pt x="0" y="52704"/>
                  </a:lnTo>
                </a:path>
                <a:path w="2922904" h="1624330">
                  <a:moveTo>
                    <a:pt x="0" y="53340"/>
                  </a:moveTo>
                  <a:lnTo>
                    <a:pt x="0" y="54609"/>
                  </a:lnTo>
                </a:path>
                <a:path w="2922904" h="1624330">
                  <a:moveTo>
                    <a:pt x="0" y="55245"/>
                  </a:moveTo>
                  <a:lnTo>
                    <a:pt x="0" y="56515"/>
                  </a:lnTo>
                </a:path>
                <a:path w="2922904" h="1624330">
                  <a:moveTo>
                    <a:pt x="0" y="57150"/>
                  </a:moveTo>
                  <a:lnTo>
                    <a:pt x="0" y="58420"/>
                  </a:lnTo>
                </a:path>
                <a:path w="2922904" h="1624330">
                  <a:moveTo>
                    <a:pt x="0" y="58420"/>
                  </a:moveTo>
                  <a:lnTo>
                    <a:pt x="0" y="59690"/>
                  </a:lnTo>
                </a:path>
                <a:path w="2922904" h="1624330">
                  <a:moveTo>
                    <a:pt x="0" y="60325"/>
                  </a:moveTo>
                  <a:lnTo>
                    <a:pt x="0" y="61595"/>
                  </a:lnTo>
                </a:path>
                <a:path w="2922904" h="1624330">
                  <a:moveTo>
                    <a:pt x="0" y="62229"/>
                  </a:moveTo>
                  <a:lnTo>
                    <a:pt x="0" y="63500"/>
                  </a:lnTo>
                </a:path>
                <a:path w="2922904" h="1624330">
                  <a:moveTo>
                    <a:pt x="0" y="64134"/>
                  </a:moveTo>
                  <a:lnTo>
                    <a:pt x="0" y="65404"/>
                  </a:lnTo>
                </a:path>
                <a:path w="2922904" h="1624330">
                  <a:moveTo>
                    <a:pt x="0" y="66040"/>
                  </a:moveTo>
                  <a:lnTo>
                    <a:pt x="0" y="67309"/>
                  </a:lnTo>
                </a:path>
                <a:path w="2922904" h="1624330">
                  <a:moveTo>
                    <a:pt x="0" y="67309"/>
                  </a:moveTo>
                  <a:lnTo>
                    <a:pt x="0" y="68579"/>
                  </a:lnTo>
                </a:path>
                <a:path w="2922904" h="1624330">
                  <a:moveTo>
                    <a:pt x="0" y="69215"/>
                  </a:moveTo>
                  <a:lnTo>
                    <a:pt x="0" y="70484"/>
                  </a:lnTo>
                </a:path>
                <a:path w="2922904" h="1624330">
                  <a:moveTo>
                    <a:pt x="0" y="71120"/>
                  </a:moveTo>
                  <a:lnTo>
                    <a:pt x="0" y="72390"/>
                  </a:lnTo>
                </a:path>
                <a:path w="2922904" h="1624330">
                  <a:moveTo>
                    <a:pt x="0" y="73025"/>
                  </a:moveTo>
                  <a:lnTo>
                    <a:pt x="0" y="74295"/>
                  </a:lnTo>
                </a:path>
                <a:path w="2922904" h="1624330">
                  <a:moveTo>
                    <a:pt x="0" y="74929"/>
                  </a:moveTo>
                  <a:lnTo>
                    <a:pt x="0" y="76200"/>
                  </a:lnTo>
                </a:path>
                <a:path w="2922904" h="1624330">
                  <a:moveTo>
                    <a:pt x="0" y="76200"/>
                  </a:moveTo>
                  <a:lnTo>
                    <a:pt x="0" y="77470"/>
                  </a:lnTo>
                </a:path>
                <a:path w="2922904" h="1624330">
                  <a:moveTo>
                    <a:pt x="0" y="78104"/>
                  </a:moveTo>
                  <a:lnTo>
                    <a:pt x="0" y="79375"/>
                  </a:lnTo>
                </a:path>
                <a:path w="2922904" h="1624330">
                  <a:moveTo>
                    <a:pt x="0" y="80009"/>
                  </a:moveTo>
                  <a:lnTo>
                    <a:pt x="0" y="81279"/>
                  </a:lnTo>
                </a:path>
                <a:path w="2922904" h="1624330">
                  <a:moveTo>
                    <a:pt x="0" y="81915"/>
                  </a:moveTo>
                  <a:lnTo>
                    <a:pt x="0" y="83184"/>
                  </a:lnTo>
                </a:path>
                <a:path w="2922904" h="1624330">
                  <a:moveTo>
                    <a:pt x="0" y="83820"/>
                  </a:moveTo>
                  <a:lnTo>
                    <a:pt x="0" y="85090"/>
                  </a:lnTo>
                </a:path>
                <a:path w="2922904" h="1624330">
                  <a:moveTo>
                    <a:pt x="0" y="85090"/>
                  </a:moveTo>
                  <a:lnTo>
                    <a:pt x="0" y="86359"/>
                  </a:lnTo>
                </a:path>
                <a:path w="2922904" h="1624330">
                  <a:moveTo>
                    <a:pt x="0" y="86995"/>
                  </a:moveTo>
                  <a:lnTo>
                    <a:pt x="0" y="88265"/>
                  </a:lnTo>
                </a:path>
                <a:path w="2922904" h="1624330">
                  <a:moveTo>
                    <a:pt x="0" y="88900"/>
                  </a:moveTo>
                  <a:lnTo>
                    <a:pt x="0" y="90170"/>
                  </a:lnTo>
                </a:path>
                <a:path w="2922904" h="1624330">
                  <a:moveTo>
                    <a:pt x="0" y="90804"/>
                  </a:moveTo>
                  <a:lnTo>
                    <a:pt x="0" y="92075"/>
                  </a:lnTo>
                </a:path>
                <a:path w="2922904" h="1624330">
                  <a:moveTo>
                    <a:pt x="0" y="92709"/>
                  </a:moveTo>
                  <a:lnTo>
                    <a:pt x="0" y="93979"/>
                  </a:lnTo>
                </a:path>
                <a:path w="2922904" h="1624330">
                  <a:moveTo>
                    <a:pt x="0" y="93979"/>
                  </a:moveTo>
                  <a:lnTo>
                    <a:pt x="0" y="95250"/>
                  </a:lnTo>
                </a:path>
                <a:path w="2922904" h="1624330">
                  <a:moveTo>
                    <a:pt x="0" y="95884"/>
                  </a:moveTo>
                  <a:lnTo>
                    <a:pt x="0" y="97154"/>
                  </a:lnTo>
                </a:path>
                <a:path w="2922904" h="1624330">
                  <a:moveTo>
                    <a:pt x="0" y="97790"/>
                  </a:moveTo>
                  <a:lnTo>
                    <a:pt x="0" y="99059"/>
                  </a:lnTo>
                </a:path>
                <a:path w="2922904" h="1624330">
                  <a:moveTo>
                    <a:pt x="0" y="99695"/>
                  </a:moveTo>
                  <a:lnTo>
                    <a:pt x="0" y="100965"/>
                  </a:lnTo>
                </a:path>
                <a:path w="2922904" h="1624330">
                  <a:moveTo>
                    <a:pt x="0" y="101600"/>
                  </a:moveTo>
                  <a:lnTo>
                    <a:pt x="0" y="102870"/>
                  </a:lnTo>
                </a:path>
                <a:path w="2922904" h="1624330">
                  <a:moveTo>
                    <a:pt x="0" y="102870"/>
                  </a:moveTo>
                  <a:lnTo>
                    <a:pt x="0" y="104140"/>
                  </a:lnTo>
                </a:path>
                <a:path w="2922904" h="1624330">
                  <a:moveTo>
                    <a:pt x="0" y="104775"/>
                  </a:moveTo>
                  <a:lnTo>
                    <a:pt x="0" y="106045"/>
                  </a:lnTo>
                </a:path>
                <a:path w="2922904" h="1624330">
                  <a:moveTo>
                    <a:pt x="0" y="106679"/>
                  </a:moveTo>
                  <a:lnTo>
                    <a:pt x="0" y="107950"/>
                  </a:lnTo>
                </a:path>
                <a:path w="2922904" h="1624330">
                  <a:moveTo>
                    <a:pt x="0" y="108584"/>
                  </a:moveTo>
                  <a:lnTo>
                    <a:pt x="0" y="109854"/>
                  </a:lnTo>
                </a:path>
                <a:path w="2922904" h="1624330">
                  <a:moveTo>
                    <a:pt x="0" y="110490"/>
                  </a:moveTo>
                  <a:lnTo>
                    <a:pt x="0" y="111759"/>
                  </a:lnTo>
                </a:path>
                <a:path w="2922904" h="1624330">
                  <a:moveTo>
                    <a:pt x="0" y="111759"/>
                  </a:moveTo>
                  <a:lnTo>
                    <a:pt x="0" y="113029"/>
                  </a:lnTo>
                </a:path>
                <a:path w="2922904" h="1624330">
                  <a:moveTo>
                    <a:pt x="0" y="113665"/>
                  </a:moveTo>
                  <a:lnTo>
                    <a:pt x="0" y="114934"/>
                  </a:lnTo>
                </a:path>
                <a:path w="2922904" h="1624330">
                  <a:moveTo>
                    <a:pt x="0" y="115570"/>
                  </a:moveTo>
                  <a:lnTo>
                    <a:pt x="0" y="116840"/>
                  </a:lnTo>
                </a:path>
                <a:path w="2922904" h="1624330">
                  <a:moveTo>
                    <a:pt x="0" y="117475"/>
                  </a:moveTo>
                  <a:lnTo>
                    <a:pt x="0" y="118745"/>
                  </a:lnTo>
                </a:path>
                <a:path w="2922904" h="1624330">
                  <a:moveTo>
                    <a:pt x="0" y="119379"/>
                  </a:moveTo>
                  <a:lnTo>
                    <a:pt x="0" y="120650"/>
                  </a:lnTo>
                </a:path>
                <a:path w="2922904" h="1624330">
                  <a:moveTo>
                    <a:pt x="0" y="120650"/>
                  </a:moveTo>
                  <a:lnTo>
                    <a:pt x="0" y="121920"/>
                  </a:lnTo>
                </a:path>
                <a:path w="2922904" h="1624330">
                  <a:moveTo>
                    <a:pt x="0" y="122554"/>
                  </a:moveTo>
                  <a:lnTo>
                    <a:pt x="0" y="123825"/>
                  </a:lnTo>
                </a:path>
                <a:path w="2922904" h="1624330">
                  <a:moveTo>
                    <a:pt x="0" y="124459"/>
                  </a:moveTo>
                  <a:lnTo>
                    <a:pt x="0" y="125729"/>
                  </a:lnTo>
                </a:path>
                <a:path w="2922904" h="1624330">
                  <a:moveTo>
                    <a:pt x="0" y="126365"/>
                  </a:moveTo>
                  <a:lnTo>
                    <a:pt x="0" y="127634"/>
                  </a:lnTo>
                </a:path>
                <a:path w="2922904" h="1624330">
                  <a:moveTo>
                    <a:pt x="0" y="128270"/>
                  </a:moveTo>
                  <a:lnTo>
                    <a:pt x="0" y="129540"/>
                  </a:lnTo>
                </a:path>
                <a:path w="2922904" h="1624330">
                  <a:moveTo>
                    <a:pt x="0" y="129540"/>
                  </a:moveTo>
                  <a:lnTo>
                    <a:pt x="0" y="130809"/>
                  </a:lnTo>
                </a:path>
                <a:path w="2922904" h="1624330">
                  <a:moveTo>
                    <a:pt x="0" y="131445"/>
                  </a:moveTo>
                  <a:lnTo>
                    <a:pt x="0" y="132715"/>
                  </a:lnTo>
                </a:path>
                <a:path w="2922904" h="1624330">
                  <a:moveTo>
                    <a:pt x="0" y="133350"/>
                  </a:moveTo>
                  <a:lnTo>
                    <a:pt x="0" y="134620"/>
                  </a:lnTo>
                </a:path>
                <a:path w="2922904" h="1624330">
                  <a:moveTo>
                    <a:pt x="0" y="135254"/>
                  </a:moveTo>
                  <a:lnTo>
                    <a:pt x="0" y="136525"/>
                  </a:lnTo>
                </a:path>
                <a:path w="2922904" h="1624330">
                  <a:moveTo>
                    <a:pt x="0" y="137159"/>
                  </a:moveTo>
                  <a:lnTo>
                    <a:pt x="0" y="138429"/>
                  </a:lnTo>
                </a:path>
                <a:path w="2922904" h="1624330">
                  <a:moveTo>
                    <a:pt x="0" y="138429"/>
                  </a:moveTo>
                  <a:lnTo>
                    <a:pt x="0" y="139700"/>
                  </a:lnTo>
                </a:path>
                <a:path w="2922904" h="1624330">
                  <a:moveTo>
                    <a:pt x="0" y="140334"/>
                  </a:moveTo>
                  <a:lnTo>
                    <a:pt x="0" y="141604"/>
                  </a:lnTo>
                </a:path>
                <a:path w="2922904" h="1624330">
                  <a:moveTo>
                    <a:pt x="0" y="142240"/>
                  </a:moveTo>
                  <a:lnTo>
                    <a:pt x="0" y="143509"/>
                  </a:lnTo>
                </a:path>
                <a:path w="2922904" h="1624330">
                  <a:moveTo>
                    <a:pt x="0" y="144145"/>
                  </a:moveTo>
                  <a:lnTo>
                    <a:pt x="0" y="145415"/>
                  </a:lnTo>
                </a:path>
                <a:path w="2922904" h="1624330">
                  <a:moveTo>
                    <a:pt x="0" y="146050"/>
                  </a:moveTo>
                  <a:lnTo>
                    <a:pt x="0" y="147320"/>
                  </a:lnTo>
                </a:path>
                <a:path w="2922904" h="1624330">
                  <a:moveTo>
                    <a:pt x="0" y="147320"/>
                  </a:moveTo>
                  <a:lnTo>
                    <a:pt x="0" y="148590"/>
                  </a:lnTo>
                </a:path>
                <a:path w="2922904" h="1624330">
                  <a:moveTo>
                    <a:pt x="0" y="149225"/>
                  </a:moveTo>
                  <a:lnTo>
                    <a:pt x="0" y="150495"/>
                  </a:lnTo>
                </a:path>
                <a:path w="2922904" h="1624330">
                  <a:moveTo>
                    <a:pt x="0" y="151129"/>
                  </a:moveTo>
                  <a:lnTo>
                    <a:pt x="0" y="152400"/>
                  </a:lnTo>
                </a:path>
                <a:path w="2922904" h="1624330">
                  <a:moveTo>
                    <a:pt x="0" y="153034"/>
                  </a:moveTo>
                  <a:lnTo>
                    <a:pt x="0" y="154304"/>
                  </a:lnTo>
                </a:path>
                <a:path w="2922904" h="1624330">
                  <a:moveTo>
                    <a:pt x="0" y="154940"/>
                  </a:moveTo>
                  <a:lnTo>
                    <a:pt x="0" y="156209"/>
                  </a:lnTo>
                </a:path>
                <a:path w="2922904" h="1624330">
                  <a:moveTo>
                    <a:pt x="0" y="156209"/>
                  </a:moveTo>
                  <a:lnTo>
                    <a:pt x="0" y="157479"/>
                  </a:lnTo>
                </a:path>
                <a:path w="2922904" h="1624330">
                  <a:moveTo>
                    <a:pt x="0" y="158115"/>
                  </a:moveTo>
                  <a:lnTo>
                    <a:pt x="0" y="159384"/>
                  </a:lnTo>
                </a:path>
                <a:path w="2922904" h="1624330">
                  <a:moveTo>
                    <a:pt x="0" y="160020"/>
                  </a:moveTo>
                  <a:lnTo>
                    <a:pt x="0" y="161290"/>
                  </a:lnTo>
                </a:path>
                <a:path w="2922904" h="1624330">
                  <a:moveTo>
                    <a:pt x="0" y="161925"/>
                  </a:moveTo>
                  <a:lnTo>
                    <a:pt x="0" y="163195"/>
                  </a:lnTo>
                </a:path>
                <a:path w="2922904" h="1624330">
                  <a:moveTo>
                    <a:pt x="0" y="163829"/>
                  </a:moveTo>
                  <a:lnTo>
                    <a:pt x="0" y="165100"/>
                  </a:lnTo>
                </a:path>
                <a:path w="2922904" h="1624330">
                  <a:moveTo>
                    <a:pt x="0" y="165100"/>
                  </a:moveTo>
                  <a:lnTo>
                    <a:pt x="0" y="166370"/>
                  </a:lnTo>
                </a:path>
                <a:path w="2922904" h="1624330">
                  <a:moveTo>
                    <a:pt x="0" y="167004"/>
                  </a:moveTo>
                  <a:lnTo>
                    <a:pt x="0" y="168275"/>
                  </a:lnTo>
                </a:path>
                <a:path w="2922904" h="1624330">
                  <a:moveTo>
                    <a:pt x="0" y="168909"/>
                  </a:moveTo>
                  <a:lnTo>
                    <a:pt x="0" y="170179"/>
                  </a:lnTo>
                </a:path>
                <a:path w="2922904" h="1624330">
                  <a:moveTo>
                    <a:pt x="0" y="170815"/>
                  </a:moveTo>
                  <a:lnTo>
                    <a:pt x="0" y="172084"/>
                  </a:lnTo>
                </a:path>
                <a:path w="2922904" h="1624330">
                  <a:moveTo>
                    <a:pt x="0" y="172720"/>
                  </a:moveTo>
                  <a:lnTo>
                    <a:pt x="0" y="173990"/>
                  </a:lnTo>
                </a:path>
                <a:path w="2922904" h="1624330">
                  <a:moveTo>
                    <a:pt x="0" y="173990"/>
                  </a:moveTo>
                  <a:lnTo>
                    <a:pt x="0" y="175259"/>
                  </a:lnTo>
                </a:path>
                <a:path w="2922904" h="1624330">
                  <a:moveTo>
                    <a:pt x="0" y="175895"/>
                  </a:moveTo>
                  <a:lnTo>
                    <a:pt x="0" y="177165"/>
                  </a:lnTo>
                </a:path>
                <a:path w="2922904" h="1624330">
                  <a:moveTo>
                    <a:pt x="0" y="177800"/>
                  </a:moveTo>
                  <a:lnTo>
                    <a:pt x="0" y="179070"/>
                  </a:lnTo>
                </a:path>
                <a:path w="2922904" h="1624330">
                  <a:moveTo>
                    <a:pt x="0" y="179704"/>
                  </a:moveTo>
                  <a:lnTo>
                    <a:pt x="0" y="180975"/>
                  </a:lnTo>
                </a:path>
                <a:path w="2922904" h="1624330">
                  <a:moveTo>
                    <a:pt x="0" y="181609"/>
                  </a:moveTo>
                  <a:lnTo>
                    <a:pt x="0" y="182879"/>
                  </a:lnTo>
                </a:path>
                <a:path w="2922904" h="1624330">
                  <a:moveTo>
                    <a:pt x="0" y="182879"/>
                  </a:moveTo>
                  <a:lnTo>
                    <a:pt x="0" y="184150"/>
                  </a:lnTo>
                </a:path>
                <a:path w="2922904" h="1624330">
                  <a:moveTo>
                    <a:pt x="0" y="184784"/>
                  </a:moveTo>
                  <a:lnTo>
                    <a:pt x="0" y="186054"/>
                  </a:lnTo>
                </a:path>
                <a:path w="2922904" h="1624330">
                  <a:moveTo>
                    <a:pt x="0" y="186690"/>
                  </a:moveTo>
                  <a:lnTo>
                    <a:pt x="0" y="187959"/>
                  </a:lnTo>
                </a:path>
                <a:path w="2922904" h="1624330">
                  <a:moveTo>
                    <a:pt x="0" y="188595"/>
                  </a:moveTo>
                  <a:lnTo>
                    <a:pt x="0" y="189865"/>
                  </a:lnTo>
                </a:path>
                <a:path w="2922904" h="1624330">
                  <a:moveTo>
                    <a:pt x="0" y="190500"/>
                  </a:moveTo>
                  <a:lnTo>
                    <a:pt x="0" y="191770"/>
                  </a:lnTo>
                </a:path>
                <a:path w="2922904" h="1624330">
                  <a:moveTo>
                    <a:pt x="0" y="191770"/>
                  </a:moveTo>
                  <a:lnTo>
                    <a:pt x="0" y="193040"/>
                  </a:lnTo>
                </a:path>
                <a:path w="2922904" h="1624330">
                  <a:moveTo>
                    <a:pt x="0" y="193675"/>
                  </a:moveTo>
                  <a:lnTo>
                    <a:pt x="0" y="194945"/>
                  </a:lnTo>
                </a:path>
                <a:path w="2922904" h="1624330">
                  <a:moveTo>
                    <a:pt x="0" y="195579"/>
                  </a:moveTo>
                  <a:lnTo>
                    <a:pt x="0" y="196850"/>
                  </a:lnTo>
                </a:path>
                <a:path w="2922904" h="1624330">
                  <a:moveTo>
                    <a:pt x="0" y="197484"/>
                  </a:moveTo>
                  <a:lnTo>
                    <a:pt x="0" y="198754"/>
                  </a:lnTo>
                </a:path>
                <a:path w="2922904" h="1624330">
                  <a:moveTo>
                    <a:pt x="0" y="199390"/>
                  </a:moveTo>
                  <a:lnTo>
                    <a:pt x="0" y="200659"/>
                  </a:lnTo>
                </a:path>
                <a:path w="2922904" h="1624330">
                  <a:moveTo>
                    <a:pt x="0" y="200659"/>
                  </a:moveTo>
                  <a:lnTo>
                    <a:pt x="0" y="201929"/>
                  </a:lnTo>
                </a:path>
                <a:path w="2922904" h="1624330">
                  <a:moveTo>
                    <a:pt x="0" y="202565"/>
                  </a:moveTo>
                  <a:lnTo>
                    <a:pt x="0" y="203834"/>
                  </a:lnTo>
                </a:path>
                <a:path w="2922904" h="1624330">
                  <a:moveTo>
                    <a:pt x="0" y="204470"/>
                  </a:moveTo>
                  <a:lnTo>
                    <a:pt x="0" y="205740"/>
                  </a:lnTo>
                </a:path>
                <a:path w="2922904" h="1624330">
                  <a:moveTo>
                    <a:pt x="0" y="206375"/>
                  </a:moveTo>
                  <a:lnTo>
                    <a:pt x="0" y="207645"/>
                  </a:lnTo>
                </a:path>
                <a:path w="2922904" h="1624330">
                  <a:moveTo>
                    <a:pt x="0" y="208279"/>
                  </a:moveTo>
                  <a:lnTo>
                    <a:pt x="0" y="209550"/>
                  </a:lnTo>
                </a:path>
                <a:path w="2922904" h="1624330">
                  <a:moveTo>
                    <a:pt x="0" y="209550"/>
                  </a:moveTo>
                  <a:lnTo>
                    <a:pt x="0" y="210820"/>
                  </a:lnTo>
                </a:path>
                <a:path w="2922904" h="1624330">
                  <a:moveTo>
                    <a:pt x="0" y="211454"/>
                  </a:moveTo>
                  <a:lnTo>
                    <a:pt x="0" y="212725"/>
                  </a:lnTo>
                </a:path>
                <a:path w="2922904" h="1624330">
                  <a:moveTo>
                    <a:pt x="0" y="213359"/>
                  </a:moveTo>
                  <a:lnTo>
                    <a:pt x="0" y="214629"/>
                  </a:lnTo>
                </a:path>
                <a:path w="2922904" h="1624330">
                  <a:moveTo>
                    <a:pt x="0" y="215265"/>
                  </a:moveTo>
                  <a:lnTo>
                    <a:pt x="0" y="216534"/>
                  </a:lnTo>
                </a:path>
                <a:path w="2922904" h="1624330">
                  <a:moveTo>
                    <a:pt x="0" y="217170"/>
                  </a:moveTo>
                  <a:lnTo>
                    <a:pt x="0" y="218440"/>
                  </a:lnTo>
                </a:path>
                <a:path w="2922904" h="1624330">
                  <a:moveTo>
                    <a:pt x="0" y="218440"/>
                  </a:moveTo>
                  <a:lnTo>
                    <a:pt x="0" y="219709"/>
                  </a:lnTo>
                </a:path>
                <a:path w="2922904" h="1624330">
                  <a:moveTo>
                    <a:pt x="0" y="220345"/>
                  </a:moveTo>
                  <a:lnTo>
                    <a:pt x="0" y="221615"/>
                  </a:lnTo>
                </a:path>
                <a:path w="2922904" h="1624330">
                  <a:moveTo>
                    <a:pt x="0" y="222250"/>
                  </a:moveTo>
                  <a:lnTo>
                    <a:pt x="0" y="223520"/>
                  </a:lnTo>
                </a:path>
                <a:path w="2922904" h="1624330">
                  <a:moveTo>
                    <a:pt x="0" y="224154"/>
                  </a:moveTo>
                  <a:lnTo>
                    <a:pt x="0" y="225425"/>
                  </a:lnTo>
                </a:path>
                <a:path w="2922904" h="1624330">
                  <a:moveTo>
                    <a:pt x="0" y="226059"/>
                  </a:moveTo>
                  <a:lnTo>
                    <a:pt x="0" y="227329"/>
                  </a:lnTo>
                </a:path>
                <a:path w="2922904" h="1624330">
                  <a:moveTo>
                    <a:pt x="0" y="227329"/>
                  </a:moveTo>
                  <a:lnTo>
                    <a:pt x="0" y="228600"/>
                  </a:lnTo>
                </a:path>
                <a:path w="2922904" h="1624330">
                  <a:moveTo>
                    <a:pt x="0" y="229234"/>
                  </a:moveTo>
                  <a:lnTo>
                    <a:pt x="0" y="230504"/>
                  </a:lnTo>
                </a:path>
                <a:path w="2922904" h="1624330">
                  <a:moveTo>
                    <a:pt x="0" y="231140"/>
                  </a:moveTo>
                  <a:lnTo>
                    <a:pt x="0" y="232409"/>
                  </a:lnTo>
                </a:path>
                <a:path w="2922904" h="1624330">
                  <a:moveTo>
                    <a:pt x="0" y="233045"/>
                  </a:moveTo>
                  <a:lnTo>
                    <a:pt x="0" y="234315"/>
                  </a:lnTo>
                </a:path>
                <a:path w="2922904" h="1624330">
                  <a:moveTo>
                    <a:pt x="0" y="234950"/>
                  </a:moveTo>
                  <a:lnTo>
                    <a:pt x="0" y="236220"/>
                  </a:lnTo>
                </a:path>
                <a:path w="2922904" h="1624330">
                  <a:moveTo>
                    <a:pt x="0" y="236220"/>
                  </a:moveTo>
                  <a:lnTo>
                    <a:pt x="0" y="237490"/>
                  </a:lnTo>
                </a:path>
                <a:path w="2922904" h="1624330">
                  <a:moveTo>
                    <a:pt x="0" y="238125"/>
                  </a:moveTo>
                  <a:lnTo>
                    <a:pt x="0" y="239395"/>
                  </a:lnTo>
                </a:path>
                <a:path w="2922904" h="1624330">
                  <a:moveTo>
                    <a:pt x="0" y="240029"/>
                  </a:moveTo>
                  <a:lnTo>
                    <a:pt x="0" y="241300"/>
                  </a:lnTo>
                </a:path>
                <a:path w="2922904" h="1624330">
                  <a:moveTo>
                    <a:pt x="0" y="241934"/>
                  </a:moveTo>
                  <a:lnTo>
                    <a:pt x="0" y="243204"/>
                  </a:lnTo>
                </a:path>
                <a:path w="2922904" h="1624330">
                  <a:moveTo>
                    <a:pt x="0" y="243840"/>
                  </a:moveTo>
                  <a:lnTo>
                    <a:pt x="0" y="245109"/>
                  </a:lnTo>
                </a:path>
                <a:path w="2922904" h="1624330">
                  <a:moveTo>
                    <a:pt x="0" y="245109"/>
                  </a:moveTo>
                  <a:lnTo>
                    <a:pt x="0" y="246379"/>
                  </a:lnTo>
                </a:path>
                <a:path w="2922904" h="1624330">
                  <a:moveTo>
                    <a:pt x="0" y="247015"/>
                  </a:moveTo>
                  <a:lnTo>
                    <a:pt x="0" y="248284"/>
                  </a:lnTo>
                </a:path>
                <a:path w="2922904" h="1624330">
                  <a:moveTo>
                    <a:pt x="0" y="248920"/>
                  </a:moveTo>
                  <a:lnTo>
                    <a:pt x="0" y="250190"/>
                  </a:lnTo>
                </a:path>
                <a:path w="2922904" h="1624330">
                  <a:moveTo>
                    <a:pt x="0" y="250825"/>
                  </a:moveTo>
                  <a:lnTo>
                    <a:pt x="0" y="252095"/>
                  </a:lnTo>
                </a:path>
                <a:path w="2922904" h="1624330">
                  <a:moveTo>
                    <a:pt x="0" y="252729"/>
                  </a:moveTo>
                  <a:lnTo>
                    <a:pt x="0" y="254000"/>
                  </a:lnTo>
                </a:path>
                <a:path w="2922904" h="1624330">
                  <a:moveTo>
                    <a:pt x="0" y="254000"/>
                  </a:moveTo>
                  <a:lnTo>
                    <a:pt x="0" y="255270"/>
                  </a:lnTo>
                </a:path>
                <a:path w="2922904" h="1624330">
                  <a:moveTo>
                    <a:pt x="0" y="255904"/>
                  </a:moveTo>
                  <a:lnTo>
                    <a:pt x="0" y="257175"/>
                  </a:lnTo>
                </a:path>
                <a:path w="2922904" h="1624330">
                  <a:moveTo>
                    <a:pt x="0" y="257809"/>
                  </a:moveTo>
                  <a:lnTo>
                    <a:pt x="0" y="259079"/>
                  </a:lnTo>
                </a:path>
                <a:path w="2922904" h="1624330">
                  <a:moveTo>
                    <a:pt x="0" y="259715"/>
                  </a:moveTo>
                  <a:lnTo>
                    <a:pt x="0" y="260984"/>
                  </a:lnTo>
                </a:path>
                <a:path w="2922904" h="1624330">
                  <a:moveTo>
                    <a:pt x="0" y="261620"/>
                  </a:moveTo>
                  <a:lnTo>
                    <a:pt x="0" y="262890"/>
                  </a:lnTo>
                </a:path>
                <a:path w="2922904" h="1624330">
                  <a:moveTo>
                    <a:pt x="0" y="262890"/>
                  </a:moveTo>
                  <a:lnTo>
                    <a:pt x="0" y="264159"/>
                  </a:lnTo>
                </a:path>
                <a:path w="2922904" h="1624330">
                  <a:moveTo>
                    <a:pt x="0" y="264795"/>
                  </a:moveTo>
                  <a:lnTo>
                    <a:pt x="0" y="266065"/>
                  </a:lnTo>
                </a:path>
                <a:path w="2922904" h="1624330">
                  <a:moveTo>
                    <a:pt x="0" y="266700"/>
                  </a:moveTo>
                  <a:lnTo>
                    <a:pt x="0" y="267970"/>
                  </a:lnTo>
                </a:path>
                <a:path w="2922904" h="1624330">
                  <a:moveTo>
                    <a:pt x="0" y="268604"/>
                  </a:moveTo>
                  <a:lnTo>
                    <a:pt x="0" y="269875"/>
                  </a:lnTo>
                </a:path>
                <a:path w="2922904" h="1624330">
                  <a:moveTo>
                    <a:pt x="0" y="270509"/>
                  </a:moveTo>
                  <a:lnTo>
                    <a:pt x="0" y="271779"/>
                  </a:lnTo>
                </a:path>
                <a:path w="2922904" h="1624330">
                  <a:moveTo>
                    <a:pt x="0" y="271779"/>
                  </a:moveTo>
                  <a:lnTo>
                    <a:pt x="0" y="273050"/>
                  </a:lnTo>
                </a:path>
                <a:path w="2922904" h="1624330">
                  <a:moveTo>
                    <a:pt x="0" y="273684"/>
                  </a:moveTo>
                  <a:lnTo>
                    <a:pt x="0" y="274954"/>
                  </a:lnTo>
                </a:path>
                <a:path w="2922904" h="1624330">
                  <a:moveTo>
                    <a:pt x="0" y="275590"/>
                  </a:moveTo>
                  <a:lnTo>
                    <a:pt x="0" y="276859"/>
                  </a:lnTo>
                </a:path>
                <a:path w="2922904" h="1624330">
                  <a:moveTo>
                    <a:pt x="0" y="277495"/>
                  </a:moveTo>
                  <a:lnTo>
                    <a:pt x="0" y="278765"/>
                  </a:lnTo>
                </a:path>
                <a:path w="2922904" h="1624330">
                  <a:moveTo>
                    <a:pt x="0" y="279400"/>
                  </a:moveTo>
                  <a:lnTo>
                    <a:pt x="0" y="280670"/>
                  </a:lnTo>
                </a:path>
                <a:path w="2922904" h="1624330">
                  <a:moveTo>
                    <a:pt x="0" y="280670"/>
                  </a:moveTo>
                  <a:lnTo>
                    <a:pt x="0" y="281940"/>
                  </a:lnTo>
                </a:path>
                <a:path w="2922904" h="1624330">
                  <a:moveTo>
                    <a:pt x="0" y="282575"/>
                  </a:moveTo>
                  <a:lnTo>
                    <a:pt x="0" y="283845"/>
                  </a:lnTo>
                </a:path>
                <a:path w="2922904" h="1624330">
                  <a:moveTo>
                    <a:pt x="0" y="284479"/>
                  </a:moveTo>
                  <a:lnTo>
                    <a:pt x="0" y="285750"/>
                  </a:lnTo>
                </a:path>
                <a:path w="2922904" h="1624330">
                  <a:moveTo>
                    <a:pt x="0" y="286384"/>
                  </a:moveTo>
                  <a:lnTo>
                    <a:pt x="0" y="287654"/>
                  </a:lnTo>
                </a:path>
                <a:path w="2922904" h="1624330">
                  <a:moveTo>
                    <a:pt x="0" y="288290"/>
                  </a:moveTo>
                  <a:lnTo>
                    <a:pt x="0" y="289559"/>
                  </a:lnTo>
                </a:path>
                <a:path w="2922904" h="1624330">
                  <a:moveTo>
                    <a:pt x="0" y="289559"/>
                  </a:moveTo>
                  <a:lnTo>
                    <a:pt x="0" y="290829"/>
                  </a:lnTo>
                </a:path>
                <a:path w="2922904" h="1624330">
                  <a:moveTo>
                    <a:pt x="0" y="291465"/>
                  </a:moveTo>
                  <a:lnTo>
                    <a:pt x="0" y="292734"/>
                  </a:lnTo>
                </a:path>
                <a:path w="2922904" h="1624330">
                  <a:moveTo>
                    <a:pt x="0" y="293370"/>
                  </a:moveTo>
                  <a:lnTo>
                    <a:pt x="0" y="294640"/>
                  </a:lnTo>
                </a:path>
                <a:path w="2922904" h="1624330">
                  <a:moveTo>
                    <a:pt x="0" y="295275"/>
                  </a:moveTo>
                  <a:lnTo>
                    <a:pt x="0" y="296545"/>
                  </a:lnTo>
                </a:path>
                <a:path w="2922904" h="1624330">
                  <a:moveTo>
                    <a:pt x="0" y="297179"/>
                  </a:moveTo>
                  <a:lnTo>
                    <a:pt x="0" y="298450"/>
                  </a:lnTo>
                </a:path>
                <a:path w="2922904" h="1624330">
                  <a:moveTo>
                    <a:pt x="0" y="298450"/>
                  </a:moveTo>
                  <a:lnTo>
                    <a:pt x="0" y="299720"/>
                  </a:lnTo>
                </a:path>
                <a:path w="2922904" h="1624330">
                  <a:moveTo>
                    <a:pt x="0" y="300354"/>
                  </a:moveTo>
                  <a:lnTo>
                    <a:pt x="0" y="301625"/>
                  </a:lnTo>
                </a:path>
                <a:path w="2922904" h="1624330">
                  <a:moveTo>
                    <a:pt x="0" y="302259"/>
                  </a:moveTo>
                  <a:lnTo>
                    <a:pt x="0" y="303529"/>
                  </a:lnTo>
                </a:path>
                <a:path w="2922904" h="1624330">
                  <a:moveTo>
                    <a:pt x="0" y="304165"/>
                  </a:moveTo>
                  <a:lnTo>
                    <a:pt x="0" y="305434"/>
                  </a:lnTo>
                </a:path>
                <a:path w="2922904" h="1624330">
                  <a:moveTo>
                    <a:pt x="0" y="306070"/>
                  </a:moveTo>
                  <a:lnTo>
                    <a:pt x="0" y="307340"/>
                  </a:lnTo>
                </a:path>
                <a:path w="2922904" h="1624330">
                  <a:moveTo>
                    <a:pt x="0" y="307340"/>
                  </a:moveTo>
                  <a:lnTo>
                    <a:pt x="0" y="308609"/>
                  </a:lnTo>
                </a:path>
                <a:path w="2922904" h="1624330">
                  <a:moveTo>
                    <a:pt x="0" y="309245"/>
                  </a:moveTo>
                  <a:lnTo>
                    <a:pt x="0" y="310515"/>
                  </a:lnTo>
                </a:path>
                <a:path w="2922904" h="1624330">
                  <a:moveTo>
                    <a:pt x="0" y="311150"/>
                  </a:moveTo>
                  <a:lnTo>
                    <a:pt x="0" y="312420"/>
                  </a:lnTo>
                </a:path>
                <a:path w="2922904" h="1624330">
                  <a:moveTo>
                    <a:pt x="0" y="313054"/>
                  </a:moveTo>
                  <a:lnTo>
                    <a:pt x="0" y="314325"/>
                  </a:lnTo>
                </a:path>
                <a:path w="2922904" h="1624330">
                  <a:moveTo>
                    <a:pt x="0" y="314959"/>
                  </a:moveTo>
                  <a:lnTo>
                    <a:pt x="0" y="316229"/>
                  </a:lnTo>
                </a:path>
                <a:path w="2922904" h="1624330">
                  <a:moveTo>
                    <a:pt x="0" y="316229"/>
                  </a:moveTo>
                  <a:lnTo>
                    <a:pt x="0" y="317500"/>
                  </a:lnTo>
                </a:path>
                <a:path w="2922904" h="1624330">
                  <a:moveTo>
                    <a:pt x="0" y="318134"/>
                  </a:moveTo>
                  <a:lnTo>
                    <a:pt x="0" y="319404"/>
                  </a:lnTo>
                </a:path>
                <a:path w="2922904" h="1624330">
                  <a:moveTo>
                    <a:pt x="0" y="320040"/>
                  </a:moveTo>
                  <a:lnTo>
                    <a:pt x="0" y="321309"/>
                  </a:lnTo>
                </a:path>
                <a:path w="2922904" h="1624330">
                  <a:moveTo>
                    <a:pt x="0" y="321945"/>
                  </a:moveTo>
                  <a:lnTo>
                    <a:pt x="0" y="323215"/>
                  </a:lnTo>
                </a:path>
                <a:path w="2922904" h="1624330">
                  <a:moveTo>
                    <a:pt x="0" y="323850"/>
                  </a:moveTo>
                  <a:lnTo>
                    <a:pt x="0" y="325120"/>
                  </a:lnTo>
                </a:path>
                <a:path w="2922904" h="1624330">
                  <a:moveTo>
                    <a:pt x="0" y="325120"/>
                  </a:moveTo>
                  <a:lnTo>
                    <a:pt x="0" y="326390"/>
                  </a:lnTo>
                </a:path>
                <a:path w="2922904" h="1624330">
                  <a:moveTo>
                    <a:pt x="0" y="327025"/>
                  </a:moveTo>
                  <a:lnTo>
                    <a:pt x="0" y="328295"/>
                  </a:lnTo>
                </a:path>
                <a:path w="2922904" h="1624330">
                  <a:moveTo>
                    <a:pt x="0" y="328929"/>
                  </a:moveTo>
                  <a:lnTo>
                    <a:pt x="0" y="330200"/>
                  </a:lnTo>
                </a:path>
                <a:path w="2922904" h="1624330">
                  <a:moveTo>
                    <a:pt x="0" y="330834"/>
                  </a:moveTo>
                  <a:lnTo>
                    <a:pt x="0" y="332104"/>
                  </a:lnTo>
                </a:path>
                <a:path w="2922904" h="1624330">
                  <a:moveTo>
                    <a:pt x="0" y="332740"/>
                  </a:moveTo>
                  <a:lnTo>
                    <a:pt x="0" y="334009"/>
                  </a:lnTo>
                </a:path>
                <a:path w="2922904" h="1624330">
                  <a:moveTo>
                    <a:pt x="0" y="334009"/>
                  </a:moveTo>
                  <a:lnTo>
                    <a:pt x="0" y="335279"/>
                  </a:lnTo>
                </a:path>
                <a:path w="2922904" h="1624330">
                  <a:moveTo>
                    <a:pt x="0" y="335915"/>
                  </a:moveTo>
                  <a:lnTo>
                    <a:pt x="0" y="337184"/>
                  </a:lnTo>
                </a:path>
                <a:path w="2922904" h="1624330">
                  <a:moveTo>
                    <a:pt x="0" y="337820"/>
                  </a:moveTo>
                  <a:lnTo>
                    <a:pt x="0" y="339090"/>
                  </a:lnTo>
                </a:path>
                <a:path w="2922904" h="1624330">
                  <a:moveTo>
                    <a:pt x="0" y="339725"/>
                  </a:moveTo>
                  <a:lnTo>
                    <a:pt x="0" y="340995"/>
                  </a:lnTo>
                </a:path>
                <a:path w="2922904" h="1624330">
                  <a:moveTo>
                    <a:pt x="0" y="341629"/>
                  </a:moveTo>
                  <a:lnTo>
                    <a:pt x="0" y="342900"/>
                  </a:lnTo>
                </a:path>
                <a:path w="2922904" h="1624330">
                  <a:moveTo>
                    <a:pt x="0" y="342900"/>
                  </a:moveTo>
                  <a:lnTo>
                    <a:pt x="0" y="344170"/>
                  </a:lnTo>
                </a:path>
                <a:path w="2922904" h="1624330">
                  <a:moveTo>
                    <a:pt x="0" y="344804"/>
                  </a:moveTo>
                  <a:lnTo>
                    <a:pt x="0" y="346075"/>
                  </a:lnTo>
                </a:path>
                <a:path w="2922904" h="1624330">
                  <a:moveTo>
                    <a:pt x="0" y="346709"/>
                  </a:moveTo>
                  <a:lnTo>
                    <a:pt x="0" y="347979"/>
                  </a:lnTo>
                </a:path>
                <a:path w="2922904" h="1624330">
                  <a:moveTo>
                    <a:pt x="0" y="348615"/>
                  </a:moveTo>
                  <a:lnTo>
                    <a:pt x="0" y="349884"/>
                  </a:lnTo>
                </a:path>
                <a:path w="2922904" h="1624330">
                  <a:moveTo>
                    <a:pt x="0" y="350520"/>
                  </a:moveTo>
                  <a:lnTo>
                    <a:pt x="0" y="351790"/>
                  </a:lnTo>
                </a:path>
                <a:path w="2922904" h="1624330">
                  <a:moveTo>
                    <a:pt x="0" y="351790"/>
                  </a:moveTo>
                  <a:lnTo>
                    <a:pt x="0" y="353059"/>
                  </a:lnTo>
                </a:path>
                <a:path w="2922904" h="1624330">
                  <a:moveTo>
                    <a:pt x="0" y="353695"/>
                  </a:moveTo>
                  <a:lnTo>
                    <a:pt x="0" y="354965"/>
                  </a:lnTo>
                </a:path>
                <a:path w="2922904" h="1624330">
                  <a:moveTo>
                    <a:pt x="0" y="355600"/>
                  </a:moveTo>
                  <a:lnTo>
                    <a:pt x="0" y="356870"/>
                  </a:lnTo>
                </a:path>
                <a:path w="2922904" h="1624330">
                  <a:moveTo>
                    <a:pt x="0" y="357504"/>
                  </a:moveTo>
                  <a:lnTo>
                    <a:pt x="0" y="358775"/>
                  </a:lnTo>
                </a:path>
                <a:path w="2922904" h="1624330">
                  <a:moveTo>
                    <a:pt x="0" y="359409"/>
                  </a:moveTo>
                  <a:lnTo>
                    <a:pt x="0" y="360679"/>
                  </a:lnTo>
                </a:path>
                <a:path w="2922904" h="1624330">
                  <a:moveTo>
                    <a:pt x="0" y="360679"/>
                  </a:moveTo>
                  <a:lnTo>
                    <a:pt x="0" y="361950"/>
                  </a:lnTo>
                </a:path>
                <a:path w="2922904" h="1624330">
                  <a:moveTo>
                    <a:pt x="0" y="362584"/>
                  </a:moveTo>
                  <a:lnTo>
                    <a:pt x="0" y="363854"/>
                  </a:lnTo>
                </a:path>
                <a:path w="2922904" h="1624330">
                  <a:moveTo>
                    <a:pt x="0" y="364490"/>
                  </a:moveTo>
                  <a:lnTo>
                    <a:pt x="0" y="365759"/>
                  </a:lnTo>
                </a:path>
                <a:path w="2922904" h="1624330">
                  <a:moveTo>
                    <a:pt x="0" y="366395"/>
                  </a:moveTo>
                  <a:lnTo>
                    <a:pt x="0" y="367665"/>
                  </a:lnTo>
                </a:path>
                <a:path w="2922904" h="1624330">
                  <a:moveTo>
                    <a:pt x="0" y="368300"/>
                  </a:moveTo>
                  <a:lnTo>
                    <a:pt x="0" y="369570"/>
                  </a:lnTo>
                </a:path>
                <a:path w="2922904" h="1624330">
                  <a:moveTo>
                    <a:pt x="0" y="369570"/>
                  </a:moveTo>
                  <a:lnTo>
                    <a:pt x="0" y="370840"/>
                  </a:lnTo>
                </a:path>
                <a:path w="2922904" h="1624330">
                  <a:moveTo>
                    <a:pt x="0" y="371475"/>
                  </a:moveTo>
                  <a:lnTo>
                    <a:pt x="0" y="372745"/>
                  </a:lnTo>
                </a:path>
                <a:path w="2922904" h="1624330">
                  <a:moveTo>
                    <a:pt x="0" y="373379"/>
                  </a:moveTo>
                  <a:lnTo>
                    <a:pt x="0" y="374650"/>
                  </a:lnTo>
                </a:path>
                <a:path w="2922904" h="1624330">
                  <a:moveTo>
                    <a:pt x="0" y="375284"/>
                  </a:moveTo>
                  <a:lnTo>
                    <a:pt x="0" y="376554"/>
                  </a:lnTo>
                </a:path>
                <a:path w="2922904" h="1624330">
                  <a:moveTo>
                    <a:pt x="0" y="377190"/>
                  </a:moveTo>
                  <a:lnTo>
                    <a:pt x="0" y="378459"/>
                  </a:lnTo>
                </a:path>
                <a:path w="2922904" h="1624330">
                  <a:moveTo>
                    <a:pt x="0" y="378459"/>
                  </a:moveTo>
                  <a:lnTo>
                    <a:pt x="0" y="379729"/>
                  </a:lnTo>
                </a:path>
                <a:path w="2922904" h="1624330">
                  <a:moveTo>
                    <a:pt x="0" y="380365"/>
                  </a:moveTo>
                  <a:lnTo>
                    <a:pt x="0" y="381634"/>
                  </a:lnTo>
                </a:path>
                <a:path w="2922904" h="1624330">
                  <a:moveTo>
                    <a:pt x="0" y="382270"/>
                  </a:moveTo>
                  <a:lnTo>
                    <a:pt x="0" y="383540"/>
                  </a:lnTo>
                </a:path>
                <a:path w="2922904" h="1624330">
                  <a:moveTo>
                    <a:pt x="0" y="384175"/>
                  </a:moveTo>
                  <a:lnTo>
                    <a:pt x="0" y="385445"/>
                  </a:lnTo>
                </a:path>
                <a:path w="2922904" h="1624330">
                  <a:moveTo>
                    <a:pt x="0" y="386079"/>
                  </a:moveTo>
                  <a:lnTo>
                    <a:pt x="0" y="387350"/>
                  </a:lnTo>
                </a:path>
                <a:path w="2922904" h="1624330">
                  <a:moveTo>
                    <a:pt x="0" y="387350"/>
                  </a:moveTo>
                  <a:lnTo>
                    <a:pt x="0" y="388620"/>
                  </a:lnTo>
                </a:path>
                <a:path w="2922904" h="1624330">
                  <a:moveTo>
                    <a:pt x="0" y="389254"/>
                  </a:moveTo>
                  <a:lnTo>
                    <a:pt x="0" y="390525"/>
                  </a:lnTo>
                </a:path>
                <a:path w="2922904" h="1624330">
                  <a:moveTo>
                    <a:pt x="0" y="391159"/>
                  </a:moveTo>
                  <a:lnTo>
                    <a:pt x="0" y="392429"/>
                  </a:lnTo>
                </a:path>
                <a:path w="2922904" h="1624330">
                  <a:moveTo>
                    <a:pt x="0" y="393065"/>
                  </a:moveTo>
                  <a:lnTo>
                    <a:pt x="0" y="394334"/>
                  </a:lnTo>
                </a:path>
                <a:path w="2922904" h="1624330">
                  <a:moveTo>
                    <a:pt x="0" y="394970"/>
                  </a:moveTo>
                  <a:lnTo>
                    <a:pt x="0" y="396240"/>
                  </a:lnTo>
                </a:path>
                <a:path w="2922904" h="1624330">
                  <a:moveTo>
                    <a:pt x="0" y="396240"/>
                  </a:moveTo>
                  <a:lnTo>
                    <a:pt x="0" y="397509"/>
                  </a:lnTo>
                </a:path>
                <a:path w="2922904" h="1624330">
                  <a:moveTo>
                    <a:pt x="0" y="398145"/>
                  </a:moveTo>
                  <a:lnTo>
                    <a:pt x="0" y="399415"/>
                  </a:lnTo>
                </a:path>
                <a:path w="2922904" h="1624330">
                  <a:moveTo>
                    <a:pt x="0" y="400050"/>
                  </a:moveTo>
                  <a:lnTo>
                    <a:pt x="0" y="401320"/>
                  </a:lnTo>
                </a:path>
                <a:path w="2922904" h="1624330">
                  <a:moveTo>
                    <a:pt x="0" y="401954"/>
                  </a:moveTo>
                  <a:lnTo>
                    <a:pt x="0" y="403225"/>
                  </a:lnTo>
                </a:path>
                <a:path w="2922904" h="1624330">
                  <a:moveTo>
                    <a:pt x="0" y="403859"/>
                  </a:moveTo>
                  <a:lnTo>
                    <a:pt x="0" y="405129"/>
                  </a:lnTo>
                </a:path>
                <a:path w="2922904" h="1624330">
                  <a:moveTo>
                    <a:pt x="0" y="405129"/>
                  </a:moveTo>
                  <a:lnTo>
                    <a:pt x="0" y="406400"/>
                  </a:lnTo>
                </a:path>
                <a:path w="2922904" h="1624330">
                  <a:moveTo>
                    <a:pt x="0" y="407034"/>
                  </a:moveTo>
                  <a:lnTo>
                    <a:pt x="0" y="408304"/>
                  </a:lnTo>
                </a:path>
                <a:path w="2922904" h="1624330">
                  <a:moveTo>
                    <a:pt x="0" y="408940"/>
                  </a:moveTo>
                  <a:lnTo>
                    <a:pt x="0" y="410209"/>
                  </a:lnTo>
                </a:path>
                <a:path w="2922904" h="1624330">
                  <a:moveTo>
                    <a:pt x="0" y="410845"/>
                  </a:moveTo>
                  <a:lnTo>
                    <a:pt x="0" y="412115"/>
                  </a:lnTo>
                </a:path>
                <a:path w="2922904" h="1624330">
                  <a:moveTo>
                    <a:pt x="0" y="412750"/>
                  </a:moveTo>
                  <a:lnTo>
                    <a:pt x="0" y="414020"/>
                  </a:lnTo>
                </a:path>
                <a:path w="2922904" h="1624330">
                  <a:moveTo>
                    <a:pt x="0" y="414020"/>
                  </a:moveTo>
                  <a:lnTo>
                    <a:pt x="0" y="415290"/>
                  </a:lnTo>
                </a:path>
                <a:path w="2922904" h="1624330">
                  <a:moveTo>
                    <a:pt x="0" y="415925"/>
                  </a:moveTo>
                  <a:lnTo>
                    <a:pt x="0" y="417195"/>
                  </a:lnTo>
                </a:path>
                <a:path w="2922904" h="1624330">
                  <a:moveTo>
                    <a:pt x="0" y="417829"/>
                  </a:moveTo>
                  <a:lnTo>
                    <a:pt x="0" y="419100"/>
                  </a:lnTo>
                </a:path>
                <a:path w="2922904" h="1624330">
                  <a:moveTo>
                    <a:pt x="0" y="419734"/>
                  </a:moveTo>
                  <a:lnTo>
                    <a:pt x="0" y="421004"/>
                  </a:lnTo>
                </a:path>
                <a:path w="2922904" h="1624330">
                  <a:moveTo>
                    <a:pt x="0" y="421640"/>
                  </a:moveTo>
                  <a:lnTo>
                    <a:pt x="0" y="422909"/>
                  </a:lnTo>
                </a:path>
                <a:path w="2922904" h="1624330">
                  <a:moveTo>
                    <a:pt x="0" y="422909"/>
                  </a:moveTo>
                  <a:lnTo>
                    <a:pt x="0" y="424179"/>
                  </a:lnTo>
                </a:path>
                <a:path w="2922904" h="1624330">
                  <a:moveTo>
                    <a:pt x="0" y="424815"/>
                  </a:moveTo>
                  <a:lnTo>
                    <a:pt x="0" y="426084"/>
                  </a:lnTo>
                </a:path>
                <a:path w="2922904" h="1624330">
                  <a:moveTo>
                    <a:pt x="0" y="426720"/>
                  </a:moveTo>
                  <a:lnTo>
                    <a:pt x="0" y="427990"/>
                  </a:lnTo>
                </a:path>
                <a:path w="2922904" h="1624330">
                  <a:moveTo>
                    <a:pt x="0" y="428625"/>
                  </a:moveTo>
                  <a:lnTo>
                    <a:pt x="0" y="429895"/>
                  </a:lnTo>
                </a:path>
                <a:path w="2922904" h="1624330">
                  <a:moveTo>
                    <a:pt x="0" y="430529"/>
                  </a:moveTo>
                  <a:lnTo>
                    <a:pt x="0" y="431800"/>
                  </a:lnTo>
                </a:path>
                <a:path w="2922904" h="1624330">
                  <a:moveTo>
                    <a:pt x="0" y="431800"/>
                  </a:moveTo>
                  <a:lnTo>
                    <a:pt x="0" y="433070"/>
                  </a:lnTo>
                </a:path>
                <a:path w="2922904" h="1624330">
                  <a:moveTo>
                    <a:pt x="0" y="433704"/>
                  </a:moveTo>
                  <a:lnTo>
                    <a:pt x="0" y="434975"/>
                  </a:lnTo>
                </a:path>
                <a:path w="2922904" h="1624330">
                  <a:moveTo>
                    <a:pt x="0" y="435609"/>
                  </a:moveTo>
                  <a:lnTo>
                    <a:pt x="0" y="436879"/>
                  </a:lnTo>
                </a:path>
                <a:path w="2922904" h="1624330">
                  <a:moveTo>
                    <a:pt x="0" y="437515"/>
                  </a:moveTo>
                  <a:lnTo>
                    <a:pt x="0" y="438784"/>
                  </a:lnTo>
                </a:path>
                <a:path w="2922904" h="1624330">
                  <a:moveTo>
                    <a:pt x="0" y="439420"/>
                  </a:moveTo>
                  <a:lnTo>
                    <a:pt x="0" y="440690"/>
                  </a:lnTo>
                </a:path>
                <a:path w="2922904" h="1624330">
                  <a:moveTo>
                    <a:pt x="0" y="440690"/>
                  </a:moveTo>
                  <a:lnTo>
                    <a:pt x="0" y="441959"/>
                  </a:lnTo>
                </a:path>
                <a:path w="2922904" h="1624330">
                  <a:moveTo>
                    <a:pt x="0" y="442595"/>
                  </a:moveTo>
                  <a:lnTo>
                    <a:pt x="0" y="443865"/>
                  </a:lnTo>
                </a:path>
                <a:path w="2922904" h="1624330">
                  <a:moveTo>
                    <a:pt x="0" y="444500"/>
                  </a:moveTo>
                  <a:lnTo>
                    <a:pt x="0" y="445770"/>
                  </a:lnTo>
                </a:path>
                <a:path w="2922904" h="1624330">
                  <a:moveTo>
                    <a:pt x="0" y="446404"/>
                  </a:moveTo>
                  <a:lnTo>
                    <a:pt x="0" y="447675"/>
                  </a:lnTo>
                </a:path>
                <a:path w="2922904" h="1624330">
                  <a:moveTo>
                    <a:pt x="0" y="448309"/>
                  </a:moveTo>
                  <a:lnTo>
                    <a:pt x="0" y="449579"/>
                  </a:lnTo>
                </a:path>
                <a:path w="2922904" h="1624330">
                  <a:moveTo>
                    <a:pt x="0" y="449579"/>
                  </a:moveTo>
                  <a:lnTo>
                    <a:pt x="0" y="450850"/>
                  </a:lnTo>
                </a:path>
                <a:path w="2922904" h="1624330">
                  <a:moveTo>
                    <a:pt x="0" y="451484"/>
                  </a:moveTo>
                  <a:lnTo>
                    <a:pt x="0" y="452754"/>
                  </a:lnTo>
                </a:path>
                <a:path w="2922904" h="1624330">
                  <a:moveTo>
                    <a:pt x="0" y="453390"/>
                  </a:moveTo>
                  <a:lnTo>
                    <a:pt x="0" y="454659"/>
                  </a:lnTo>
                </a:path>
                <a:path w="2922904" h="1624330">
                  <a:moveTo>
                    <a:pt x="0" y="455295"/>
                  </a:moveTo>
                  <a:lnTo>
                    <a:pt x="0" y="456565"/>
                  </a:lnTo>
                </a:path>
                <a:path w="2922904" h="1624330">
                  <a:moveTo>
                    <a:pt x="0" y="457200"/>
                  </a:moveTo>
                  <a:lnTo>
                    <a:pt x="0" y="458470"/>
                  </a:lnTo>
                </a:path>
                <a:path w="2922904" h="1624330">
                  <a:moveTo>
                    <a:pt x="0" y="458470"/>
                  </a:moveTo>
                  <a:lnTo>
                    <a:pt x="0" y="459740"/>
                  </a:lnTo>
                </a:path>
                <a:path w="2922904" h="1624330">
                  <a:moveTo>
                    <a:pt x="0" y="460375"/>
                  </a:moveTo>
                  <a:lnTo>
                    <a:pt x="0" y="461645"/>
                  </a:lnTo>
                </a:path>
                <a:path w="2922904" h="1624330">
                  <a:moveTo>
                    <a:pt x="0" y="462279"/>
                  </a:moveTo>
                  <a:lnTo>
                    <a:pt x="0" y="463550"/>
                  </a:lnTo>
                </a:path>
                <a:path w="2922904" h="1624330">
                  <a:moveTo>
                    <a:pt x="0" y="464184"/>
                  </a:moveTo>
                  <a:lnTo>
                    <a:pt x="0" y="465454"/>
                  </a:lnTo>
                </a:path>
                <a:path w="2922904" h="1624330">
                  <a:moveTo>
                    <a:pt x="0" y="466090"/>
                  </a:moveTo>
                  <a:lnTo>
                    <a:pt x="0" y="467359"/>
                  </a:lnTo>
                </a:path>
                <a:path w="2922904" h="1624330">
                  <a:moveTo>
                    <a:pt x="0" y="467359"/>
                  </a:moveTo>
                  <a:lnTo>
                    <a:pt x="0" y="468629"/>
                  </a:lnTo>
                </a:path>
                <a:path w="2922904" h="1624330">
                  <a:moveTo>
                    <a:pt x="0" y="469265"/>
                  </a:moveTo>
                  <a:lnTo>
                    <a:pt x="0" y="470534"/>
                  </a:lnTo>
                </a:path>
                <a:path w="2922904" h="1624330">
                  <a:moveTo>
                    <a:pt x="0" y="471170"/>
                  </a:moveTo>
                  <a:lnTo>
                    <a:pt x="0" y="472440"/>
                  </a:lnTo>
                </a:path>
                <a:path w="2922904" h="1624330">
                  <a:moveTo>
                    <a:pt x="0" y="473075"/>
                  </a:moveTo>
                  <a:lnTo>
                    <a:pt x="0" y="474345"/>
                  </a:lnTo>
                </a:path>
                <a:path w="2922904" h="1624330">
                  <a:moveTo>
                    <a:pt x="0" y="474979"/>
                  </a:moveTo>
                  <a:lnTo>
                    <a:pt x="0" y="476250"/>
                  </a:lnTo>
                </a:path>
                <a:path w="2922904" h="1624330">
                  <a:moveTo>
                    <a:pt x="0" y="476250"/>
                  </a:moveTo>
                  <a:lnTo>
                    <a:pt x="0" y="477520"/>
                  </a:lnTo>
                </a:path>
                <a:path w="2922904" h="1624330">
                  <a:moveTo>
                    <a:pt x="0" y="478154"/>
                  </a:moveTo>
                  <a:lnTo>
                    <a:pt x="0" y="479425"/>
                  </a:lnTo>
                </a:path>
                <a:path w="2922904" h="1624330">
                  <a:moveTo>
                    <a:pt x="0" y="480059"/>
                  </a:moveTo>
                  <a:lnTo>
                    <a:pt x="0" y="481329"/>
                  </a:lnTo>
                </a:path>
                <a:path w="2922904" h="1624330">
                  <a:moveTo>
                    <a:pt x="0" y="481965"/>
                  </a:moveTo>
                  <a:lnTo>
                    <a:pt x="0" y="483234"/>
                  </a:lnTo>
                </a:path>
                <a:path w="2922904" h="1624330">
                  <a:moveTo>
                    <a:pt x="0" y="483870"/>
                  </a:moveTo>
                  <a:lnTo>
                    <a:pt x="0" y="485140"/>
                  </a:lnTo>
                </a:path>
                <a:path w="2922904" h="1624330">
                  <a:moveTo>
                    <a:pt x="0" y="485140"/>
                  </a:moveTo>
                  <a:lnTo>
                    <a:pt x="0" y="486409"/>
                  </a:lnTo>
                </a:path>
                <a:path w="2922904" h="1624330">
                  <a:moveTo>
                    <a:pt x="0" y="487045"/>
                  </a:moveTo>
                  <a:lnTo>
                    <a:pt x="0" y="488315"/>
                  </a:lnTo>
                </a:path>
                <a:path w="2922904" h="1624330">
                  <a:moveTo>
                    <a:pt x="0" y="488950"/>
                  </a:moveTo>
                  <a:lnTo>
                    <a:pt x="0" y="490220"/>
                  </a:lnTo>
                </a:path>
                <a:path w="2922904" h="1624330">
                  <a:moveTo>
                    <a:pt x="0" y="490854"/>
                  </a:moveTo>
                  <a:lnTo>
                    <a:pt x="0" y="492125"/>
                  </a:lnTo>
                </a:path>
                <a:path w="2922904" h="1624330">
                  <a:moveTo>
                    <a:pt x="0" y="492759"/>
                  </a:moveTo>
                  <a:lnTo>
                    <a:pt x="0" y="494029"/>
                  </a:lnTo>
                </a:path>
                <a:path w="2922904" h="1624330">
                  <a:moveTo>
                    <a:pt x="0" y="494029"/>
                  </a:moveTo>
                  <a:lnTo>
                    <a:pt x="0" y="495300"/>
                  </a:lnTo>
                </a:path>
                <a:path w="2922904" h="1624330">
                  <a:moveTo>
                    <a:pt x="0" y="495934"/>
                  </a:moveTo>
                  <a:lnTo>
                    <a:pt x="0" y="497204"/>
                  </a:lnTo>
                </a:path>
                <a:path w="2922904" h="1624330">
                  <a:moveTo>
                    <a:pt x="0" y="497840"/>
                  </a:moveTo>
                  <a:lnTo>
                    <a:pt x="0" y="499109"/>
                  </a:lnTo>
                </a:path>
                <a:path w="2922904" h="1624330">
                  <a:moveTo>
                    <a:pt x="0" y="499745"/>
                  </a:moveTo>
                  <a:lnTo>
                    <a:pt x="0" y="501015"/>
                  </a:lnTo>
                </a:path>
                <a:path w="2922904" h="1624330">
                  <a:moveTo>
                    <a:pt x="0" y="501650"/>
                  </a:moveTo>
                  <a:lnTo>
                    <a:pt x="0" y="502920"/>
                  </a:lnTo>
                </a:path>
                <a:path w="2922904" h="1624330">
                  <a:moveTo>
                    <a:pt x="0" y="502920"/>
                  </a:moveTo>
                  <a:lnTo>
                    <a:pt x="0" y="504190"/>
                  </a:lnTo>
                </a:path>
                <a:path w="2922904" h="1624330">
                  <a:moveTo>
                    <a:pt x="0" y="504825"/>
                  </a:moveTo>
                  <a:lnTo>
                    <a:pt x="0" y="506095"/>
                  </a:lnTo>
                </a:path>
                <a:path w="2922904" h="1624330">
                  <a:moveTo>
                    <a:pt x="0" y="506729"/>
                  </a:moveTo>
                  <a:lnTo>
                    <a:pt x="0" y="508000"/>
                  </a:lnTo>
                </a:path>
                <a:path w="2922904" h="1624330">
                  <a:moveTo>
                    <a:pt x="0" y="508634"/>
                  </a:moveTo>
                  <a:lnTo>
                    <a:pt x="0" y="509904"/>
                  </a:lnTo>
                </a:path>
                <a:path w="2922904" h="1624330">
                  <a:moveTo>
                    <a:pt x="0" y="510540"/>
                  </a:moveTo>
                  <a:lnTo>
                    <a:pt x="0" y="511809"/>
                  </a:lnTo>
                </a:path>
                <a:path w="2922904" h="1624330">
                  <a:moveTo>
                    <a:pt x="0" y="511809"/>
                  </a:moveTo>
                  <a:lnTo>
                    <a:pt x="0" y="513079"/>
                  </a:lnTo>
                </a:path>
                <a:path w="2922904" h="1624330">
                  <a:moveTo>
                    <a:pt x="0" y="513715"/>
                  </a:moveTo>
                  <a:lnTo>
                    <a:pt x="0" y="514984"/>
                  </a:lnTo>
                </a:path>
                <a:path w="2922904" h="1624330">
                  <a:moveTo>
                    <a:pt x="0" y="515620"/>
                  </a:moveTo>
                  <a:lnTo>
                    <a:pt x="0" y="516890"/>
                  </a:lnTo>
                </a:path>
                <a:path w="2922904" h="1624330">
                  <a:moveTo>
                    <a:pt x="0" y="517525"/>
                  </a:moveTo>
                  <a:lnTo>
                    <a:pt x="0" y="518795"/>
                  </a:lnTo>
                </a:path>
                <a:path w="2922904" h="1624330">
                  <a:moveTo>
                    <a:pt x="0" y="519429"/>
                  </a:moveTo>
                  <a:lnTo>
                    <a:pt x="0" y="520700"/>
                  </a:lnTo>
                </a:path>
                <a:path w="2922904" h="1624330">
                  <a:moveTo>
                    <a:pt x="0" y="520700"/>
                  </a:moveTo>
                  <a:lnTo>
                    <a:pt x="0" y="521970"/>
                  </a:lnTo>
                </a:path>
                <a:path w="2922904" h="1624330">
                  <a:moveTo>
                    <a:pt x="0" y="522604"/>
                  </a:moveTo>
                  <a:lnTo>
                    <a:pt x="0" y="523875"/>
                  </a:lnTo>
                </a:path>
                <a:path w="2922904" h="1624330">
                  <a:moveTo>
                    <a:pt x="0" y="524509"/>
                  </a:moveTo>
                  <a:lnTo>
                    <a:pt x="0" y="525779"/>
                  </a:lnTo>
                </a:path>
                <a:path w="2922904" h="1624330">
                  <a:moveTo>
                    <a:pt x="0" y="526415"/>
                  </a:moveTo>
                  <a:lnTo>
                    <a:pt x="0" y="527684"/>
                  </a:lnTo>
                </a:path>
                <a:path w="2922904" h="1624330">
                  <a:moveTo>
                    <a:pt x="0" y="528320"/>
                  </a:moveTo>
                  <a:lnTo>
                    <a:pt x="0" y="529590"/>
                  </a:lnTo>
                </a:path>
                <a:path w="2922904" h="1624330">
                  <a:moveTo>
                    <a:pt x="0" y="529590"/>
                  </a:moveTo>
                  <a:lnTo>
                    <a:pt x="0" y="530859"/>
                  </a:lnTo>
                </a:path>
                <a:path w="2922904" h="1624330">
                  <a:moveTo>
                    <a:pt x="0" y="531495"/>
                  </a:moveTo>
                  <a:lnTo>
                    <a:pt x="0" y="532765"/>
                  </a:lnTo>
                </a:path>
                <a:path w="2922904" h="1624330">
                  <a:moveTo>
                    <a:pt x="0" y="533400"/>
                  </a:moveTo>
                  <a:lnTo>
                    <a:pt x="0" y="534670"/>
                  </a:lnTo>
                </a:path>
                <a:path w="2922904" h="1624330">
                  <a:moveTo>
                    <a:pt x="0" y="535304"/>
                  </a:moveTo>
                  <a:lnTo>
                    <a:pt x="0" y="536575"/>
                  </a:lnTo>
                </a:path>
                <a:path w="2922904" h="1624330">
                  <a:moveTo>
                    <a:pt x="0" y="537209"/>
                  </a:moveTo>
                  <a:lnTo>
                    <a:pt x="0" y="538479"/>
                  </a:lnTo>
                </a:path>
                <a:path w="2922904" h="1624330">
                  <a:moveTo>
                    <a:pt x="0" y="538479"/>
                  </a:moveTo>
                  <a:lnTo>
                    <a:pt x="0" y="539750"/>
                  </a:lnTo>
                </a:path>
                <a:path w="2922904" h="1624330">
                  <a:moveTo>
                    <a:pt x="0" y="540384"/>
                  </a:moveTo>
                  <a:lnTo>
                    <a:pt x="0" y="541654"/>
                  </a:lnTo>
                </a:path>
                <a:path w="2922904" h="1624330">
                  <a:moveTo>
                    <a:pt x="0" y="542290"/>
                  </a:moveTo>
                  <a:lnTo>
                    <a:pt x="0" y="543559"/>
                  </a:lnTo>
                </a:path>
                <a:path w="2922904" h="1624330">
                  <a:moveTo>
                    <a:pt x="0" y="544195"/>
                  </a:moveTo>
                  <a:lnTo>
                    <a:pt x="0" y="545465"/>
                  </a:lnTo>
                </a:path>
                <a:path w="2922904" h="1624330">
                  <a:moveTo>
                    <a:pt x="0" y="546100"/>
                  </a:moveTo>
                  <a:lnTo>
                    <a:pt x="0" y="547370"/>
                  </a:lnTo>
                </a:path>
                <a:path w="2922904" h="1624330">
                  <a:moveTo>
                    <a:pt x="0" y="547370"/>
                  </a:moveTo>
                  <a:lnTo>
                    <a:pt x="0" y="548640"/>
                  </a:lnTo>
                </a:path>
                <a:path w="2922904" h="1624330">
                  <a:moveTo>
                    <a:pt x="0" y="549275"/>
                  </a:moveTo>
                  <a:lnTo>
                    <a:pt x="0" y="550545"/>
                  </a:lnTo>
                </a:path>
                <a:path w="2922904" h="1624330">
                  <a:moveTo>
                    <a:pt x="0" y="551179"/>
                  </a:moveTo>
                  <a:lnTo>
                    <a:pt x="0" y="552450"/>
                  </a:lnTo>
                </a:path>
                <a:path w="2922904" h="1624330">
                  <a:moveTo>
                    <a:pt x="0" y="553084"/>
                  </a:moveTo>
                  <a:lnTo>
                    <a:pt x="0" y="554354"/>
                  </a:lnTo>
                </a:path>
                <a:path w="2922904" h="1624330">
                  <a:moveTo>
                    <a:pt x="0" y="554990"/>
                  </a:moveTo>
                  <a:lnTo>
                    <a:pt x="0" y="556259"/>
                  </a:lnTo>
                </a:path>
                <a:path w="2922904" h="1624330">
                  <a:moveTo>
                    <a:pt x="0" y="556259"/>
                  </a:moveTo>
                  <a:lnTo>
                    <a:pt x="0" y="557529"/>
                  </a:lnTo>
                </a:path>
                <a:path w="2922904" h="1624330">
                  <a:moveTo>
                    <a:pt x="0" y="558165"/>
                  </a:moveTo>
                  <a:lnTo>
                    <a:pt x="0" y="559434"/>
                  </a:lnTo>
                </a:path>
                <a:path w="2922904" h="1624330">
                  <a:moveTo>
                    <a:pt x="0" y="560070"/>
                  </a:moveTo>
                  <a:lnTo>
                    <a:pt x="0" y="561340"/>
                  </a:lnTo>
                </a:path>
                <a:path w="2922904" h="1624330">
                  <a:moveTo>
                    <a:pt x="0" y="561975"/>
                  </a:moveTo>
                  <a:lnTo>
                    <a:pt x="0" y="563245"/>
                  </a:lnTo>
                </a:path>
                <a:path w="2922904" h="1624330">
                  <a:moveTo>
                    <a:pt x="0" y="563879"/>
                  </a:moveTo>
                  <a:lnTo>
                    <a:pt x="0" y="565150"/>
                  </a:lnTo>
                </a:path>
                <a:path w="2922904" h="1624330">
                  <a:moveTo>
                    <a:pt x="0" y="565150"/>
                  </a:moveTo>
                  <a:lnTo>
                    <a:pt x="0" y="566420"/>
                  </a:lnTo>
                </a:path>
                <a:path w="2922904" h="1624330">
                  <a:moveTo>
                    <a:pt x="0" y="567054"/>
                  </a:moveTo>
                  <a:lnTo>
                    <a:pt x="0" y="568325"/>
                  </a:lnTo>
                </a:path>
                <a:path w="2922904" h="1624330">
                  <a:moveTo>
                    <a:pt x="0" y="568959"/>
                  </a:moveTo>
                  <a:lnTo>
                    <a:pt x="0" y="570229"/>
                  </a:lnTo>
                </a:path>
                <a:path w="2922904" h="1624330">
                  <a:moveTo>
                    <a:pt x="0" y="570865"/>
                  </a:moveTo>
                  <a:lnTo>
                    <a:pt x="0" y="572134"/>
                  </a:lnTo>
                </a:path>
                <a:path w="2922904" h="1624330">
                  <a:moveTo>
                    <a:pt x="0" y="572770"/>
                  </a:moveTo>
                  <a:lnTo>
                    <a:pt x="0" y="574040"/>
                  </a:lnTo>
                </a:path>
                <a:path w="2922904" h="1624330">
                  <a:moveTo>
                    <a:pt x="0" y="574040"/>
                  </a:moveTo>
                  <a:lnTo>
                    <a:pt x="0" y="575309"/>
                  </a:lnTo>
                </a:path>
                <a:path w="2922904" h="1624330">
                  <a:moveTo>
                    <a:pt x="0" y="575945"/>
                  </a:moveTo>
                  <a:lnTo>
                    <a:pt x="0" y="577215"/>
                  </a:lnTo>
                </a:path>
                <a:path w="2922904" h="1624330">
                  <a:moveTo>
                    <a:pt x="0" y="577850"/>
                  </a:moveTo>
                  <a:lnTo>
                    <a:pt x="0" y="579120"/>
                  </a:lnTo>
                </a:path>
                <a:path w="2922904" h="1624330">
                  <a:moveTo>
                    <a:pt x="0" y="579754"/>
                  </a:moveTo>
                  <a:lnTo>
                    <a:pt x="0" y="581025"/>
                  </a:lnTo>
                </a:path>
                <a:path w="2922904" h="1624330">
                  <a:moveTo>
                    <a:pt x="0" y="581659"/>
                  </a:moveTo>
                  <a:lnTo>
                    <a:pt x="0" y="582929"/>
                  </a:lnTo>
                </a:path>
                <a:path w="2922904" h="1624330">
                  <a:moveTo>
                    <a:pt x="0" y="582929"/>
                  </a:moveTo>
                  <a:lnTo>
                    <a:pt x="0" y="584200"/>
                  </a:lnTo>
                </a:path>
                <a:path w="2922904" h="1624330">
                  <a:moveTo>
                    <a:pt x="0" y="584834"/>
                  </a:moveTo>
                  <a:lnTo>
                    <a:pt x="0" y="586104"/>
                  </a:lnTo>
                </a:path>
                <a:path w="2922904" h="1624330">
                  <a:moveTo>
                    <a:pt x="0" y="586740"/>
                  </a:moveTo>
                  <a:lnTo>
                    <a:pt x="0" y="588009"/>
                  </a:lnTo>
                </a:path>
                <a:path w="2922904" h="1624330">
                  <a:moveTo>
                    <a:pt x="0" y="588645"/>
                  </a:moveTo>
                  <a:lnTo>
                    <a:pt x="0" y="589915"/>
                  </a:lnTo>
                </a:path>
                <a:path w="2922904" h="1624330">
                  <a:moveTo>
                    <a:pt x="0" y="590550"/>
                  </a:moveTo>
                  <a:lnTo>
                    <a:pt x="0" y="591820"/>
                  </a:lnTo>
                </a:path>
                <a:path w="2922904" h="1624330">
                  <a:moveTo>
                    <a:pt x="0" y="591820"/>
                  </a:moveTo>
                  <a:lnTo>
                    <a:pt x="0" y="593090"/>
                  </a:lnTo>
                </a:path>
                <a:path w="2922904" h="1624330">
                  <a:moveTo>
                    <a:pt x="0" y="593725"/>
                  </a:moveTo>
                  <a:lnTo>
                    <a:pt x="0" y="594995"/>
                  </a:lnTo>
                </a:path>
                <a:path w="2922904" h="1624330">
                  <a:moveTo>
                    <a:pt x="0" y="595629"/>
                  </a:moveTo>
                  <a:lnTo>
                    <a:pt x="0" y="596900"/>
                  </a:lnTo>
                </a:path>
                <a:path w="2922904" h="1624330">
                  <a:moveTo>
                    <a:pt x="0" y="597534"/>
                  </a:moveTo>
                  <a:lnTo>
                    <a:pt x="0" y="598804"/>
                  </a:lnTo>
                </a:path>
                <a:path w="2922904" h="1624330">
                  <a:moveTo>
                    <a:pt x="0" y="599440"/>
                  </a:moveTo>
                  <a:lnTo>
                    <a:pt x="0" y="600709"/>
                  </a:lnTo>
                </a:path>
                <a:path w="2922904" h="1624330">
                  <a:moveTo>
                    <a:pt x="0" y="600709"/>
                  </a:moveTo>
                  <a:lnTo>
                    <a:pt x="0" y="601979"/>
                  </a:lnTo>
                </a:path>
                <a:path w="2922904" h="1624330">
                  <a:moveTo>
                    <a:pt x="0" y="602615"/>
                  </a:moveTo>
                  <a:lnTo>
                    <a:pt x="0" y="603884"/>
                  </a:lnTo>
                </a:path>
                <a:path w="2922904" h="1624330">
                  <a:moveTo>
                    <a:pt x="0" y="604520"/>
                  </a:moveTo>
                  <a:lnTo>
                    <a:pt x="0" y="605790"/>
                  </a:lnTo>
                </a:path>
                <a:path w="2922904" h="1624330">
                  <a:moveTo>
                    <a:pt x="0" y="606425"/>
                  </a:moveTo>
                  <a:lnTo>
                    <a:pt x="0" y="607695"/>
                  </a:lnTo>
                </a:path>
                <a:path w="2922904" h="1624330">
                  <a:moveTo>
                    <a:pt x="0" y="608329"/>
                  </a:moveTo>
                  <a:lnTo>
                    <a:pt x="0" y="609600"/>
                  </a:lnTo>
                </a:path>
                <a:path w="2922904" h="1624330">
                  <a:moveTo>
                    <a:pt x="0" y="609600"/>
                  </a:moveTo>
                  <a:lnTo>
                    <a:pt x="0" y="610870"/>
                  </a:lnTo>
                </a:path>
                <a:path w="2922904" h="1624330">
                  <a:moveTo>
                    <a:pt x="0" y="611504"/>
                  </a:moveTo>
                  <a:lnTo>
                    <a:pt x="0" y="612775"/>
                  </a:lnTo>
                </a:path>
                <a:path w="2922904" h="1624330">
                  <a:moveTo>
                    <a:pt x="0" y="613409"/>
                  </a:moveTo>
                  <a:lnTo>
                    <a:pt x="0" y="614679"/>
                  </a:lnTo>
                </a:path>
                <a:path w="2922904" h="1624330">
                  <a:moveTo>
                    <a:pt x="0" y="615315"/>
                  </a:moveTo>
                  <a:lnTo>
                    <a:pt x="0" y="616584"/>
                  </a:lnTo>
                </a:path>
                <a:path w="2922904" h="1624330">
                  <a:moveTo>
                    <a:pt x="0" y="617220"/>
                  </a:moveTo>
                  <a:lnTo>
                    <a:pt x="0" y="618490"/>
                  </a:lnTo>
                </a:path>
                <a:path w="2922904" h="1624330">
                  <a:moveTo>
                    <a:pt x="0" y="618490"/>
                  </a:moveTo>
                  <a:lnTo>
                    <a:pt x="0" y="619759"/>
                  </a:lnTo>
                </a:path>
                <a:path w="2922904" h="1624330">
                  <a:moveTo>
                    <a:pt x="0" y="620395"/>
                  </a:moveTo>
                  <a:lnTo>
                    <a:pt x="0" y="621665"/>
                  </a:lnTo>
                </a:path>
                <a:path w="2922904" h="1624330">
                  <a:moveTo>
                    <a:pt x="0" y="622300"/>
                  </a:moveTo>
                  <a:lnTo>
                    <a:pt x="0" y="623570"/>
                  </a:lnTo>
                </a:path>
                <a:path w="2922904" h="1624330">
                  <a:moveTo>
                    <a:pt x="0" y="624204"/>
                  </a:moveTo>
                  <a:lnTo>
                    <a:pt x="0" y="625475"/>
                  </a:lnTo>
                </a:path>
                <a:path w="2922904" h="1624330">
                  <a:moveTo>
                    <a:pt x="0" y="626109"/>
                  </a:moveTo>
                  <a:lnTo>
                    <a:pt x="0" y="627379"/>
                  </a:lnTo>
                </a:path>
                <a:path w="2922904" h="1624330">
                  <a:moveTo>
                    <a:pt x="0" y="627379"/>
                  </a:moveTo>
                  <a:lnTo>
                    <a:pt x="0" y="628650"/>
                  </a:lnTo>
                </a:path>
                <a:path w="2922904" h="1624330">
                  <a:moveTo>
                    <a:pt x="0" y="629284"/>
                  </a:moveTo>
                  <a:lnTo>
                    <a:pt x="0" y="630554"/>
                  </a:lnTo>
                </a:path>
                <a:path w="2922904" h="1624330">
                  <a:moveTo>
                    <a:pt x="0" y="631190"/>
                  </a:moveTo>
                  <a:lnTo>
                    <a:pt x="0" y="632459"/>
                  </a:lnTo>
                </a:path>
                <a:path w="2922904" h="1624330">
                  <a:moveTo>
                    <a:pt x="0" y="633095"/>
                  </a:moveTo>
                  <a:lnTo>
                    <a:pt x="0" y="634365"/>
                  </a:lnTo>
                </a:path>
                <a:path w="2922904" h="1624330">
                  <a:moveTo>
                    <a:pt x="0" y="635000"/>
                  </a:moveTo>
                  <a:lnTo>
                    <a:pt x="0" y="636270"/>
                  </a:lnTo>
                </a:path>
                <a:path w="2922904" h="1624330">
                  <a:moveTo>
                    <a:pt x="0" y="636270"/>
                  </a:moveTo>
                  <a:lnTo>
                    <a:pt x="0" y="637540"/>
                  </a:lnTo>
                </a:path>
                <a:path w="2922904" h="1624330">
                  <a:moveTo>
                    <a:pt x="0" y="638175"/>
                  </a:moveTo>
                  <a:lnTo>
                    <a:pt x="0" y="639445"/>
                  </a:lnTo>
                </a:path>
                <a:path w="2922904" h="1624330">
                  <a:moveTo>
                    <a:pt x="0" y="640079"/>
                  </a:moveTo>
                  <a:lnTo>
                    <a:pt x="0" y="641350"/>
                  </a:lnTo>
                </a:path>
                <a:path w="2922904" h="1624330">
                  <a:moveTo>
                    <a:pt x="0" y="641984"/>
                  </a:moveTo>
                  <a:lnTo>
                    <a:pt x="0" y="643254"/>
                  </a:lnTo>
                </a:path>
                <a:path w="2922904" h="1624330">
                  <a:moveTo>
                    <a:pt x="0" y="643890"/>
                  </a:moveTo>
                  <a:lnTo>
                    <a:pt x="0" y="645159"/>
                  </a:lnTo>
                </a:path>
                <a:path w="2922904" h="1624330">
                  <a:moveTo>
                    <a:pt x="0" y="645159"/>
                  </a:moveTo>
                  <a:lnTo>
                    <a:pt x="0" y="646429"/>
                  </a:lnTo>
                </a:path>
                <a:path w="2922904" h="1624330">
                  <a:moveTo>
                    <a:pt x="0" y="647065"/>
                  </a:moveTo>
                  <a:lnTo>
                    <a:pt x="0" y="648334"/>
                  </a:lnTo>
                </a:path>
                <a:path w="2922904" h="1624330">
                  <a:moveTo>
                    <a:pt x="0" y="648970"/>
                  </a:moveTo>
                  <a:lnTo>
                    <a:pt x="0" y="650240"/>
                  </a:lnTo>
                </a:path>
                <a:path w="2922904" h="1624330">
                  <a:moveTo>
                    <a:pt x="0" y="650875"/>
                  </a:moveTo>
                  <a:lnTo>
                    <a:pt x="0" y="652145"/>
                  </a:lnTo>
                </a:path>
                <a:path w="2922904" h="1624330">
                  <a:moveTo>
                    <a:pt x="0" y="652779"/>
                  </a:moveTo>
                  <a:lnTo>
                    <a:pt x="0" y="654050"/>
                  </a:lnTo>
                </a:path>
                <a:path w="2922904" h="1624330">
                  <a:moveTo>
                    <a:pt x="0" y="654050"/>
                  </a:moveTo>
                  <a:lnTo>
                    <a:pt x="0" y="655320"/>
                  </a:lnTo>
                </a:path>
                <a:path w="2922904" h="1624330">
                  <a:moveTo>
                    <a:pt x="0" y="655954"/>
                  </a:moveTo>
                  <a:lnTo>
                    <a:pt x="0" y="657225"/>
                  </a:lnTo>
                </a:path>
                <a:path w="2922904" h="1624330">
                  <a:moveTo>
                    <a:pt x="0" y="657859"/>
                  </a:moveTo>
                  <a:lnTo>
                    <a:pt x="0" y="659129"/>
                  </a:lnTo>
                </a:path>
                <a:path w="2922904" h="1624330">
                  <a:moveTo>
                    <a:pt x="0" y="659765"/>
                  </a:moveTo>
                  <a:lnTo>
                    <a:pt x="0" y="661034"/>
                  </a:lnTo>
                </a:path>
                <a:path w="2922904" h="1624330">
                  <a:moveTo>
                    <a:pt x="0" y="661670"/>
                  </a:moveTo>
                  <a:lnTo>
                    <a:pt x="0" y="662940"/>
                  </a:lnTo>
                </a:path>
                <a:path w="2922904" h="1624330">
                  <a:moveTo>
                    <a:pt x="0" y="662940"/>
                  </a:moveTo>
                  <a:lnTo>
                    <a:pt x="0" y="664209"/>
                  </a:lnTo>
                </a:path>
                <a:path w="2922904" h="1624330">
                  <a:moveTo>
                    <a:pt x="0" y="664845"/>
                  </a:moveTo>
                  <a:lnTo>
                    <a:pt x="0" y="666115"/>
                  </a:lnTo>
                </a:path>
                <a:path w="2922904" h="1624330">
                  <a:moveTo>
                    <a:pt x="0" y="666750"/>
                  </a:moveTo>
                  <a:lnTo>
                    <a:pt x="0" y="668020"/>
                  </a:lnTo>
                </a:path>
                <a:path w="2922904" h="1624330">
                  <a:moveTo>
                    <a:pt x="0" y="668654"/>
                  </a:moveTo>
                  <a:lnTo>
                    <a:pt x="0" y="669925"/>
                  </a:lnTo>
                </a:path>
                <a:path w="2922904" h="1624330">
                  <a:moveTo>
                    <a:pt x="0" y="670559"/>
                  </a:moveTo>
                  <a:lnTo>
                    <a:pt x="0" y="671829"/>
                  </a:lnTo>
                </a:path>
                <a:path w="2922904" h="1624330">
                  <a:moveTo>
                    <a:pt x="0" y="671829"/>
                  </a:moveTo>
                  <a:lnTo>
                    <a:pt x="0" y="673100"/>
                  </a:lnTo>
                </a:path>
                <a:path w="2922904" h="1624330">
                  <a:moveTo>
                    <a:pt x="0" y="673734"/>
                  </a:moveTo>
                  <a:lnTo>
                    <a:pt x="0" y="675004"/>
                  </a:lnTo>
                </a:path>
                <a:path w="2922904" h="1624330">
                  <a:moveTo>
                    <a:pt x="0" y="675640"/>
                  </a:moveTo>
                  <a:lnTo>
                    <a:pt x="0" y="676909"/>
                  </a:lnTo>
                </a:path>
                <a:path w="2922904" h="1624330">
                  <a:moveTo>
                    <a:pt x="0" y="677545"/>
                  </a:moveTo>
                  <a:lnTo>
                    <a:pt x="0" y="678815"/>
                  </a:lnTo>
                </a:path>
                <a:path w="2922904" h="1624330">
                  <a:moveTo>
                    <a:pt x="0" y="679450"/>
                  </a:moveTo>
                  <a:lnTo>
                    <a:pt x="0" y="680720"/>
                  </a:lnTo>
                </a:path>
                <a:path w="2922904" h="1624330">
                  <a:moveTo>
                    <a:pt x="0" y="680720"/>
                  </a:moveTo>
                  <a:lnTo>
                    <a:pt x="0" y="681990"/>
                  </a:lnTo>
                </a:path>
                <a:path w="2922904" h="1624330">
                  <a:moveTo>
                    <a:pt x="0" y="682625"/>
                  </a:moveTo>
                  <a:lnTo>
                    <a:pt x="0" y="683895"/>
                  </a:lnTo>
                </a:path>
                <a:path w="2922904" h="1624330">
                  <a:moveTo>
                    <a:pt x="0" y="684529"/>
                  </a:moveTo>
                  <a:lnTo>
                    <a:pt x="0" y="685800"/>
                  </a:lnTo>
                </a:path>
                <a:path w="2922904" h="1624330">
                  <a:moveTo>
                    <a:pt x="0" y="686434"/>
                  </a:moveTo>
                  <a:lnTo>
                    <a:pt x="0" y="687704"/>
                  </a:lnTo>
                </a:path>
                <a:path w="2922904" h="1624330">
                  <a:moveTo>
                    <a:pt x="0" y="688340"/>
                  </a:moveTo>
                  <a:lnTo>
                    <a:pt x="0" y="689609"/>
                  </a:lnTo>
                </a:path>
                <a:path w="2922904" h="1624330">
                  <a:moveTo>
                    <a:pt x="0" y="689609"/>
                  </a:moveTo>
                  <a:lnTo>
                    <a:pt x="0" y="690879"/>
                  </a:lnTo>
                </a:path>
                <a:path w="2922904" h="1624330">
                  <a:moveTo>
                    <a:pt x="0" y="691515"/>
                  </a:moveTo>
                  <a:lnTo>
                    <a:pt x="0" y="692784"/>
                  </a:lnTo>
                </a:path>
                <a:path w="2922904" h="1624330">
                  <a:moveTo>
                    <a:pt x="0" y="693420"/>
                  </a:moveTo>
                  <a:lnTo>
                    <a:pt x="0" y="694690"/>
                  </a:lnTo>
                </a:path>
                <a:path w="2922904" h="1624330">
                  <a:moveTo>
                    <a:pt x="0" y="695325"/>
                  </a:moveTo>
                  <a:lnTo>
                    <a:pt x="0" y="696595"/>
                  </a:lnTo>
                </a:path>
                <a:path w="2922904" h="1624330">
                  <a:moveTo>
                    <a:pt x="0" y="697229"/>
                  </a:moveTo>
                  <a:lnTo>
                    <a:pt x="0" y="698500"/>
                  </a:lnTo>
                </a:path>
                <a:path w="2922904" h="1624330">
                  <a:moveTo>
                    <a:pt x="0" y="698500"/>
                  </a:moveTo>
                  <a:lnTo>
                    <a:pt x="0" y="699770"/>
                  </a:lnTo>
                </a:path>
                <a:path w="2922904" h="1624330">
                  <a:moveTo>
                    <a:pt x="0" y="700404"/>
                  </a:moveTo>
                  <a:lnTo>
                    <a:pt x="0" y="701675"/>
                  </a:lnTo>
                </a:path>
                <a:path w="2922904" h="1624330">
                  <a:moveTo>
                    <a:pt x="0" y="702309"/>
                  </a:moveTo>
                  <a:lnTo>
                    <a:pt x="0" y="703579"/>
                  </a:lnTo>
                </a:path>
                <a:path w="2922904" h="1624330">
                  <a:moveTo>
                    <a:pt x="0" y="704215"/>
                  </a:moveTo>
                  <a:lnTo>
                    <a:pt x="0" y="705484"/>
                  </a:lnTo>
                </a:path>
                <a:path w="2922904" h="1624330">
                  <a:moveTo>
                    <a:pt x="0" y="706120"/>
                  </a:moveTo>
                  <a:lnTo>
                    <a:pt x="0" y="707390"/>
                  </a:lnTo>
                </a:path>
                <a:path w="2922904" h="1624330">
                  <a:moveTo>
                    <a:pt x="0" y="707390"/>
                  </a:moveTo>
                  <a:lnTo>
                    <a:pt x="0" y="708659"/>
                  </a:lnTo>
                </a:path>
                <a:path w="2922904" h="1624330">
                  <a:moveTo>
                    <a:pt x="0" y="709295"/>
                  </a:moveTo>
                  <a:lnTo>
                    <a:pt x="0" y="710565"/>
                  </a:lnTo>
                </a:path>
                <a:path w="2922904" h="1624330">
                  <a:moveTo>
                    <a:pt x="0" y="711200"/>
                  </a:moveTo>
                  <a:lnTo>
                    <a:pt x="0" y="712470"/>
                  </a:lnTo>
                </a:path>
                <a:path w="2922904" h="1624330">
                  <a:moveTo>
                    <a:pt x="0" y="713104"/>
                  </a:moveTo>
                  <a:lnTo>
                    <a:pt x="0" y="714375"/>
                  </a:lnTo>
                </a:path>
                <a:path w="2922904" h="1624330">
                  <a:moveTo>
                    <a:pt x="0" y="715009"/>
                  </a:moveTo>
                  <a:lnTo>
                    <a:pt x="0" y="716279"/>
                  </a:lnTo>
                </a:path>
                <a:path w="2922904" h="1624330">
                  <a:moveTo>
                    <a:pt x="0" y="716279"/>
                  </a:moveTo>
                  <a:lnTo>
                    <a:pt x="0" y="717550"/>
                  </a:lnTo>
                </a:path>
                <a:path w="2922904" h="1624330">
                  <a:moveTo>
                    <a:pt x="0" y="718184"/>
                  </a:moveTo>
                  <a:lnTo>
                    <a:pt x="0" y="719454"/>
                  </a:lnTo>
                </a:path>
                <a:path w="2922904" h="1624330">
                  <a:moveTo>
                    <a:pt x="0" y="720090"/>
                  </a:moveTo>
                  <a:lnTo>
                    <a:pt x="0" y="721359"/>
                  </a:lnTo>
                </a:path>
                <a:path w="2922904" h="1624330">
                  <a:moveTo>
                    <a:pt x="0" y="721995"/>
                  </a:moveTo>
                  <a:lnTo>
                    <a:pt x="0" y="723265"/>
                  </a:lnTo>
                </a:path>
                <a:path w="2922904" h="1624330">
                  <a:moveTo>
                    <a:pt x="0" y="723900"/>
                  </a:moveTo>
                  <a:lnTo>
                    <a:pt x="0" y="725170"/>
                  </a:lnTo>
                </a:path>
                <a:path w="2922904" h="1624330">
                  <a:moveTo>
                    <a:pt x="0" y="725170"/>
                  </a:moveTo>
                  <a:lnTo>
                    <a:pt x="0" y="726440"/>
                  </a:lnTo>
                </a:path>
                <a:path w="2922904" h="1624330">
                  <a:moveTo>
                    <a:pt x="0" y="727075"/>
                  </a:moveTo>
                  <a:lnTo>
                    <a:pt x="0" y="728345"/>
                  </a:lnTo>
                </a:path>
                <a:path w="2922904" h="1624330">
                  <a:moveTo>
                    <a:pt x="0" y="728979"/>
                  </a:moveTo>
                  <a:lnTo>
                    <a:pt x="0" y="730250"/>
                  </a:lnTo>
                </a:path>
                <a:path w="2922904" h="1624330">
                  <a:moveTo>
                    <a:pt x="0" y="730884"/>
                  </a:moveTo>
                  <a:lnTo>
                    <a:pt x="0" y="732154"/>
                  </a:lnTo>
                </a:path>
                <a:path w="2922904" h="1624330">
                  <a:moveTo>
                    <a:pt x="0" y="732790"/>
                  </a:moveTo>
                  <a:lnTo>
                    <a:pt x="0" y="734059"/>
                  </a:lnTo>
                </a:path>
                <a:path w="2922904" h="1624330">
                  <a:moveTo>
                    <a:pt x="0" y="734059"/>
                  </a:moveTo>
                  <a:lnTo>
                    <a:pt x="0" y="735329"/>
                  </a:lnTo>
                </a:path>
                <a:path w="2922904" h="1624330">
                  <a:moveTo>
                    <a:pt x="0" y="735965"/>
                  </a:moveTo>
                  <a:lnTo>
                    <a:pt x="0" y="737234"/>
                  </a:lnTo>
                </a:path>
                <a:path w="2922904" h="1624330">
                  <a:moveTo>
                    <a:pt x="0" y="737870"/>
                  </a:moveTo>
                  <a:lnTo>
                    <a:pt x="0" y="739140"/>
                  </a:lnTo>
                </a:path>
                <a:path w="2922904" h="1624330">
                  <a:moveTo>
                    <a:pt x="0" y="739775"/>
                  </a:moveTo>
                  <a:lnTo>
                    <a:pt x="0" y="741045"/>
                  </a:lnTo>
                </a:path>
                <a:path w="2922904" h="1624330">
                  <a:moveTo>
                    <a:pt x="0" y="741679"/>
                  </a:moveTo>
                  <a:lnTo>
                    <a:pt x="0" y="742950"/>
                  </a:lnTo>
                </a:path>
                <a:path w="2922904" h="1624330">
                  <a:moveTo>
                    <a:pt x="0" y="742950"/>
                  </a:moveTo>
                  <a:lnTo>
                    <a:pt x="0" y="744220"/>
                  </a:lnTo>
                </a:path>
                <a:path w="2922904" h="1624330">
                  <a:moveTo>
                    <a:pt x="0" y="744854"/>
                  </a:moveTo>
                  <a:lnTo>
                    <a:pt x="0" y="746125"/>
                  </a:lnTo>
                </a:path>
                <a:path w="2922904" h="1624330">
                  <a:moveTo>
                    <a:pt x="0" y="746759"/>
                  </a:moveTo>
                  <a:lnTo>
                    <a:pt x="0" y="748029"/>
                  </a:lnTo>
                </a:path>
                <a:path w="2922904" h="1624330">
                  <a:moveTo>
                    <a:pt x="0" y="748665"/>
                  </a:moveTo>
                  <a:lnTo>
                    <a:pt x="0" y="749934"/>
                  </a:lnTo>
                </a:path>
                <a:path w="2922904" h="1624330">
                  <a:moveTo>
                    <a:pt x="0" y="750570"/>
                  </a:moveTo>
                  <a:lnTo>
                    <a:pt x="0" y="751840"/>
                  </a:lnTo>
                </a:path>
                <a:path w="2922904" h="1624330">
                  <a:moveTo>
                    <a:pt x="0" y="751840"/>
                  </a:moveTo>
                  <a:lnTo>
                    <a:pt x="0" y="753109"/>
                  </a:lnTo>
                </a:path>
                <a:path w="2922904" h="1624330">
                  <a:moveTo>
                    <a:pt x="0" y="753745"/>
                  </a:moveTo>
                  <a:lnTo>
                    <a:pt x="0" y="755015"/>
                  </a:lnTo>
                </a:path>
                <a:path w="2922904" h="1624330">
                  <a:moveTo>
                    <a:pt x="0" y="755650"/>
                  </a:moveTo>
                  <a:lnTo>
                    <a:pt x="0" y="756920"/>
                  </a:lnTo>
                </a:path>
                <a:path w="2922904" h="1624330">
                  <a:moveTo>
                    <a:pt x="0" y="757554"/>
                  </a:moveTo>
                  <a:lnTo>
                    <a:pt x="0" y="758825"/>
                  </a:lnTo>
                </a:path>
                <a:path w="2922904" h="1624330">
                  <a:moveTo>
                    <a:pt x="0" y="759459"/>
                  </a:moveTo>
                  <a:lnTo>
                    <a:pt x="0" y="760729"/>
                  </a:lnTo>
                </a:path>
                <a:path w="2922904" h="1624330">
                  <a:moveTo>
                    <a:pt x="0" y="760729"/>
                  </a:moveTo>
                  <a:lnTo>
                    <a:pt x="0" y="762000"/>
                  </a:lnTo>
                </a:path>
                <a:path w="2922904" h="1624330">
                  <a:moveTo>
                    <a:pt x="0" y="762634"/>
                  </a:moveTo>
                  <a:lnTo>
                    <a:pt x="0" y="763904"/>
                  </a:lnTo>
                </a:path>
                <a:path w="2922904" h="1624330">
                  <a:moveTo>
                    <a:pt x="0" y="764540"/>
                  </a:moveTo>
                  <a:lnTo>
                    <a:pt x="0" y="765809"/>
                  </a:lnTo>
                </a:path>
                <a:path w="2922904" h="1624330">
                  <a:moveTo>
                    <a:pt x="0" y="766445"/>
                  </a:moveTo>
                  <a:lnTo>
                    <a:pt x="0" y="767715"/>
                  </a:lnTo>
                </a:path>
                <a:path w="2922904" h="1624330">
                  <a:moveTo>
                    <a:pt x="0" y="768350"/>
                  </a:moveTo>
                  <a:lnTo>
                    <a:pt x="0" y="768984"/>
                  </a:lnTo>
                </a:path>
                <a:path w="2922904" h="1624330">
                  <a:moveTo>
                    <a:pt x="464184" y="0"/>
                  </a:moveTo>
                  <a:lnTo>
                    <a:pt x="464184" y="1270"/>
                  </a:lnTo>
                </a:path>
                <a:path w="2922904" h="1624330">
                  <a:moveTo>
                    <a:pt x="464184" y="1904"/>
                  </a:moveTo>
                  <a:lnTo>
                    <a:pt x="464184" y="3175"/>
                  </a:lnTo>
                </a:path>
                <a:path w="2922904" h="1624330">
                  <a:moveTo>
                    <a:pt x="464184" y="3809"/>
                  </a:moveTo>
                  <a:lnTo>
                    <a:pt x="464184" y="5079"/>
                  </a:lnTo>
                </a:path>
                <a:path w="2922904" h="1624330">
                  <a:moveTo>
                    <a:pt x="464184" y="5079"/>
                  </a:moveTo>
                  <a:lnTo>
                    <a:pt x="464184" y="6350"/>
                  </a:lnTo>
                </a:path>
                <a:path w="2922904" h="1624330">
                  <a:moveTo>
                    <a:pt x="464184" y="6984"/>
                  </a:moveTo>
                  <a:lnTo>
                    <a:pt x="464184" y="8254"/>
                  </a:lnTo>
                </a:path>
                <a:path w="2922904" h="1624330">
                  <a:moveTo>
                    <a:pt x="464184" y="8890"/>
                  </a:moveTo>
                  <a:lnTo>
                    <a:pt x="464184" y="10159"/>
                  </a:lnTo>
                </a:path>
                <a:path w="2922904" h="1624330">
                  <a:moveTo>
                    <a:pt x="464184" y="10795"/>
                  </a:moveTo>
                  <a:lnTo>
                    <a:pt x="464184" y="12065"/>
                  </a:lnTo>
                </a:path>
                <a:path w="2922904" h="1624330">
                  <a:moveTo>
                    <a:pt x="464184" y="12700"/>
                  </a:moveTo>
                  <a:lnTo>
                    <a:pt x="464184" y="13970"/>
                  </a:lnTo>
                </a:path>
                <a:path w="2922904" h="1624330">
                  <a:moveTo>
                    <a:pt x="464184" y="13970"/>
                  </a:moveTo>
                  <a:lnTo>
                    <a:pt x="464184" y="15240"/>
                  </a:lnTo>
                </a:path>
                <a:path w="2922904" h="1624330">
                  <a:moveTo>
                    <a:pt x="464184" y="15875"/>
                  </a:moveTo>
                  <a:lnTo>
                    <a:pt x="464184" y="17145"/>
                  </a:lnTo>
                </a:path>
                <a:path w="2922904" h="1624330">
                  <a:moveTo>
                    <a:pt x="464184" y="17779"/>
                  </a:moveTo>
                  <a:lnTo>
                    <a:pt x="464184" y="19050"/>
                  </a:lnTo>
                </a:path>
                <a:path w="2922904" h="1624330">
                  <a:moveTo>
                    <a:pt x="464184" y="19684"/>
                  </a:moveTo>
                  <a:lnTo>
                    <a:pt x="464184" y="20954"/>
                  </a:lnTo>
                </a:path>
                <a:path w="2922904" h="1624330">
                  <a:moveTo>
                    <a:pt x="464184" y="21590"/>
                  </a:moveTo>
                  <a:lnTo>
                    <a:pt x="464184" y="22859"/>
                  </a:lnTo>
                </a:path>
                <a:path w="2922904" h="1624330">
                  <a:moveTo>
                    <a:pt x="464184" y="22859"/>
                  </a:moveTo>
                  <a:lnTo>
                    <a:pt x="464184" y="24129"/>
                  </a:lnTo>
                </a:path>
                <a:path w="2922904" h="1624330">
                  <a:moveTo>
                    <a:pt x="464184" y="24765"/>
                  </a:moveTo>
                  <a:lnTo>
                    <a:pt x="464184" y="26034"/>
                  </a:lnTo>
                </a:path>
                <a:path w="2922904" h="1624330">
                  <a:moveTo>
                    <a:pt x="464184" y="26670"/>
                  </a:moveTo>
                  <a:lnTo>
                    <a:pt x="464184" y="27940"/>
                  </a:lnTo>
                </a:path>
                <a:path w="2922904" h="1624330">
                  <a:moveTo>
                    <a:pt x="464184" y="28575"/>
                  </a:moveTo>
                  <a:lnTo>
                    <a:pt x="464184" y="29845"/>
                  </a:lnTo>
                </a:path>
                <a:path w="2922904" h="1624330">
                  <a:moveTo>
                    <a:pt x="464184" y="30479"/>
                  </a:moveTo>
                  <a:lnTo>
                    <a:pt x="464184" y="31750"/>
                  </a:lnTo>
                </a:path>
                <a:path w="2922904" h="1624330">
                  <a:moveTo>
                    <a:pt x="464184" y="31750"/>
                  </a:moveTo>
                  <a:lnTo>
                    <a:pt x="464184" y="33020"/>
                  </a:lnTo>
                </a:path>
                <a:path w="2922904" h="1624330">
                  <a:moveTo>
                    <a:pt x="464184" y="33654"/>
                  </a:moveTo>
                  <a:lnTo>
                    <a:pt x="464184" y="34925"/>
                  </a:lnTo>
                </a:path>
                <a:path w="2922904" h="1624330">
                  <a:moveTo>
                    <a:pt x="464184" y="35559"/>
                  </a:moveTo>
                  <a:lnTo>
                    <a:pt x="464184" y="36829"/>
                  </a:lnTo>
                </a:path>
                <a:path w="2922904" h="1624330">
                  <a:moveTo>
                    <a:pt x="464184" y="37465"/>
                  </a:moveTo>
                  <a:lnTo>
                    <a:pt x="464184" y="38734"/>
                  </a:lnTo>
                </a:path>
                <a:path w="2922904" h="1624330">
                  <a:moveTo>
                    <a:pt x="464184" y="39370"/>
                  </a:moveTo>
                  <a:lnTo>
                    <a:pt x="464184" y="40640"/>
                  </a:lnTo>
                </a:path>
                <a:path w="2922904" h="1624330">
                  <a:moveTo>
                    <a:pt x="464184" y="40640"/>
                  </a:moveTo>
                  <a:lnTo>
                    <a:pt x="464184" y="41909"/>
                  </a:lnTo>
                </a:path>
                <a:path w="2922904" h="1624330">
                  <a:moveTo>
                    <a:pt x="464184" y="42545"/>
                  </a:moveTo>
                  <a:lnTo>
                    <a:pt x="464184" y="43815"/>
                  </a:lnTo>
                </a:path>
                <a:path w="2922904" h="1624330">
                  <a:moveTo>
                    <a:pt x="464184" y="44450"/>
                  </a:moveTo>
                  <a:lnTo>
                    <a:pt x="464184" y="45720"/>
                  </a:lnTo>
                </a:path>
                <a:path w="2922904" h="1624330">
                  <a:moveTo>
                    <a:pt x="464184" y="46354"/>
                  </a:moveTo>
                  <a:lnTo>
                    <a:pt x="464184" y="47625"/>
                  </a:lnTo>
                </a:path>
                <a:path w="2922904" h="1624330">
                  <a:moveTo>
                    <a:pt x="464184" y="48259"/>
                  </a:moveTo>
                  <a:lnTo>
                    <a:pt x="464184" y="49529"/>
                  </a:lnTo>
                </a:path>
                <a:path w="2922904" h="1624330">
                  <a:moveTo>
                    <a:pt x="464184" y="49529"/>
                  </a:moveTo>
                  <a:lnTo>
                    <a:pt x="464184" y="50800"/>
                  </a:lnTo>
                </a:path>
                <a:path w="2922904" h="1624330">
                  <a:moveTo>
                    <a:pt x="464184" y="51434"/>
                  </a:moveTo>
                  <a:lnTo>
                    <a:pt x="464184" y="52704"/>
                  </a:lnTo>
                </a:path>
                <a:path w="2922904" h="1624330">
                  <a:moveTo>
                    <a:pt x="464184" y="53340"/>
                  </a:moveTo>
                  <a:lnTo>
                    <a:pt x="464184" y="54609"/>
                  </a:lnTo>
                </a:path>
                <a:path w="2922904" h="1624330">
                  <a:moveTo>
                    <a:pt x="464184" y="55245"/>
                  </a:moveTo>
                  <a:lnTo>
                    <a:pt x="464184" y="56515"/>
                  </a:lnTo>
                </a:path>
                <a:path w="2922904" h="1624330">
                  <a:moveTo>
                    <a:pt x="464184" y="57150"/>
                  </a:moveTo>
                  <a:lnTo>
                    <a:pt x="464184" y="58420"/>
                  </a:lnTo>
                </a:path>
                <a:path w="2922904" h="1624330">
                  <a:moveTo>
                    <a:pt x="464184" y="58420"/>
                  </a:moveTo>
                  <a:lnTo>
                    <a:pt x="464184" y="59690"/>
                  </a:lnTo>
                </a:path>
                <a:path w="2922904" h="1624330">
                  <a:moveTo>
                    <a:pt x="464184" y="60325"/>
                  </a:moveTo>
                  <a:lnTo>
                    <a:pt x="464184" y="61595"/>
                  </a:lnTo>
                </a:path>
                <a:path w="2922904" h="1624330">
                  <a:moveTo>
                    <a:pt x="464184" y="62229"/>
                  </a:moveTo>
                  <a:lnTo>
                    <a:pt x="464184" y="63500"/>
                  </a:lnTo>
                </a:path>
                <a:path w="2922904" h="1624330">
                  <a:moveTo>
                    <a:pt x="464184" y="64134"/>
                  </a:moveTo>
                  <a:lnTo>
                    <a:pt x="464184" y="65404"/>
                  </a:lnTo>
                </a:path>
                <a:path w="2922904" h="1624330">
                  <a:moveTo>
                    <a:pt x="464184" y="66040"/>
                  </a:moveTo>
                  <a:lnTo>
                    <a:pt x="464184" y="67309"/>
                  </a:lnTo>
                </a:path>
                <a:path w="2922904" h="1624330">
                  <a:moveTo>
                    <a:pt x="464184" y="67309"/>
                  </a:moveTo>
                  <a:lnTo>
                    <a:pt x="464184" y="68579"/>
                  </a:lnTo>
                </a:path>
                <a:path w="2922904" h="1624330">
                  <a:moveTo>
                    <a:pt x="464184" y="69215"/>
                  </a:moveTo>
                  <a:lnTo>
                    <a:pt x="464184" y="70484"/>
                  </a:lnTo>
                </a:path>
                <a:path w="2922904" h="1624330">
                  <a:moveTo>
                    <a:pt x="464184" y="71120"/>
                  </a:moveTo>
                  <a:lnTo>
                    <a:pt x="464184" y="72390"/>
                  </a:lnTo>
                </a:path>
                <a:path w="2922904" h="1624330">
                  <a:moveTo>
                    <a:pt x="464184" y="73025"/>
                  </a:moveTo>
                  <a:lnTo>
                    <a:pt x="464184" y="74295"/>
                  </a:lnTo>
                </a:path>
                <a:path w="2922904" h="1624330">
                  <a:moveTo>
                    <a:pt x="464184" y="74929"/>
                  </a:moveTo>
                  <a:lnTo>
                    <a:pt x="464184" y="76200"/>
                  </a:lnTo>
                </a:path>
                <a:path w="2922904" h="1624330">
                  <a:moveTo>
                    <a:pt x="464184" y="76200"/>
                  </a:moveTo>
                  <a:lnTo>
                    <a:pt x="464184" y="77470"/>
                  </a:lnTo>
                </a:path>
                <a:path w="2922904" h="1624330">
                  <a:moveTo>
                    <a:pt x="464184" y="78104"/>
                  </a:moveTo>
                  <a:lnTo>
                    <a:pt x="464184" y="79375"/>
                  </a:lnTo>
                </a:path>
                <a:path w="2922904" h="1624330">
                  <a:moveTo>
                    <a:pt x="464184" y="80009"/>
                  </a:moveTo>
                  <a:lnTo>
                    <a:pt x="464184" y="81279"/>
                  </a:lnTo>
                </a:path>
                <a:path w="2922904" h="1624330">
                  <a:moveTo>
                    <a:pt x="464184" y="81915"/>
                  </a:moveTo>
                  <a:lnTo>
                    <a:pt x="464184" y="83184"/>
                  </a:lnTo>
                </a:path>
                <a:path w="2922904" h="1624330">
                  <a:moveTo>
                    <a:pt x="464184" y="83820"/>
                  </a:moveTo>
                  <a:lnTo>
                    <a:pt x="464184" y="85090"/>
                  </a:lnTo>
                </a:path>
                <a:path w="2922904" h="1624330">
                  <a:moveTo>
                    <a:pt x="464184" y="85090"/>
                  </a:moveTo>
                  <a:lnTo>
                    <a:pt x="464184" y="86359"/>
                  </a:lnTo>
                </a:path>
                <a:path w="2922904" h="1624330">
                  <a:moveTo>
                    <a:pt x="464184" y="86995"/>
                  </a:moveTo>
                  <a:lnTo>
                    <a:pt x="464184" y="88265"/>
                  </a:lnTo>
                </a:path>
                <a:path w="2922904" h="1624330">
                  <a:moveTo>
                    <a:pt x="464184" y="88900"/>
                  </a:moveTo>
                  <a:lnTo>
                    <a:pt x="464184" y="90170"/>
                  </a:lnTo>
                </a:path>
                <a:path w="2922904" h="1624330">
                  <a:moveTo>
                    <a:pt x="464184" y="90804"/>
                  </a:moveTo>
                  <a:lnTo>
                    <a:pt x="464184" y="92075"/>
                  </a:lnTo>
                </a:path>
                <a:path w="2922904" h="1624330">
                  <a:moveTo>
                    <a:pt x="464184" y="92709"/>
                  </a:moveTo>
                  <a:lnTo>
                    <a:pt x="464184" y="93979"/>
                  </a:lnTo>
                </a:path>
                <a:path w="2922904" h="1624330">
                  <a:moveTo>
                    <a:pt x="464184" y="93979"/>
                  </a:moveTo>
                  <a:lnTo>
                    <a:pt x="464184" y="95250"/>
                  </a:lnTo>
                </a:path>
                <a:path w="2922904" h="1624330">
                  <a:moveTo>
                    <a:pt x="464184" y="95884"/>
                  </a:moveTo>
                  <a:lnTo>
                    <a:pt x="464184" y="97154"/>
                  </a:lnTo>
                </a:path>
                <a:path w="2922904" h="1624330">
                  <a:moveTo>
                    <a:pt x="464184" y="97790"/>
                  </a:moveTo>
                  <a:lnTo>
                    <a:pt x="464184" y="99059"/>
                  </a:lnTo>
                </a:path>
                <a:path w="2922904" h="1624330">
                  <a:moveTo>
                    <a:pt x="464184" y="99695"/>
                  </a:moveTo>
                  <a:lnTo>
                    <a:pt x="464184" y="100965"/>
                  </a:lnTo>
                </a:path>
                <a:path w="2922904" h="1624330">
                  <a:moveTo>
                    <a:pt x="464184" y="101600"/>
                  </a:moveTo>
                  <a:lnTo>
                    <a:pt x="464184" y="102870"/>
                  </a:lnTo>
                </a:path>
                <a:path w="2922904" h="1624330">
                  <a:moveTo>
                    <a:pt x="464184" y="102870"/>
                  </a:moveTo>
                  <a:lnTo>
                    <a:pt x="464184" y="104140"/>
                  </a:lnTo>
                </a:path>
                <a:path w="2922904" h="1624330">
                  <a:moveTo>
                    <a:pt x="464184" y="104775"/>
                  </a:moveTo>
                  <a:lnTo>
                    <a:pt x="464184" y="106045"/>
                  </a:lnTo>
                </a:path>
                <a:path w="2922904" h="1624330">
                  <a:moveTo>
                    <a:pt x="464184" y="106679"/>
                  </a:moveTo>
                  <a:lnTo>
                    <a:pt x="464184" y="107950"/>
                  </a:lnTo>
                </a:path>
                <a:path w="2922904" h="1624330">
                  <a:moveTo>
                    <a:pt x="464184" y="108584"/>
                  </a:moveTo>
                  <a:lnTo>
                    <a:pt x="464184" y="109854"/>
                  </a:lnTo>
                </a:path>
                <a:path w="2922904" h="1624330">
                  <a:moveTo>
                    <a:pt x="464184" y="110490"/>
                  </a:moveTo>
                  <a:lnTo>
                    <a:pt x="464184" y="111759"/>
                  </a:lnTo>
                </a:path>
                <a:path w="2922904" h="1624330">
                  <a:moveTo>
                    <a:pt x="464184" y="111759"/>
                  </a:moveTo>
                  <a:lnTo>
                    <a:pt x="464184" y="113029"/>
                  </a:lnTo>
                </a:path>
                <a:path w="2922904" h="1624330">
                  <a:moveTo>
                    <a:pt x="464184" y="113665"/>
                  </a:moveTo>
                  <a:lnTo>
                    <a:pt x="464184" y="114934"/>
                  </a:lnTo>
                </a:path>
                <a:path w="2922904" h="1624330">
                  <a:moveTo>
                    <a:pt x="464184" y="115570"/>
                  </a:moveTo>
                  <a:lnTo>
                    <a:pt x="464184" y="116840"/>
                  </a:lnTo>
                </a:path>
                <a:path w="2922904" h="1624330">
                  <a:moveTo>
                    <a:pt x="464184" y="117475"/>
                  </a:moveTo>
                  <a:lnTo>
                    <a:pt x="464184" y="118745"/>
                  </a:lnTo>
                </a:path>
                <a:path w="2922904" h="1624330">
                  <a:moveTo>
                    <a:pt x="464184" y="119379"/>
                  </a:moveTo>
                  <a:lnTo>
                    <a:pt x="464184" y="120650"/>
                  </a:lnTo>
                </a:path>
                <a:path w="2922904" h="1624330">
                  <a:moveTo>
                    <a:pt x="464184" y="120650"/>
                  </a:moveTo>
                  <a:lnTo>
                    <a:pt x="464184" y="121920"/>
                  </a:lnTo>
                </a:path>
                <a:path w="2922904" h="1624330">
                  <a:moveTo>
                    <a:pt x="464184" y="122554"/>
                  </a:moveTo>
                  <a:lnTo>
                    <a:pt x="464184" y="123825"/>
                  </a:lnTo>
                </a:path>
                <a:path w="2922904" h="1624330">
                  <a:moveTo>
                    <a:pt x="464184" y="124459"/>
                  </a:moveTo>
                  <a:lnTo>
                    <a:pt x="464184" y="125729"/>
                  </a:lnTo>
                </a:path>
                <a:path w="2922904" h="1624330">
                  <a:moveTo>
                    <a:pt x="464184" y="126365"/>
                  </a:moveTo>
                  <a:lnTo>
                    <a:pt x="464184" y="127634"/>
                  </a:lnTo>
                </a:path>
                <a:path w="2922904" h="1624330">
                  <a:moveTo>
                    <a:pt x="464184" y="128270"/>
                  </a:moveTo>
                  <a:lnTo>
                    <a:pt x="464184" y="129540"/>
                  </a:lnTo>
                </a:path>
                <a:path w="2922904" h="1624330">
                  <a:moveTo>
                    <a:pt x="464184" y="129540"/>
                  </a:moveTo>
                  <a:lnTo>
                    <a:pt x="464184" y="130809"/>
                  </a:lnTo>
                </a:path>
                <a:path w="2922904" h="1624330">
                  <a:moveTo>
                    <a:pt x="464184" y="131445"/>
                  </a:moveTo>
                  <a:lnTo>
                    <a:pt x="464184" y="132715"/>
                  </a:lnTo>
                </a:path>
                <a:path w="2922904" h="1624330">
                  <a:moveTo>
                    <a:pt x="464184" y="133350"/>
                  </a:moveTo>
                  <a:lnTo>
                    <a:pt x="464184" y="134620"/>
                  </a:lnTo>
                </a:path>
                <a:path w="2922904" h="1624330">
                  <a:moveTo>
                    <a:pt x="464184" y="135254"/>
                  </a:moveTo>
                  <a:lnTo>
                    <a:pt x="464184" y="136525"/>
                  </a:lnTo>
                </a:path>
                <a:path w="2922904" h="1624330">
                  <a:moveTo>
                    <a:pt x="464184" y="137159"/>
                  </a:moveTo>
                  <a:lnTo>
                    <a:pt x="464184" y="138429"/>
                  </a:lnTo>
                </a:path>
                <a:path w="2922904" h="1624330">
                  <a:moveTo>
                    <a:pt x="464184" y="138429"/>
                  </a:moveTo>
                  <a:lnTo>
                    <a:pt x="464184" y="139700"/>
                  </a:lnTo>
                </a:path>
                <a:path w="2922904" h="1624330">
                  <a:moveTo>
                    <a:pt x="464184" y="140334"/>
                  </a:moveTo>
                  <a:lnTo>
                    <a:pt x="464184" y="141604"/>
                  </a:lnTo>
                </a:path>
                <a:path w="2922904" h="1624330">
                  <a:moveTo>
                    <a:pt x="464184" y="142240"/>
                  </a:moveTo>
                  <a:lnTo>
                    <a:pt x="464184" y="143509"/>
                  </a:lnTo>
                </a:path>
                <a:path w="2922904" h="1624330">
                  <a:moveTo>
                    <a:pt x="464184" y="144145"/>
                  </a:moveTo>
                  <a:lnTo>
                    <a:pt x="464184" y="145415"/>
                  </a:lnTo>
                </a:path>
                <a:path w="2922904" h="1624330">
                  <a:moveTo>
                    <a:pt x="464184" y="146050"/>
                  </a:moveTo>
                  <a:lnTo>
                    <a:pt x="464184" y="147320"/>
                  </a:lnTo>
                </a:path>
                <a:path w="2922904" h="1624330">
                  <a:moveTo>
                    <a:pt x="464184" y="147320"/>
                  </a:moveTo>
                  <a:lnTo>
                    <a:pt x="464184" y="148590"/>
                  </a:lnTo>
                </a:path>
                <a:path w="2922904" h="1624330">
                  <a:moveTo>
                    <a:pt x="464184" y="149225"/>
                  </a:moveTo>
                  <a:lnTo>
                    <a:pt x="464184" y="150495"/>
                  </a:lnTo>
                </a:path>
                <a:path w="2922904" h="1624330">
                  <a:moveTo>
                    <a:pt x="464184" y="151129"/>
                  </a:moveTo>
                  <a:lnTo>
                    <a:pt x="464184" y="152400"/>
                  </a:lnTo>
                </a:path>
                <a:path w="2922904" h="1624330">
                  <a:moveTo>
                    <a:pt x="464184" y="153034"/>
                  </a:moveTo>
                  <a:lnTo>
                    <a:pt x="464184" y="154304"/>
                  </a:lnTo>
                </a:path>
                <a:path w="2922904" h="1624330">
                  <a:moveTo>
                    <a:pt x="464184" y="154940"/>
                  </a:moveTo>
                  <a:lnTo>
                    <a:pt x="464184" y="156209"/>
                  </a:lnTo>
                </a:path>
                <a:path w="2922904" h="1624330">
                  <a:moveTo>
                    <a:pt x="464184" y="156209"/>
                  </a:moveTo>
                  <a:lnTo>
                    <a:pt x="464184" y="157479"/>
                  </a:lnTo>
                </a:path>
                <a:path w="2922904" h="1624330">
                  <a:moveTo>
                    <a:pt x="464184" y="158115"/>
                  </a:moveTo>
                  <a:lnTo>
                    <a:pt x="464184" y="159384"/>
                  </a:lnTo>
                </a:path>
                <a:path w="2922904" h="1624330">
                  <a:moveTo>
                    <a:pt x="464184" y="160020"/>
                  </a:moveTo>
                  <a:lnTo>
                    <a:pt x="464184" y="161290"/>
                  </a:lnTo>
                </a:path>
                <a:path w="2922904" h="1624330">
                  <a:moveTo>
                    <a:pt x="464184" y="161925"/>
                  </a:moveTo>
                  <a:lnTo>
                    <a:pt x="464184" y="163195"/>
                  </a:lnTo>
                </a:path>
                <a:path w="2922904" h="1624330">
                  <a:moveTo>
                    <a:pt x="464184" y="163829"/>
                  </a:moveTo>
                  <a:lnTo>
                    <a:pt x="464184" y="165100"/>
                  </a:lnTo>
                </a:path>
                <a:path w="2922904" h="1624330">
                  <a:moveTo>
                    <a:pt x="464184" y="165100"/>
                  </a:moveTo>
                  <a:lnTo>
                    <a:pt x="464184" y="166370"/>
                  </a:lnTo>
                </a:path>
                <a:path w="2922904" h="1624330">
                  <a:moveTo>
                    <a:pt x="464184" y="167004"/>
                  </a:moveTo>
                  <a:lnTo>
                    <a:pt x="464184" y="168275"/>
                  </a:lnTo>
                </a:path>
                <a:path w="2922904" h="1624330">
                  <a:moveTo>
                    <a:pt x="464184" y="168909"/>
                  </a:moveTo>
                  <a:lnTo>
                    <a:pt x="464184" y="170179"/>
                  </a:lnTo>
                </a:path>
                <a:path w="2922904" h="1624330">
                  <a:moveTo>
                    <a:pt x="464184" y="170815"/>
                  </a:moveTo>
                  <a:lnTo>
                    <a:pt x="464184" y="172084"/>
                  </a:lnTo>
                </a:path>
                <a:path w="2922904" h="1624330">
                  <a:moveTo>
                    <a:pt x="464184" y="172720"/>
                  </a:moveTo>
                  <a:lnTo>
                    <a:pt x="464184" y="173990"/>
                  </a:lnTo>
                </a:path>
                <a:path w="2922904" h="1624330">
                  <a:moveTo>
                    <a:pt x="464184" y="173990"/>
                  </a:moveTo>
                  <a:lnTo>
                    <a:pt x="464184" y="175259"/>
                  </a:lnTo>
                </a:path>
                <a:path w="2922904" h="1624330">
                  <a:moveTo>
                    <a:pt x="464184" y="175895"/>
                  </a:moveTo>
                  <a:lnTo>
                    <a:pt x="464184" y="177165"/>
                  </a:lnTo>
                </a:path>
                <a:path w="2922904" h="1624330">
                  <a:moveTo>
                    <a:pt x="464184" y="177800"/>
                  </a:moveTo>
                  <a:lnTo>
                    <a:pt x="464184" y="179070"/>
                  </a:lnTo>
                </a:path>
                <a:path w="2922904" h="1624330">
                  <a:moveTo>
                    <a:pt x="464184" y="179704"/>
                  </a:moveTo>
                  <a:lnTo>
                    <a:pt x="464184" y="180975"/>
                  </a:lnTo>
                </a:path>
                <a:path w="2922904" h="1624330">
                  <a:moveTo>
                    <a:pt x="464184" y="181609"/>
                  </a:moveTo>
                  <a:lnTo>
                    <a:pt x="464184" y="182879"/>
                  </a:lnTo>
                </a:path>
                <a:path w="2922904" h="1624330">
                  <a:moveTo>
                    <a:pt x="464184" y="182879"/>
                  </a:moveTo>
                  <a:lnTo>
                    <a:pt x="464184" y="184150"/>
                  </a:lnTo>
                </a:path>
                <a:path w="2922904" h="1624330">
                  <a:moveTo>
                    <a:pt x="464184" y="184784"/>
                  </a:moveTo>
                  <a:lnTo>
                    <a:pt x="464184" y="186054"/>
                  </a:lnTo>
                </a:path>
                <a:path w="2922904" h="1624330">
                  <a:moveTo>
                    <a:pt x="464184" y="186690"/>
                  </a:moveTo>
                  <a:lnTo>
                    <a:pt x="464184" y="187959"/>
                  </a:lnTo>
                </a:path>
                <a:path w="2922904" h="1624330">
                  <a:moveTo>
                    <a:pt x="464184" y="188595"/>
                  </a:moveTo>
                  <a:lnTo>
                    <a:pt x="464184" y="189865"/>
                  </a:lnTo>
                </a:path>
                <a:path w="2922904" h="1624330">
                  <a:moveTo>
                    <a:pt x="464184" y="190500"/>
                  </a:moveTo>
                  <a:lnTo>
                    <a:pt x="464184" y="191770"/>
                  </a:lnTo>
                </a:path>
                <a:path w="2922904" h="1624330">
                  <a:moveTo>
                    <a:pt x="464184" y="191770"/>
                  </a:moveTo>
                  <a:lnTo>
                    <a:pt x="464184" y="193040"/>
                  </a:lnTo>
                </a:path>
                <a:path w="2922904" h="1624330">
                  <a:moveTo>
                    <a:pt x="464184" y="193675"/>
                  </a:moveTo>
                  <a:lnTo>
                    <a:pt x="464184" y="194945"/>
                  </a:lnTo>
                </a:path>
                <a:path w="2922904" h="1624330">
                  <a:moveTo>
                    <a:pt x="464184" y="195579"/>
                  </a:moveTo>
                  <a:lnTo>
                    <a:pt x="464184" y="196850"/>
                  </a:lnTo>
                </a:path>
                <a:path w="2922904" h="1624330">
                  <a:moveTo>
                    <a:pt x="464184" y="197484"/>
                  </a:moveTo>
                  <a:lnTo>
                    <a:pt x="464184" y="198754"/>
                  </a:lnTo>
                </a:path>
                <a:path w="2922904" h="1624330">
                  <a:moveTo>
                    <a:pt x="464184" y="199390"/>
                  </a:moveTo>
                  <a:lnTo>
                    <a:pt x="464184" y="200659"/>
                  </a:lnTo>
                </a:path>
                <a:path w="2922904" h="1624330">
                  <a:moveTo>
                    <a:pt x="464184" y="200659"/>
                  </a:moveTo>
                  <a:lnTo>
                    <a:pt x="464184" y="201929"/>
                  </a:lnTo>
                </a:path>
                <a:path w="2922904" h="1624330">
                  <a:moveTo>
                    <a:pt x="464184" y="202565"/>
                  </a:moveTo>
                  <a:lnTo>
                    <a:pt x="464184" y="203834"/>
                  </a:lnTo>
                </a:path>
                <a:path w="2922904" h="1624330">
                  <a:moveTo>
                    <a:pt x="464184" y="204470"/>
                  </a:moveTo>
                  <a:lnTo>
                    <a:pt x="464184" y="205740"/>
                  </a:lnTo>
                </a:path>
                <a:path w="2922904" h="1624330">
                  <a:moveTo>
                    <a:pt x="464184" y="206375"/>
                  </a:moveTo>
                  <a:lnTo>
                    <a:pt x="464184" y="207645"/>
                  </a:lnTo>
                </a:path>
                <a:path w="2922904" h="1624330">
                  <a:moveTo>
                    <a:pt x="464184" y="208279"/>
                  </a:moveTo>
                  <a:lnTo>
                    <a:pt x="464184" y="209550"/>
                  </a:lnTo>
                </a:path>
                <a:path w="2922904" h="1624330">
                  <a:moveTo>
                    <a:pt x="464184" y="209550"/>
                  </a:moveTo>
                  <a:lnTo>
                    <a:pt x="464184" y="210820"/>
                  </a:lnTo>
                </a:path>
                <a:path w="2922904" h="1624330">
                  <a:moveTo>
                    <a:pt x="464184" y="211454"/>
                  </a:moveTo>
                  <a:lnTo>
                    <a:pt x="464184" y="212725"/>
                  </a:lnTo>
                </a:path>
                <a:path w="2922904" h="1624330">
                  <a:moveTo>
                    <a:pt x="464184" y="213359"/>
                  </a:moveTo>
                  <a:lnTo>
                    <a:pt x="464184" y="214629"/>
                  </a:lnTo>
                </a:path>
                <a:path w="2922904" h="1624330">
                  <a:moveTo>
                    <a:pt x="464184" y="215265"/>
                  </a:moveTo>
                  <a:lnTo>
                    <a:pt x="464184" y="216534"/>
                  </a:lnTo>
                </a:path>
                <a:path w="2922904" h="1624330">
                  <a:moveTo>
                    <a:pt x="464184" y="217170"/>
                  </a:moveTo>
                  <a:lnTo>
                    <a:pt x="464184" y="218440"/>
                  </a:lnTo>
                </a:path>
                <a:path w="2922904" h="1624330">
                  <a:moveTo>
                    <a:pt x="464184" y="218440"/>
                  </a:moveTo>
                  <a:lnTo>
                    <a:pt x="464184" y="219709"/>
                  </a:lnTo>
                </a:path>
                <a:path w="2922904" h="1624330">
                  <a:moveTo>
                    <a:pt x="464184" y="220345"/>
                  </a:moveTo>
                  <a:lnTo>
                    <a:pt x="464184" y="221615"/>
                  </a:lnTo>
                </a:path>
                <a:path w="2922904" h="1624330">
                  <a:moveTo>
                    <a:pt x="464184" y="222250"/>
                  </a:moveTo>
                  <a:lnTo>
                    <a:pt x="464184" y="223520"/>
                  </a:lnTo>
                </a:path>
                <a:path w="2922904" h="1624330">
                  <a:moveTo>
                    <a:pt x="464184" y="224154"/>
                  </a:moveTo>
                  <a:lnTo>
                    <a:pt x="464184" y="225425"/>
                  </a:lnTo>
                </a:path>
                <a:path w="2922904" h="1624330">
                  <a:moveTo>
                    <a:pt x="464184" y="226059"/>
                  </a:moveTo>
                  <a:lnTo>
                    <a:pt x="464184" y="227329"/>
                  </a:lnTo>
                </a:path>
                <a:path w="2922904" h="1624330">
                  <a:moveTo>
                    <a:pt x="464184" y="227329"/>
                  </a:moveTo>
                  <a:lnTo>
                    <a:pt x="464184" y="228600"/>
                  </a:lnTo>
                </a:path>
                <a:path w="2922904" h="1624330">
                  <a:moveTo>
                    <a:pt x="464184" y="229234"/>
                  </a:moveTo>
                  <a:lnTo>
                    <a:pt x="464184" y="230504"/>
                  </a:lnTo>
                </a:path>
                <a:path w="2922904" h="1624330">
                  <a:moveTo>
                    <a:pt x="464184" y="231140"/>
                  </a:moveTo>
                  <a:lnTo>
                    <a:pt x="464184" y="232409"/>
                  </a:lnTo>
                </a:path>
                <a:path w="2922904" h="1624330">
                  <a:moveTo>
                    <a:pt x="464184" y="233045"/>
                  </a:moveTo>
                  <a:lnTo>
                    <a:pt x="464184" y="234315"/>
                  </a:lnTo>
                </a:path>
                <a:path w="2922904" h="1624330">
                  <a:moveTo>
                    <a:pt x="464184" y="234950"/>
                  </a:moveTo>
                  <a:lnTo>
                    <a:pt x="464184" y="236220"/>
                  </a:lnTo>
                </a:path>
                <a:path w="2922904" h="1624330">
                  <a:moveTo>
                    <a:pt x="464184" y="236220"/>
                  </a:moveTo>
                  <a:lnTo>
                    <a:pt x="464184" y="237490"/>
                  </a:lnTo>
                </a:path>
                <a:path w="2922904" h="1624330">
                  <a:moveTo>
                    <a:pt x="464184" y="238125"/>
                  </a:moveTo>
                  <a:lnTo>
                    <a:pt x="464184" y="239395"/>
                  </a:lnTo>
                </a:path>
                <a:path w="2922904" h="1624330">
                  <a:moveTo>
                    <a:pt x="464184" y="240029"/>
                  </a:moveTo>
                  <a:lnTo>
                    <a:pt x="464184" y="241300"/>
                  </a:lnTo>
                </a:path>
                <a:path w="2922904" h="1624330">
                  <a:moveTo>
                    <a:pt x="464184" y="241934"/>
                  </a:moveTo>
                  <a:lnTo>
                    <a:pt x="464184" y="243204"/>
                  </a:lnTo>
                </a:path>
                <a:path w="2922904" h="1624330">
                  <a:moveTo>
                    <a:pt x="464184" y="243840"/>
                  </a:moveTo>
                  <a:lnTo>
                    <a:pt x="464184" y="245109"/>
                  </a:lnTo>
                </a:path>
                <a:path w="2922904" h="1624330">
                  <a:moveTo>
                    <a:pt x="464184" y="245109"/>
                  </a:moveTo>
                  <a:lnTo>
                    <a:pt x="464184" y="246379"/>
                  </a:lnTo>
                </a:path>
                <a:path w="2922904" h="1624330">
                  <a:moveTo>
                    <a:pt x="464184" y="247015"/>
                  </a:moveTo>
                  <a:lnTo>
                    <a:pt x="464184" y="248284"/>
                  </a:lnTo>
                </a:path>
                <a:path w="2922904" h="1624330">
                  <a:moveTo>
                    <a:pt x="464184" y="248920"/>
                  </a:moveTo>
                  <a:lnTo>
                    <a:pt x="464184" y="250190"/>
                  </a:lnTo>
                </a:path>
                <a:path w="2922904" h="1624330">
                  <a:moveTo>
                    <a:pt x="464184" y="250825"/>
                  </a:moveTo>
                  <a:lnTo>
                    <a:pt x="464184" y="252095"/>
                  </a:lnTo>
                </a:path>
                <a:path w="2922904" h="1624330">
                  <a:moveTo>
                    <a:pt x="464184" y="252729"/>
                  </a:moveTo>
                  <a:lnTo>
                    <a:pt x="464184" y="254000"/>
                  </a:lnTo>
                </a:path>
                <a:path w="2922904" h="1624330">
                  <a:moveTo>
                    <a:pt x="464184" y="254000"/>
                  </a:moveTo>
                  <a:lnTo>
                    <a:pt x="464184" y="255270"/>
                  </a:lnTo>
                </a:path>
                <a:path w="2922904" h="1624330">
                  <a:moveTo>
                    <a:pt x="464184" y="255904"/>
                  </a:moveTo>
                  <a:lnTo>
                    <a:pt x="464184" y="257175"/>
                  </a:lnTo>
                </a:path>
                <a:path w="2922904" h="1624330">
                  <a:moveTo>
                    <a:pt x="464184" y="257809"/>
                  </a:moveTo>
                  <a:lnTo>
                    <a:pt x="464184" y="259079"/>
                  </a:lnTo>
                </a:path>
                <a:path w="2922904" h="1624330">
                  <a:moveTo>
                    <a:pt x="464184" y="259715"/>
                  </a:moveTo>
                  <a:lnTo>
                    <a:pt x="464184" y="260984"/>
                  </a:lnTo>
                </a:path>
                <a:path w="2922904" h="1624330">
                  <a:moveTo>
                    <a:pt x="464184" y="261620"/>
                  </a:moveTo>
                  <a:lnTo>
                    <a:pt x="464184" y="262890"/>
                  </a:lnTo>
                </a:path>
                <a:path w="2922904" h="1624330">
                  <a:moveTo>
                    <a:pt x="464184" y="262890"/>
                  </a:moveTo>
                  <a:lnTo>
                    <a:pt x="464184" y="264159"/>
                  </a:lnTo>
                </a:path>
                <a:path w="2922904" h="1624330">
                  <a:moveTo>
                    <a:pt x="464184" y="264795"/>
                  </a:moveTo>
                  <a:lnTo>
                    <a:pt x="464184" y="266065"/>
                  </a:lnTo>
                </a:path>
                <a:path w="2922904" h="1624330">
                  <a:moveTo>
                    <a:pt x="464184" y="266700"/>
                  </a:moveTo>
                  <a:lnTo>
                    <a:pt x="464184" y="267970"/>
                  </a:lnTo>
                </a:path>
                <a:path w="2922904" h="1624330">
                  <a:moveTo>
                    <a:pt x="464184" y="268604"/>
                  </a:moveTo>
                  <a:lnTo>
                    <a:pt x="464184" y="269875"/>
                  </a:lnTo>
                </a:path>
                <a:path w="2922904" h="1624330">
                  <a:moveTo>
                    <a:pt x="464184" y="270509"/>
                  </a:moveTo>
                  <a:lnTo>
                    <a:pt x="464184" y="271779"/>
                  </a:lnTo>
                </a:path>
                <a:path w="2922904" h="1624330">
                  <a:moveTo>
                    <a:pt x="464184" y="271779"/>
                  </a:moveTo>
                  <a:lnTo>
                    <a:pt x="464184" y="273050"/>
                  </a:lnTo>
                </a:path>
                <a:path w="2922904" h="1624330">
                  <a:moveTo>
                    <a:pt x="464184" y="273684"/>
                  </a:moveTo>
                  <a:lnTo>
                    <a:pt x="464184" y="274954"/>
                  </a:lnTo>
                </a:path>
                <a:path w="2922904" h="1624330">
                  <a:moveTo>
                    <a:pt x="464184" y="275590"/>
                  </a:moveTo>
                  <a:lnTo>
                    <a:pt x="464184" y="276859"/>
                  </a:lnTo>
                </a:path>
                <a:path w="2922904" h="1624330">
                  <a:moveTo>
                    <a:pt x="464184" y="277495"/>
                  </a:moveTo>
                  <a:lnTo>
                    <a:pt x="464184" y="278765"/>
                  </a:lnTo>
                </a:path>
                <a:path w="2922904" h="1624330">
                  <a:moveTo>
                    <a:pt x="464184" y="279400"/>
                  </a:moveTo>
                  <a:lnTo>
                    <a:pt x="464184" y="280670"/>
                  </a:lnTo>
                </a:path>
                <a:path w="2922904" h="1624330">
                  <a:moveTo>
                    <a:pt x="464184" y="280670"/>
                  </a:moveTo>
                  <a:lnTo>
                    <a:pt x="464184" y="281940"/>
                  </a:lnTo>
                </a:path>
                <a:path w="2922904" h="1624330">
                  <a:moveTo>
                    <a:pt x="464184" y="282575"/>
                  </a:moveTo>
                  <a:lnTo>
                    <a:pt x="464184" y="283845"/>
                  </a:lnTo>
                </a:path>
                <a:path w="2922904" h="1624330">
                  <a:moveTo>
                    <a:pt x="464184" y="284479"/>
                  </a:moveTo>
                  <a:lnTo>
                    <a:pt x="464184" y="285750"/>
                  </a:lnTo>
                </a:path>
                <a:path w="2922904" h="1624330">
                  <a:moveTo>
                    <a:pt x="464184" y="286384"/>
                  </a:moveTo>
                  <a:lnTo>
                    <a:pt x="464184" y="287654"/>
                  </a:lnTo>
                </a:path>
                <a:path w="2922904" h="1624330">
                  <a:moveTo>
                    <a:pt x="464184" y="288290"/>
                  </a:moveTo>
                  <a:lnTo>
                    <a:pt x="464184" y="289559"/>
                  </a:lnTo>
                </a:path>
                <a:path w="2922904" h="1624330">
                  <a:moveTo>
                    <a:pt x="464184" y="289559"/>
                  </a:moveTo>
                  <a:lnTo>
                    <a:pt x="464184" y="290829"/>
                  </a:lnTo>
                </a:path>
                <a:path w="2922904" h="1624330">
                  <a:moveTo>
                    <a:pt x="464184" y="291465"/>
                  </a:moveTo>
                  <a:lnTo>
                    <a:pt x="464184" y="292734"/>
                  </a:lnTo>
                </a:path>
                <a:path w="2922904" h="1624330">
                  <a:moveTo>
                    <a:pt x="464184" y="293370"/>
                  </a:moveTo>
                  <a:lnTo>
                    <a:pt x="464184" y="294640"/>
                  </a:lnTo>
                </a:path>
                <a:path w="2922904" h="1624330">
                  <a:moveTo>
                    <a:pt x="464184" y="295275"/>
                  </a:moveTo>
                  <a:lnTo>
                    <a:pt x="464184" y="296545"/>
                  </a:lnTo>
                </a:path>
                <a:path w="2922904" h="1624330">
                  <a:moveTo>
                    <a:pt x="464184" y="297179"/>
                  </a:moveTo>
                  <a:lnTo>
                    <a:pt x="464184" y="298450"/>
                  </a:lnTo>
                </a:path>
                <a:path w="2922904" h="1624330">
                  <a:moveTo>
                    <a:pt x="464184" y="298450"/>
                  </a:moveTo>
                  <a:lnTo>
                    <a:pt x="464184" y="299720"/>
                  </a:lnTo>
                </a:path>
                <a:path w="2922904" h="1624330">
                  <a:moveTo>
                    <a:pt x="464184" y="300354"/>
                  </a:moveTo>
                  <a:lnTo>
                    <a:pt x="464184" y="301625"/>
                  </a:lnTo>
                </a:path>
                <a:path w="2922904" h="1624330">
                  <a:moveTo>
                    <a:pt x="464184" y="302259"/>
                  </a:moveTo>
                  <a:lnTo>
                    <a:pt x="464184" y="303529"/>
                  </a:lnTo>
                </a:path>
                <a:path w="2922904" h="1624330">
                  <a:moveTo>
                    <a:pt x="464184" y="304165"/>
                  </a:moveTo>
                  <a:lnTo>
                    <a:pt x="464184" y="305434"/>
                  </a:lnTo>
                </a:path>
                <a:path w="2922904" h="1624330">
                  <a:moveTo>
                    <a:pt x="464184" y="306070"/>
                  </a:moveTo>
                  <a:lnTo>
                    <a:pt x="464184" y="307340"/>
                  </a:lnTo>
                </a:path>
                <a:path w="2922904" h="1624330">
                  <a:moveTo>
                    <a:pt x="464184" y="307340"/>
                  </a:moveTo>
                  <a:lnTo>
                    <a:pt x="464184" y="308609"/>
                  </a:lnTo>
                </a:path>
                <a:path w="2922904" h="1624330">
                  <a:moveTo>
                    <a:pt x="464184" y="309245"/>
                  </a:moveTo>
                  <a:lnTo>
                    <a:pt x="464184" y="310515"/>
                  </a:lnTo>
                </a:path>
                <a:path w="2922904" h="1624330">
                  <a:moveTo>
                    <a:pt x="464184" y="311150"/>
                  </a:moveTo>
                  <a:lnTo>
                    <a:pt x="464184" y="312420"/>
                  </a:lnTo>
                </a:path>
                <a:path w="2922904" h="1624330">
                  <a:moveTo>
                    <a:pt x="464184" y="313054"/>
                  </a:moveTo>
                  <a:lnTo>
                    <a:pt x="464184" y="314325"/>
                  </a:lnTo>
                </a:path>
                <a:path w="2922904" h="1624330">
                  <a:moveTo>
                    <a:pt x="464184" y="314959"/>
                  </a:moveTo>
                  <a:lnTo>
                    <a:pt x="464184" y="316229"/>
                  </a:lnTo>
                </a:path>
                <a:path w="2922904" h="1624330">
                  <a:moveTo>
                    <a:pt x="464184" y="316229"/>
                  </a:moveTo>
                  <a:lnTo>
                    <a:pt x="464184" y="317500"/>
                  </a:lnTo>
                </a:path>
                <a:path w="2922904" h="1624330">
                  <a:moveTo>
                    <a:pt x="464184" y="318134"/>
                  </a:moveTo>
                  <a:lnTo>
                    <a:pt x="464184" y="319404"/>
                  </a:lnTo>
                </a:path>
                <a:path w="2922904" h="1624330">
                  <a:moveTo>
                    <a:pt x="464184" y="320040"/>
                  </a:moveTo>
                  <a:lnTo>
                    <a:pt x="464184" y="321309"/>
                  </a:lnTo>
                </a:path>
                <a:path w="2922904" h="1624330">
                  <a:moveTo>
                    <a:pt x="464184" y="321945"/>
                  </a:moveTo>
                  <a:lnTo>
                    <a:pt x="464184" y="323215"/>
                  </a:lnTo>
                </a:path>
                <a:path w="2922904" h="1624330">
                  <a:moveTo>
                    <a:pt x="464184" y="323850"/>
                  </a:moveTo>
                  <a:lnTo>
                    <a:pt x="464184" y="325120"/>
                  </a:lnTo>
                </a:path>
                <a:path w="2922904" h="1624330">
                  <a:moveTo>
                    <a:pt x="464184" y="325120"/>
                  </a:moveTo>
                  <a:lnTo>
                    <a:pt x="464184" y="326390"/>
                  </a:lnTo>
                </a:path>
                <a:path w="2922904" h="1624330">
                  <a:moveTo>
                    <a:pt x="464184" y="327025"/>
                  </a:moveTo>
                  <a:lnTo>
                    <a:pt x="464184" y="328295"/>
                  </a:lnTo>
                </a:path>
                <a:path w="2922904" h="1624330">
                  <a:moveTo>
                    <a:pt x="464184" y="328929"/>
                  </a:moveTo>
                  <a:lnTo>
                    <a:pt x="464184" y="330200"/>
                  </a:lnTo>
                </a:path>
                <a:path w="2922904" h="1624330">
                  <a:moveTo>
                    <a:pt x="464184" y="330834"/>
                  </a:moveTo>
                  <a:lnTo>
                    <a:pt x="464184" y="332104"/>
                  </a:lnTo>
                </a:path>
                <a:path w="2922904" h="1624330">
                  <a:moveTo>
                    <a:pt x="464184" y="332740"/>
                  </a:moveTo>
                  <a:lnTo>
                    <a:pt x="464184" y="334009"/>
                  </a:lnTo>
                </a:path>
                <a:path w="2922904" h="1624330">
                  <a:moveTo>
                    <a:pt x="464184" y="334009"/>
                  </a:moveTo>
                  <a:lnTo>
                    <a:pt x="464184" y="335279"/>
                  </a:lnTo>
                </a:path>
                <a:path w="2922904" h="1624330">
                  <a:moveTo>
                    <a:pt x="464184" y="335915"/>
                  </a:moveTo>
                  <a:lnTo>
                    <a:pt x="464184" y="337184"/>
                  </a:lnTo>
                </a:path>
                <a:path w="2922904" h="1624330">
                  <a:moveTo>
                    <a:pt x="464184" y="337820"/>
                  </a:moveTo>
                  <a:lnTo>
                    <a:pt x="464184" y="339090"/>
                  </a:lnTo>
                </a:path>
                <a:path w="2922904" h="1624330">
                  <a:moveTo>
                    <a:pt x="464184" y="339725"/>
                  </a:moveTo>
                  <a:lnTo>
                    <a:pt x="464184" y="340995"/>
                  </a:lnTo>
                </a:path>
                <a:path w="2922904" h="1624330">
                  <a:moveTo>
                    <a:pt x="464184" y="341629"/>
                  </a:moveTo>
                  <a:lnTo>
                    <a:pt x="464184" y="342900"/>
                  </a:lnTo>
                </a:path>
                <a:path w="2922904" h="1624330">
                  <a:moveTo>
                    <a:pt x="464184" y="342900"/>
                  </a:moveTo>
                  <a:lnTo>
                    <a:pt x="464184" y="344170"/>
                  </a:lnTo>
                </a:path>
                <a:path w="2922904" h="1624330">
                  <a:moveTo>
                    <a:pt x="464184" y="344804"/>
                  </a:moveTo>
                  <a:lnTo>
                    <a:pt x="464184" y="346075"/>
                  </a:lnTo>
                </a:path>
                <a:path w="2922904" h="1624330">
                  <a:moveTo>
                    <a:pt x="464184" y="346709"/>
                  </a:moveTo>
                  <a:lnTo>
                    <a:pt x="464184" y="347979"/>
                  </a:lnTo>
                </a:path>
                <a:path w="2922904" h="1624330">
                  <a:moveTo>
                    <a:pt x="464184" y="348615"/>
                  </a:moveTo>
                  <a:lnTo>
                    <a:pt x="464184" y="349884"/>
                  </a:lnTo>
                </a:path>
                <a:path w="2922904" h="1624330">
                  <a:moveTo>
                    <a:pt x="464184" y="350520"/>
                  </a:moveTo>
                  <a:lnTo>
                    <a:pt x="464184" y="351790"/>
                  </a:lnTo>
                </a:path>
                <a:path w="2922904" h="1624330">
                  <a:moveTo>
                    <a:pt x="464184" y="351790"/>
                  </a:moveTo>
                  <a:lnTo>
                    <a:pt x="464184" y="353059"/>
                  </a:lnTo>
                </a:path>
                <a:path w="2922904" h="1624330">
                  <a:moveTo>
                    <a:pt x="464184" y="353695"/>
                  </a:moveTo>
                  <a:lnTo>
                    <a:pt x="464184" y="354965"/>
                  </a:lnTo>
                </a:path>
                <a:path w="2922904" h="1624330">
                  <a:moveTo>
                    <a:pt x="464184" y="355600"/>
                  </a:moveTo>
                  <a:lnTo>
                    <a:pt x="464184" y="356870"/>
                  </a:lnTo>
                </a:path>
                <a:path w="2922904" h="1624330">
                  <a:moveTo>
                    <a:pt x="464184" y="357504"/>
                  </a:moveTo>
                  <a:lnTo>
                    <a:pt x="464184" y="358775"/>
                  </a:lnTo>
                </a:path>
                <a:path w="2922904" h="1624330">
                  <a:moveTo>
                    <a:pt x="464184" y="359409"/>
                  </a:moveTo>
                  <a:lnTo>
                    <a:pt x="464184" y="360679"/>
                  </a:lnTo>
                </a:path>
                <a:path w="2922904" h="1624330">
                  <a:moveTo>
                    <a:pt x="464184" y="360679"/>
                  </a:moveTo>
                  <a:lnTo>
                    <a:pt x="464184" y="361950"/>
                  </a:lnTo>
                </a:path>
                <a:path w="2922904" h="1624330">
                  <a:moveTo>
                    <a:pt x="464184" y="362584"/>
                  </a:moveTo>
                  <a:lnTo>
                    <a:pt x="464184" y="363854"/>
                  </a:lnTo>
                </a:path>
                <a:path w="2922904" h="1624330">
                  <a:moveTo>
                    <a:pt x="464184" y="364490"/>
                  </a:moveTo>
                  <a:lnTo>
                    <a:pt x="464184" y="365759"/>
                  </a:lnTo>
                </a:path>
                <a:path w="2922904" h="1624330">
                  <a:moveTo>
                    <a:pt x="464184" y="366395"/>
                  </a:moveTo>
                  <a:lnTo>
                    <a:pt x="464184" y="367665"/>
                  </a:lnTo>
                </a:path>
                <a:path w="2922904" h="1624330">
                  <a:moveTo>
                    <a:pt x="464184" y="368300"/>
                  </a:moveTo>
                  <a:lnTo>
                    <a:pt x="464184" y="369570"/>
                  </a:lnTo>
                </a:path>
                <a:path w="2922904" h="1624330">
                  <a:moveTo>
                    <a:pt x="464184" y="369570"/>
                  </a:moveTo>
                  <a:lnTo>
                    <a:pt x="464184" y="370840"/>
                  </a:lnTo>
                </a:path>
                <a:path w="2922904" h="1624330">
                  <a:moveTo>
                    <a:pt x="464184" y="371475"/>
                  </a:moveTo>
                  <a:lnTo>
                    <a:pt x="464184" y="372745"/>
                  </a:lnTo>
                </a:path>
                <a:path w="2922904" h="1624330">
                  <a:moveTo>
                    <a:pt x="464184" y="373379"/>
                  </a:moveTo>
                  <a:lnTo>
                    <a:pt x="464184" y="374650"/>
                  </a:lnTo>
                </a:path>
                <a:path w="2922904" h="1624330">
                  <a:moveTo>
                    <a:pt x="464184" y="375284"/>
                  </a:moveTo>
                  <a:lnTo>
                    <a:pt x="464184" y="376554"/>
                  </a:lnTo>
                </a:path>
                <a:path w="2922904" h="1624330">
                  <a:moveTo>
                    <a:pt x="464184" y="377190"/>
                  </a:moveTo>
                  <a:lnTo>
                    <a:pt x="464184" y="378459"/>
                  </a:lnTo>
                </a:path>
                <a:path w="2922904" h="1624330">
                  <a:moveTo>
                    <a:pt x="464184" y="378459"/>
                  </a:moveTo>
                  <a:lnTo>
                    <a:pt x="464184" y="379729"/>
                  </a:lnTo>
                </a:path>
                <a:path w="2922904" h="1624330">
                  <a:moveTo>
                    <a:pt x="464184" y="380365"/>
                  </a:moveTo>
                  <a:lnTo>
                    <a:pt x="464184" y="381634"/>
                  </a:lnTo>
                </a:path>
                <a:path w="2922904" h="1624330">
                  <a:moveTo>
                    <a:pt x="464184" y="382270"/>
                  </a:moveTo>
                  <a:lnTo>
                    <a:pt x="464184" y="383540"/>
                  </a:lnTo>
                </a:path>
                <a:path w="2922904" h="1624330">
                  <a:moveTo>
                    <a:pt x="464184" y="384175"/>
                  </a:moveTo>
                  <a:lnTo>
                    <a:pt x="464184" y="385445"/>
                  </a:lnTo>
                </a:path>
                <a:path w="2922904" h="1624330">
                  <a:moveTo>
                    <a:pt x="464184" y="386079"/>
                  </a:moveTo>
                  <a:lnTo>
                    <a:pt x="464184" y="387350"/>
                  </a:lnTo>
                </a:path>
                <a:path w="2922904" h="1624330">
                  <a:moveTo>
                    <a:pt x="464184" y="387350"/>
                  </a:moveTo>
                  <a:lnTo>
                    <a:pt x="464184" y="388620"/>
                  </a:lnTo>
                </a:path>
                <a:path w="2922904" h="1624330">
                  <a:moveTo>
                    <a:pt x="464184" y="389254"/>
                  </a:moveTo>
                  <a:lnTo>
                    <a:pt x="464184" y="390525"/>
                  </a:lnTo>
                </a:path>
                <a:path w="2922904" h="1624330">
                  <a:moveTo>
                    <a:pt x="464184" y="391159"/>
                  </a:moveTo>
                  <a:lnTo>
                    <a:pt x="464184" y="392429"/>
                  </a:lnTo>
                </a:path>
                <a:path w="2922904" h="1624330">
                  <a:moveTo>
                    <a:pt x="464184" y="393065"/>
                  </a:moveTo>
                  <a:lnTo>
                    <a:pt x="464184" y="394334"/>
                  </a:lnTo>
                </a:path>
                <a:path w="2922904" h="1624330">
                  <a:moveTo>
                    <a:pt x="464184" y="394970"/>
                  </a:moveTo>
                  <a:lnTo>
                    <a:pt x="464184" y="396240"/>
                  </a:lnTo>
                </a:path>
                <a:path w="2922904" h="1624330">
                  <a:moveTo>
                    <a:pt x="464184" y="396240"/>
                  </a:moveTo>
                  <a:lnTo>
                    <a:pt x="464184" y="397509"/>
                  </a:lnTo>
                </a:path>
                <a:path w="2922904" h="1624330">
                  <a:moveTo>
                    <a:pt x="464184" y="398145"/>
                  </a:moveTo>
                  <a:lnTo>
                    <a:pt x="464184" y="399415"/>
                  </a:lnTo>
                </a:path>
                <a:path w="2922904" h="1624330">
                  <a:moveTo>
                    <a:pt x="464184" y="400050"/>
                  </a:moveTo>
                  <a:lnTo>
                    <a:pt x="464184" y="401320"/>
                  </a:lnTo>
                </a:path>
                <a:path w="2922904" h="1624330">
                  <a:moveTo>
                    <a:pt x="464184" y="401954"/>
                  </a:moveTo>
                  <a:lnTo>
                    <a:pt x="464184" y="403225"/>
                  </a:lnTo>
                </a:path>
                <a:path w="2922904" h="1624330">
                  <a:moveTo>
                    <a:pt x="464184" y="403859"/>
                  </a:moveTo>
                  <a:lnTo>
                    <a:pt x="464184" y="405129"/>
                  </a:lnTo>
                </a:path>
                <a:path w="2922904" h="1624330">
                  <a:moveTo>
                    <a:pt x="464184" y="405129"/>
                  </a:moveTo>
                  <a:lnTo>
                    <a:pt x="464184" y="406400"/>
                  </a:lnTo>
                </a:path>
                <a:path w="2922904" h="1624330">
                  <a:moveTo>
                    <a:pt x="464184" y="407034"/>
                  </a:moveTo>
                  <a:lnTo>
                    <a:pt x="464184" y="408304"/>
                  </a:lnTo>
                </a:path>
                <a:path w="2922904" h="1624330">
                  <a:moveTo>
                    <a:pt x="464184" y="408940"/>
                  </a:moveTo>
                  <a:lnTo>
                    <a:pt x="464184" y="410209"/>
                  </a:lnTo>
                </a:path>
                <a:path w="2922904" h="1624330">
                  <a:moveTo>
                    <a:pt x="464184" y="410845"/>
                  </a:moveTo>
                  <a:lnTo>
                    <a:pt x="464184" y="412115"/>
                  </a:lnTo>
                </a:path>
                <a:path w="2922904" h="1624330">
                  <a:moveTo>
                    <a:pt x="464184" y="412750"/>
                  </a:moveTo>
                  <a:lnTo>
                    <a:pt x="464184" y="414020"/>
                  </a:lnTo>
                </a:path>
                <a:path w="2922904" h="1624330">
                  <a:moveTo>
                    <a:pt x="464184" y="414020"/>
                  </a:moveTo>
                  <a:lnTo>
                    <a:pt x="464184" y="415290"/>
                  </a:lnTo>
                </a:path>
                <a:path w="2922904" h="1624330">
                  <a:moveTo>
                    <a:pt x="464184" y="415925"/>
                  </a:moveTo>
                  <a:lnTo>
                    <a:pt x="464184" y="417195"/>
                  </a:lnTo>
                </a:path>
                <a:path w="2922904" h="1624330">
                  <a:moveTo>
                    <a:pt x="464184" y="417829"/>
                  </a:moveTo>
                  <a:lnTo>
                    <a:pt x="464184" y="419100"/>
                  </a:lnTo>
                </a:path>
                <a:path w="2922904" h="1624330">
                  <a:moveTo>
                    <a:pt x="464184" y="419734"/>
                  </a:moveTo>
                  <a:lnTo>
                    <a:pt x="464184" y="421004"/>
                  </a:lnTo>
                </a:path>
                <a:path w="2922904" h="1624330">
                  <a:moveTo>
                    <a:pt x="464184" y="421640"/>
                  </a:moveTo>
                  <a:lnTo>
                    <a:pt x="464184" y="422909"/>
                  </a:lnTo>
                </a:path>
                <a:path w="2922904" h="1624330">
                  <a:moveTo>
                    <a:pt x="464184" y="422909"/>
                  </a:moveTo>
                  <a:lnTo>
                    <a:pt x="464184" y="424179"/>
                  </a:lnTo>
                </a:path>
                <a:path w="2922904" h="1624330">
                  <a:moveTo>
                    <a:pt x="464184" y="424815"/>
                  </a:moveTo>
                  <a:lnTo>
                    <a:pt x="464184" y="426084"/>
                  </a:lnTo>
                </a:path>
                <a:path w="2922904" h="1624330">
                  <a:moveTo>
                    <a:pt x="464184" y="426720"/>
                  </a:moveTo>
                  <a:lnTo>
                    <a:pt x="464184" y="427990"/>
                  </a:lnTo>
                </a:path>
                <a:path w="2922904" h="1624330">
                  <a:moveTo>
                    <a:pt x="464184" y="428625"/>
                  </a:moveTo>
                  <a:lnTo>
                    <a:pt x="464184" y="429895"/>
                  </a:lnTo>
                </a:path>
                <a:path w="2922904" h="1624330">
                  <a:moveTo>
                    <a:pt x="464184" y="430529"/>
                  </a:moveTo>
                  <a:lnTo>
                    <a:pt x="464184" y="431800"/>
                  </a:lnTo>
                </a:path>
                <a:path w="2922904" h="1624330">
                  <a:moveTo>
                    <a:pt x="464184" y="431800"/>
                  </a:moveTo>
                  <a:lnTo>
                    <a:pt x="464184" y="433070"/>
                  </a:lnTo>
                </a:path>
                <a:path w="2922904" h="1624330">
                  <a:moveTo>
                    <a:pt x="464184" y="433704"/>
                  </a:moveTo>
                  <a:lnTo>
                    <a:pt x="464184" y="434975"/>
                  </a:lnTo>
                </a:path>
                <a:path w="2922904" h="1624330">
                  <a:moveTo>
                    <a:pt x="464184" y="435609"/>
                  </a:moveTo>
                  <a:lnTo>
                    <a:pt x="464184" y="436879"/>
                  </a:lnTo>
                </a:path>
                <a:path w="2922904" h="1624330">
                  <a:moveTo>
                    <a:pt x="464184" y="437515"/>
                  </a:moveTo>
                  <a:lnTo>
                    <a:pt x="464184" y="438784"/>
                  </a:lnTo>
                </a:path>
                <a:path w="2922904" h="1624330">
                  <a:moveTo>
                    <a:pt x="464184" y="439420"/>
                  </a:moveTo>
                  <a:lnTo>
                    <a:pt x="464184" y="440690"/>
                  </a:lnTo>
                </a:path>
                <a:path w="2922904" h="1624330">
                  <a:moveTo>
                    <a:pt x="464184" y="440690"/>
                  </a:moveTo>
                  <a:lnTo>
                    <a:pt x="464184" y="441959"/>
                  </a:lnTo>
                </a:path>
                <a:path w="2922904" h="1624330">
                  <a:moveTo>
                    <a:pt x="464184" y="442595"/>
                  </a:moveTo>
                  <a:lnTo>
                    <a:pt x="464184" y="443865"/>
                  </a:lnTo>
                </a:path>
                <a:path w="2922904" h="1624330">
                  <a:moveTo>
                    <a:pt x="464184" y="444500"/>
                  </a:moveTo>
                  <a:lnTo>
                    <a:pt x="464184" y="445770"/>
                  </a:lnTo>
                </a:path>
                <a:path w="2922904" h="1624330">
                  <a:moveTo>
                    <a:pt x="464184" y="446404"/>
                  </a:moveTo>
                  <a:lnTo>
                    <a:pt x="464184" y="447675"/>
                  </a:lnTo>
                </a:path>
                <a:path w="2922904" h="1624330">
                  <a:moveTo>
                    <a:pt x="464184" y="448309"/>
                  </a:moveTo>
                  <a:lnTo>
                    <a:pt x="464184" y="449579"/>
                  </a:lnTo>
                </a:path>
                <a:path w="2922904" h="1624330">
                  <a:moveTo>
                    <a:pt x="464184" y="449579"/>
                  </a:moveTo>
                  <a:lnTo>
                    <a:pt x="464184" y="450850"/>
                  </a:lnTo>
                </a:path>
                <a:path w="2922904" h="1624330">
                  <a:moveTo>
                    <a:pt x="464184" y="451484"/>
                  </a:moveTo>
                  <a:lnTo>
                    <a:pt x="464184" y="452754"/>
                  </a:lnTo>
                </a:path>
                <a:path w="2922904" h="1624330">
                  <a:moveTo>
                    <a:pt x="464184" y="453390"/>
                  </a:moveTo>
                  <a:lnTo>
                    <a:pt x="464184" y="454659"/>
                  </a:lnTo>
                </a:path>
                <a:path w="2922904" h="1624330">
                  <a:moveTo>
                    <a:pt x="464184" y="455295"/>
                  </a:moveTo>
                  <a:lnTo>
                    <a:pt x="464184" y="456565"/>
                  </a:lnTo>
                </a:path>
                <a:path w="2922904" h="1624330">
                  <a:moveTo>
                    <a:pt x="464184" y="457200"/>
                  </a:moveTo>
                  <a:lnTo>
                    <a:pt x="464184" y="458470"/>
                  </a:lnTo>
                </a:path>
                <a:path w="2922904" h="1624330">
                  <a:moveTo>
                    <a:pt x="464184" y="458470"/>
                  </a:moveTo>
                  <a:lnTo>
                    <a:pt x="464184" y="459740"/>
                  </a:lnTo>
                </a:path>
                <a:path w="2922904" h="1624330">
                  <a:moveTo>
                    <a:pt x="464184" y="460375"/>
                  </a:moveTo>
                  <a:lnTo>
                    <a:pt x="464184" y="461645"/>
                  </a:lnTo>
                </a:path>
                <a:path w="2922904" h="1624330">
                  <a:moveTo>
                    <a:pt x="464184" y="462279"/>
                  </a:moveTo>
                  <a:lnTo>
                    <a:pt x="464184" y="463550"/>
                  </a:lnTo>
                </a:path>
                <a:path w="2922904" h="1624330">
                  <a:moveTo>
                    <a:pt x="464184" y="464184"/>
                  </a:moveTo>
                  <a:lnTo>
                    <a:pt x="464184" y="465454"/>
                  </a:lnTo>
                </a:path>
                <a:path w="2922904" h="1624330">
                  <a:moveTo>
                    <a:pt x="464184" y="466090"/>
                  </a:moveTo>
                  <a:lnTo>
                    <a:pt x="464184" y="467359"/>
                  </a:lnTo>
                </a:path>
                <a:path w="2922904" h="1624330">
                  <a:moveTo>
                    <a:pt x="464184" y="467359"/>
                  </a:moveTo>
                  <a:lnTo>
                    <a:pt x="464184" y="468629"/>
                  </a:lnTo>
                </a:path>
                <a:path w="2922904" h="1624330">
                  <a:moveTo>
                    <a:pt x="464184" y="469265"/>
                  </a:moveTo>
                  <a:lnTo>
                    <a:pt x="464184" y="470534"/>
                  </a:lnTo>
                </a:path>
                <a:path w="2922904" h="1624330">
                  <a:moveTo>
                    <a:pt x="464184" y="471170"/>
                  </a:moveTo>
                  <a:lnTo>
                    <a:pt x="464184" y="472440"/>
                  </a:lnTo>
                </a:path>
                <a:path w="2922904" h="1624330">
                  <a:moveTo>
                    <a:pt x="464184" y="473075"/>
                  </a:moveTo>
                  <a:lnTo>
                    <a:pt x="464184" y="474345"/>
                  </a:lnTo>
                </a:path>
                <a:path w="2922904" h="1624330">
                  <a:moveTo>
                    <a:pt x="464184" y="474979"/>
                  </a:moveTo>
                  <a:lnTo>
                    <a:pt x="464184" y="476250"/>
                  </a:lnTo>
                </a:path>
                <a:path w="2922904" h="1624330">
                  <a:moveTo>
                    <a:pt x="464184" y="476250"/>
                  </a:moveTo>
                  <a:lnTo>
                    <a:pt x="464184" y="477520"/>
                  </a:lnTo>
                </a:path>
                <a:path w="2922904" h="1624330">
                  <a:moveTo>
                    <a:pt x="464184" y="478154"/>
                  </a:moveTo>
                  <a:lnTo>
                    <a:pt x="464184" y="479425"/>
                  </a:lnTo>
                </a:path>
                <a:path w="2922904" h="1624330">
                  <a:moveTo>
                    <a:pt x="464184" y="480059"/>
                  </a:moveTo>
                  <a:lnTo>
                    <a:pt x="464184" y="481329"/>
                  </a:lnTo>
                </a:path>
                <a:path w="2922904" h="1624330">
                  <a:moveTo>
                    <a:pt x="464184" y="481965"/>
                  </a:moveTo>
                  <a:lnTo>
                    <a:pt x="464184" y="483234"/>
                  </a:lnTo>
                </a:path>
                <a:path w="2922904" h="1624330">
                  <a:moveTo>
                    <a:pt x="464184" y="483870"/>
                  </a:moveTo>
                  <a:lnTo>
                    <a:pt x="464184" y="485140"/>
                  </a:lnTo>
                </a:path>
                <a:path w="2922904" h="1624330">
                  <a:moveTo>
                    <a:pt x="464184" y="485140"/>
                  </a:moveTo>
                  <a:lnTo>
                    <a:pt x="464184" y="486409"/>
                  </a:lnTo>
                </a:path>
                <a:path w="2922904" h="1624330">
                  <a:moveTo>
                    <a:pt x="464184" y="487045"/>
                  </a:moveTo>
                  <a:lnTo>
                    <a:pt x="464184" y="488315"/>
                  </a:lnTo>
                </a:path>
                <a:path w="2922904" h="1624330">
                  <a:moveTo>
                    <a:pt x="464184" y="488950"/>
                  </a:moveTo>
                  <a:lnTo>
                    <a:pt x="464184" y="490220"/>
                  </a:lnTo>
                </a:path>
                <a:path w="2922904" h="1624330">
                  <a:moveTo>
                    <a:pt x="464184" y="490854"/>
                  </a:moveTo>
                  <a:lnTo>
                    <a:pt x="464184" y="492125"/>
                  </a:lnTo>
                </a:path>
                <a:path w="2922904" h="1624330">
                  <a:moveTo>
                    <a:pt x="464184" y="492759"/>
                  </a:moveTo>
                  <a:lnTo>
                    <a:pt x="464184" y="494029"/>
                  </a:lnTo>
                </a:path>
                <a:path w="2922904" h="1624330">
                  <a:moveTo>
                    <a:pt x="464184" y="494029"/>
                  </a:moveTo>
                  <a:lnTo>
                    <a:pt x="464184" y="495300"/>
                  </a:lnTo>
                </a:path>
                <a:path w="2922904" h="1624330">
                  <a:moveTo>
                    <a:pt x="464184" y="495934"/>
                  </a:moveTo>
                  <a:lnTo>
                    <a:pt x="464184" y="497204"/>
                  </a:lnTo>
                </a:path>
                <a:path w="2922904" h="1624330">
                  <a:moveTo>
                    <a:pt x="464184" y="497840"/>
                  </a:moveTo>
                  <a:lnTo>
                    <a:pt x="464184" y="499109"/>
                  </a:lnTo>
                </a:path>
                <a:path w="2922904" h="1624330">
                  <a:moveTo>
                    <a:pt x="464184" y="499745"/>
                  </a:moveTo>
                  <a:lnTo>
                    <a:pt x="464184" y="501015"/>
                  </a:lnTo>
                </a:path>
                <a:path w="2922904" h="1624330">
                  <a:moveTo>
                    <a:pt x="464184" y="501650"/>
                  </a:moveTo>
                  <a:lnTo>
                    <a:pt x="464184" y="502920"/>
                  </a:lnTo>
                </a:path>
                <a:path w="2922904" h="1624330">
                  <a:moveTo>
                    <a:pt x="464184" y="502920"/>
                  </a:moveTo>
                  <a:lnTo>
                    <a:pt x="464184" y="504190"/>
                  </a:lnTo>
                </a:path>
                <a:path w="2922904" h="1624330">
                  <a:moveTo>
                    <a:pt x="464184" y="504825"/>
                  </a:moveTo>
                  <a:lnTo>
                    <a:pt x="464184" y="506095"/>
                  </a:lnTo>
                </a:path>
                <a:path w="2922904" h="1624330">
                  <a:moveTo>
                    <a:pt x="464184" y="506729"/>
                  </a:moveTo>
                  <a:lnTo>
                    <a:pt x="464184" y="508000"/>
                  </a:lnTo>
                </a:path>
                <a:path w="2922904" h="1624330">
                  <a:moveTo>
                    <a:pt x="464184" y="508634"/>
                  </a:moveTo>
                  <a:lnTo>
                    <a:pt x="464184" y="509904"/>
                  </a:lnTo>
                </a:path>
                <a:path w="2922904" h="1624330">
                  <a:moveTo>
                    <a:pt x="464184" y="510540"/>
                  </a:moveTo>
                  <a:lnTo>
                    <a:pt x="464184" y="511809"/>
                  </a:lnTo>
                </a:path>
                <a:path w="2922904" h="1624330">
                  <a:moveTo>
                    <a:pt x="464184" y="511809"/>
                  </a:moveTo>
                  <a:lnTo>
                    <a:pt x="464184" y="513079"/>
                  </a:lnTo>
                </a:path>
                <a:path w="2922904" h="1624330">
                  <a:moveTo>
                    <a:pt x="464184" y="513715"/>
                  </a:moveTo>
                  <a:lnTo>
                    <a:pt x="464184" y="514984"/>
                  </a:lnTo>
                </a:path>
                <a:path w="2922904" h="1624330">
                  <a:moveTo>
                    <a:pt x="464184" y="515620"/>
                  </a:moveTo>
                  <a:lnTo>
                    <a:pt x="464184" y="516890"/>
                  </a:lnTo>
                </a:path>
                <a:path w="2922904" h="1624330">
                  <a:moveTo>
                    <a:pt x="464184" y="517525"/>
                  </a:moveTo>
                  <a:lnTo>
                    <a:pt x="464184" y="518795"/>
                  </a:lnTo>
                </a:path>
                <a:path w="2922904" h="1624330">
                  <a:moveTo>
                    <a:pt x="464184" y="519429"/>
                  </a:moveTo>
                  <a:lnTo>
                    <a:pt x="464184" y="520700"/>
                  </a:lnTo>
                </a:path>
                <a:path w="2922904" h="1624330">
                  <a:moveTo>
                    <a:pt x="464184" y="520700"/>
                  </a:moveTo>
                  <a:lnTo>
                    <a:pt x="464184" y="521970"/>
                  </a:lnTo>
                </a:path>
                <a:path w="2922904" h="1624330">
                  <a:moveTo>
                    <a:pt x="464184" y="522604"/>
                  </a:moveTo>
                  <a:lnTo>
                    <a:pt x="464184" y="523875"/>
                  </a:lnTo>
                </a:path>
                <a:path w="2922904" h="1624330">
                  <a:moveTo>
                    <a:pt x="464184" y="524509"/>
                  </a:moveTo>
                  <a:lnTo>
                    <a:pt x="464184" y="525779"/>
                  </a:lnTo>
                </a:path>
                <a:path w="2922904" h="1624330">
                  <a:moveTo>
                    <a:pt x="464184" y="526415"/>
                  </a:moveTo>
                  <a:lnTo>
                    <a:pt x="464184" y="527684"/>
                  </a:lnTo>
                </a:path>
                <a:path w="2922904" h="1624330">
                  <a:moveTo>
                    <a:pt x="464184" y="528320"/>
                  </a:moveTo>
                  <a:lnTo>
                    <a:pt x="464184" y="529590"/>
                  </a:lnTo>
                </a:path>
                <a:path w="2922904" h="1624330">
                  <a:moveTo>
                    <a:pt x="464184" y="529590"/>
                  </a:moveTo>
                  <a:lnTo>
                    <a:pt x="464184" y="530859"/>
                  </a:lnTo>
                </a:path>
                <a:path w="2922904" h="1624330">
                  <a:moveTo>
                    <a:pt x="464184" y="531495"/>
                  </a:moveTo>
                  <a:lnTo>
                    <a:pt x="464184" y="532765"/>
                  </a:lnTo>
                </a:path>
                <a:path w="2922904" h="1624330">
                  <a:moveTo>
                    <a:pt x="464184" y="533400"/>
                  </a:moveTo>
                  <a:lnTo>
                    <a:pt x="464184" y="534670"/>
                  </a:lnTo>
                </a:path>
                <a:path w="2922904" h="1624330">
                  <a:moveTo>
                    <a:pt x="464184" y="535304"/>
                  </a:moveTo>
                  <a:lnTo>
                    <a:pt x="464184" y="536575"/>
                  </a:lnTo>
                </a:path>
                <a:path w="2922904" h="1624330">
                  <a:moveTo>
                    <a:pt x="464184" y="537209"/>
                  </a:moveTo>
                  <a:lnTo>
                    <a:pt x="464184" y="538479"/>
                  </a:lnTo>
                </a:path>
                <a:path w="2922904" h="1624330">
                  <a:moveTo>
                    <a:pt x="464184" y="538479"/>
                  </a:moveTo>
                  <a:lnTo>
                    <a:pt x="464184" y="539750"/>
                  </a:lnTo>
                </a:path>
                <a:path w="2922904" h="1624330">
                  <a:moveTo>
                    <a:pt x="464184" y="540384"/>
                  </a:moveTo>
                  <a:lnTo>
                    <a:pt x="464184" y="541654"/>
                  </a:lnTo>
                </a:path>
                <a:path w="2922904" h="1624330">
                  <a:moveTo>
                    <a:pt x="464184" y="542290"/>
                  </a:moveTo>
                  <a:lnTo>
                    <a:pt x="464184" y="543559"/>
                  </a:lnTo>
                </a:path>
                <a:path w="2922904" h="1624330">
                  <a:moveTo>
                    <a:pt x="464184" y="544195"/>
                  </a:moveTo>
                  <a:lnTo>
                    <a:pt x="464184" y="545465"/>
                  </a:lnTo>
                </a:path>
                <a:path w="2922904" h="1624330">
                  <a:moveTo>
                    <a:pt x="464184" y="546100"/>
                  </a:moveTo>
                  <a:lnTo>
                    <a:pt x="464184" y="547370"/>
                  </a:lnTo>
                </a:path>
                <a:path w="2922904" h="1624330">
                  <a:moveTo>
                    <a:pt x="464184" y="547370"/>
                  </a:moveTo>
                  <a:lnTo>
                    <a:pt x="464184" y="548640"/>
                  </a:lnTo>
                </a:path>
                <a:path w="2922904" h="1624330">
                  <a:moveTo>
                    <a:pt x="464184" y="549275"/>
                  </a:moveTo>
                  <a:lnTo>
                    <a:pt x="464184" y="550545"/>
                  </a:lnTo>
                </a:path>
                <a:path w="2922904" h="1624330">
                  <a:moveTo>
                    <a:pt x="464184" y="551179"/>
                  </a:moveTo>
                  <a:lnTo>
                    <a:pt x="464184" y="552450"/>
                  </a:lnTo>
                </a:path>
                <a:path w="2922904" h="1624330">
                  <a:moveTo>
                    <a:pt x="464184" y="553084"/>
                  </a:moveTo>
                  <a:lnTo>
                    <a:pt x="464184" y="554354"/>
                  </a:lnTo>
                </a:path>
                <a:path w="2922904" h="1624330">
                  <a:moveTo>
                    <a:pt x="464184" y="554990"/>
                  </a:moveTo>
                  <a:lnTo>
                    <a:pt x="464184" y="556259"/>
                  </a:lnTo>
                </a:path>
                <a:path w="2922904" h="1624330">
                  <a:moveTo>
                    <a:pt x="464184" y="556259"/>
                  </a:moveTo>
                  <a:lnTo>
                    <a:pt x="464184" y="557529"/>
                  </a:lnTo>
                </a:path>
                <a:path w="2922904" h="1624330">
                  <a:moveTo>
                    <a:pt x="464184" y="558165"/>
                  </a:moveTo>
                  <a:lnTo>
                    <a:pt x="464184" y="559434"/>
                  </a:lnTo>
                </a:path>
                <a:path w="2922904" h="1624330">
                  <a:moveTo>
                    <a:pt x="464184" y="560070"/>
                  </a:moveTo>
                  <a:lnTo>
                    <a:pt x="464184" y="561340"/>
                  </a:lnTo>
                </a:path>
                <a:path w="2922904" h="1624330">
                  <a:moveTo>
                    <a:pt x="464184" y="561975"/>
                  </a:moveTo>
                  <a:lnTo>
                    <a:pt x="464184" y="563245"/>
                  </a:lnTo>
                </a:path>
                <a:path w="2922904" h="1624330">
                  <a:moveTo>
                    <a:pt x="464184" y="563879"/>
                  </a:moveTo>
                  <a:lnTo>
                    <a:pt x="464184" y="565150"/>
                  </a:lnTo>
                </a:path>
                <a:path w="2922904" h="1624330">
                  <a:moveTo>
                    <a:pt x="464184" y="565150"/>
                  </a:moveTo>
                  <a:lnTo>
                    <a:pt x="464184" y="566420"/>
                  </a:lnTo>
                </a:path>
                <a:path w="2922904" h="1624330">
                  <a:moveTo>
                    <a:pt x="464184" y="567054"/>
                  </a:moveTo>
                  <a:lnTo>
                    <a:pt x="464184" y="568325"/>
                  </a:lnTo>
                </a:path>
                <a:path w="2922904" h="1624330">
                  <a:moveTo>
                    <a:pt x="464184" y="568959"/>
                  </a:moveTo>
                  <a:lnTo>
                    <a:pt x="464184" y="570229"/>
                  </a:lnTo>
                </a:path>
                <a:path w="2922904" h="1624330">
                  <a:moveTo>
                    <a:pt x="464184" y="570865"/>
                  </a:moveTo>
                  <a:lnTo>
                    <a:pt x="464184" y="572134"/>
                  </a:lnTo>
                </a:path>
                <a:path w="2922904" h="1624330">
                  <a:moveTo>
                    <a:pt x="464184" y="572770"/>
                  </a:moveTo>
                  <a:lnTo>
                    <a:pt x="464184" y="574040"/>
                  </a:lnTo>
                </a:path>
                <a:path w="2922904" h="1624330">
                  <a:moveTo>
                    <a:pt x="464184" y="574040"/>
                  </a:moveTo>
                  <a:lnTo>
                    <a:pt x="464184" y="575309"/>
                  </a:lnTo>
                </a:path>
                <a:path w="2922904" h="1624330">
                  <a:moveTo>
                    <a:pt x="464184" y="575945"/>
                  </a:moveTo>
                  <a:lnTo>
                    <a:pt x="464184" y="577215"/>
                  </a:lnTo>
                </a:path>
                <a:path w="2922904" h="1624330">
                  <a:moveTo>
                    <a:pt x="464184" y="577850"/>
                  </a:moveTo>
                  <a:lnTo>
                    <a:pt x="464184" y="579120"/>
                  </a:lnTo>
                </a:path>
                <a:path w="2922904" h="1624330">
                  <a:moveTo>
                    <a:pt x="464184" y="579754"/>
                  </a:moveTo>
                  <a:lnTo>
                    <a:pt x="464184" y="581025"/>
                  </a:lnTo>
                </a:path>
                <a:path w="2922904" h="1624330">
                  <a:moveTo>
                    <a:pt x="464184" y="581659"/>
                  </a:moveTo>
                  <a:lnTo>
                    <a:pt x="464184" y="582929"/>
                  </a:lnTo>
                </a:path>
                <a:path w="2922904" h="1624330">
                  <a:moveTo>
                    <a:pt x="464184" y="582929"/>
                  </a:moveTo>
                  <a:lnTo>
                    <a:pt x="464184" y="584200"/>
                  </a:lnTo>
                </a:path>
                <a:path w="2922904" h="1624330">
                  <a:moveTo>
                    <a:pt x="464184" y="584834"/>
                  </a:moveTo>
                  <a:lnTo>
                    <a:pt x="464184" y="586104"/>
                  </a:lnTo>
                </a:path>
                <a:path w="2922904" h="1624330">
                  <a:moveTo>
                    <a:pt x="464184" y="586740"/>
                  </a:moveTo>
                  <a:lnTo>
                    <a:pt x="464184" y="588009"/>
                  </a:lnTo>
                </a:path>
                <a:path w="2922904" h="1624330">
                  <a:moveTo>
                    <a:pt x="464184" y="588645"/>
                  </a:moveTo>
                  <a:lnTo>
                    <a:pt x="464184" y="589915"/>
                  </a:lnTo>
                </a:path>
                <a:path w="2922904" h="1624330">
                  <a:moveTo>
                    <a:pt x="464184" y="590550"/>
                  </a:moveTo>
                  <a:lnTo>
                    <a:pt x="464184" y="591820"/>
                  </a:lnTo>
                </a:path>
                <a:path w="2922904" h="1624330">
                  <a:moveTo>
                    <a:pt x="464184" y="591820"/>
                  </a:moveTo>
                  <a:lnTo>
                    <a:pt x="464184" y="593090"/>
                  </a:lnTo>
                </a:path>
                <a:path w="2922904" h="1624330">
                  <a:moveTo>
                    <a:pt x="464184" y="593725"/>
                  </a:moveTo>
                  <a:lnTo>
                    <a:pt x="464184" y="594995"/>
                  </a:lnTo>
                </a:path>
                <a:path w="2922904" h="1624330">
                  <a:moveTo>
                    <a:pt x="464184" y="595629"/>
                  </a:moveTo>
                  <a:lnTo>
                    <a:pt x="464184" y="596900"/>
                  </a:lnTo>
                </a:path>
                <a:path w="2922904" h="1624330">
                  <a:moveTo>
                    <a:pt x="464184" y="597534"/>
                  </a:moveTo>
                  <a:lnTo>
                    <a:pt x="464184" y="598804"/>
                  </a:lnTo>
                </a:path>
                <a:path w="2922904" h="1624330">
                  <a:moveTo>
                    <a:pt x="464184" y="599440"/>
                  </a:moveTo>
                  <a:lnTo>
                    <a:pt x="464184" y="600709"/>
                  </a:lnTo>
                </a:path>
                <a:path w="2922904" h="1624330">
                  <a:moveTo>
                    <a:pt x="464184" y="600709"/>
                  </a:moveTo>
                  <a:lnTo>
                    <a:pt x="464184" y="601979"/>
                  </a:lnTo>
                </a:path>
                <a:path w="2922904" h="1624330">
                  <a:moveTo>
                    <a:pt x="464184" y="602615"/>
                  </a:moveTo>
                  <a:lnTo>
                    <a:pt x="464184" y="603884"/>
                  </a:lnTo>
                </a:path>
                <a:path w="2922904" h="1624330">
                  <a:moveTo>
                    <a:pt x="464184" y="604520"/>
                  </a:moveTo>
                  <a:lnTo>
                    <a:pt x="464184" y="605790"/>
                  </a:lnTo>
                </a:path>
                <a:path w="2922904" h="1624330">
                  <a:moveTo>
                    <a:pt x="464184" y="606425"/>
                  </a:moveTo>
                  <a:lnTo>
                    <a:pt x="464184" y="607695"/>
                  </a:lnTo>
                </a:path>
                <a:path w="2922904" h="1624330">
                  <a:moveTo>
                    <a:pt x="464184" y="608329"/>
                  </a:moveTo>
                  <a:lnTo>
                    <a:pt x="464184" y="609600"/>
                  </a:lnTo>
                </a:path>
                <a:path w="2922904" h="1624330">
                  <a:moveTo>
                    <a:pt x="464184" y="609600"/>
                  </a:moveTo>
                  <a:lnTo>
                    <a:pt x="464184" y="610870"/>
                  </a:lnTo>
                </a:path>
                <a:path w="2922904" h="1624330">
                  <a:moveTo>
                    <a:pt x="464184" y="611504"/>
                  </a:moveTo>
                  <a:lnTo>
                    <a:pt x="464184" y="612775"/>
                  </a:lnTo>
                </a:path>
                <a:path w="2922904" h="1624330">
                  <a:moveTo>
                    <a:pt x="464184" y="613409"/>
                  </a:moveTo>
                  <a:lnTo>
                    <a:pt x="464184" y="614679"/>
                  </a:lnTo>
                </a:path>
                <a:path w="2922904" h="1624330">
                  <a:moveTo>
                    <a:pt x="464184" y="615315"/>
                  </a:moveTo>
                  <a:lnTo>
                    <a:pt x="464184" y="616584"/>
                  </a:lnTo>
                </a:path>
                <a:path w="2922904" h="1624330">
                  <a:moveTo>
                    <a:pt x="464184" y="617220"/>
                  </a:moveTo>
                  <a:lnTo>
                    <a:pt x="464184" y="618490"/>
                  </a:lnTo>
                </a:path>
                <a:path w="2922904" h="1624330">
                  <a:moveTo>
                    <a:pt x="464184" y="618490"/>
                  </a:moveTo>
                  <a:lnTo>
                    <a:pt x="464184" y="619759"/>
                  </a:lnTo>
                </a:path>
                <a:path w="2922904" h="1624330">
                  <a:moveTo>
                    <a:pt x="464184" y="620395"/>
                  </a:moveTo>
                  <a:lnTo>
                    <a:pt x="464184" y="621665"/>
                  </a:lnTo>
                </a:path>
                <a:path w="2922904" h="1624330">
                  <a:moveTo>
                    <a:pt x="464184" y="622300"/>
                  </a:moveTo>
                  <a:lnTo>
                    <a:pt x="464184" y="623570"/>
                  </a:lnTo>
                </a:path>
                <a:path w="2922904" h="1624330">
                  <a:moveTo>
                    <a:pt x="464184" y="624204"/>
                  </a:moveTo>
                  <a:lnTo>
                    <a:pt x="464184" y="625475"/>
                  </a:lnTo>
                </a:path>
                <a:path w="2922904" h="1624330">
                  <a:moveTo>
                    <a:pt x="464184" y="626109"/>
                  </a:moveTo>
                  <a:lnTo>
                    <a:pt x="464184" y="627379"/>
                  </a:lnTo>
                </a:path>
                <a:path w="2922904" h="1624330">
                  <a:moveTo>
                    <a:pt x="464184" y="627379"/>
                  </a:moveTo>
                  <a:lnTo>
                    <a:pt x="464184" y="628650"/>
                  </a:lnTo>
                </a:path>
                <a:path w="2922904" h="1624330">
                  <a:moveTo>
                    <a:pt x="464184" y="629284"/>
                  </a:moveTo>
                  <a:lnTo>
                    <a:pt x="464184" y="630554"/>
                  </a:lnTo>
                </a:path>
                <a:path w="2922904" h="1624330">
                  <a:moveTo>
                    <a:pt x="464184" y="631190"/>
                  </a:moveTo>
                  <a:lnTo>
                    <a:pt x="464184" y="632459"/>
                  </a:lnTo>
                </a:path>
                <a:path w="2922904" h="1624330">
                  <a:moveTo>
                    <a:pt x="464184" y="633095"/>
                  </a:moveTo>
                  <a:lnTo>
                    <a:pt x="464184" y="634365"/>
                  </a:lnTo>
                </a:path>
                <a:path w="2922904" h="1624330">
                  <a:moveTo>
                    <a:pt x="464184" y="635000"/>
                  </a:moveTo>
                  <a:lnTo>
                    <a:pt x="464184" y="636270"/>
                  </a:lnTo>
                </a:path>
                <a:path w="2922904" h="1624330">
                  <a:moveTo>
                    <a:pt x="464184" y="636270"/>
                  </a:moveTo>
                  <a:lnTo>
                    <a:pt x="464184" y="637540"/>
                  </a:lnTo>
                </a:path>
                <a:path w="2922904" h="1624330">
                  <a:moveTo>
                    <a:pt x="464184" y="638175"/>
                  </a:moveTo>
                  <a:lnTo>
                    <a:pt x="464184" y="639445"/>
                  </a:lnTo>
                </a:path>
                <a:path w="2922904" h="1624330">
                  <a:moveTo>
                    <a:pt x="464184" y="640079"/>
                  </a:moveTo>
                  <a:lnTo>
                    <a:pt x="464184" y="641350"/>
                  </a:lnTo>
                </a:path>
                <a:path w="2922904" h="1624330">
                  <a:moveTo>
                    <a:pt x="464184" y="641984"/>
                  </a:moveTo>
                  <a:lnTo>
                    <a:pt x="464184" y="643254"/>
                  </a:lnTo>
                </a:path>
                <a:path w="2922904" h="1624330">
                  <a:moveTo>
                    <a:pt x="464184" y="643890"/>
                  </a:moveTo>
                  <a:lnTo>
                    <a:pt x="464184" y="645159"/>
                  </a:lnTo>
                </a:path>
                <a:path w="2922904" h="1624330">
                  <a:moveTo>
                    <a:pt x="464184" y="645159"/>
                  </a:moveTo>
                  <a:lnTo>
                    <a:pt x="464184" y="646429"/>
                  </a:lnTo>
                </a:path>
                <a:path w="2922904" h="1624330">
                  <a:moveTo>
                    <a:pt x="464184" y="647065"/>
                  </a:moveTo>
                  <a:lnTo>
                    <a:pt x="464184" y="648334"/>
                  </a:lnTo>
                </a:path>
                <a:path w="2922904" h="1624330">
                  <a:moveTo>
                    <a:pt x="464184" y="648970"/>
                  </a:moveTo>
                  <a:lnTo>
                    <a:pt x="464184" y="650240"/>
                  </a:lnTo>
                </a:path>
                <a:path w="2922904" h="1624330">
                  <a:moveTo>
                    <a:pt x="464184" y="650875"/>
                  </a:moveTo>
                  <a:lnTo>
                    <a:pt x="464184" y="652145"/>
                  </a:lnTo>
                </a:path>
                <a:path w="2922904" h="1624330">
                  <a:moveTo>
                    <a:pt x="464184" y="652779"/>
                  </a:moveTo>
                  <a:lnTo>
                    <a:pt x="464184" y="654050"/>
                  </a:lnTo>
                </a:path>
                <a:path w="2922904" h="1624330">
                  <a:moveTo>
                    <a:pt x="464184" y="654050"/>
                  </a:moveTo>
                  <a:lnTo>
                    <a:pt x="464184" y="655320"/>
                  </a:lnTo>
                </a:path>
                <a:path w="2922904" h="1624330">
                  <a:moveTo>
                    <a:pt x="464184" y="655954"/>
                  </a:moveTo>
                  <a:lnTo>
                    <a:pt x="464184" y="657225"/>
                  </a:lnTo>
                </a:path>
                <a:path w="2922904" h="1624330">
                  <a:moveTo>
                    <a:pt x="464184" y="657859"/>
                  </a:moveTo>
                  <a:lnTo>
                    <a:pt x="464184" y="659129"/>
                  </a:lnTo>
                </a:path>
                <a:path w="2922904" h="1624330">
                  <a:moveTo>
                    <a:pt x="464184" y="659765"/>
                  </a:moveTo>
                  <a:lnTo>
                    <a:pt x="464184" y="661034"/>
                  </a:lnTo>
                </a:path>
                <a:path w="2922904" h="1624330">
                  <a:moveTo>
                    <a:pt x="464184" y="661670"/>
                  </a:moveTo>
                  <a:lnTo>
                    <a:pt x="464184" y="662940"/>
                  </a:lnTo>
                </a:path>
                <a:path w="2922904" h="1624330">
                  <a:moveTo>
                    <a:pt x="464184" y="662940"/>
                  </a:moveTo>
                  <a:lnTo>
                    <a:pt x="464184" y="664209"/>
                  </a:lnTo>
                </a:path>
                <a:path w="2922904" h="1624330">
                  <a:moveTo>
                    <a:pt x="464184" y="664845"/>
                  </a:moveTo>
                  <a:lnTo>
                    <a:pt x="464184" y="666115"/>
                  </a:lnTo>
                </a:path>
                <a:path w="2922904" h="1624330">
                  <a:moveTo>
                    <a:pt x="464184" y="666750"/>
                  </a:moveTo>
                  <a:lnTo>
                    <a:pt x="464184" y="668020"/>
                  </a:lnTo>
                </a:path>
                <a:path w="2922904" h="1624330">
                  <a:moveTo>
                    <a:pt x="464184" y="668654"/>
                  </a:moveTo>
                  <a:lnTo>
                    <a:pt x="464184" y="669925"/>
                  </a:lnTo>
                </a:path>
                <a:path w="2922904" h="1624330">
                  <a:moveTo>
                    <a:pt x="464184" y="670559"/>
                  </a:moveTo>
                  <a:lnTo>
                    <a:pt x="464184" y="671829"/>
                  </a:lnTo>
                </a:path>
                <a:path w="2922904" h="1624330">
                  <a:moveTo>
                    <a:pt x="464184" y="671829"/>
                  </a:moveTo>
                  <a:lnTo>
                    <a:pt x="464184" y="673100"/>
                  </a:lnTo>
                </a:path>
                <a:path w="2922904" h="1624330">
                  <a:moveTo>
                    <a:pt x="464184" y="673734"/>
                  </a:moveTo>
                  <a:lnTo>
                    <a:pt x="464184" y="675004"/>
                  </a:lnTo>
                </a:path>
                <a:path w="2922904" h="1624330">
                  <a:moveTo>
                    <a:pt x="464184" y="675640"/>
                  </a:moveTo>
                  <a:lnTo>
                    <a:pt x="464184" y="676909"/>
                  </a:lnTo>
                </a:path>
                <a:path w="2922904" h="1624330">
                  <a:moveTo>
                    <a:pt x="464184" y="677545"/>
                  </a:moveTo>
                  <a:lnTo>
                    <a:pt x="464184" y="678815"/>
                  </a:lnTo>
                </a:path>
                <a:path w="2922904" h="1624330">
                  <a:moveTo>
                    <a:pt x="464184" y="679450"/>
                  </a:moveTo>
                  <a:lnTo>
                    <a:pt x="464184" y="680720"/>
                  </a:lnTo>
                </a:path>
                <a:path w="2922904" h="1624330">
                  <a:moveTo>
                    <a:pt x="464184" y="680720"/>
                  </a:moveTo>
                  <a:lnTo>
                    <a:pt x="464184" y="681990"/>
                  </a:lnTo>
                </a:path>
                <a:path w="2922904" h="1624330">
                  <a:moveTo>
                    <a:pt x="464184" y="682625"/>
                  </a:moveTo>
                  <a:lnTo>
                    <a:pt x="464184" y="683895"/>
                  </a:lnTo>
                </a:path>
                <a:path w="2922904" h="1624330">
                  <a:moveTo>
                    <a:pt x="464184" y="684529"/>
                  </a:moveTo>
                  <a:lnTo>
                    <a:pt x="464184" y="685800"/>
                  </a:lnTo>
                </a:path>
                <a:path w="2922904" h="1624330">
                  <a:moveTo>
                    <a:pt x="464184" y="686434"/>
                  </a:moveTo>
                  <a:lnTo>
                    <a:pt x="464184" y="687704"/>
                  </a:lnTo>
                </a:path>
                <a:path w="2922904" h="1624330">
                  <a:moveTo>
                    <a:pt x="464184" y="688340"/>
                  </a:moveTo>
                  <a:lnTo>
                    <a:pt x="464184" y="689609"/>
                  </a:lnTo>
                </a:path>
                <a:path w="2922904" h="1624330">
                  <a:moveTo>
                    <a:pt x="464184" y="689609"/>
                  </a:moveTo>
                  <a:lnTo>
                    <a:pt x="464184" y="690879"/>
                  </a:lnTo>
                </a:path>
                <a:path w="2922904" h="1624330">
                  <a:moveTo>
                    <a:pt x="464184" y="691515"/>
                  </a:moveTo>
                  <a:lnTo>
                    <a:pt x="464184" y="692784"/>
                  </a:lnTo>
                </a:path>
                <a:path w="2922904" h="1624330">
                  <a:moveTo>
                    <a:pt x="464184" y="693420"/>
                  </a:moveTo>
                  <a:lnTo>
                    <a:pt x="464184" y="694690"/>
                  </a:lnTo>
                </a:path>
                <a:path w="2922904" h="1624330">
                  <a:moveTo>
                    <a:pt x="464184" y="695325"/>
                  </a:moveTo>
                  <a:lnTo>
                    <a:pt x="464184" y="696595"/>
                  </a:lnTo>
                </a:path>
                <a:path w="2922904" h="1624330">
                  <a:moveTo>
                    <a:pt x="464184" y="697229"/>
                  </a:moveTo>
                  <a:lnTo>
                    <a:pt x="464184" y="698500"/>
                  </a:lnTo>
                </a:path>
                <a:path w="2922904" h="1624330">
                  <a:moveTo>
                    <a:pt x="464184" y="698500"/>
                  </a:moveTo>
                  <a:lnTo>
                    <a:pt x="464184" y="699770"/>
                  </a:lnTo>
                </a:path>
                <a:path w="2922904" h="1624330">
                  <a:moveTo>
                    <a:pt x="464184" y="700404"/>
                  </a:moveTo>
                  <a:lnTo>
                    <a:pt x="464184" y="701675"/>
                  </a:lnTo>
                </a:path>
                <a:path w="2922904" h="1624330">
                  <a:moveTo>
                    <a:pt x="464184" y="702309"/>
                  </a:moveTo>
                  <a:lnTo>
                    <a:pt x="464184" y="703579"/>
                  </a:lnTo>
                </a:path>
                <a:path w="2922904" h="1624330">
                  <a:moveTo>
                    <a:pt x="464184" y="704215"/>
                  </a:moveTo>
                  <a:lnTo>
                    <a:pt x="464184" y="705484"/>
                  </a:lnTo>
                </a:path>
                <a:path w="2922904" h="1624330">
                  <a:moveTo>
                    <a:pt x="464184" y="706120"/>
                  </a:moveTo>
                  <a:lnTo>
                    <a:pt x="464184" y="707390"/>
                  </a:lnTo>
                </a:path>
                <a:path w="2922904" h="1624330">
                  <a:moveTo>
                    <a:pt x="464184" y="707390"/>
                  </a:moveTo>
                  <a:lnTo>
                    <a:pt x="464184" y="708659"/>
                  </a:lnTo>
                </a:path>
                <a:path w="2922904" h="1624330">
                  <a:moveTo>
                    <a:pt x="464184" y="709295"/>
                  </a:moveTo>
                  <a:lnTo>
                    <a:pt x="464184" y="710565"/>
                  </a:lnTo>
                </a:path>
                <a:path w="2922904" h="1624330">
                  <a:moveTo>
                    <a:pt x="464184" y="711200"/>
                  </a:moveTo>
                  <a:lnTo>
                    <a:pt x="464184" y="712470"/>
                  </a:lnTo>
                </a:path>
                <a:path w="2922904" h="1624330">
                  <a:moveTo>
                    <a:pt x="464184" y="713104"/>
                  </a:moveTo>
                  <a:lnTo>
                    <a:pt x="464184" y="714375"/>
                  </a:lnTo>
                </a:path>
                <a:path w="2922904" h="1624330">
                  <a:moveTo>
                    <a:pt x="464184" y="715009"/>
                  </a:moveTo>
                  <a:lnTo>
                    <a:pt x="464184" y="716279"/>
                  </a:lnTo>
                </a:path>
                <a:path w="2922904" h="1624330">
                  <a:moveTo>
                    <a:pt x="464184" y="716279"/>
                  </a:moveTo>
                  <a:lnTo>
                    <a:pt x="464184" y="717550"/>
                  </a:lnTo>
                </a:path>
                <a:path w="2922904" h="1624330">
                  <a:moveTo>
                    <a:pt x="464184" y="718184"/>
                  </a:moveTo>
                  <a:lnTo>
                    <a:pt x="464184" y="719454"/>
                  </a:lnTo>
                </a:path>
                <a:path w="2922904" h="1624330">
                  <a:moveTo>
                    <a:pt x="464184" y="720090"/>
                  </a:moveTo>
                  <a:lnTo>
                    <a:pt x="464184" y="721359"/>
                  </a:lnTo>
                </a:path>
                <a:path w="2922904" h="1624330">
                  <a:moveTo>
                    <a:pt x="464184" y="721995"/>
                  </a:moveTo>
                  <a:lnTo>
                    <a:pt x="464184" y="723265"/>
                  </a:lnTo>
                </a:path>
                <a:path w="2922904" h="1624330">
                  <a:moveTo>
                    <a:pt x="464184" y="723900"/>
                  </a:moveTo>
                  <a:lnTo>
                    <a:pt x="464184" y="725170"/>
                  </a:lnTo>
                </a:path>
                <a:path w="2922904" h="1624330">
                  <a:moveTo>
                    <a:pt x="464184" y="725170"/>
                  </a:moveTo>
                  <a:lnTo>
                    <a:pt x="464184" y="726440"/>
                  </a:lnTo>
                </a:path>
                <a:path w="2922904" h="1624330">
                  <a:moveTo>
                    <a:pt x="464184" y="727075"/>
                  </a:moveTo>
                  <a:lnTo>
                    <a:pt x="464184" y="728345"/>
                  </a:lnTo>
                </a:path>
                <a:path w="2922904" h="1624330">
                  <a:moveTo>
                    <a:pt x="464184" y="728979"/>
                  </a:moveTo>
                  <a:lnTo>
                    <a:pt x="464184" y="730250"/>
                  </a:lnTo>
                </a:path>
                <a:path w="2922904" h="1624330">
                  <a:moveTo>
                    <a:pt x="464184" y="730884"/>
                  </a:moveTo>
                  <a:lnTo>
                    <a:pt x="464184" y="732154"/>
                  </a:lnTo>
                </a:path>
                <a:path w="2922904" h="1624330">
                  <a:moveTo>
                    <a:pt x="464184" y="732790"/>
                  </a:moveTo>
                  <a:lnTo>
                    <a:pt x="464184" y="734059"/>
                  </a:lnTo>
                </a:path>
                <a:path w="2922904" h="1624330">
                  <a:moveTo>
                    <a:pt x="464184" y="734059"/>
                  </a:moveTo>
                  <a:lnTo>
                    <a:pt x="464184" y="735329"/>
                  </a:lnTo>
                </a:path>
                <a:path w="2922904" h="1624330">
                  <a:moveTo>
                    <a:pt x="464184" y="735965"/>
                  </a:moveTo>
                  <a:lnTo>
                    <a:pt x="464184" y="737234"/>
                  </a:lnTo>
                </a:path>
                <a:path w="2922904" h="1624330">
                  <a:moveTo>
                    <a:pt x="464184" y="737870"/>
                  </a:moveTo>
                  <a:lnTo>
                    <a:pt x="464184" y="739140"/>
                  </a:lnTo>
                </a:path>
                <a:path w="2922904" h="1624330">
                  <a:moveTo>
                    <a:pt x="464184" y="739775"/>
                  </a:moveTo>
                  <a:lnTo>
                    <a:pt x="464184" y="741045"/>
                  </a:lnTo>
                </a:path>
                <a:path w="2922904" h="1624330">
                  <a:moveTo>
                    <a:pt x="464184" y="741679"/>
                  </a:moveTo>
                  <a:lnTo>
                    <a:pt x="464184" y="742950"/>
                  </a:lnTo>
                </a:path>
                <a:path w="2922904" h="1624330">
                  <a:moveTo>
                    <a:pt x="464184" y="742950"/>
                  </a:moveTo>
                  <a:lnTo>
                    <a:pt x="464184" y="744220"/>
                  </a:lnTo>
                </a:path>
                <a:path w="2922904" h="1624330">
                  <a:moveTo>
                    <a:pt x="464184" y="744854"/>
                  </a:moveTo>
                  <a:lnTo>
                    <a:pt x="464184" y="746125"/>
                  </a:lnTo>
                </a:path>
                <a:path w="2922904" h="1624330">
                  <a:moveTo>
                    <a:pt x="464184" y="746759"/>
                  </a:moveTo>
                  <a:lnTo>
                    <a:pt x="464184" y="748029"/>
                  </a:lnTo>
                </a:path>
                <a:path w="2922904" h="1624330">
                  <a:moveTo>
                    <a:pt x="464184" y="748665"/>
                  </a:moveTo>
                  <a:lnTo>
                    <a:pt x="464184" y="749934"/>
                  </a:lnTo>
                </a:path>
                <a:path w="2922904" h="1624330">
                  <a:moveTo>
                    <a:pt x="464184" y="750570"/>
                  </a:moveTo>
                  <a:lnTo>
                    <a:pt x="464184" y="751840"/>
                  </a:lnTo>
                </a:path>
                <a:path w="2922904" h="1624330">
                  <a:moveTo>
                    <a:pt x="464184" y="751840"/>
                  </a:moveTo>
                  <a:lnTo>
                    <a:pt x="464184" y="753109"/>
                  </a:lnTo>
                </a:path>
                <a:path w="2922904" h="1624330">
                  <a:moveTo>
                    <a:pt x="464184" y="753745"/>
                  </a:moveTo>
                  <a:lnTo>
                    <a:pt x="464184" y="755015"/>
                  </a:lnTo>
                </a:path>
                <a:path w="2922904" h="1624330">
                  <a:moveTo>
                    <a:pt x="464184" y="755650"/>
                  </a:moveTo>
                  <a:lnTo>
                    <a:pt x="464184" y="756920"/>
                  </a:lnTo>
                </a:path>
                <a:path w="2922904" h="1624330">
                  <a:moveTo>
                    <a:pt x="464184" y="757554"/>
                  </a:moveTo>
                  <a:lnTo>
                    <a:pt x="464184" y="758825"/>
                  </a:lnTo>
                </a:path>
                <a:path w="2922904" h="1624330">
                  <a:moveTo>
                    <a:pt x="464184" y="759459"/>
                  </a:moveTo>
                  <a:lnTo>
                    <a:pt x="464184" y="760729"/>
                  </a:lnTo>
                </a:path>
                <a:path w="2922904" h="1624330">
                  <a:moveTo>
                    <a:pt x="464184" y="760729"/>
                  </a:moveTo>
                  <a:lnTo>
                    <a:pt x="464184" y="762000"/>
                  </a:lnTo>
                </a:path>
                <a:path w="2922904" h="1624330">
                  <a:moveTo>
                    <a:pt x="464184" y="762634"/>
                  </a:moveTo>
                  <a:lnTo>
                    <a:pt x="464184" y="763904"/>
                  </a:lnTo>
                </a:path>
                <a:path w="2922904" h="1624330">
                  <a:moveTo>
                    <a:pt x="464184" y="764540"/>
                  </a:moveTo>
                  <a:lnTo>
                    <a:pt x="464184" y="765809"/>
                  </a:lnTo>
                </a:path>
                <a:path w="2922904" h="1624330">
                  <a:moveTo>
                    <a:pt x="464184" y="766445"/>
                  </a:moveTo>
                  <a:lnTo>
                    <a:pt x="464184" y="767715"/>
                  </a:lnTo>
                </a:path>
                <a:path w="2922904" h="1624330">
                  <a:moveTo>
                    <a:pt x="464184" y="768350"/>
                  </a:moveTo>
                  <a:lnTo>
                    <a:pt x="464184" y="769620"/>
                  </a:lnTo>
                </a:path>
                <a:path w="2922904" h="1624330">
                  <a:moveTo>
                    <a:pt x="464184" y="769620"/>
                  </a:moveTo>
                  <a:lnTo>
                    <a:pt x="464184" y="770890"/>
                  </a:lnTo>
                </a:path>
                <a:path w="2922904" h="1624330">
                  <a:moveTo>
                    <a:pt x="464184" y="771525"/>
                  </a:moveTo>
                  <a:lnTo>
                    <a:pt x="464184" y="772159"/>
                  </a:lnTo>
                </a:path>
                <a:path w="2922904" h="1624330">
                  <a:moveTo>
                    <a:pt x="896619" y="97790"/>
                  </a:moveTo>
                  <a:lnTo>
                    <a:pt x="896619" y="99059"/>
                  </a:lnTo>
                </a:path>
                <a:path w="2922904" h="1624330">
                  <a:moveTo>
                    <a:pt x="896619" y="99695"/>
                  </a:moveTo>
                  <a:lnTo>
                    <a:pt x="896619" y="100965"/>
                  </a:lnTo>
                </a:path>
                <a:path w="2922904" h="1624330">
                  <a:moveTo>
                    <a:pt x="896619" y="100965"/>
                  </a:moveTo>
                  <a:lnTo>
                    <a:pt x="896619" y="102234"/>
                  </a:lnTo>
                </a:path>
                <a:path w="2922904" h="1624330">
                  <a:moveTo>
                    <a:pt x="896619" y="102870"/>
                  </a:moveTo>
                  <a:lnTo>
                    <a:pt x="896619" y="104140"/>
                  </a:lnTo>
                </a:path>
                <a:path w="2922904" h="1624330">
                  <a:moveTo>
                    <a:pt x="896619" y="104775"/>
                  </a:moveTo>
                  <a:lnTo>
                    <a:pt x="896619" y="106045"/>
                  </a:lnTo>
                </a:path>
                <a:path w="2922904" h="1624330">
                  <a:moveTo>
                    <a:pt x="896619" y="106679"/>
                  </a:moveTo>
                  <a:lnTo>
                    <a:pt x="896619" y="107950"/>
                  </a:lnTo>
                </a:path>
                <a:path w="2922904" h="1624330">
                  <a:moveTo>
                    <a:pt x="896619" y="108584"/>
                  </a:moveTo>
                  <a:lnTo>
                    <a:pt x="896619" y="109854"/>
                  </a:lnTo>
                </a:path>
                <a:path w="2922904" h="1624330">
                  <a:moveTo>
                    <a:pt x="896619" y="109854"/>
                  </a:moveTo>
                  <a:lnTo>
                    <a:pt x="896619" y="111125"/>
                  </a:lnTo>
                </a:path>
                <a:path w="2922904" h="1624330">
                  <a:moveTo>
                    <a:pt x="896619" y="111759"/>
                  </a:moveTo>
                  <a:lnTo>
                    <a:pt x="896619" y="113029"/>
                  </a:lnTo>
                </a:path>
                <a:path w="2922904" h="1624330">
                  <a:moveTo>
                    <a:pt x="896619" y="113665"/>
                  </a:moveTo>
                  <a:lnTo>
                    <a:pt x="896619" y="114934"/>
                  </a:lnTo>
                </a:path>
                <a:path w="2922904" h="1624330">
                  <a:moveTo>
                    <a:pt x="896619" y="115570"/>
                  </a:moveTo>
                  <a:lnTo>
                    <a:pt x="896619" y="116840"/>
                  </a:lnTo>
                </a:path>
                <a:path w="2922904" h="1624330">
                  <a:moveTo>
                    <a:pt x="896619" y="117475"/>
                  </a:moveTo>
                  <a:lnTo>
                    <a:pt x="896619" y="118745"/>
                  </a:lnTo>
                </a:path>
                <a:path w="2922904" h="1624330">
                  <a:moveTo>
                    <a:pt x="896619" y="118745"/>
                  </a:moveTo>
                  <a:lnTo>
                    <a:pt x="896619" y="120015"/>
                  </a:lnTo>
                </a:path>
                <a:path w="2922904" h="1624330">
                  <a:moveTo>
                    <a:pt x="896619" y="120650"/>
                  </a:moveTo>
                  <a:lnTo>
                    <a:pt x="896619" y="121920"/>
                  </a:lnTo>
                </a:path>
                <a:path w="2922904" h="1624330">
                  <a:moveTo>
                    <a:pt x="896619" y="122554"/>
                  </a:moveTo>
                  <a:lnTo>
                    <a:pt x="896619" y="123825"/>
                  </a:lnTo>
                </a:path>
                <a:path w="2922904" h="1624330">
                  <a:moveTo>
                    <a:pt x="896619" y="124459"/>
                  </a:moveTo>
                  <a:lnTo>
                    <a:pt x="896619" y="125729"/>
                  </a:lnTo>
                </a:path>
                <a:path w="2922904" h="1624330">
                  <a:moveTo>
                    <a:pt x="896619" y="126365"/>
                  </a:moveTo>
                  <a:lnTo>
                    <a:pt x="896619" y="127634"/>
                  </a:lnTo>
                </a:path>
                <a:path w="2922904" h="1624330">
                  <a:moveTo>
                    <a:pt x="896619" y="127634"/>
                  </a:moveTo>
                  <a:lnTo>
                    <a:pt x="896619" y="128904"/>
                  </a:lnTo>
                </a:path>
                <a:path w="2922904" h="1624330">
                  <a:moveTo>
                    <a:pt x="896619" y="129540"/>
                  </a:moveTo>
                  <a:lnTo>
                    <a:pt x="896619" y="130809"/>
                  </a:lnTo>
                </a:path>
                <a:path w="2922904" h="1624330">
                  <a:moveTo>
                    <a:pt x="896619" y="131445"/>
                  </a:moveTo>
                  <a:lnTo>
                    <a:pt x="896619" y="132715"/>
                  </a:lnTo>
                </a:path>
                <a:path w="2922904" h="1624330">
                  <a:moveTo>
                    <a:pt x="896619" y="133350"/>
                  </a:moveTo>
                  <a:lnTo>
                    <a:pt x="896619" y="134620"/>
                  </a:lnTo>
                </a:path>
                <a:path w="2922904" h="1624330">
                  <a:moveTo>
                    <a:pt x="896619" y="135254"/>
                  </a:moveTo>
                  <a:lnTo>
                    <a:pt x="896619" y="136525"/>
                  </a:lnTo>
                </a:path>
                <a:path w="2922904" h="1624330">
                  <a:moveTo>
                    <a:pt x="896619" y="136525"/>
                  </a:moveTo>
                  <a:lnTo>
                    <a:pt x="896619" y="137795"/>
                  </a:lnTo>
                </a:path>
                <a:path w="2922904" h="1624330">
                  <a:moveTo>
                    <a:pt x="896619" y="138429"/>
                  </a:moveTo>
                  <a:lnTo>
                    <a:pt x="896619" y="139700"/>
                  </a:lnTo>
                </a:path>
                <a:path w="2922904" h="1624330">
                  <a:moveTo>
                    <a:pt x="896619" y="140334"/>
                  </a:moveTo>
                  <a:lnTo>
                    <a:pt x="896619" y="141604"/>
                  </a:lnTo>
                </a:path>
                <a:path w="2922904" h="1624330">
                  <a:moveTo>
                    <a:pt x="896619" y="142240"/>
                  </a:moveTo>
                  <a:lnTo>
                    <a:pt x="896619" y="143509"/>
                  </a:lnTo>
                </a:path>
                <a:path w="2922904" h="1624330">
                  <a:moveTo>
                    <a:pt x="896619" y="144145"/>
                  </a:moveTo>
                  <a:lnTo>
                    <a:pt x="896619" y="145415"/>
                  </a:lnTo>
                </a:path>
                <a:path w="2922904" h="1624330">
                  <a:moveTo>
                    <a:pt x="896619" y="145415"/>
                  </a:moveTo>
                  <a:lnTo>
                    <a:pt x="896619" y="146684"/>
                  </a:lnTo>
                </a:path>
                <a:path w="2922904" h="1624330">
                  <a:moveTo>
                    <a:pt x="896619" y="147320"/>
                  </a:moveTo>
                  <a:lnTo>
                    <a:pt x="896619" y="148590"/>
                  </a:lnTo>
                </a:path>
                <a:path w="2922904" h="1624330">
                  <a:moveTo>
                    <a:pt x="896619" y="149225"/>
                  </a:moveTo>
                  <a:lnTo>
                    <a:pt x="896619" y="150495"/>
                  </a:lnTo>
                </a:path>
                <a:path w="2922904" h="1624330">
                  <a:moveTo>
                    <a:pt x="896619" y="151129"/>
                  </a:moveTo>
                  <a:lnTo>
                    <a:pt x="896619" y="152400"/>
                  </a:lnTo>
                </a:path>
                <a:path w="2922904" h="1624330">
                  <a:moveTo>
                    <a:pt x="896619" y="153034"/>
                  </a:moveTo>
                  <a:lnTo>
                    <a:pt x="896619" y="154304"/>
                  </a:lnTo>
                </a:path>
                <a:path w="2922904" h="1624330">
                  <a:moveTo>
                    <a:pt x="896619" y="154304"/>
                  </a:moveTo>
                  <a:lnTo>
                    <a:pt x="896619" y="155575"/>
                  </a:lnTo>
                </a:path>
                <a:path w="2922904" h="1624330">
                  <a:moveTo>
                    <a:pt x="896619" y="156209"/>
                  </a:moveTo>
                  <a:lnTo>
                    <a:pt x="896619" y="157479"/>
                  </a:lnTo>
                </a:path>
                <a:path w="2922904" h="1624330">
                  <a:moveTo>
                    <a:pt x="896619" y="158115"/>
                  </a:moveTo>
                  <a:lnTo>
                    <a:pt x="896619" y="159384"/>
                  </a:lnTo>
                </a:path>
                <a:path w="2922904" h="1624330">
                  <a:moveTo>
                    <a:pt x="896619" y="160020"/>
                  </a:moveTo>
                  <a:lnTo>
                    <a:pt x="896619" y="161290"/>
                  </a:lnTo>
                </a:path>
                <a:path w="2922904" h="1624330">
                  <a:moveTo>
                    <a:pt x="896619" y="161925"/>
                  </a:moveTo>
                  <a:lnTo>
                    <a:pt x="896619" y="163195"/>
                  </a:lnTo>
                </a:path>
                <a:path w="2922904" h="1624330">
                  <a:moveTo>
                    <a:pt x="896619" y="163195"/>
                  </a:moveTo>
                  <a:lnTo>
                    <a:pt x="896619" y="164465"/>
                  </a:lnTo>
                </a:path>
                <a:path w="2922904" h="1624330">
                  <a:moveTo>
                    <a:pt x="896619" y="165100"/>
                  </a:moveTo>
                  <a:lnTo>
                    <a:pt x="896619" y="166370"/>
                  </a:lnTo>
                </a:path>
                <a:path w="2922904" h="1624330">
                  <a:moveTo>
                    <a:pt x="896619" y="167004"/>
                  </a:moveTo>
                  <a:lnTo>
                    <a:pt x="896619" y="168275"/>
                  </a:lnTo>
                </a:path>
                <a:path w="2922904" h="1624330">
                  <a:moveTo>
                    <a:pt x="896619" y="168909"/>
                  </a:moveTo>
                  <a:lnTo>
                    <a:pt x="896619" y="170179"/>
                  </a:lnTo>
                </a:path>
                <a:path w="2922904" h="1624330">
                  <a:moveTo>
                    <a:pt x="896619" y="170815"/>
                  </a:moveTo>
                  <a:lnTo>
                    <a:pt x="896619" y="172084"/>
                  </a:lnTo>
                </a:path>
                <a:path w="2922904" h="1624330">
                  <a:moveTo>
                    <a:pt x="896619" y="172084"/>
                  </a:moveTo>
                  <a:lnTo>
                    <a:pt x="896619" y="173354"/>
                  </a:lnTo>
                </a:path>
                <a:path w="2922904" h="1624330">
                  <a:moveTo>
                    <a:pt x="896619" y="173990"/>
                  </a:moveTo>
                  <a:lnTo>
                    <a:pt x="896619" y="175259"/>
                  </a:lnTo>
                </a:path>
                <a:path w="2922904" h="1624330">
                  <a:moveTo>
                    <a:pt x="896619" y="175895"/>
                  </a:moveTo>
                  <a:lnTo>
                    <a:pt x="896619" y="177165"/>
                  </a:lnTo>
                </a:path>
                <a:path w="2922904" h="1624330">
                  <a:moveTo>
                    <a:pt x="896619" y="177800"/>
                  </a:moveTo>
                  <a:lnTo>
                    <a:pt x="896619" y="179070"/>
                  </a:lnTo>
                </a:path>
                <a:path w="2922904" h="1624330">
                  <a:moveTo>
                    <a:pt x="896619" y="179704"/>
                  </a:moveTo>
                  <a:lnTo>
                    <a:pt x="896619" y="180975"/>
                  </a:lnTo>
                </a:path>
                <a:path w="2922904" h="1624330">
                  <a:moveTo>
                    <a:pt x="896619" y="180975"/>
                  </a:moveTo>
                  <a:lnTo>
                    <a:pt x="896619" y="182245"/>
                  </a:lnTo>
                </a:path>
                <a:path w="2922904" h="1624330">
                  <a:moveTo>
                    <a:pt x="896619" y="182879"/>
                  </a:moveTo>
                  <a:lnTo>
                    <a:pt x="896619" y="184150"/>
                  </a:lnTo>
                </a:path>
                <a:path w="2922904" h="1624330">
                  <a:moveTo>
                    <a:pt x="896619" y="184784"/>
                  </a:moveTo>
                  <a:lnTo>
                    <a:pt x="896619" y="186054"/>
                  </a:lnTo>
                </a:path>
                <a:path w="2922904" h="1624330">
                  <a:moveTo>
                    <a:pt x="896619" y="186690"/>
                  </a:moveTo>
                  <a:lnTo>
                    <a:pt x="896619" y="187959"/>
                  </a:lnTo>
                </a:path>
                <a:path w="2922904" h="1624330">
                  <a:moveTo>
                    <a:pt x="896619" y="188595"/>
                  </a:moveTo>
                  <a:lnTo>
                    <a:pt x="896619" y="189865"/>
                  </a:lnTo>
                </a:path>
                <a:path w="2922904" h="1624330">
                  <a:moveTo>
                    <a:pt x="896619" y="189865"/>
                  </a:moveTo>
                  <a:lnTo>
                    <a:pt x="896619" y="191134"/>
                  </a:lnTo>
                </a:path>
                <a:path w="2922904" h="1624330">
                  <a:moveTo>
                    <a:pt x="896619" y="191770"/>
                  </a:moveTo>
                  <a:lnTo>
                    <a:pt x="896619" y="193040"/>
                  </a:lnTo>
                </a:path>
                <a:path w="2922904" h="1624330">
                  <a:moveTo>
                    <a:pt x="896619" y="193675"/>
                  </a:moveTo>
                  <a:lnTo>
                    <a:pt x="896619" y="194945"/>
                  </a:lnTo>
                </a:path>
                <a:path w="2922904" h="1624330">
                  <a:moveTo>
                    <a:pt x="896619" y="195579"/>
                  </a:moveTo>
                  <a:lnTo>
                    <a:pt x="896619" y="196850"/>
                  </a:lnTo>
                </a:path>
                <a:path w="2922904" h="1624330">
                  <a:moveTo>
                    <a:pt x="896619" y="197484"/>
                  </a:moveTo>
                  <a:lnTo>
                    <a:pt x="896619" y="198754"/>
                  </a:lnTo>
                </a:path>
                <a:path w="2922904" h="1624330">
                  <a:moveTo>
                    <a:pt x="896619" y="198754"/>
                  </a:moveTo>
                  <a:lnTo>
                    <a:pt x="896619" y="200025"/>
                  </a:lnTo>
                </a:path>
                <a:path w="2922904" h="1624330">
                  <a:moveTo>
                    <a:pt x="896619" y="200659"/>
                  </a:moveTo>
                  <a:lnTo>
                    <a:pt x="896619" y="201929"/>
                  </a:lnTo>
                </a:path>
                <a:path w="2922904" h="1624330">
                  <a:moveTo>
                    <a:pt x="896619" y="202565"/>
                  </a:moveTo>
                  <a:lnTo>
                    <a:pt x="896619" y="203834"/>
                  </a:lnTo>
                </a:path>
                <a:path w="2922904" h="1624330">
                  <a:moveTo>
                    <a:pt x="896619" y="204470"/>
                  </a:moveTo>
                  <a:lnTo>
                    <a:pt x="896619" y="205740"/>
                  </a:lnTo>
                </a:path>
                <a:path w="2922904" h="1624330">
                  <a:moveTo>
                    <a:pt x="896619" y="206375"/>
                  </a:moveTo>
                  <a:lnTo>
                    <a:pt x="896619" y="207645"/>
                  </a:lnTo>
                </a:path>
                <a:path w="2922904" h="1624330">
                  <a:moveTo>
                    <a:pt x="896619" y="207645"/>
                  </a:moveTo>
                  <a:lnTo>
                    <a:pt x="896619" y="208915"/>
                  </a:lnTo>
                </a:path>
                <a:path w="2922904" h="1624330">
                  <a:moveTo>
                    <a:pt x="896619" y="209550"/>
                  </a:moveTo>
                  <a:lnTo>
                    <a:pt x="896619" y="210820"/>
                  </a:lnTo>
                </a:path>
                <a:path w="2922904" h="1624330">
                  <a:moveTo>
                    <a:pt x="896619" y="211454"/>
                  </a:moveTo>
                  <a:lnTo>
                    <a:pt x="896619" y="212725"/>
                  </a:lnTo>
                </a:path>
                <a:path w="2922904" h="1624330">
                  <a:moveTo>
                    <a:pt x="896619" y="213359"/>
                  </a:moveTo>
                  <a:lnTo>
                    <a:pt x="896619" y="214629"/>
                  </a:lnTo>
                </a:path>
                <a:path w="2922904" h="1624330">
                  <a:moveTo>
                    <a:pt x="896619" y="215265"/>
                  </a:moveTo>
                  <a:lnTo>
                    <a:pt x="896619" y="216534"/>
                  </a:lnTo>
                </a:path>
                <a:path w="2922904" h="1624330">
                  <a:moveTo>
                    <a:pt x="896619" y="216534"/>
                  </a:moveTo>
                  <a:lnTo>
                    <a:pt x="896619" y="217804"/>
                  </a:lnTo>
                </a:path>
                <a:path w="2922904" h="1624330">
                  <a:moveTo>
                    <a:pt x="896619" y="218440"/>
                  </a:moveTo>
                  <a:lnTo>
                    <a:pt x="896619" y="219709"/>
                  </a:lnTo>
                </a:path>
                <a:path w="2922904" h="1624330">
                  <a:moveTo>
                    <a:pt x="896619" y="220345"/>
                  </a:moveTo>
                  <a:lnTo>
                    <a:pt x="896619" y="221615"/>
                  </a:lnTo>
                </a:path>
                <a:path w="2922904" h="1624330">
                  <a:moveTo>
                    <a:pt x="896619" y="222250"/>
                  </a:moveTo>
                  <a:lnTo>
                    <a:pt x="896619" y="223520"/>
                  </a:lnTo>
                </a:path>
                <a:path w="2922904" h="1624330">
                  <a:moveTo>
                    <a:pt x="896619" y="224154"/>
                  </a:moveTo>
                  <a:lnTo>
                    <a:pt x="896619" y="225425"/>
                  </a:lnTo>
                </a:path>
                <a:path w="2922904" h="1624330">
                  <a:moveTo>
                    <a:pt x="896619" y="225425"/>
                  </a:moveTo>
                  <a:lnTo>
                    <a:pt x="896619" y="226695"/>
                  </a:lnTo>
                </a:path>
                <a:path w="2922904" h="1624330">
                  <a:moveTo>
                    <a:pt x="896619" y="227329"/>
                  </a:moveTo>
                  <a:lnTo>
                    <a:pt x="896619" y="228600"/>
                  </a:lnTo>
                </a:path>
                <a:path w="2922904" h="1624330">
                  <a:moveTo>
                    <a:pt x="896619" y="229234"/>
                  </a:moveTo>
                  <a:lnTo>
                    <a:pt x="896619" y="230504"/>
                  </a:lnTo>
                </a:path>
                <a:path w="2922904" h="1624330">
                  <a:moveTo>
                    <a:pt x="896619" y="231140"/>
                  </a:moveTo>
                  <a:lnTo>
                    <a:pt x="896619" y="232409"/>
                  </a:lnTo>
                </a:path>
                <a:path w="2922904" h="1624330">
                  <a:moveTo>
                    <a:pt x="896619" y="233045"/>
                  </a:moveTo>
                  <a:lnTo>
                    <a:pt x="896619" y="234315"/>
                  </a:lnTo>
                </a:path>
                <a:path w="2922904" h="1624330">
                  <a:moveTo>
                    <a:pt x="896619" y="234315"/>
                  </a:moveTo>
                  <a:lnTo>
                    <a:pt x="896619" y="235584"/>
                  </a:lnTo>
                </a:path>
                <a:path w="2922904" h="1624330">
                  <a:moveTo>
                    <a:pt x="896619" y="236220"/>
                  </a:moveTo>
                  <a:lnTo>
                    <a:pt x="896619" y="237490"/>
                  </a:lnTo>
                </a:path>
                <a:path w="2922904" h="1624330">
                  <a:moveTo>
                    <a:pt x="896619" y="238125"/>
                  </a:moveTo>
                  <a:lnTo>
                    <a:pt x="896619" y="239395"/>
                  </a:lnTo>
                </a:path>
                <a:path w="2922904" h="1624330">
                  <a:moveTo>
                    <a:pt x="896619" y="240029"/>
                  </a:moveTo>
                  <a:lnTo>
                    <a:pt x="896619" y="241300"/>
                  </a:lnTo>
                </a:path>
                <a:path w="2922904" h="1624330">
                  <a:moveTo>
                    <a:pt x="896619" y="241934"/>
                  </a:moveTo>
                  <a:lnTo>
                    <a:pt x="896619" y="243204"/>
                  </a:lnTo>
                </a:path>
                <a:path w="2922904" h="1624330">
                  <a:moveTo>
                    <a:pt x="896619" y="243204"/>
                  </a:moveTo>
                  <a:lnTo>
                    <a:pt x="896619" y="244475"/>
                  </a:lnTo>
                </a:path>
                <a:path w="2922904" h="1624330">
                  <a:moveTo>
                    <a:pt x="896619" y="245109"/>
                  </a:moveTo>
                  <a:lnTo>
                    <a:pt x="896619" y="246379"/>
                  </a:lnTo>
                </a:path>
                <a:path w="2922904" h="1624330">
                  <a:moveTo>
                    <a:pt x="896619" y="247015"/>
                  </a:moveTo>
                  <a:lnTo>
                    <a:pt x="896619" y="248284"/>
                  </a:lnTo>
                </a:path>
                <a:path w="2922904" h="1624330">
                  <a:moveTo>
                    <a:pt x="896619" y="248920"/>
                  </a:moveTo>
                  <a:lnTo>
                    <a:pt x="896619" y="250190"/>
                  </a:lnTo>
                </a:path>
                <a:path w="2922904" h="1624330">
                  <a:moveTo>
                    <a:pt x="896619" y="250825"/>
                  </a:moveTo>
                  <a:lnTo>
                    <a:pt x="896619" y="252095"/>
                  </a:lnTo>
                </a:path>
                <a:path w="2922904" h="1624330">
                  <a:moveTo>
                    <a:pt x="896619" y="252095"/>
                  </a:moveTo>
                  <a:lnTo>
                    <a:pt x="896619" y="253365"/>
                  </a:lnTo>
                </a:path>
                <a:path w="2922904" h="1624330">
                  <a:moveTo>
                    <a:pt x="896619" y="254000"/>
                  </a:moveTo>
                  <a:lnTo>
                    <a:pt x="896619" y="255270"/>
                  </a:lnTo>
                </a:path>
                <a:path w="2922904" h="1624330">
                  <a:moveTo>
                    <a:pt x="896619" y="255904"/>
                  </a:moveTo>
                  <a:lnTo>
                    <a:pt x="896619" y="257175"/>
                  </a:lnTo>
                </a:path>
                <a:path w="2922904" h="1624330">
                  <a:moveTo>
                    <a:pt x="896619" y="257809"/>
                  </a:moveTo>
                  <a:lnTo>
                    <a:pt x="896619" y="259079"/>
                  </a:lnTo>
                </a:path>
                <a:path w="2922904" h="1624330">
                  <a:moveTo>
                    <a:pt x="896619" y="259715"/>
                  </a:moveTo>
                  <a:lnTo>
                    <a:pt x="896619" y="260984"/>
                  </a:lnTo>
                </a:path>
                <a:path w="2922904" h="1624330">
                  <a:moveTo>
                    <a:pt x="896619" y="260984"/>
                  </a:moveTo>
                  <a:lnTo>
                    <a:pt x="896619" y="262254"/>
                  </a:lnTo>
                </a:path>
                <a:path w="2922904" h="1624330">
                  <a:moveTo>
                    <a:pt x="896619" y="262890"/>
                  </a:moveTo>
                  <a:lnTo>
                    <a:pt x="896619" y="264159"/>
                  </a:lnTo>
                </a:path>
                <a:path w="2922904" h="1624330">
                  <a:moveTo>
                    <a:pt x="896619" y="264795"/>
                  </a:moveTo>
                  <a:lnTo>
                    <a:pt x="896619" y="266065"/>
                  </a:lnTo>
                </a:path>
                <a:path w="2922904" h="1624330">
                  <a:moveTo>
                    <a:pt x="896619" y="266700"/>
                  </a:moveTo>
                  <a:lnTo>
                    <a:pt x="896619" y="267970"/>
                  </a:lnTo>
                </a:path>
                <a:path w="2922904" h="1624330">
                  <a:moveTo>
                    <a:pt x="896619" y="268604"/>
                  </a:moveTo>
                  <a:lnTo>
                    <a:pt x="896619" y="269875"/>
                  </a:lnTo>
                </a:path>
                <a:path w="2922904" h="1624330">
                  <a:moveTo>
                    <a:pt x="896619" y="269875"/>
                  </a:moveTo>
                  <a:lnTo>
                    <a:pt x="896619" y="271145"/>
                  </a:lnTo>
                </a:path>
                <a:path w="2922904" h="1624330">
                  <a:moveTo>
                    <a:pt x="896619" y="271779"/>
                  </a:moveTo>
                  <a:lnTo>
                    <a:pt x="896619" y="273050"/>
                  </a:lnTo>
                </a:path>
                <a:path w="2922904" h="1624330">
                  <a:moveTo>
                    <a:pt x="896619" y="273684"/>
                  </a:moveTo>
                  <a:lnTo>
                    <a:pt x="896619" y="274954"/>
                  </a:lnTo>
                </a:path>
                <a:path w="2922904" h="1624330">
                  <a:moveTo>
                    <a:pt x="896619" y="275590"/>
                  </a:moveTo>
                  <a:lnTo>
                    <a:pt x="896619" y="276859"/>
                  </a:lnTo>
                </a:path>
                <a:path w="2922904" h="1624330">
                  <a:moveTo>
                    <a:pt x="896619" y="277495"/>
                  </a:moveTo>
                  <a:lnTo>
                    <a:pt x="896619" y="278765"/>
                  </a:lnTo>
                </a:path>
                <a:path w="2922904" h="1624330">
                  <a:moveTo>
                    <a:pt x="896619" y="278765"/>
                  </a:moveTo>
                  <a:lnTo>
                    <a:pt x="896619" y="280034"/>
                  </a:lnTo>
                </a:path>
                <a:path w="2922904" h="1624330">
                  <a:moveTo>
                    <a:pt x="896619" y="280670"/>
                  </a:moveTo>
                  <a:lnTo>
                    <a:pt x="896619" y="281940"/>
                  </a:lnTo>
                </a:path>
                <a:path w="2922904" h="1624330">
                  <a:moveTo>
                    <a:pt x="896619" y="282575"/>
                  </a:moveTo>
                  <a:lnTo>
                    <a:pt x="896619" y="283845"/>
                  </a:lnTo>
                </a:path>
                <a:path w="2922904" h="1624330">
                  <a:moveTo>
                    <a:pt x="896619" y="284479"/>
                  </a:moveTo>
                  <a:lnTo>
                    <a:pt x="896619" y="285750"/>
                  </a:lnTo>
                </a:path>
                <a:path w="2922904" h="1624330">
                  <a:moveTo>
                    <a:pt x="896619" y="286384"/>
                  </a:moveTo>
                  <a:lnTo>
                    <a:pt x="896619" y="287654"/>
                  </a:lnTo>
                </a:path>
                <a:path w="2922904" h="1624330">
                  <a:moveTo>
                    <a:pt x="896619" y="287654"/>
                  </a:moveTo>
                  <a:lnTo>
                    <a:pt x="896619" y="288925"/>
                  </a:lnTo>
                </a:path>
                <a:path w="2922904" h="1624330">
                  <a:moveTo>
                    <a:pt x="896619" y="289559"/>
                  </a:moveTo>
                  <a:lnTo>
                    <a:pt x="896619" y="290829"/>
                  </a:lnTo>
                </a:path>
                <a:path w="2922904" h="1624330">
                  <a:moveTo>
                    <a:pt x="896619" y="291465"/>
                  </a:moveTo>
                  <a:lnTo>
                    <a:pt x="896619" y="292734"/>
                  </a:lnTo>
                </a:path>
                <a:path w="2922904" h="1624330">
                  <a:moveTo>
                    <a:pt x="896619" y="293370"/>
                  </a:moveTo>
                  <a:lnTo>
                    <a:pt x="896619" y="294640"/>
                  </a:lnTo>
                </a:path>
                <a:path w="2922904" h="1624330">
                  <a:moveTo>
                    <a:pt x="896619" y="295275"/>
                  </a:moveTo>
                  <a:lnTo>
                    <a:pt x="896619" y="296545"/>
                  </a:lnTo>
                </a:path>
                <a:path w="2922904" h="1624330">
                  <a:moveTo>
                    <a:pt x="896619" y="296545"/>
                  </a:moveTo>
                  <a:lnTo>
                    <a:pt x="896619" y="297815"/>
                  </a:lnTo>
                </a:path>
                <a:path w="2922904" h="1624330">
                  <a:moveTo>
                    <a:pt x="896619" y="298450"/>
                  </a:moveTo>
                  <a:lnTo>
                    <a:pt x="896619" y="299720"/>
                  </a:lnTo>
                </a:path>
                <a:path w="2922904" h="1624330">
                  <a:moveTo>
                    <a:pt x="896619" y="300354"/>
                  </a:moveTo>
                  <a:lnTo>
                    <a:pt x="896619" y="301625"/>
                  </a:lnTo>
                </a:path>
                <a:path w="2922904" h="1624330">
                  <a:moveTo>
                    <a:pt x="896619" y="302259"/>
                  </a:moveTo>
                  <a:lnTo>
                    <a:pt x="896619" y="303529"/>
                  </a:lnTo>
                </a:path>
                <a:path w="2922904" h="1624330">
                  <a:moveTo>
                    <a:pt x="896619" y="304165"/>
                  </a:moveTo>
                  <a:lnTo>
                    <a:pt x="896619" y="305434"/>
                  </a:lnTo>
                </a:path>
                <a:path w="2922904" h="1624330">
                  <a:moveTo>
                    <a:pt x="896619" y="305434"/>
                  </a:moveTo>
                  <a:lnTo>
                    <a:pt x="896619" y="306704"/>
                  </a:lnTo>
                </a:path>
                <a:path w="2922904" h="1624330">
                  <a:moveTo>
                    <a:pt x="896619" y="307340"/>
                  </a:moveTo>
                  <a:lnTo>
                    <a:pt x="896619" y="308609"/>
                  </a:lnTo>
                </a:path>
                <a:path w="2922904" h="1624330">
                  <a:moveTo>
                    <a:pt x="896619" y="309245"/>
                  </a:moveTo>
                  <a:lnTo>
                    <a:pt x="896619" y="310515"/>
                  </a:lnTo>
                </a:path>
                <a:path w="2922904" h="1624330">
                  <a:moveTo>
                    <a:pt x="896619" y="311150"/>
                  </a:moveTo>
                  <a:lnTo>
                    <a:pt x="896619" y="312420"/>
                  </a:lnTo>
                </a:path>
                <a:path w="2922904" h="1624330">
                  <a:moveTo>
                    <a:pt x="896619" y="313054"/>
                  </a:moveTo>
                  <a:lnTo>
                    <a:pt x="896619" y="314325"/>
                  </a:lnTo>
                </a:path>
                <a:path w="2922904" h="1624330">
                  <a:moveTo>
                    <a:pt x="896619" y="314325"/>
                  </a:moveTo>
                  <a:lnTo>
                    <a:pt x="896619" y="315595"/>
                  </a:lnTo>
                </a:path>
                <a:path w="2922904" h="1624330">
                  <a:moveTo>
                    <a:pt x="896619" y="316229"/>
                  </a:moveTo>
                  <a:lnTo>
                    <a:pt x="896619" y="317500"/>
                  </a:lnTo>
                </a:path>
                <a:path w="2922904" h="1624330">
                  <a:moveTo>
                    <a:pt x="896619" y="318134"/>
                  </a:moveTo>
                  <a:lnTo>
                    <a:pt x="896619" y="319404"/>
                  </a:lnTo>
                </a:path>
                <a:path w="2922904" h="1624330">
                  <a:moveTo>
                    <a:pt x="896619" y="320040"/>
                  </a:moveTo>
                  <a:lnTo>
                    <a:pt x="896619" y="321309"/>
                  </a:lnTo>
                </a:path>
                <a:path w="2922904" h="1624330">
                  <a:moveTo>
                    <a:pt x="896619" y="321945"/>
                  </a:moveTo>
                  <a:lnTo>
                    <a:pt x="896619" y="323215"/>
                  </a:lnTo>
                </a:path>
                <a:path w="2922904" h="1624330">
                  <a:moveTo>
                    <a:pt x="896619" y="323215"/>
                  </a:moveTo>
                  <a:lnTo>
                    <a:pt x="896619" y="324484"/>
                  </a:lnTo>
                </a:path>
                <a:path w="2922904" h="1624330">
                  <a:moveTo>
                    <a:pt x="896619" y="325120"/>
                  </a:moveTo>
                  <a:lnTo>
                    <a:pt x="896619" y="326390"/>
                  </a:lnTo>
                </a:path>
                <a:path w="2922904" h="1624330">
                  <a:moveTo>
                    <a:pt x="896619" y="327025"/>
                  </a:moveTo>
                  <a:lnTo>
                    <a:pt x="896619" y="328295"/>
                  </a:lnTo>
                </a:path>
                <a:path w="2922904" h="1624330">
                  <a:moveTo>
                    <a:pt x="896619" y="328929"/>
                  </a:moveTo>
                  <a:lnTo>
                    <a:pt x="896619" y="330200"/>
                  </a:lnTo>
                </a:path>
                <a:path w="2922904" h="1624330">
                  <a:moveTo>
                    <a:pt x="896619" y="330834"/>
                  </a:moveTo>
                  <a:lnTo>
                    <a:pt x="896619" y="332104"/>
                  </a:lnTo>
                </a:path>
                <a:path w="2922904" h="1624330">
                  <a:moveTo>
                    <a:pt x="896619" y="332104"/>
                  </a:moveTo>
                  <a:lnTo>
                    <a:pt x="896619" y="333375"/>
                  </a:lnTo>
                </a:path>
                <a:path w="2922904" h="1624330">
                  <a:moveTo>
                    <a:pt x="896619" y="334009"/>
                  </a:moveTo>
                  <a:lnTo>
                    <a:pt x="896619" y="335279"/>
                  </a:lnTo>
                </a:path>
                <a:path w="2922904" h="1624330">
                  <a:moveTo>
                    <a:pt x="896619" y="335915"/>
                  </a:moveTo>
                  <a:lnTo>
                    <a:pt x="896619" y="337184"/>
                  </a:lnTo>
                </a:path>
                <a:path w="2922904" h="1624330">
                  <a:moveTo>
                    <a:pt x="896619" y="337820"/>
                  </a:moveTo>
                  <a:lnTo>
                    <a:pt x="896619" y="339090"/>
                  </a:lnTo>
                </a:path>
                <a:path w="2922904" h="1624330">
                  <a:moveTo>
                    <a:pt x="896619" y="339725"/>
                  </a:moveTo>
                  <a:lnTo>
                    <a:pt x="896619" y="340995"/>
                  </a:lnTo>
                </a:path>
                <a:path w="2922904" h="1624330">
                  <a:moveTo>
                    <a:pt x="896619" y="340995"/>
                  </a:moveTo>
                  <a:lnTo>
                    <a:pt x="896619" y="342265"/>
                  </a:lnTo>
                </a:path>
                <a:path w="2922904" h="1624330">
                  <a:moveTo>
                    <a:pt x="896619" y="342900"/>
                  </a:moveTo>
                  <a:lnTo>
                    <a:pt x="896619" y="344170"/>
                  </a:lnTo>
                </a:path>
                <a:path w="2922904" h="1624330">
                  <a:moveTo>
                    <a:pt x="896619" y="344804"/>
                  </a:moveTo>
                  <a:lnTo>
                    <a:pt x="896619" y="346075"/>
                  </a:lnTo>
                </a:path>
                <a:path w="2922904" h="1624330">
                  <a:moveTo>
                    <a:pt x="896619" y="346709"/>
                  </a:moveTo>
                  <a:lnTo>
                    <a:pt x="896619" y="347979"/>
                  </a:lnTo>
                </a:path>
                <a:path w="2922904" h="1624330">
                  <a:moveTo>
                    <a:pt x="896619" y="348615"/>
                  </a:moveTo>
                  <a:lnTo>
                    <a:pt x="896619" y="349884"/>
                  </a:lnTo>
                </a:path>
                <a:path w="2922904" h="1624330">
                  <a:moveTo>
                    <a:pt x="896619" y="349884"/>
                  </a:moveTo>
                  <a:lnTo>
                    <a:pt x="896619" y="351154"/>
                  </a:lnTo>
                </a:path>
                <a:path w="2922904" h="1624330">
                  <a:moveTo>
                    <a:pt x="896619" y="351790"/>
                  </a:moveTo>
                  <a:lnTo>
                    <a:pt x="896619" y="353059"/>
                  </a:lnTo>
                </a:path>
                <a:path w="2922904" h="1624330">
                  <a:moveTo>
                    <a:pt x="896619" y="353695"/>
                  </a:moveTo>
                  <a:lnTo>
                    <a:pt x="896619" y="354965"/>
                  </a:lnTo>
                </a:path>
                <a:path w="2922904" h="1624330">
                  <a:moveTo>
                    <a:pt x="896619" y="355600"/>
                  </a:moveTo>
                  <a:lnTo>
                    <a:pt x="896619" y="356870"/>
                  </a:lnTo>
                </a:path>
                <a:path w="2922904" h="1624330">
                  <a:moveTo>
                    <a:pt x="896619" y="357504"/>
                  </a:moveTo>
                  <a:lnTo>
                    <a:pt x="896619" y="358775"/>
                  </a:lnTo>
                </a:path>
                <a:path w="2922904" h="1624330">
                  <a:moveTo>
                    <a:pt x="896619" y="358775"/>
                  </a:moveTo>
                  <a:lnTo>
                    <a:pt x="896619" y="360045"/>
                  </a:lnTo>
                </a:path>
                <a:path w="2922904" h="1624330">
                  <a:moveTo>
                    <a:pt x="896619" y="360679"/>
                  </a:moveTo>
                  <a:lnTo>
                    <a:pt x="896619" y="361950"/>
                  </a:lnTo>
                </a:path>
                <a:path w="2922904" h="1624330">
                  <a:moveTo>
                    <a:pt x="896619" y="362584"/>
                  </a:moveTo>
                  <a:lnTo>
                    <a:pt x="896619" y="363854"/>
                  </a:lnTo>
                </a:path>
                <a:path w="2922904" h="1624330">
                  <a:moveTo>
                    <a:pt x="896619" y="364490"/>
                  </a:moveTo>
                  <a:lnTo>
                    <a:pt x="896619" y="365759"/>
                  </a:lnTo>
                </a:path>
                <a:path w="2922904" h="1624330">
                  <a:moveTo>
                    <a:pt x="896619" y="366395"/>
                  </a:moveTo>
                  <a:lnTo>
                    <a:pt x="896619" y="367665"/>
                  </a:lnTo>
                </a:path>
                <a:path w="2922904" h="1624330">
                  <a:moveTo>
                    <a:pt x="896619" y="367665"/>
                  </a:moveTo>
                  <a:lnTo>
                    <a:pt x="896619" y="368934"/>
                  </a:lnTo>
                </a:path>
                <a:path w="2922904" h="1624330">
                  <a:moveTo>
                    <a:pt x="896619" y="369570"/>
                  </a:moveTo>
                  <a:lnTo>
                    <a:pt x="896619" y="370840"/>
                  </a:lnTo>
                </a:path>
                <a:path w="2922904" h="1624330">
                  <a:moveTo>
                    <a:pt x="896619" y="371475"/>
                  </a:moveTo>
                  <a:lnTo>
                    <a:pt x="896619" y="372745"/>
                  </a:lnTo>
                </a:path>
                <a:path w="2922904" h="1624330">
                  <a:moveTo>
                    <a:pt x="896619" y="373379"/>
                  </a:moveTo>
                  <a:lnTo>
                    <a:pt x="896619" y="374650"/>
                  </a:lnTo>
                </a:path>
                <a:path w="2922904" h="1624330">
                  <a:moveTo>
                    <a:pt x="896619" y="375284"/>
                  </a:moveTo>
                  <a:lnTo>
                    <a:pt x="896619" y="376554"/>
                  </a:lnTo>
                </a:path>
                <a:path w="2922904" h="1624330">
                  <a:moveTo>
                    <a:pt x="896619" y="376554"/>
                  </a:moveTo>
                  <a:lnTo>
                    <a:pt x="896619" y="377825"/>
                  </a:lnTo>
                </a:path>
                <a:path w="2922904" h="1624330">
                  <a:moveTo>
                    <a:pt x="896619" y="378459"/>
                  </a:moveTo>
                  <a:lnTo>
                    <a:pt x="896619" y="379729"/>
                  </a:lnTo>
                </a:path>
                <a:path w="2922904" h="1624330">
                  <a:moveTo>
                    <a:pt x="896619" y="380365"/>
                  </a:moveTo>
                  <a:lnTo>
                    <a:pt x="896619" y="381634"/>
                  </a:lnTo>
                </a:path>
                <a:path w="2922904" h="1624330">
                  <a:moveTo>
                    <a:pt x="896619" y="382270"/>
                  </a:moveTo>
                  <a:lnTo>
                    <a:pt x="896619" y="383540"/>
                  </a:lnTo>
                </a:path>
                <a:path w="2922904" h="1624330">
                  <a:moveTo>
                    <a:pt x="896619" y="384175"/>
                  </a:moveTo>
                  <a:lnTo>
                    <a:pt x="896619" y="385445"/>
                  </a:lnTo>
                </a:path>
                <a:path w="2922904" h="1624330">
                  <a:moveTo>
                    <a:pt x="896619" y="385445"/>
                  </a:moveTo>
                  <a:lnTo>
                    <a:pt x="896619" y="386715"/>
                  </a:lnTo>
                </a:path>
                <a:path w="2922904" h="1624330">
                  <a:moveTo>
                    <a:pt x="896619" y="387350"/>
                  </a:moveTo>
                  <a:lnTo>
                    <a:pt x="896619" y="388620"/>
                  </a:lnTo>
                </a:path>
                <a:path w="2922904" h="1624330">
                  <a:moveTo>
                    <a:pt x="896619" y="389254"/>
                  </a:moveTo>
                  <a:lnTo>
                    <a:pt x="896619" y="390525"/>
                  </a:lnTo>
                </a:path>
                <a:path w="2922904" h="1624330">
                  <a:moveTo>
                    <a:pt x="896619" y="391159"/>
                  </a:moveTo>
                  <a:lnTo>
                    <a:pt x="896619" y="392429"/>
                  </a:lnTo>
                </a:path>
                <a:path w="2922904" h="1624330">
                  <a:moveTo>
                    <a:pt x="896619" y="393065"/>
                  </a:moveTo>
                  <a:lnTo>
                    <a:pt x="896619" y="394334"/>
                  </a:lnTo>
                </a:path>
                <a:path w="2922904" h="1624330">
                  <a:moveTo>
                    <a:pt x="896619" y="394334"/>
                  </a:moveTo>
                  <a:lnTo>
                    <a:pt x="896619" y="395604"/>
                  </a:lnTo>
                </a:path>
                <a:path w="2922904" h="1624330">
                  <a:moveTo>
                    <a:pt x="896619" y="396240"/>
                  </a:moveTo>
                  <a:lnTo>
                    <a:pt x="896619" y="397509"/>
                  </a:lnTo>
                </a:path>
                <a:path w="2922904" h="1624330">
                  <a:moveTo>
                    <a:pt x="896619" y="398145"/>
                  </a:moveTo>
                  <a:lnTo>
                    <a:pt x="896619" y="399415"/>
                  </a:lnTo>
                </a:path>
                <a:path w="2922904" h="1624330">
                  <a:moveTo>
                    <a:pt x="896619" y="400050"/>
                  </a:moveTo>
                  <a:lnTo>
                    <a:pt x="896619" y="401320"/>
                  </a:lnTo>
                </a:path>
                <a:path w="2922904" h="1624330">
                  <a:moveTo>
                    <a:pt x="896619" y="401954"/>
                  </a:moveTo>
                  <a:lnTo>
                    <a:pt x="896619" y="403225"/>
                  </a:lnTo>
                </a:path>
                <a:path w="2922904" h="1624330">
                  <a:moveTo>
                    <a:pt x="896619" y="403225"/>
                  </a:moveTo>
                  <a:lnTo>
                    <a:pt x="896619" y="404495"/>
                  </a:lnTo>
                </a:path>
                <a:path w="2922904" h="1624330">
                  <a:moveTo>
                    <a:pt x="896619" y="405129"/>
                  </a:moveTo>
                  <a:lnTo>
                    <a:pt x="896619" y="406400"/>
                  </a:lnTo>
                </a:path>
                <a:path w="2922904" h="1624330">
                  <a:moveTo>
                    <a:pt x="896619" y="407034"/>
                  </a:moveTo>
                  <a:lnTo>
                    <a:pt x="896619" y="408304"/>
                  </a:lnTo>
                </a:path>
                <a:path w="2922904" h="1624330">
                  <a:moveTo>
                    <a:pt x="896619" y="408940"/>
                  </a:moveTo>
                  <a:lnTo>
                    <a:pt x="896619" y="410209"/>
                  </a:lnTo>
                </a:path>
                <a:path w="2922904" h="1624330">
                  <a:moveTo>
                    <a:pt x="896619" y="410845"/>
                  </a:moveTo>
                  <a:lnTo>
                    <a:pt x="896619" y="412115"/>
                  </a:lnTo>
                </a:path>
                <a:path w="2922904" h="1624330">
                  <a:moveTo>
                    <a:pt x="896619" y="412115"/>
                  </a:moveTo>
                  <a:lnTo>
                    <a:pt x="896619" y="413384"/>
                  </a:lnTo>
                </a:path>
                <a:path w="2922904" h="1624330">
                  <a:moveTo>
                    <a:pt x="896619" y="414020"/>
                  </a:moveTo>
                  <a:lnTo>
                    <a:pt x="896619" y="415290"/>
                  </a:lnTo>
                </a:path>
                <a:path w="2922904" h="1624330">
                  <a:moveTo>
                    <a:pt x="896619" y="415925"/>
                  </a:moveTo>
                  <a:lnTo>
                    <a:pt x="896619" y="417195"/>
                  </a:lnTo>
                </a:path>
                <a:path w="2922904" h="1624330">
                  <a:moveTo>
                    <a:pt x="896619" y="417829"/>
                  </a:moveTo>
                  <a:lnTo>
                    <a:pt x="896619" y="419100"/>
                  </a:lnTo>
                </a:path>
                <a:path w="2922904" h="1624330">
                  <a:moveTo>
                    <a:pt x="896619" y="419734"/>
                  </a:moveTo>
                  <a:lnTo>
                    <a:pt x="896619" y="421004"/>
                  </a:lnTo>
                </a:path>
                <a:path w="2922904" h="1624330">
                  <a:moveTo>
                    <a:pt x="896619" y="421004"/>
                  </a:moveTo>
                  <a:lnTo>
                    <a:pt x="896619" y="422275"/>
                  </a:lnTo>
                </a:path>
                <a:path w="2922904" h="1624330">
                  <a:moveTo>
                    <a:pt x="896619" y="422909"/>
                  </a:moveTo>
                  <a:lnTo>
                    <a:pt x="896619" y="424179"/>
                  </a:lnTo>
                </a:path>
                <a:path w="2922904" h="1624330">
                  <a:moveTo>
                    <a:pt x="896619" y="424815"/>
                  </a:moveTo>
                  <a:lnTo>
                    <a:pt x="896619" y="426084"/>
                  </a:lnTo>
                </a:path>
                <a:path w="2922904" h="1624330">
                  <a:moveTo>
                    <a:pt x="896619" y="426720"/>
                  </a:moveTo>
                  <a:lnTo>
                    <a:pt x="896619" y="427990"/>
                  </a:lnTo>
                </a:path>
                <a:path w="2922904" h="1624330">
                  <a:moveTo>
                    <a:pt x="896619" y="428625"/>
                  </a:moveTo>
                  <a:lnTo>
                    <a:pt x="896619" y="429895"/>
                  </a:lnTo>
                </a:path>
                <a:path w="2922904" h="1624330">
                  <a:moveTo>
                    <a:pt x="896619" y="429895"/>
                  </a:moveTo>
                  <a:lnTo>
                    <a:pt x="896619" y="431165"/>
                  </a:lnTo>
                </a:path>
                <a:path w="2922904" h="1624330">
                  <a:moveTo>
                    <a:pt x="896619" y="431800"/>
                  </a:moveTo>
                  <a:lnTo>
                    <a:pt x="896619" y="433070"/>
                  </a:lnTo>
                </a:path>
                <a:path w="2922904" h="1624330">
                  <a:moveTo>
                    <a:pt x="896619" y="433704"/>
                  </a:moveTo>
                  <a:lnTo>
                    <a:pt x="896619" y="434975"/>
                  </a:lnTo>
                </a:path>
                <a:path w="2922904" h="1624330">
                  <a:moveTo>
                    <a:pt x="896619" y="435609"/>
                  </a:moveTo>
                  <a:lnTo>
                    <a:pt x="896619" y="436879"/>
                  </a:lnTo>
                </a:path>
                <a:path w="2922904" h="1624330">
                  <a:moveTo>
                    <a:pt x="896619" y="437515"/>
                  </a:moveTo>
                  <a:lnTo>
                    <a:pt x="896619" y="438784"/>
                  </a:lnTo>
                </a:path>
                <a:path w="2922904" h="1624330">
                  <a:moveTo>
                    <a:pt x="896619" y="438784"/>
                  </a:moveTo>
                  <a:lnTo>
                    <a:pt x="896619" y="440054"/>
                  </a:lnTo>
                </a:path>
                <a:path w="2922904" h="1624330">
                  <a:moveTo>
                    <a:pt x="896619" y="440690"/>
                  </a:moveTo>
                  <a:lnTo>
                    <a:pt x="896619" y="441959"/>
                  </a:lnTo>
                </a:path>
                <a:path w="2922904" h="1624330">
                  <a:moveTo>
                    <a:pt x="896619" y="442595"/>
                  </a:moveTo>
                  <a:lnTo>
                    <a:pt x="896619" y="443865"/>
                  </a:lnTo>
                </a:path>
                <a:path w="2922904" h="1624330">
                  <a:moveTo>
                    <a:pt x="896619" y="444500"/>
                  </a:moveTo>
                  <a:lnTo>
                    <a:pt x="896619" y="445770"/>
                  </a:lnTo>
                </a:path>
                <a:path w="2922904" h="1624330">
                  <a:moveTo>
                    <a:pt x="896619" y="446404"/>
                  </a:moveTo>
                  <a:lnTo>
                    <a:pt x="896619" y="447675"/>
                  </a:lnTo>
                </a:path>
                <a:path w="2922904" h="1624330">
                  <a:moveTo>
                    <a:pt x="896619" y="447675"/>
                  </a:moveTo>
                  <a:lnTo>
                    <a:pt x="896619" y="448945"/>
                  </a:lnTo>
                </a:path>
                <a:path w="2922904" h="1624330">
                  <a:moveTo>
                    <a:pt x="896619" y="449579"/>
                  </a:moveTo>
                  <a:lnTo>
                    <a:pt x="896619" y="450850"/>
                  </a:lnTo>
                </a:path>
                <a:path w="2922904" h="1624330">
                  <a:moveTo>
                    <a:pt x="896619" y="451484"/>
                  </a:moveTo>
                  <a:lnTo>
                    <a:pt x="896619" y="452754"/>
                  </a:lnTo>
                </a:path>
                <a:path w="2922904" h="1624330">
                  <a:moveTo>
                    <a:pt x="896619" y="453390"/>
                  </a:moveTo>
                  <a:lnTo>
                    <a:pt x="896619" y="454659"/>
                  </a:lnTo>
                </a:path>
                <a:path w="2922904" h="1624330">
                  <a:moveTo>
                    <a:pt x="896619" y="455295"/>
                  </a:moveTo>
                  <a:lnTo>
                    <a:pt x="896619" y="456565"/>
                  </a:lnTo>
                </a:path>
                <a:path w="2922904" h="1624330">
                  <a:moveTo>
                    <a:pt x="896619" y="456565"/>
                  </a:moveTo>
                  <a:lnTo>
                    <a:pt x="896619" y="457834"/>
                  </a:lnTo>
                </a:path>
                <a:path w="2922904" h="1624330">
                  <a:moveTo>
                    <a:pt x="896619" y="458470"/>
                  </a:moveTo>
                  <a:lnTo>
                    <a:pt x="896619" y="459740"/>
                  </a:lnTo>
                </a:path>
                <a:path w="2922904" h="1624330">
                  <a:moveTo>
                    <a:pt x="896619" y="460375"/>
                  </a:moveTo>
                  <a:lnTo>
                    <a:pt x="896619" y="461645"/>
                  </a:lnTo>
                </a:path>
                <a:path w="2922904" h="1624330">
                  <a:moveTo>
                    <a:pt x="896619" y="462279"/>
                  </a:moveTo>
                  <a:lnTo>
                    <a:pt x="896619" y="463550"/>
                  </a:lnTo>
                </a:path>
                <a:path w="2922904" h="1624330">
                  <a:moveTo>
                    <a:pt x="896619" y="464184"/>
                  </a:moveTo>
                  <a:lnTo>
                    <a:pt x="896619" y="465454"/>
                  </a:lnTo>
                </a:path>
                <a:path w="2922904" h="1624330">
                  <a:moveTo>
                    <a:pt x="896619" y="465454"/>
                  </a:moveTo>
                  <a:lnTo>
                    <a:pt x="896619" y="466725"/>
                  </a:lnTo>
                </a:path>
                <a:path w="2922904" h="1624330">
                  <a:moveTo>
                    <a:pt x="896619" y="467359"/>
                  </a:moveTo>
                  <a:lnTo>
                    <a:pt x="896619" y="468629"/>
                  </a:lnTo>
                </a:path>
                <a:path w="2922904" h="1624330">
                  <a:moveTo>
                    <a:pt x="896619" y="469265"/>
                  </a:moveTo>
                  <a:lnTo>
                    <a:pt x="896619" y="470534"/>
                  </a:lnTo>
                </a:path>
                <a:path w="2922904" h="1624330">
                  <a:moveTo>
                    <a:pt x="896619" y="471170"/>
                  </a:moveTo>
                  <a:lnTo>
                    <a:pt x="896619" y="472440"/>
                  </a:lnTo>
                </a:path>
                <a:path w="2922904" h="1624330">
                  <a:moveTo>
                    <a:pt x="896619" y="473075"/>
                  </a:moveTo>
                  <a:lnTo>
                    <a:pt x="896619" y="474345"/>
                  </a:lnTo>
                </a:path>
                <a:path w="2922904" h="1624330">
                  <a:moveTo>
                    <a:pt x="896619" y="474345"/>
                  </a:moveTo>
                  <a:lnTo>
                    <a:pt x="896619" y="475615"/>
                  </a:lnTo>
                </a:path>
                <a:path w="2922904" h="1624330">
                  <a:moveTo>
                    <a:pt x="896619" y="476250"/>
                  </a:moveTo>
                  <a:lnTo>
                    <a:pt x="896619" y="477520"/>
                  </a:lnTo>
                </a:path>
                <a:path w="2922904" h="1624330">
                  <a:moveTo>
                    <a:pt x="896619" y="478154"/>
                  </a:moveTo>
                  <a:lnTo>
                    <a:pt x="896619" y="479425"/>
                  </a:lnTo>
                </a:path>
                <a:path w="2922904" h="1624330">
                  <a:moveTo>
                    <a:pt x="896619" y="480059"/>
                  </a:moveTo>
                  <a:lnTo>
                    <a:pt x="896619" y="481329"/>
                  </a:lnTo>
                </a:path>
                <a:path w="2922904" h="1624330">
                  <a:moveTo>
                    <a:pt x="896619" y="481965"/>
                  </a:moveTo>
                  <a:lnTo>
                    <a:pt x="896619" y="483234"/>
                  </a:lnTo>
                </a:path>
                <a:path w="2922904" h="1624330">
                  <a:moveTo>
                    <a:pt x="896619" y="483234"/>
                  </a:moveTo>
                  <a:lnTo>
                    <a:pt x="896619" y="484504"/>
                  </a:lnTo>
                </a:path>
                <a:path w="2922904" h="1624330">
                  <a:moveTo>
                    <a:pt x="896619" y="485140"/>
                  </a:moveTo>
                  <a:lnTo>
                    <a:pt x="896619" y="486409"/>
                  </a:lnTo>
                </a:path>
                <a:path w="2922904" h="1624330">
                  <a:moveTo>
                    <a:pt x="896619" y="487045"/>
                  </a:moveTo>
                  <a:lnTo>
                    <a:pt x="896619" y="488315"/>
                  </a:lnTo>
                </a:path>
                <a:path w="2922904" h="1624330">
                  <a:moveTo>
                    <a:pt x="896619" y="488950"/>
                  </a:moveTo>
                  <a:lnTo>
                    <a:pt x="896619" y="490220"/>
                  </a:lnTo>
                </a:path>
                <a:path w="2922904" h="1624330">
                  <a:moveTo>
                    <a:pt x="896619" y="490854"/>
                  </a:moveTo>
                  <a:lnTo>
                    <a:pt x="896619" y="492125"/>
                  </a:lnTo>
                </a:path>
                <a:path w="2922904" h="1624330">
                  <a:moveTo>
                    <a:pt x="896619" y="492125"/>
                  </a:moveTo>
                  <a:lnTo>
                    <a:pt x="896619" y="493395"/>
                  </a:lnTo>
                </a:path>
                <a:path w="2922904" h="1624330">
                  <a:moveTo>
                    <a:pt x="896619" y="494029"/>
                  </a:moveTo>
                  <a:lnTo>
                    <a:pt x="896619" y="495300"/>
                  </a:lnTo>
                </a:path>
                <a:path w="2922904" h="1624330">
                  <a:moveTo>
                    <a:pt x="896619" y="495934"/>
                  </a:moveTo>
                  <a:lnTo>
                    <a:pt x="896619" y="497204"/>
                  </a:lnTo>
                </a:path>
                <a:path w="2922904" h="1624330">
                  <a:moveTo>
                    <a:pt x="896619" y="497840"/>
                  </a:moveTo>
                  <a:lnTo>
                    <a:pt x="896619" y="499109"/>
                  </a:lnTo>
                </a:path>
                <a:path w="2922904" h="1624330">
                  <a:moveTo>
                    <a:pt x="896619" y="499745"/>
                  </a:moveTo>
                  <a:lnTo>
                    <a:pt x="896619" y="501015"/>
                  </a:lnTo>
                </a:path>
                <a:path w="2922904" h="1624330">
                  <a:moveTo>
                    <a:pt x="896619" y="501015"/>
                  </a:moveTo>
                  <a:lnTo>
                    <a:pt x="896619" y="502284"/>
                  </a:lnTo>
                </a:path>
                <a:path w="2922904" h="1624330">
                  <a:moveTo>
                    <a:pt x="896619" y="502920"/>
                  </a:moveTo>
                  <a:lnTo>
                    <a:pt x="896619" y="504190"/>
                  </a:lnTo>
                </a:path>
                <a:path w="2922904" h="1624330">
                  <a:moveTo>
                    <a:pt x="896619" y="504825"/>
                  </a:moveTo>
                  <a:lnTo>
                    <a:pt x="896619" y="506095"/>
                  </a:lnTo>
                </a:path>
                <a:path w="2922904" h="1624330">
                  <a:moveTo>
                    <a:pt x="896619" y="506729"/>
                  </a:moveTo>
                  <a:lnTo>
                    <a:pt x="896619" y="508000"/>
                  </a:lnTo>
                </a:path>
                <a:path w="2922904" h="1624330">
                  <a:moveTo>
                    <a:pt x="896619" y="508634"/>
                  </a:moveTo>
                  <a:lnTo>
                    <a:pt x="896619" y="509904"/>
                  </a:lnTo>
                </a:path>
                <a:path w="2922904" h="1624330">
                  <a:moveTo>
                    <a:pt x="896619" y="509904"/>
                  </a:moveTo>
                  <a:lnTo>
                    <a:pt x="896619" y="511175"/>
                  </a:lnTo>
                </a:path>
                <a:path w="2922904" h="1624330">
                  <a:moveTo>
                    <a:pt x="896619" y="511809"/>
                  </a:moveTo>
                  <a:lnTo>
                    <a:pt x="896619" y="513079"/>
                  </a:lnTo>
                </a:path>
                <a:path w="2922904" h="1624330">
                  <a:moveTo>
                    <a:pt x="896619" y="513715"/>
                  </a:moveTo>
                  <a:lnTo>
                    <a:pt x="896619" y="514984"/>
                  </a:lnTo>
                </a:path>
                <a:path w="2922904" h="1624330">
                  <a:moveTo>
                    <a:pt x="896619" y="515620"/>
                  </a:moveTo>
                  <a:lnTo>
                    <a:pt x="896619" y="516890"/>
                  </a:lnTo>
                </a:path>
                <a:path w="2922904" h="1624330">
                  <a:moveTo>
                    <a:pt x="896619" y="517525"/>
                  </a:moveTo>
                  <a:lnTo>
                    <a:pt x="896619" y="518795"/>
                  </a:lnTo>
                </a:path>
                <a:path w="2922904" h="1624330">
                  <a:moveTo>
                    <a:pt x="896619" y="518795"/>
                  </a:moveTo>
                  <a:lnTo>
                    <a:pt x="896619" y="520065"/>
                  </a:lnTo>
                </a:path>
                <a:path w="2922904" h="1624330">
                  <a:moveTo>
                    <a:pt x="896619" y="520700"/>
                  </a:moveTo>
                  <a:lnTo>
                    <a:pt x="896619" y="521970"/>
                  </a:lnTo>
                </a:path>
                <a:path w="2922904" h="1624330">
                  <a:moveTo>
                    <a:pt x="896619" y="522604"/>
                  </a:moveTo>
                  <a:lnTo>
                    <a:pt x="896619" y="523875"/>
                  </a:lnTo>
                </a:path>
                <a:path w="2922904" h="1624330">
                  <a:moveTo>
                    <a:pt x="896619" y="524509"/>
                  </a:moveTo>
                  <a:lnTo>
                    <a:pt x="896619" y="525779"/>
                  </a:lnTo>
                </a:path>
                <a:path w="2922904" h="1624330">
                  <a:moveTo>
                    <a:pt x="896619" y="526415"/>
                  </a:moveTo>
                  <a:lnTo>
                    <a:pt x="896619" y="527684"/>
                  </a:lnTo>
                </a:path>
                <a:path w="2922904" h="1624330">
                  <a:moveTo>
                    <a:pt x="896619" y="527684"/>
                  </a:moveTo>
                  <a:lnTo>
                    <a:pt x="896619" y="528954"/>
                  </a:lnTo>
                </a:path>
                <a:path w="2922904" h="1624330">
                  <a:moveTo>
                    <a:pt x="896619" y="529590"/>
                  </a:moveTo>
                  <a:lnTo>
                    <a:pt x="896619" y="530859"/>
                  </a:lnTo>
                </a:path>
                <a:path w="2922904" h="1624330">
                  <a:moveTo>
                    <a:pt x="896619" y="531495"/>
                  </a:moveTo>
                  <a:lnTo>
                    <a:pt x="896619" y="532765"/>
                  </a:lnTo>
                </a:path>
                <a:path w="2922904" h="1624330">
                  <a:moveTo>
                    <a:pt x="896619" y="533400"/>
                  </a:moveTo>
                  <a:lnTo>
                    <a:pt x="896619" y="534670"/>
                  </a:lnTo>
                </a:path>
                <a:path w="2922904" h="1624330">
                  <a:moveTo>
                    <a:pt x="896619" y="535304"/>
                  </a:moveTo>
                  <a:lnTo>
                    <a:pt x="896619" y="536575"/>
                  </a:lnTo>
                </a:path>
                <a:path w="2922904" h="1624330">
                  <a:moveTo>
                    <a:pt x="896619" y="536575"/>
                  </a:moveTo>
                  <a:lnTo>
                    <a:pt x="896619" y="537845"/>
                  </a:lnTo>
                </a:path>
                <a:path w="2922904" h="1624330">
                  <a:moveTo>
                    <a:pt x="896619" y="538479"/>
                  </a:moveTo>
                  <a:lnTo>
                    <a:pt x="896619" y="539750"/>
                  </a:lnTo>
                </a:path>
                <a:path w="2922904" h="1624330">
                  <a:moveTo>
                    <a:pt x="896619" y="540384"/>
                  </a:moveTo>
                  <a:lnTo>
                    <a:pt x="896619" y="541654"/>
                  </a:lnTo>
                </a:path>
                <a:path w="2922904" h="1624330">
                  <a:moveTo>
                    <a:pt x="896619" y="542290"/>
                  </a:moveTo>
                  <a:lnTo>
                    <a:pt x="896619" y="543559"/>
                  </a:lnTo>
                </a:path>
                <a:path w="2922904" h="1624330">
                  <a:moveTo>
                    <a:pt x="896619" y="544195"/>
                  </a:moveTo>
                  <a:lnTo>
                    <a:pt x="896619" y="545465"/>
                  </a:lnTo>
                </a:path>
                <a:path w="2922904" h="1624330">
                  <a:moveTo>
                    <a:pt x="896619" y="545465"/>
                  </a:moveTo>
                  <a:lnTo>
                    <a:pt x="896619" y="546734"/>
                  </a:lnTo>
                </a:path>
                <a:path w="2922904" h="1624330">
                  <a:moveTo>
                    <a:pt x="896619" y="547370"/>
                  </a:moveTo>
                  <a:lnTo>
                    <a:pt x="896619" y="548640"/>
                  </a:lnTo>
                </a:path>
                <a:path w="2922904" h="1624330">
                  <a:moveTo>
                    <a:pt x="896619" y="549275"/>
                  </a:moveTo>
                  <a:lnTo>
                    <a:pt x="896619" y="550545"/>
                  </a:lnTo>
                </a:path>
                <a:path w="2922904" h="1624330">
                  <a:moveTo>
                    <a:pt x="896619" y="551179"/>
                  </a:moveTo>
                  <a:lnTo>
                    <a:pt x="896619" y="552450"/>
                  </a:lnTo>
                </a:path>
                <a:path w="2922904" h="1624330">
                  <a:moveTo>
                    <a:pt x="896619" y="553084"/>
                  </a:moveTo>
                  <a:lnTo>
                    <a:pt x="896619" y="554354"/>
                  </a:lnTo>
                </a:path>
                <a:path w="2922904" h="1624330">
                  <a:moveTo>
                    <a:pt x="896619" y="554354"/>
                  </a:moveTo>
                  <a:lnTo>
                    <a:pt x="896619" y="555625"/>
                  </a:lnTo>
                </a:path>
                <a:path w="2922904" h="1624330">
                  <a:moveTo>
                    <a:pt x="896619" y="556259"/>
                  </a:moveTo>
                  <a:lnTo>
                    <a:pt x="896619" y="557529"/>
                  </a:lnTo>
                </a:path>
                <a:path w="2922904" h="1624330">
                  <a:moveTo>
                    <a:pt x="896619" y="558165"/>
                  </a:moveTo>
                  <a:lnTo>
                    <a:pt x="896619" y="559434"/>
                  </a:lnTo>
                </a:path>
                <a:path w="2922904" h="1624330">
                  <a:moveTo>
                    <a:pt x="896619" y="560070"/>
                  </a:moveTo>
                  <a:lnTo>
                    <a:pt x="896619" y="561340"/>
                  </a:lnTo>
                </a:path>
                <a:path w="2922904" h="1624330">
                  <a:moveTo>
                    <a:pt x="896619" y="561975"/>
                  </a:moveTo>
                  <a:lnTo>
                    <a:pt x="896619" y="563245"/>
                  </a:lnTo>
                </a:path>
                <a:path w="2922904" h="1624330">
                  <a:moveTo>
                    <a:pt x="896619" y="563245"/>
                  </a:moveTo>
                  <a:lnTo>
                    <a:pt x="896619" y="564515"/>
                  </a:lnTo>
                </a:path>
                <a:path w="2922904" h="1624330">
                  <a:moveTo>
                    <a:pt x="896619" y="565150"/>
                  </a:moveTo>
                  <a:lnTo>
                    <a:pt x="896619" y="566420"/>
                  </a:lnTo>
                </a:path>
                <a:path w="2922904" h="1624330">
                  <a:moveTo>
                    <a:pt x="896619" y="567054"/>
                  </a:moveTo>
                  <a:lnTo>
                    <a:pt x="896619" y="568325"/>
                  </a:lnTo>
                </a:path>
                <a:path w="2922904" h="1624330">
                  <a:moveTo>
                    <a:pt x="896619" y="568959"/>
                  </a:moveTo>
                  <a:lnTo>
                    <a:pt x="896619" y="570229"/>
                  </a:lnTo>
                </a:path>
                <a:path w="2922904" h="1624330">
                  <a:moveTo>
                    <a:pt x="896619" y="570865"/>
                  </a:moveTo>
                  <a:lnTo>
                    <a:pt x="896619" y="572134"/>
                  </a:lnTo>
                </a:path>
                <a:path w="2922904" h="1624330">
                  <a:moveTo>
                    <a:pt x="896619" y="572134"/>
                  </a:moveTo>
                  <a:lnTo>
                    <a:pt x="896619" y="573404"/>
                  </a:lnTo>
                </a:path>
                <a:path w="2922904" h="1624330">
                  <a:moveTo>
                    <a:pt x="896619" y="574040"/>
                  </a:moveTo>
                  <a:lnTo>
                    <a:pt x="896619" y="575309"/>
                  </a:lnTo>
                </a:path>
                <a:path w="2922904" h="1624330">
                  <a:moveTo>
                    <a:pt x="896619" y="575945"/>
                  </a:moveTo>
                  <a:lnTo>
                    <a:pt x="896619" y="577215"/>
                  </a:lnTo>
                </a:path>
                <a:path w="2922904" h="1624330">
                  <a:moveTo>
                    <a:pt x="896619" y="577850"/>
                  </a:moveTo>
                  <a:lnTo>
                    <a:pt x="896619" y="579120"/>
                  </a:lnTo>
                </a:path>
                <a:path w="2922904" h="1624330">
                  <a:moveTo>
                    <a:pt x="896619" y="579754"/>
                  </a:moveTo>
                  <a:lnTo>
                    <a:pt x="896619" y="581025"/>
                  </a:lnTo>
                </a:path>
                <a:path w="2922904" h="1624330">
                  <a:moveTo>
                    <a:pt x="896619" y="581025"/>
                  </a:moveTo>
                  <a:lnTo>
                    <a:pt x="896619" y="582295"/>
                  </a:lnTo>
                </a:path>
                <a:path w="2922904" h="1624330">
                  <a:moveTo>
                    <a:pt x="896619" y="582929"/>
                  </a:moveTo>
                  <a:lnTo>
                    <a:pt x="896619" y="584200"/>
                  </a:lnTo>
                </a:path>
                <a:path w="2922904" h="1624330">
                  <a:moveTo>
                    <a:pt x="896619" y="584834"/>
                  </a:moveTo>
                  <a:lnTo>
                    <a:pt x="896619" y="586104"/>
                  </a:lnTo>
                </a:path>
                <a:path w="2922904" h="1624330">
                  <a:moveTo>
                    <a:pt x="896619" y="586740"/>
                  </a:moveTo>
                  <a:lnTo>
                    <a:pt x="896619" y="588009"/>
                  </a:lnTo>
                </a:path>
                <a:path w="2922904" h="1624330">
                  <a:moveTo>
                    <a:pt x="896619" y="588645"/>
                  </a:moveTo>
                  <a:lnTo>
                    <a:pt x="896619" y="589915"/>
                  </a:lnTo>
                </a:path>
                <a:path w="2922904" h="1624330">
                  <a:moveTo>
                    <a:pt x="896619" y="589915"/>
                  </a:moveTo>
                  <a:lnTo>
                    <a:pt x="896619" y="591184"/>
                  </a:lnTo>
                </a:path>
                <a:path w="2922904" h="1624330">
                  <a:moveTo>
                    <a:pt x="896619" y="591820"/>
                  </a:moveTo>
                  <a:lnTo>
                    <a:pt x="896619" y="593090"/>
                  </a:lnTo>
                </a:path>
                <a:path w="2922904" h="1624330">
                  <a:moveTo>
                    <a:pt x="896619" y="593725"/>
                  </a:moveTo>
                  <a:lnTo>
                    <a:pt x="896619" y="594995"/>
                  </a:lnTo>
                </a:path>
                <a:path w="2922904" h="1624330">
                  <a:moveTo>
                    <a:pt x="896619" y="595629"/>
                  </a:moveTo>
                  <a:lnTo>
                    <a:pt x="896619" y="596900"/>
                  </a:lnTo>
                </a:path>
                <a:path w="2922904" h="1624330">
                  <a:moveTo>
                    <a:pt x="896619" y="597534"/>
                  </a:moveTo>
                  <a:lnTo>
                    <a:pt x="896619" y="598804"/>
                  </a:lnTo>
                </a:path>
                <a:path w="2922904" h="1624330">
                  <a:moveTo>
                    <a:pt x="896619" y="598804"/>
                  </a:moveTo>
                  <a:lnTo>
                    <a:pt x="896619" y="600075"/>
                  </a:lnTo>
                </a:path>
                <a:path w="2922904" h="1624330">
                  <a:moveTo>
                    <a:pt x="896619" y="600709"/>
                  </a:moveTo>
                  <a:lnTo>
                    <a:pt x="896619" y="601979"/>
                  </a:lnTo>
                </a:path>
                <a:path w="2922904" h="1624330">
                  <a:moveTo>
                    <a:pt x="896619" y="602615"/>
                  </a:moveTo>
                  <a:lnTo>
                    <a:pt x="896619" y="603884"/>
                  </a:lnTo>
                </a:path>
                <a:path w="2922904" h="1624330">
                  <a:moveTo>
                    <a:pt x="896619" y="604520"/>
                  </a:moveTo>
                  <a:lnTo>
                    <a:pt x="896619" y="605790"/>
                  </a:lnTo>
                </a:path>
                <a:path w="2922904" h="1624330">
                  <a:moveTo>
                    <a:pt x="896619" y="606425"/>
                  </a:moveTo>
                  <a:lnTo>
                    <a:pt x="896619" y="607695"/>
                  </a:lnTo>
                </a:path>
                <a:path w="2922904" h="1624330">
                  <a:moveTo>
                    <a:pt x="896619" y="607695"/>
                  </a:moveTo>
                  <a:lnTo>
                    <a:pt x="896619" y="608965"/>
                  </a:lnTo>
                </a:path>
                <a:path w="2922904" h="1624330">
                  <a:moveTo>
                    <a:pt x="896619" y="609600"/>
                  </a:moveTo>
                  <a:lnTo>
                    <a:pt x="896619" y="610870"/>
                  </a:lnTo>
                </a:path>
                <a:path w="2922904" h="1624330">
                  <a:moveTo>
                    <a:pt x="896619" y="611504"/>
                  </a:moveTo>
                  <a:lnTo>
                    <a:pt x="896619" y="612775"/>
                  </a:lnTo>
                </a:path>
                <a:path w="2922904" h="1624330">
                  <a:moveTo>
                    <a:pt x="896619" y="613409"/>
                  </a:moveTo>
                  <a:lnTo>
                    <a:pt x="896619" y="614679"/>
                  </a:lnTo>
                </a:path>
                <a:path w="2922904" h="1624330">
                  <a:moveTo>
                    <a:pt x="896619" y="615315"/>
                  </a:moveTo>
                  <a:lnTo>
                    <a:pt x="896619" y="616584"/>
                  </a:lnTo>
                </a:path>
                <a:path w="2922904" h="1624330">
                  <a:moveTo>
                    <a:pt x="896619" y="616584"/>
                  </a:moveTo>
                  <a:lnTo>
                    <a:pt x="896619" y="617854"/>
                  </a:lnTo>
                </a:path>
                <a:path w="2922904" h="1624330">
                  <a:moveTo>
                    <a:pt x="896619" y="618490"/>
                  </a:moveTo>
                  <a:lnTo>
                    <a:pt x="896619" y="619759"/>
                  </a:lnTo>
                </a:path>
                <a:path w="2922904" h="1624330">
                  <a:moveTo>
                    <a:pt x="896619" y="620395"/>
                  </a:moveTo>
                  <a:lnTo>
                    <a:pt x="896619" y="621665"/>
                  </a:lnTo>
                </a:path>
                <a:path w="2922904" h="1624330">
                  <a:moveTo>
                    <a:pt x="896619" y="622300"/>
                  </a:moveTo>
                  <a:lnTo>
                    <a:pt x="896619" y="623570"/>
                  </a:lnTo>
                </a:path>
                <a:path w="2922904" h="1624330">
                  <a:moveTo>
                    <a:pt x="896619" y="624204"/>
                  </a:moveTo>
                  <a:lnTo>
                    <a:pt x="896619" y="625475"/>
                  </a:lnTo>
                </a:path>
                <a:path w="2922904" h="1624330">
                  <a:moveTo>
                    <a:pt x="896619" y="625475"/>
                  </a:moveTo>
                  <a:lnTo>
                    <a:pt x="896619" y="626745"/>
                  </a:lnTo>
                </a:path>
                <a:path w="2922904" h="1624330">
                  <a:moveTo>
                    <a:pt x="896619" y="627379"/>
                  </a:moveTo>
                  <a:lnTo>
                    <a:pt x="896619" y="628650"/>
                  </a:lnTo>
                </a:path>
                <a:path w="2922904" h="1624330">
                  <a:moveTo>
                    <a:pt x="896619" y="629284"/>
                  </a:moveTo>
                  <a:lnTo>
                    <a:pt x="896619" y="630554"/>
                  </a:lnTo>
                </a:path>
                <a:path w="2922904" h="1624330">
                  <a:moveTo>
                    <a:pt x="896619" y="631190"/>
                  </a:moveTo>
                  <a:lnTo>
                    <a:pt x="896619" y="632459"/>
                  </a:lnTo>
                </a:path>
                <a:path w="2922904" h="1624330">
                  <a:moveTo>
                    <a:pt x="896619" y="633095"/>
                  </a:moveTo>
                  <a:lnTo>
                    <a:pt x="896619" y="634365"/>
                  </a:lnTo>
                </a:path>
                <a:path w="2922904" h="1624330">
                  <a:moveTo>
                    <a:pt x="896619" y="634365"/>
                  </a:moveTo>
                  <a:lnTo>
                    <a:pt x="896619" y="635634"/>
                  </a:lnTo>
                </a:path>
                <a:path w="2922904" h="1624330">
                  <a:moveTo>
                    <a:pt x="896619" y="636270"/>
                  </a:moveTo>
                  <a:lnTo>
                    <a:pt x="896619" y="637540"/>
                  </a:lnTo>
                </a:path>
                <a:path w="2922904" h="1624330">
                  <a:moveTo>
                    <a:pt x="896619" y="638175"/>
                  </a:moveTo>
                  <a:lnTo>
                    <a:pt x="896619" y="639445"/>
                  </a:lnTo>
                </a:path>
                <a:path w="2922904" h="1624330">
                  <a:moveTo>
                    <a:pt x="896619" y="640079"/>
                  </a:moveTo>
                  <a:lnTo>
                    <a:pt x="896619" y="641350"/>
                  </a:lnTo>
                </a:path>
                <a:path w="2922904" h="1624330">
                  <a:moveTo>
                    <a:pt x="896619" y="641984"/>
                  </a:moveTo>
                  <a:lnTo>
                    <a:pt x="896619" y="643254"/>
                  </a:lnTo>
                </a:path>
                <a:path w="2922904" h="1624330">
                  <a:moveTo>
                    <a:pt x="896619" y="643254"/>
                  </a:moveTo>
                  <a:lnTo>
                    <a:pt x="896619" y="644525"/>
                  </a:lnTo>
                </a:path>
                <a:path w="2922904" h="1624330">
                  <a:moveTo>
                    <a:pt x="896619" y="645159"/>
                  </a:moveTo>
                  <a:lnTo>
                    <a:pt x="896619" y="646429"/>
                  </a:lnTo>
                </a:path>
                <a:path w="2922904" h="1624330">
                  <a:moveTo>
                    <a:pt x="896619" y="647065"/>
                  </a:moveTo>
                  <a:lnTo>
                    <a:pt x="896619" y="648334"/>
                  </a:lnTo>
                </a:path>
                <a:path w="2922904" h="1624330">
                  <a:moveTo>
                    <a:pt x="896619" y="648970"/>
                  </a:moveTo>
                  <a:lnTo>
                    <a:pt x="896619" y="650240"/>
                  </a:lnTo>
                </a:path>
                <a:path w="2922904" h="1624330">
                  <a:moveTo>
                    <a:pt x="896619" y="650875"/>
                  </a:moveTo>
                  <a:lnTo>
                    <a:pt x="896619" y="652145"/>
                  </a:lnTo>
                </a:path>
                <a:path w="2922904" h="1624330">
                  <a:moveTo>
                    <a:pt x="896619" y="652145"/>
                  </a:moveTo>
                  <a:lnTo>
                    <a:pt x="896619" y="653415"/>
                  </a:lnTo>
                </a:path>
                <a:path w="2922904" h="1624330">
                  <a:moveTo>
                    <a:pt x="896619" y="654050"/>
                  </a:moveTo>
                  <a:lnTo>
                    <a:pt x="896619" y="655320"/>
                  </a:lnTo>
                </a:path>
                <a:path w="2922904" h="1624330">
                  <a:moveTo>
                    <a:pt x="896619" y="655954"/>
                  </a:moveTo>
                  <a:lnTo>
                    <a:pt x="896619" y="657225"/>
                  </a:lnTo>
                </a:path>
                <a:path w="2922904" h="1624330">
                  <a:moveTo>
                    <a:pt x="896619" y="657859"/>
                  </a:moveTo>
                  <a:lnTo>
                    <a:pt x="896619" y="659129"/>
                  </a:lnTo>
                </a:path>
                <a:path w="2922904" h="1624330">
                  <a:moveTo>
                    <a:pt x="896619" y="659765"/>
                  </a:moveTo>
                  <a:lnTo>
                    <a:pt x="896619" y="661034"/>
                  </a:lnTo>
                </a:path>
                <a:path w="2922904" h="1624330">
                  <a:moveTo>
                    <a:pt x="896619" y="661034"/>
                  </a:moveTo>
                  <a:lnTo>
                    <a:pt x="896619" y="662304"/>
                  </a:lnTo>
                </a:path>
                <a:path w="2922904" h="1624330">
                  <a:moveTo>
                    <a:pt x="896619" y="662940"/>
                  </a:moveTo>
                  <a:lnTo>
                    <a:pt x="896619" y="664209"/>
                  </a:lnTo>
                </a:path>
                <a:path w="2922904" h="1624330">
                  <a:moveTo>
                    <a:pt x="896619" y="664845"/>
                  </a:moveTo>
                  <a:lnTo>
                    <a:pt x="896619" y="666115"/>
                  </a:lnTo>
                </a:path>
                <a:path w="2922904" h="1624330">
                  <a:moveTo>
                    <a:pt x="896619" y="666750"/>
                  </a:moveTo>
                  <a:lnTo>
                    <a:pt x="896619" y="668020"/>
                  </a:lnTo>
                </a:path>
                <a:path w="2922904" h="1624330">
                  <a:moveTo>
                    <a:pt x="896619" y="668654"/>
                  </a:moveTo>
                  <a:lnTo>
                    <a:pt x="896619" y="669925"/>
                  </a:lnTo>
                </a:path>
                <a:path w="2922904" h="1624330">
                  <a:moveTo>
                    <a:pt x="896619" y="669925"/>
                  </a:moveTo>
                  <a:lnTo>
                    <a:pt x="896619" y="671195"/>
                  </a:lnTo>
                </a:path>
                <a:path w="2922904" h="1624330">
                  <a:moveTo>
                    <a:pt x="896619" y="671829"/>
                  </a:moveTo>
                  <a:lnTo>
                    <a:pt x="896619" y="673100"/>
                  </a:lnTo>
                </a:path>
                <a:path w="2922904" h="1624330">
                  <a:moveTo>
                    <a:pt x="896619" y="673734"/>
                  </a:moveTo>
                  <a:lnTo>
                    <a:pt x="896619" y="675004"/>
                  </a:lnTo>
                </a:path>
                <a:path w="2922904" h="1624330">
                  <a:moveTo>
                    <a:pt x="896619" y="675640"/>
                  </a:moveTo>
                  <a:lnTo>
                    <a:pt x="896619" y="676909"/>
                  </a:lnTo>
                </a:path>
                <a:path w="2922904" h="1624330">
                  <a:moveTo>
                    <a:pt x="896619" y="677545"/>
                  </a:moveTo>
                  <a:lnTo>
                    <a:pt x="896619" y="678815"/>
                  </a:lnTo>
                </a:path>
                <a:path w="2922904" h="1624330">
                  <a:moveTo>
                    <a:pt x="896619" y="678815"/>
                  </a:moveTo>
                  <a:lnTo>
                    <a:pt x="896619" y="680084"/>
                  </a:lnTo>
                </a:path>
                <a:path w="2922904" h="1624330">
                  <a:moveTo>
                    <a:pt x="896619" y="680720"/>
                  </a:moveTo>
                  <a:lnTo>
                    <a:pt x="896619" y="681990"/>
                  </a:lnTo>
                </a:path>
                <a:path w="2922904" h="1624330">
                  <a:moveTo>
                    <a:pt x="896619" y="682625"/>
                  </a:moveTo>
                  <a:lnTo>
                    <a:pt x="896619" y="683895"/>
                  </a:lnTo>
                </a:path>
                <a:path w="2922904" h="1624330">
                  <a:moveTo>
                    <a:pt x="896619" y="684529"/>
                  </a:moveTo>
                  <a:lnTo>
                    <a:pt x="896619" y="685800"/>
                  </a:lnTo>
                </a:path>
                <a:path w="2922904" h="1624330">
                  <a:moveTo>
                    <a:pt x="896619" y="686434"/>
                  </a:moveTo>
                  <a:lnTo>
                    <a:pt x="896619" y="687704"/>
                  </a:lnTo>
                </a:path>
                <a:path w="2922904" h="1624330">
                  <a:moveTo>
                    <a:pt x="896619" y="687704"/>
                  </a:moveTo>
                  <a:lnTo>
                    <a:pt x="896619" y="688975"/>
                  </a:lnTo>
                </a:path>
                <a:path w="2922904" h="1624330">
                  <a:moveTo>
                    <a:pt x="896619" y="689609"/>
                  </a:moveTo>
                  <a:lnTo>
                    <a:pt x="896619" y="690879"/>
                  </a:lnTo>
                </a:path>
                <a:path w="2922904" h="1624330">
                  <a:moveTo>
                    <a:pt x="896619" y="691515"/>
                  </a:moveTo>
                  <a:lnTo>
                    <a:pt x="896619" y="692784"/>
                  </a:lnTo>
                </a:path>
                <a:path w="2922904" h="1624330">
                  <a:moveTo>
                    <a:pt x="896619" y="693420"/>
                  </a:moveTo>
                  <a:lnTo>
                    <a:pt x="896619" y="694690"/>
                  </a:lnTo>
                </a:path>
                <a:path w="2922904" h="1624330">
                  <a:moveTo>
                    <a:pt x="896619" y="695325"/>
                  </a:moveTo>
                  <a:lnTo>
                    <a:pt x="896619" y="696595"/>
                  </a:lnTo>
                </a:path>
                <a:path w="2922904" h="1624330">
                  <a:moveTo>
                    <a:pt x="896619" y="696595"/>
                  </a:moveTo>
                  <a:lnTo>
                    <a:pt x="896619" y="697865"/>
                  </a:lnTo>
                </a:path>
                <a:path w="2922904" h="1624330">
                  <a:moveTo>
                    <a:pt x="896619" y="698500"/>
                  </a:moveTo>
                  <a:lnTo>
                    <a:pt x="896619" y="699770"/>
                  </a:lnTo>
                </a:path>
                <a:path w="2922904" h="1624330">
                  <a:moveTo>
                    <a:pt x="896619" y="700404"/>
                  </a:moveTo>
                  <a:lnTo>
                    <a:pt x="896619" y="701675"/>
                  </a:lnTo>
                </a:path>
                <a:path w="2922904" h="1624330">
                  <a:moveTo>
                    <a:pt x="896619" y="702309"/>
                  </a:moveTo>
                  <a:lnTo>
                    <a:pt x="896619" y="703579"/>
                  </a:lnTo>
                </a:path>
                <a:path w="2922904" h="1624330">
                  <a:moveTo>
                    <a:pt x="896619" y="704215"/>
                  </a:moveTo>
                  <a:lnTo>
                    <a:pt x="896619" y="705484"/>
                  </a:lnTo>
                </a:path>
                <a:path w="2922904" h="1624330">
                  <a:moveTo>
                    <a:pt x="896619" y="705484"/>
                  </a:moveTo>
                  <a:lnTo>
                    <a:pt x="896619" y="706754"/>
                  </a:lnTo>
                </a:path>
                <a:path w="2922904" h="1624330">
                  <a:moveTo>
                    <a:pt x="896619" y="707390"/>
                  </a:moveTo>
                  <a:lnTo>
                    <a:pt x="896619" y="708659"/>
                  </a:lnTo>
                </a:path>
                <a:path w="2922904" h="1624330">
                  <a:moveTo>
                    <a:pt x="896619" y="709295"/>
                  </a:moveTo>
                  <a:lnTo>
                    <a:pt x="896619" y="710565"/>
                  </a:lnTo>
                </a:path>
                <a:path w="2922904" h="1624330">
                  <a:moveTo>
                    <a:pt x="896619" y="711200"/>
                  </a:moveTo>
                  <a:lnTo>
                    <a:pt x="896619" y="712470"/>
                  </a:lnTo>
                </a:path>
                <a:path w="2922904" h="1624330">
                  <a:moveTo>
                    <a:pt x="896619" y="713104"/>
                  </a:moveTo>
                  <a:lnTo>
                    <a:pt x="896619" y="714375"/>
                  </a:lnTo>
                </a:path>
                <a:path w="2922904" h="1624330">
                  <a:moveTo>
                    <a:pt x="896619" y="714375"/>
                  </a:moveTo>
                  <a:lnTo>
                    <a:pt x="896619" y="715645"/>
                  </a:lnTo>
                </a:path>
                <a:path w="2922904" h="1624330">
                  <a:moveTo>
                    <a:pt x="896619" y="716279"/>
                  </a:moveTo>
                  <a:lnTo>
                    <a:pt x="896619" y="717550"/>
                  </a:lnTo>
                </a:path>
                <a:path w="2922904" h="1624330">
                  <a:moveTo>
                    <a:pt x="896619" y="718184"/>
                  </a:moveTo>
                  <a:lnTo>
                    <a:pt x="896619" y="719454"/>
                  </a:lnTo>
                </a:path>
                <a:path w="2922904" h="1624330">
                  <a:moveTo>
                    <a:pt x="896619" y="720090"/>
                  </a:moveTo>
                  <a:lnTo>
                    <a:pt x="896619" y="721359"/>
                  </a:lnTo>
                </a:path>
                <a:path w="2922904" h="1624330">
                  <a:moveTo>
                    <a:pt x="896619" y="721995"/>
                  </a:moveTo>
                  <a:lnTo>
                    <a:pt x="896619" y="723265"/>
                  </a:lnTo>
                </a:path>
                <a:path w="2922904" h="1624330">
                  <a:moveTo>
                    <a:pt x="896619" y="723265"/>
                  </a:moveTo>
                  <a:lnTo>
                    <a:pt x="896619" y="724534"/>
                  </a:lnTo>
                </a:path>
                <a:path w="2922904" h="1624330">
                  <a:moveTo>
                    <a:pt x="896619" y="725170"/>
                  </a:moveTo>
                  <a:lnTo>
                    <a:pt x="896619" y="726440"/>
                  </a:lnTo>
                </a:path>
                <a:path w="2922904" h="1624330">
                  <a:moveTo>
                    <a:pt x="896619" y="727075"/>
                  </a:moveTo>
                  <a:lnTo>
                    <a:pt x="896619" y="728345"/>
                  </a:lnTo>
                </a:path>
                <a:path w="2922904" h="1624330">
                  <a:moveTo>
                    <a:pt x="896619" y="728979"/>
                  </a:moveTo>
                  <a:lnTo>
                    <a:pt x="896619" y="730250"/>
                  </a:lnTo>
                </a:path>
                <a:path w="2922904" h="1624330">
                  <a:moveTo>
                    <a:pt x="896619" y="730884"/>
                  </a:moveTo>
                  <a:lnTo>
                    <a:pt x="896619" y="732154"/>
                  </a:lnTo>
                </a:path>
                <a:path w="2922904" h="1624330">
                  <a:moveTo>
                    <a:pt x="896619" y="732154"/>
                  </a:moveTo>
                  <a:lnTo>
                    <a:pt x="896619" y="733425"/>
                  </a:lnTo>
                </a:path>
                <a:path w="2922904" h="1624330">
                  <a:moveTo>
                    <a:pt x="896619" y="734059"/>
                  </a:moveTo>
                  <a:lnTo>
                    <a:pt x="896619" y="735329"/>
                  </a:lnTo>
                </a:path>
                <a:path w="2922904" h="1624330">
                  <a:moveTo>
                    <a:pt x="896619" y="735965"/>
                  </a:moveTo>
                  <a:lnTo>
                    <a:pt x="896619" y="737234"/>
                  </a:lnTo>
                </a:path>
                <a:path w="2922904" h="1624330">
                  <a:moveTo>
                    <a:pt x="896619" y="737870"/>
                  </a:moveTo>
                  <a:lnTo>
                    <a:pt x="896619" y="739140"/>
                  </a:lnTo>
                </a:path>
                <a:path w="2922904" h="1624330">
                  <a:moveTo>
                    <a:pt x="896619" y="739775"/>
                  </a:moveTo>
                  <a:lnTo>
                    <a:pt x="896619" y="741045"/>
                  </a:lnTo>
                </a:path>
                <a:path w="2922904" h="1624330">
                  <a:moveTo>
                    <a:pt x="896619" y="741045"/>
                  </a:moveTo>
                  <a:lnTo>
                    <a:pt x="896619" y="742315"/>
                  </a:lnTo>
                </a:path>
                <a:path w="2922904" h="1624330">
                  <a:moveTo>
                    <a:pt x="896619" y="742950"/>
                  </a:moveTo>
                  <a:lnTo>
                    <a:pt x="896619" y="744220"/>
                  </a:lnTo>
                </a:path>
                <a:path w="2922904" h="1624330">
                  <a:moveTo>
                    <a:pt x="896619" y="744854"/>
                  </a:moveTo>
                  <a:lnTo>
                    <a:pt x="896619" y="746125"/>
                  </a:lnTo>
                </a:path>
                <a:path w="2922904" h="1624330">
                  <a:moveTo>
                    <a:pt x="896619" y="746759"/>
                  </a:moveTo>
                  <a:lnTo>
                    <a:pt x="896619" y="748029"/>
                  </a:lnTo>
                </a:path>
                <a:path w="2922904" h="1624330">
                  <a:moveTo>
                    <a:pt x="896619" y="748665"/>
                  </a:moveTo>
                  <a:lnTo>
                    <a:pt x="896619" y="749934"/>
                  </a:lnTo>
                </a:path>
                <a:path w="2922904" h="1624330">
                  <a:moveTo>
                    <a:pt x="896619" y="749934"/>
                  </a:moveTo>
                  <a:lnTo>
                    <a:pt x="896619" y="751204"/>
                  </a:lnTo>
                </a:path>
                <a:path w="2922904" h="1624330">
                  <a:moveTo>
                    <a:pt x="896619" y="751840"/>
                  </a:moveTo>
                  <a:lnTo>
                    <a:pt x="896619" y="753109"/>
                  </a:lnTo>
                </a:path>
                <a:path w="2922904" h="1624330">
                  <a:moveTo>
                    <a:pt x="896619" y="753745"/>
                  </a:moveTo>
                  <a:lnTo>
                    <a:pt x="896619" y="755015"/>
                  </a:lnTo>
                </a:path>
                <a:path w="2922904" h="1624330">
                  <a:moveTo>
                    <a:pt x="896619" y="755650"/>
                  </a:moveTo>
                  <a:lnTo>
                    <a:pt x="896619" y="756920"/>
                  </a:lnTo>
                </a:path>
                <a:path w="2922904" h="1624330">
                  <a:moveTo>
                    <a:pt x="896619" y="757554"/>
                  </a:moveTo>
                  <a:lnTo>
                    <a:pt x="896619" y="758825"/>
                  </a:lnTo>
                </a:path>
                <a:path w="2922904" h="1624330">
                  <a:moveTo>
                    <a:pt x="896619" y="758825"/>
                  </a:moveTo>
                  <a:lnTo>
                    <a:pt x="896619" y="760095"/>
                  </a:lnTo>
                </a:path>
                <a:path w="2922904" h="1624330">
                  <a:moveTo>
                    <a:pt x="896619" y="760729"/>
                  </a:moveTo>
                  <a:lnTo>
                    <a:pt x="896619" y="762000"/>
                  </a:lnTo>
                </a:path>
                <a:path w="2922904" h="1624330">
                  <a:moveTo>
                    <a:pt x="896619" y="762634"/>
                  </a:moveTo>
                  <a:lnTo>
                    <a:pt x="896619" y="763904"/>
                  </a:lnTo>
                </a:path>
                <a:path w="2922904" h="1624330">
                  <a:moveTo>
                    <a:pt x="896619" y="764540"/>
                  </a:moveTo>
                  <a:lnTo>
                    <a:pt x="896619" y="765809"/>
                  </a:lnTo>
                </a:path>
                <a:path w="2922904" h="1624330">
                  <a:moveTo>
                    <a:pt x="896619" y="766445"/>
                  </a:moveTo>
                  <a:lnTo>
                    <a:pt x="896619" y="767715"/>
                  </a:lnTo>
                </a:path>
                <a:path w="2922904" h="1624330">
                  <a:moveTo>
                    <a:pt x="896619" y="767715"/>
                  </a:moveTo>
                  <a:lnTo>
                    <a:pt x="896619" y="768984"/>
                  </a:lnTo>
                </a:path>
                <a:path w="2922904" h="1624330">
                  <a:moveTo>
                    <a:pt x="896619" y="769620"/>
                  </a:moveTo>
                  <a:lnTo>
                    <a:pt x="896619" y="770890"/>
                  </a:lnTo>
                </a:path>
                <a:path w="2922904" h="1624330">
                  <a:moveTo>
                    <a:pt x="896619" y="771525"/>
                  </a:moveTo>
                  <a:lnTo>
                    <a:pt x="896619" y="772795"/>
                  </a:lnTo>
                </a:path>
                <a:path w="2922904" h="1624330">
                  <a:moveTo>
                    <a:pt x="896619" y="773429"/>
                  </a:moveTo>
                  <a:lnTo>
                    <a:pt x="896619" y="774700"/>
                  </a:lnTo>
                </a:path>
                <a:path w="2922904" h="1624330">
                  <a:moveTo>
                    <a:pt x="896619" y="775334"/>
                  </a:moveTo>
                  <a:lnTo>
                    <a:pt x="896619" y="776604"/>
                  </a:lnTo>
                </a:path>
                <a:path w="2922904" h="1624330">
                  <a:moveTo>
                    <a:pt x="896619" y="776604"/>
                  </a:moveTo>
                  <a:lnTo>
                    <a:pt x="896619" y="777875"/>
                  </a:lnTo>
                </a:path>
                <a:path w="2922904" h="1624330">
                  <a:moveTo>
                    <a:pt x="896619" y="778509"/>
                  </a:moveTo>
                  <a:lnTo>
                    <a:pt x="896619" y="779779"/>
                  </a:lnTo>
                </a:path>
                <a:path w="2922904" h="1624330">
                  <a:moveTo>
                    <a:pt x="896619" y="780415"/>
                  </a:moveTo>
                  <a:lnTo>
                    <a:pt x="896619" y="781684"/>
                  </a:lnTo>
                </a:path>
                <a:path w="2922904" h="1624330">
                  <a:moveTo>
                    <a:pt x="896619" y="782320"/>
                  </a:moveTo>
                  <a:lnTo>
                    <a:pt x="896619" y="783590"/>
                  </a:lnTo>
                </a:path>
                <a:path w="2922904" h="1624330">
                  <a:moveTo>
                    <a:pt x="896619" y="784225"/>
                  </a:moveTo>
                  <a:lnTo>
                    <a:pt x="896619" y="785495"/>
                  </a:lnTo>
                </a:path>
                <a:path w="2922904" h="1624330">
                  <a:moveTo>
                    <a:pt x="896619" y="785495"/>
                  </a:moveTo>
                  <a:lnTo>
                    <a:pt x="896619" y="786765"/>
                  </a:lnTo>
                </a:path>
                <a:path w="2922904" h="1624330">
                  <a:moveTo>
                    <a:pt x="896619" y="787400"/>
                  </a:moveTo>
                  <a:lnTo>
                    <a:pt x="896619" y="788670"/>
                  </a:lnTo>
                </a:path>
                <a:path w="2922904" h="1624330">
                  <a:moveTo>
                    <a:pt x="896619" y="789304"/>
                  </a:moveTo>
                  <a:lnTo>
                    <a:pt x="896619" y="790575"/>
                  </a:lnTo>
                </a:path>
                <a:path w="2922904" h="1624330">
                  <a:moveTo>
                    <a:pt x="896619" y="791209"/>
                  </a:moveTo>
                  <a:lnTo>
                    <a:pt x="896619" y="792479"/>
                  </a:lnTo>
                </a:path>
                <a:path w="2922904" h="1624330">
                  <a:moveTo>
                    <a:pt x="896619" y="793115"/>
                  </a:moveTo>
                  <a:lnTo>
                    <a:pt x="896619" y="794384"/>
                  </a:lnTo>
                </a:path>
                <a:path w="2922904" h="1624330">
                  <a:moveTo>
                    <a:pt x="896619" y="794384"/>
                  </a:moveTo>
                  <a:lnTo>
                    <a:pt x="896619" y="795654"/>
                  </a:lnTo>
                </a:path>
                <a:path w="2922904" h="1624330">
                  <a:moveTo>
                    <a:pt x="896619" y="796290"/>
                  </a:moveTo>
                  <a:lnTo>
                    <a:pt x="896619" y="797559"/>
                  </a:lnTo>
                </a:path>
                <a:path w="2922904" h="1624330">
                  <a:moveTo>
                    <a:pt x="896619" y="798195"/>
                  </a:moveTo>
                  <a:lnTo>
                    <a:pt x="896619" y="799465"/>
                  </a:lnTo>
                </a:path>
                <a:path w="2922904" h="1624330">
                  <a:moveTo>
                    <a:pt x="896619" y="800100"/>
                  </a:moveTo>
                  <a:lnTo>
                    <a:pt x="896619" y="801370"/>
                  </a:lnTo>
                </a:path>
                <a:path w="2922904" h="1624330">
                  <a:moveTo>
                    <a:pt x="896619" y="802004"/>
                  </a:moveTo>
                  <a:lnTo>
                    <a:pt x="896619" y="803275"/>
                  </a:lnTo>
                </a:path>
                <a:path w="2922904" h="1624330">
                  <a:moveTo>
                    <a:pt x="896619" y="803275"/>
                  </a:moveTo>
                  <a:lnTo>
                    <a:pt x="896619" y="804545"/>
                  </a:lnTo>
                </a:path>
                <a:path w="2922904" h="1624330">
                  <a:moveTo>
                    <a:pt x="896619" y="805179"/>
                  </a:moveTo>
                  <a:lnTo>
                    <a:pt x="896619" y="806450"/>
                  </a:lnTo>
                </a:path>
                <a:path w="2922904" h="1624330">
                  <a:moveTo>
                    <a:pt x="896619" y="807084"/>
                  </a:moveTo>
                  <a:lnTo>
                    <a:pt x="896619" y="808354"/>
                  </a:lnTo>
                </a:path>
                <a:path w="2922904" h="1624330">
                  <a:moveTo>
                    <a:pt x="896619" y="808990"/>
                  </a:moveTo>
                  <a:lnTo>
                    <a:pt x="896619" y="810259"/>
                  </a:lnTo>
                </a:path>
                <a:path w="2922904" h="1624330">
                  <a:moveTo>
                    <a:pt x="896619" y="810895"/>
                  </a:moveTo>
                  <a:lnTo>
                    <a:pt x="896619" y="812165"/>
                  </a:lnTo>
                </a:path>
                <a:path w="2922904" h="1624330">
                  <a:moveTo>
                    <a:pt x="896619" y="812165"/>
                  </a:moveTo>
                  <a:lnTo>
                    <a:pt x="896619" y="813434"/>
                  </a:lnTo>
                </a:path>
                <a:path w="2922904" h="1624330">
                  <a:moveTo>
                    <a:pt x="896619" y="814070"/>
                  </a:moveTo>
                  <a:lnTo>
                    <a:pt x="896619" y="815340"/>
                  </a:lnTo>
                </a:path>
                <a:path w="2922904" h="1624330">
                  <a:moveTo>
                    <a:pt x="896619" y="815975"/>
                  </a:moveTo>
                  <a:lnTo>
                    <a:pt x="896619" y="817245"/>
                  </a:lnTo>
                </a:path>
                <a:path w="2922904" h="1624330">
                  <a:moveTo>
                    <a:pt x="896619" y="817879"/>
                  </a:moveTo>
                  <a:lnTo>
                    <a:pt x="896619" y="819150"/>
                  </a:lnTo>
                </a:path>
                <a:path w="2922904" h="1624330">
                  <a:moveTo>
                    <a:pt x="896619" y="819784"/>
                  </a:moveTo>
                  <a:lnTo>
                    <a:pt x="896619" y="821054"/>
                  </a:lnTo>
                </a:path>
                <a:path w="2922904" h="1624330">
                  <a:moveTo>
                    <a:pt x="896619" y="821054"/>
                  </a:moveTo>
                  <a:lnTo>
                    <a:pt x="896619" y="822325"/>
                  </a:lnTo>
                </a:path>
                <a:path w="2922904" h="1624330">
                  <a:moveTo>
                    <a:pt x="896619" y="822959"/>
                  </a:moveTo>
                  <a:lnTo>
                    <a:pt x="896619" y="824229"/>
                  </a:lnTo>
                </a:path>
                <a:path w="2922904" h="1624330">
                  <a:moveTo>
                    <a:pt x="896619" y="824865"/>
                  </a:moveTo>
                  <a:lnTo>
                    <a:pt x="896619" y="826134"/>
                  </a:lnTo>
                </a:path>
                <a:path w="2922904" h="1624330">
                  <a:moveTo>
                    <a:pt x="896619" y="826770"/>
                  </a:moveTo>
                  <a:lnTo>
                    <a:pt x="896619" y="828040"/>
                  </a:lnTo>
                </a:path>
                <a:path w="2922904" h="1624330">
                  <a:moveTo>
                    <a:pt x="896619" y="828675"/>
                  </a:moveTo>
                  <a:lnTo>
                    <a:pt x="896619" y="829945"/>
                  </a:lnTo>
                </a:path>
                <a:path w="2922904" h="1624330">
                  <a:moveTo>
                    <a:pt x="896619" y="829945"/>
                  </a:moveTo>
                  <a:lnTo>
                    <a:pt x="896619" y="831215"/>
                  </a:lnTo>
                </a:path>
                <a:path w="2922904" h="1624330">
                  <a:moveTo>
                    <a:pt x="896619" y="831850"/>
                  </a:moveTo>
                  <a:lnTo>
                    <a:pt x="896619" y="833120"/>
                  </a:lnTo>
                </a:path>
                <a:path w="2922904" h="1624330">
                  <a:moveTo>
                    <a:pt x="896619" y="833754"/>
                  </a:moveTo>
                  <a:lnTo>
                    <a:pt x="896619" y="835025"/>
                  </a:lnTo>
                </a:path>
                <a:path w="2922904" h="1624330">
                  <a:moveTo>
                    <a:pt x="896619" y="835659"/>
                  </a:moveTo>
                  <a:lnTo>
                    <a:pt x="896619" y="836929"/>
                  </a:lnTo>
                </a:path>
                <a:path w="2922904" h="1624330">
                  <a:moveTo>
                    <a:pt x="896619" y="837565"/>
                  </a:moveTo>
                  <a:lnTo>
                    <a:pt x="896619" y="838834"/>
                  </a:lnTo>
                </a:path>
                <a:path w="2922904" h="1624330">
                  <a:moveTo>
                    <a:pt x="896619" y="838834"/>
                  </a:moveTo>
                  <a:lnTo>
                    <a:pt x="896619" y="840104"/>
                  </a:lnTo>
                </a:path>
                <a:path w="2922904" h="1624330">
                  <a:moveTo>
                    <a:pt x="896619" y="840740"/>
                  </a:moveTo>
                  <a:lnTo>
                    <a:pt x="896619" y="842009"/>
                  </a:lnTo>
                </a:path>
                <a:path w="2922904" h="1624330">
                  <a:moveTo>
                    <a:pt x="896619" y="842645"/>
                  </a:moveTo>
                  <a:lnTo>
                    <a:pt x="896619" y="843915"/>
                  </a:lnTo>
                </a:path>
                <a:path w="2922904" h="1624330">
                  <a:moveTo>
                    <a:pt x="896619" y="844550"/>
                  </a:moveTo>
                  <a:lnTo>
                    <a:pt x="896619" y="845820"/>
                  </a:lnTo>
                </a:path>
                <a:path w="2922904" h="1624330">
                  <a:moveTo>
                    <a:pt x="896619" y="846454"/>
                  </a:moveTo>
                  <a:lnTo>
                    <a:pt x="896619" y="847725"/>
                  </a:lnTo>
                </a:path>
                <a:path w="2922904" h="1624330">
                  <a:moveTo>
                    <a:pt x="896619" y="847725"/>
                  </a:moveTo>
                  <a:lnTo>
                    <a:pt x="896619" y="848995"/>
                  </a:lnTo>
                </a:path>
                <a:path w="2922904" h="1624330">
                  <a:moveTo>
                    <a:pt x="896619" y="849629"/>
                  </a:moveTo>
                  <a:lnTo>
                    <a:pt x="896619" y="850900"/>
                  </a:lnTo>
                </a:path>
                <a:path w="2922904" h="1624330">
                  <a:moveTo>
                    <a:pt x="896619" y="851534"/>
                  </a:moveTo>
                  <a:lnTo>
                    <a:pt x="896619" y="852804"/>
                  </a:lnTo>
                </a:path>
                <a:path w="2922904" h="1624330">
                  <a:moveTo>
                    <a:pt x="896619" y="853440"/>
                  </a:moveTo>
                  <a:lnTo>
                    <a:pt x="896619" y="854709"/>
                  </a:lnTo>
                </a:path>
                <a:path w="2922904" h="1624330">
                  <a:moveTo>
                    <a:pt x="896619" y="855345"/>
                  </a:moveTo>
                  <a:lnTo>
                    <a:pt x="896619" y="856615"/>
                  </a:lnTo>
                </a:path>
                <a:path w="2922904" h="1624330">
                  <a:moveTo>
                    <a:pt x="896619" y="856615"/>
                  </a:moveTo>
                  <a:lnTo>
                    <a:pt x="896619" y="857884"/>
                  </a:lnTo>
                </a:path>
                <a:path w="2922904" h="1624330">
                  <a:moveTo>
                    <a:pt x="896619" y="858520"/>
                  </a:moveTo>
                  <a:lnTo>
                    <a:pt x="896619" y="859790"/>
                  </a:lnTo>
                </a:path>
                <a:path w="2922904" h="1624330">
                  <a:moveTo>
                    <a:pt x="896619" y="860425"/>
                  </a:moveTo>
                  <a:lnTo>
                    <a:pt x="896619" y="861695"/>
                  </a:lnTo>
                </a:path>
                <a:path w="2922904" h="1624330">
                  <a:moveTo>
                    <a:pt x="896619" y="862329"/>
                  </a:moveTo>
                  <a:lnTo>
                    <a:pt x="896619" y="863600"/>
                  </a:lnTo>
                </a:path>
                <a:path w="2922904" h="1624330">
                  <a:moveTo>
                    <a:pt x="896619" y="864234"/>
                  </a:moveTo>
                  <a:lnTo>
                    <a:pt x="896619" y="865504"/>
                  </a:lnTo>
                </a:path>
                <a:path w="2922904" h="1624330">
                  <a:moveTo>
                    <a:pt x="896619" y="865504"/>
                  </a:moveTo>
                  <a:lnTo>
                    <a:pt x="896619" y="866775"/>
                  </a:lnTo>
                </a:path>
                <a:path w="2922904" h="1624330">
                  <a:moveTo>
                    <a:pt x="896619" y="867409"/>
                  </a:moveTo>
                  <a:lnTo>
                    <a:pt x="896619" y="868679"/>
                  </a:lnTo>
                </a:path>
                <a:path w="2922904" h="1624330">
                  <a:moveTo>
                    <a:pt x="896619" y="869315"/>
                  </a:moveTo>
                  <a:lnTo>
                    <a:pt x="896619" y="870584"/>
                  </a:lnTo>
                </a:path>
                <a:path w="2922904" h="1624330">
                  <a:moveTo>
                    <a:pt x="896619" y="871220"/>
                  </a:moveTo>
                  <a:lnTo>
                    <a:pt x="896619" y="872490"/>
                  </a:lnTo>
                </a:path>
                <a:path w="2922904" h="1624330">
                  <a:moveTo>
                    <a:pt x="896619" y="873125"/>
                  </a:moveTo>
                  <a:lnTo>
                    <a:pt x="896619" y="874395"/>
                  </a:lnTo>
                </a:path>
                <a:path w="2922904" h="1624330">
                  <a:moveTo>
                    <a:pt x="896619" y="874395"/>
                  </a:moveTo>
                  <a:lnTo>
                    <a:pt x="896619" y="875665"/>
                  </a:lnTo>
                </a:path>
                <a:path w="2922904" h="1624330">
                  <a:moveTo>
                    <a:pt x="896619" y="876300"/>
                  </a:moveTo>
                  <a:lnTo>
                    <a:pt x="896619" y="876934"/>
                  </a:lnTo>
                </a:path>
                <a:path w="2922904" h="1624330">
                  <a:moveTo>
                    <a:pt x="2618104" y="78104"/>
                  </a:moveTo>
                  <a:lnTo>
                    <a:pt x="2618104" y="79375"/>
                  </a:lnTo>
                </a:path>
                <a:path w="2922904" h="1624330">
                  <a:moveTo>
                    <a:pt x="2618104" y="80009"/>
                  </a:moveTo>
                  <a:lnTo>
                    <a:pt x="2618104" y="81279"/>
                  </a:lnTo>
                </a:path>
                <a:path w="2922904" h="1624330">
                  <a:moveTo>
                    <a:pt x="2618104" y="81915"/>
                  </a:moveTo>
                  <a:lnTo>
                    <a:pt x="2618104" y="83184"/>
                  </a:lnTo>
                </a:path>
                <a:path w="2922904" h="1624330">
                  <a:moveTo>
                    <a:pt x="2618104" y="83184"/>
                  </a:moveTo>
                  <a:lnTo>
                    <a:pt x="2618104" y="85090"/>
                  </a:lnTo>
                </a:path>
                <a:path w="2922904" h="1624330">
                  <a:moveTo>
                    <a:pt x="2618104" y="85090"/>
                  </a:moveTo>
                  <a:lnTo>
                    <a:pt x="2618104" y="86359"/>
                  </a:lnTo>
                </a:path>
                <a:path w="2922904" h="1624330">
                  <a:moveTo>
                    <a:pt x="2618104" y="86995"/>
                  </a:moveTo>
                  <a:lnTo>
                    <a:pt x="2618104" y="88265"/>
                  </a:lnTo>
                </a:path>
                <a:path w="2922904" h="1624330">
                  <a:moveTo>
                    <a:pt x="2618104" y="88900"/>
                  </a:moveTo>
                  <a:lnTo>
                    <a:pt x="2618104" y="90170"/>
                  </a:lnTo>
                </a:path>
                <a:path w="2922904" h="1624330">
                  <a:moveTo>
                    <a:pt x="2618104" y="90804"/>
                  </a:moveTo>
                  <a:lnTo>
                    <a:pt x="2618104" y="92075"/>
                  </a:lnTo>
                </a:path>
                <a:path w="2922904" h="1624330">
                  <a:moveTo>
                    <a:pt x="2618104" y="92075"/>
                  </a:moveTo>
                  <a:lnTo>
                    <a:pt x="2618104" y="93979"/>
                  </a:lnTo>
                </a:path>
                <a:path w="2922904" h="1624330">
                  <a:moveTo>
                    <a:pt x="2618104" y="93979"/>
                  </a:moveTo>
                  <a:lnTo>
                    <a:pt x="2618104" y="95250"/>
                  </a:lnTo>
                </a:path>
                <a:path w="2922904" h="1624330">
                  <a:moveTo>
                    <a:pt x="2618104" y="95884"/>
                  </a:moveTo>
                  <a:lnTo>
                    <a:pt x="2618104" y="97154"/>
                  </a:lnTo>
                </a:path>
                <a:path w="2922904" h="1624330">
                  <a:moveTo>
                    <a:pt x="2618104" y="97790"/>
                  </a:moveTo>
                  <a:lnTo>
                    <a:pt x="2618104" y="99059"/>
                  </a:lnTo>
                </a:path>
                <a:path w="2922904" h="1624330">
                  <a:moveTo>
                    <a:pt x="2618104" y="99695"/>
                  </a:moveTo>
                  <a:lnTo>
                    <a:pt x="2618104" y="100965"/>
                  </a:lnTo>
                </a:path>
                <a:path w="2922904" h="1624330">
                  <a:moveTo>
                    <a:pt x="2618104" y="100965"/>
                  </a:moveTo>
                  <a:lnTo>
                    <a:pt x="2618104" y="102870"/>
                  </a:lnTo>
                </a:path>
                <a:path w="2922904" h="1624330">
                  <a:moveTo>
                    <a:pt x="2618104" y="102870"/>
                  </a:moveTo>
                  <a:lnTo>
                    <a:pt x="2618104" y="104140"/>
                  </a:lnTo>
                </a:path>
                <a:path w="2922904" h="1624330">
                  <a:moveTo>
                    <a:pt x="2618104" y="104775"/>
                  </a:moveTo>
                  <a:lnTo>
                    <a:pt x="2618104" y="106045"/>
                  </a:lnTo>
                </a:path>
                <a:path w="2922904" h="1624330">
                  <a:moveTo>
                    <a:pt x="2618104" y="106679"/>
                  </a:moveTo>
                  <a:lnTo>
                    <a:pt x="2618104" y="107950"/>
                  </a:lnTo>
                </a:path>
                <a:path w="2922904" h="1624330">
                  <a:moveTo>
                    <a:pt x="2618104" y="108584"/>
                  </a:moveTo>
                  <a:lnTo>
                    <a:pt x="2618104" y="109854"/>
                  </a:lnTo>
                </a:path>
                <a:path w="2922904" h="1624330">
                  <a:moveTo>
                    <a:pt x="2618104" y="109854"/>
                  </a:moveTo>
                  <a:lnTo>
                    <a:pt x="2618104" y="111759"/>
                  </a:lnTo>
                </a:path>
                <a:path w="2922904" h="1624330">
                  <a:moveTo>
                    <a:pt x="2618104" y="111759"/>
                  </a:moveTo>
                  <a:lnTo>
                    <a:pt x="2618104" y="113029"/>
                  </a:lnTo>
                </a:path>
                <a:path w="2922904" h="1624330">
                  <a:moveTo>
                    <a:pt x="2618104" y="113665"/>
                  </a:moveTo>
                  <a:lnTo>
                    <a:pt x="2618104" y="114934"/>
                  </a:lnTo>
                </a:path>
                <a:path w="2922904" h="1624330">
                  <a:moveTo>
                    <a:pt x="2618104" y="115570"/>
                  </a:moveTo>
                  <a:lnTo>
                    <a:pt x="2618104" y="116840"/>
                  </a:lnTo>
                </a:path>
                <a:path w="2922904" h="1624330">
                  <a:moveTo>
                    <a:pt x="2618104" y="117475"/>
                  </a:moveTo>
                  <a:lnTo>
                    <a:pt x="2618104" y="118745"/>
                  </a:lnTo>
                </a:path>
                <a:path w="2922904" h="1624330">
                  <a:moveTo>
                    <a:pt x="2618104" y="118745"/>
                  </a:moveTo>
                  <a:lnTo>
                    <a:pt x="2618104" y="120650"/>
                  </a:lnTo>
                </a:path>
                <a:path w="2922904" h="1624330">
                  <a:moveTo>
                    <a:pt x="2618104" y="120650"/>
                  </a:moveTo>
                  <a:lnTo>
                    <a:pt x="2618104" y="121920"/>
                  </a:lnTo>
                </a:path>
                <a:path w="2922904" h="1624330">
                  <a:moveTo>
                    <a:pt x="2618104" y="122554"/>
                  </a:moveTo>
                  <a:lnTo>
                    <a:pt x="2618104" y="123825"/>
                  </a:lnTo>
                </a:path>
                <a:path w="2922904" h="1624330">
                  <a:moveTo>
                    <a:pt x="2618104" y="124459"/>
                  </a:moveTo>
                  <a:lnTo>
                    <a:pt x="2618104" y="125729"/>
                  </a:lnTo>
                </a:path>
                <a:path w="2922904" h="1624330">
                  <a:moveTo>
                    <a:pt x="2618104" y="126365"/>
                  </a:moveTo>
                  <a:lnTo>
                    <a:pt x="2618104" y="127634"/>
                  </a:lnTo>
                </a:path>
                <a:path w="2922904" h="1624330">
                  <a:moveTo>
                    <a:pt x="2618104" y="127634"/>
                  </a:moveTo>
                  <a:lnTo>
                    <a:pt x="2618104" y="129540"/>
                  </a:lnTo>
                </a:path>
                <a:path w="2922904" h="1624330">
                  <a:moveTo>
                    <a:pt x="2618104" y="129540"/>
                  </a:moveTo>
                  <a:lnTo>
                    <a:pt x="2618104" y="130809"/>
                  </a:lnTo>
                </a:path>
                <a:path w="2922904" h="1624330">
                  <a:moveTo>
                    <a:pt x="2618104" y="131445"/>
                  </a:moveTo>
                  <a:lnTo>
                    <a:pt x="2618104" y="132715"/>
                  </a:lnTo>
                </a:path>
                <a:path w="2922904" h="1624330">
                  <a:moveTo>
                    <a:pt x="2618104" y="133350"/>
                  </a:moveTo>
                  <a:lnTo>
                    <a:pt x="2618104" y="134620"/>
                  </a:lnTo>
                </a:path>
                <a:path w="2922904" h="1624330">
                  <a:moveTo>
                    <a:pt x="2618104" y="135254"/>
                  </a:moveTo>
                  <a:lnTo>
                    <a:pt x="2618104" y="136525"/>
                  </a:lnTo>
                </a:path>
                <a:path w="2922904" h="1624330">
                  <a:moveTo>
                    <a:pt x="2618104" y="136525"/>
                  </a:moveTo>
                  <a:lnTo>
                    <a:pt x="2618104" y="138429"/>
                  </a:lnTo>
                </a:path>
                <a:path w="2922904" h="1624330">
                  <a:moveTo>
                    <a:pt x="2618104" y="138429"/>
                  </a:moveTo>
                  <a:lnTo>
                    <a:pt x="2618104" y="139700"/>
                  </a:lnTo>
                </a:path>
                <a:path w="2922904" h="1624330">
                  <a:moveTo>
                    <a:pt x="2618104" y="140334"/>
                  </a:moveTo>
                  <a:lnTo>
                    <a:pt x="2618104" y="141604"/>
                  </a:lnTo>
                </a:path>
                <a:path w="2922904" h="1624330">
                  <a:moveTo>
                    <a:pt x="2618104" y="142240"/>
                  </a:moveTo>
                  <a:lnTo>
                    <a:pt x="2618104" y="143509"/>
                  </a:lnTo>
                </a:path>
                <a:path w="2922904" h="1624330">
                  <a:moveTo>
                    <a:pt x="2618104" y="144145"/>
                  </a:moveTo>
                  <a:lnTo>
                    <a:pt x="2618104" y="145415"/>
                  </a:lnTo>
                </a:path>
                <a:path w="2922904" h="1624330">
                  <a:moveTo>
                    <a:pt x="2618104" y="145415"/>
                  </a:moveTo>
                  <a:lnTo>
                    <a:pt x="2618104" y="147320"/>
                  </a:lnTo>
                </a:path>
                <a:path w="2922904" h="1624330">
                  <a:moveTo>
                    <a:pt x="2618104" y="147320"/>
                  </a:moveTo>
                  <a:lnTo>
                    <a:pt x="2618104" y="148590"/>
                  </a:lnTo>
                </a:path>
                <a:path w="2922904" h="1624330">
                  <a:moveTo>
                    <a:pt x="2618104" y="149225"/>
                  </a:moveTo>
                  <a:lnTo>
                    <a:pt x="2618104" y="150495"/>
                  </a:lnTo>
                </a:path>
                <a:path w="2922904" h="1624330">
                  <a:moveTo>
                    <a:pt x="2618104" y="151129"/>
                  </a:moveTo>
                  <a:lnTo>
                    <a:pt x="2618104" y="152400"/>
                  </a:lnTo>
                </a:path>
                <a:path w="2922904" h="1624330">
                  <a:moveTo>
                    <a:pt x="2618104" y="153034"/>
                  </a:moveTo>
                  <a:lnTo>
                    <a:pt x="2618104" y="154304"/>
                  </a:lnTo>
                </a:path>
                <a:path w="2922904" h="1624330">
                  <a:moveTo>
                    <a:pt x="2618104" y="154304"/>
                  </a:moveTo>
                  <a:lnTo>
                    <a:pt x="2618104" y="156209"/>
                  </a:lnTo>
                </a:path>
                <a:path w="2922904" h="1624330">
                  <a:moveTo>
                    <a:pt x="2618104" y="156209"/>
                  </a:moveTo>
                  <a:lnTo>
                    <a:pt x="2618104" y="157479"/>
                  </a:lnTo>
                </a:path>
                <a:path w="2922904" h="1624330">
                  <a:moveTo>
                    <a:pt x="2618104" y="158115"/>
                  </a:moveTo>
                  <a:lnTo>
                    <a:pt x="2618104" y="159384"/>
                  </a:lnTo>
                </a:path>
                <a:path w="2922904" h="1624330">
                  <a:moveTo>
                    <a:pt x="2618104" y="160020"/>
                  </a:moveTo>
                  <a:lnTo>
                    <a:pt x="2618104" y="161290"/>
                  </a:lnTo>
                </a:path>
                <a:path w="2922904" h="1624330">
                  <a:moveTo>
                    <a:pt x="2618104" y="161925"/>
                  </a:moveTo>
                  <a:lnTo>
                    <a:pt x="2618104" y="163195"/>
                  </a:lnTo>
                </a:path>
                <a:path w="2922904" h="1624330">
                  <a:moveTo>
                    <a:pt x="2618104" y="163195"/>
                  </a:moveTo>
                  <a:lnTo>
                    <a:pt x="2618104" y="165100"/>
                  </a:lnTo>
                </a:path>
                <a:path w="2922904" h="1624330">
                  <a:moveTo>
                    <a:pt x="2618104" y="165100"/>
                  </a:moveTo>
                  <a:lnTo>
                    <a:pt x="2618104" y="166370"/>
                  </a:lnTo>
                </a:path>
                <a:path w="2922904" h="1624330">
                  <a:moveTo>
                    <a:pt x="2618104" y="167004"/>
                  </a:moveTo>
                  <a:lnTo>
                    <a:pt x="2618104" y="168275"/>
                  </a:lnTo>
                </a:path>
                <a:path w="2922904" h="1624330">
                  <a:moveTo>
                    <a:pt x="2618104" y="168909"/>
                  </a:moveTo>
                  <a:lnTo>
                    <a:pt x="2618104" y="170179"/>
                  </a:lnTo>
                </a:path>
                <a:path w="2922904" h="1624330">
                  <a:moveTo>
                    <a:pt x="2618104" y="170815"/>
                  </a:moveTo>
                  <a:lnTo>
                    <a:pt x="2618104" y="172084"/>
                  </a:lnTo>
                </a:path>
                <a:path w="2922904" h="1624330">
                  <a:moveTo>
                    <a:pt x="2618104" y="172084"/>
                  </a:moveTo>
                  <a:lnTo>
                    <a:pt x="2618104" y="173990"/>
                  </a:lnTo>
                </a:path>
                <a:path w="2922904" h="1624330">
                  <a:moveTo>
                    <a:pt x="2618104" y="173990"/>
                  </a:moveTo>
                  <a:lnTo>
                    <a:pt x="2618104" y="175259"/>
                  </a:lnTo>
                </a:path>
                <a:path w="2922904" h="1624330">
                  <a:moveTo>
                    <a:pt x="2618104" y="175895"/>
                  </a:moveTo>
                  <a:lnTo>
                    <a:pt x="2618104" y="177165"/>
                  </a:lnTo>
                </a:path>
                <a:path w="2922904" h="1624330">
                  <a:moveTo>
                    <a:pt x="2618104" y="177800"/>
                  </a:moveTo>
                  <a:lnTo>
                    <a:pt x="2618104" y="179070"/>
                  </a:lnTo>
                </a:path>
                <a:path w="2922904" h="1624330">
                  <a:moveTo>
                    <a:pt x="2618104" y="179704"/>
                  </a:moveTo>
                  <a:lnTo>
                    <a:pt x="2618104" y="180975"/>
                  </a:lnTo>
                </a:path>
                <a:path w="2922904" h="1624330">
                  <a:moveTo>
                    <a:pt x="2618104" y="180975"/>
                  </a:moveTo>
                  <a:lnTo>
                    <a:pt x="2618104" y="182879"/>
                  </a:lnTo>
                </a:path>
                <a:path w="2922904" h="1624330">
                  <a:moveTo>
                    <a:pt x="2618104" y="182879"/>
                  </a:moveTo>
                  <a:lnTo>
                    <a:pt x="2618104" y="184150"/>
                  </a:lnTo>
                </a:path>
                <a:path w="2922904" h="1624330">
                  <a:moveTo>
                    <a:pt x="2618104" y="184784"/>
                  </a:moveTo>
                  <a:lnTo>
                    <a:pt x="2618104" y="186054"/>
                  </a:lnTo>
                </a:path>
                <a:path w="2922904" h="1624330">
                  <a:moveTo>
                    <a:pt x="2618104" y="186690"/>
                  </a:moveTo>
                  <a:lnTo>
                    <a:pt x="2618104" y="187959"/>
                  </a:lnTo>
                </a:path>
                <a:path w="2922904" h="1624330">
                  <a:moveTo>
                    <a:pt x="2618104" y="188595"/>
                  </a:moveTo>
                  <a:lnTo>
                    <a:pt x="2618104" y="189865"/>
                  </a:lnTo>
                </a:path>
                <a:path w="2922904" h="1624330">
                  <a:moveTo>
                    <a:pt x="2618104" y="189865"/>
                  </a:moveTo>
                  <a:lnTo>
                    <a:pt x="2618104" y="191770"/>
                  </a:lnTo>
                </a:path>
                <a:path w="2922904" h="1624330">
                  <a:moveTo>
                    <a:pt x="2618104" y="191770"/>
                  </a:moveTo>
                  <a:lnTo>
                    <a:pt x="2618104" y="193040"/>
                  </a:lnTo>
                </a:path>
                <a:path w="2922904" h="1624330">
                  <a:moveTo>
                    <a:pt x="2618104" y="193675"/>
                  </a:moveTo>
                  <a:lnTo>
                    <a:pt x="2618104" y="194945"/>
                  </a:lnTo>
                </a:path>
                <a:path w="2922904" h="1624330">
                  <a:moveTo>
                    <a:pt x="2618104" y="195579"/>
                  </a:moveTo>
                  <a:lnTo>
                    <a:pt x="2618104" y="196850"/>
                  </a:lnTo>
                </a:path>
                <a:path w="2922904" h="1624330">
                  <a:moveTo>
                    <a:pt x="2618104" y="197484"/>
                  </a:moveTo>
                  <a:lnTo>
                    <a:pt x="2618104" y="198754"/>
                  </a:lnTo>
                </a:path>
                <a:path w="2922904" h="1624330">
                  <a:moveTo>
                    <a:pt x="2618104" y="198754"/>
                  </a:moveTo>
                  <a:lnTo>
                    <a:pt x="2618104" y="200659"/>
                  </a:lnTo>
                </a:path>
                <a:path w="2922904" h="1624330">
                  <a:moveTo>
                    <a:pt x="2618104" y="200659"/>
                  </a:moveTo>
                  <a:lnTo>
                    <a:pt x="2618104" y="201929"/>
                  </a:lnTo>
                </a:path>
                <a:path w="2922904" h="1624330">
                  <a:moveTo>
                    <a:pt x="2618104" y="202565"/>
                  </a:moveTo>
                  <a:lnTo>
                    <a:pt x="2618104" y="203834"/>
                  </a:lnTo>
                </a:path>
                <a:path w="2922904" h="1624330">
                  <a:moveTo>
                    <a:pt x="2618104" y="204470"/>
                  </a:moveTo>
                  <a:lnTo>
                    <a:pt x="2618104" y="205740"/>
                  </a:lnTo>
                </a:path>
                <a:path w="2922904" h="1624330">
                  <a:moveTo>
                    <a:pt x="2618104" y="206375"/>
                  </a:moveTo>
                  <a:lnTo>
                    <a:pt x="2618104" y="207645"/>
                  </a:lnTo>
                </a:path>
                <a:path w="2922904" h="1624330">
                  <a:moveTo>
                    <a:pt x="2618104" y="207645"/>
                  </a:moveTo>
                  <a:lnTo>
                    <a:pt x="2618104" y="209550"/>
                  </a:lnTo>
                </a:path>
                <a:path w="2922904" h="1624330">
                  <a:moveTo>
                    <a:pt x="2618104" y="209550"/>
                  </a:moveTo>
                  <a:lnTo>
                    <a:pt x="2618104" y="210820"/>
                  </a:lnTo>
                </a:path>
                <a:path w="2922904" h="1624330">
                  <a:moveTo>
                    <a:pt x="2618104" y="211454"/>
                  </a:moveTo>
                  <a:lnTo>
                    <a:pt x="2618104" y="212725"/>
                  </a:lnTo>
                </a:path>
                <a:path w="2922904" h="1624330">
                  <a:moveTo>
                    <a:pt x="2618104" y="213359"/>
                  </a:moveTo>
                  <a:lnTo>
                    <a:pt x="2618104" y="214629"/>
                  </a:lnTo>
                </a:path>
                <a:path w="2922904" h="1624330">
                  <a:moveTo>
                    <a:pt x="2618104" y="215265"/>
                  </a:moveTo>
                  <a:lnTo>
                    <a:pt x="2618104" y="216534"/>
                  </a:lnTo>
                </a:path>
                <a:path w="2922904" h="1624330">
                  <a:moveTo>
                    <a:pt x="2618104" y="216534"/>
                  </a:moveTo>
                  <a:lnTo>
                    <a:pt x="2618104" y="218440"/>
                  </a:lnTo>
                </a:path>
                <a:path w="2922904" h="1624330">
                  <a:moveTo>
                    <a:pt x="2618104" y="218440"/>
                  </a:moveTo>
                  <a:lnTo>
                    <a:pt x="2618104" y="219709"/>
                  </a:lnTo>
                </a:path>
                <a:path w="2922904" h="1624330">
                  <a:moveTo>
                    <a:pt x="2618104" y="220345"/>
                  </a:moveTo>
                  <a:lnTo>
                    <a:pt x="2618104" y="221615"/>
                  </a:lnTo>
                </a:path>
                <a:path w="2922904" h="1624330">
                  <a:moveTo>
                    <a:pt x="2618104" y="222250"/>
                  </a:moveTo>
                  <a:lnTo>
                    <a:pt x="2618104" y="223520"/>
                  </a:lnTo>
                </a:path>
                <a:path w="2922904" h="1624330">
                  <a:moveTo>
                    <a:pt x="2618104" y="224154"/>
                  </a:moveTo>
                  <a:lnTo>
                    <a:pt x="2618104" y="225425"/>
                  </a:lnTo>
                </a:path>
                <a:path w="2922904" h="1624330">
                  <a:moveTo>
                    <a:pt x="2618104" y="225425"/>
                  </a:moveTo>
                  <a:lnTo>
                    <a:pt x="2618104" y="227329"/>
                  </a:lnTo>
                </a:path>
                <a:path w="2922904" h="1624330">
                  <a:moveTo>
                    <a:pt x="2618104" y="227329"/>
                  </a:moveTo>
                  <a:lnTo>
                    <a:pt x="2618104" y="228600"/>
                  </a:lnTo>
                </a:path>
                <a:path w="2922904" h="1624330">
                  <a:moveTo>
                    <a:pt x="2618104" y="229234"/>
                  </a:moveTo>
                  <a:lnTo>
                    <a:pt x="2618104" y="230504"/>
                  </a:lnTo>
                </a:path>
                <a:path w="2922904" h="1624330">
                  <a:moveTo>
                    <a:pt x="2618104" y="231140"/>
                  </a:moveTo>
                  <a:lnTo>
                    <a:pt x="2618104" y="232409"/>
                  </a:lnTo>
                </a:path>
                <a:path w="2922904" h="1624330">
                  <a:moveTo>
                    <a:pt x="2618104" y="233045"/>
                  </a:moveTo>
                  <a:lnTo>
                    <a:pt x="2618104" y="234315"/>
                  </a:lnTo>
                </a:path>
                <a:path w="2922904" h="1624330">
                  <a:moveTo>
                    <a:pt x="2618104" y="234315"/>
                  </a:moveTo>
                  <a:lnTo>
                    <a:pt x="2618104" y="236220"/>
                  </a:lnTo>
                </a:path>
                <a:path w="2922904" h="1624330">
                  <a:moveTo>
                    <a:pt x="2618104" y="236220"/>
                  </a:moveTo>
                  <a:lnTo>
                    <a:pt x="2618104" y="237490"/>
                  </a:lnTo>
                </a:path>
                <a:path w="2922904" h="1624330">
                  <a:moveTo>
                    <a:pt x="2618104" y="238125"/>
                  </a:moveTo>
                  <a:lnTo>
                    <a:pt x="2618104" y="239395"/>
                  </a:lnTo>
                </a:path>
                <a:path w="2922904" h="1624330">
                  <a:moveTo>
                    <a:pt x="2618104" y="240029"/>
                  </a:moveTo>
                  <a:lnTo>
                    <a:pt x="2618104" y="241300"/>
                  </a:lnTo>
                </a:path>
                <a:path w="2922904" h="1624330">
                  <a:moveTo>
                    <a:pt x="2618104" y="241934"/>
                  </a:moveTo>
                  <a:lnTo>
                    <a:pt x="2618104" y="243204"/>
                  </a:lnTo>
                </a:path>
                <a:path w="2922904" h="1624330">
                  <a:moveTo>
                    <a:pt x="2618104" y="243204"/>
                  </a:moveTo>
                  <a:lnTo>
                    <a:pt x="2618104" y="245109"/>
                  </a:lnTo>
                </a:path>
                <a:path w="2922904" h="1624330">
                  <a:moveTo>
                    <a:pt x="2618104" y="245109"/>
                  </a:moveTo>
                  <a:lnTo>
                    <a:pt x="2618104" y="246379"/>
                  </a:lnTo>
                </a:path>
                <a:path w="2922904" h="1624330">
                  <a:moveTo>
                    <a:pt x="2618104" y="247015"/>
                  </a:moveTo>
                  <a:lnTo>
                    <a:pt x="2618104" y="248284"/>
                  </a:lnTo>
                </a:path>
                <a:path w="2922904" h="1624330">
                  <a:moveTo>
                    <a:pt x="2618104" y="248920"/>
                  </a:moveTo>
                  <a:lnTo>
                    <a:pt x="2618104" y="250190"/>
                  </a:lnTo>
                </a:path>
                <a:path w="2922904" h="1624330">
                  <a:moveTo>
                    <a:pt x="2618104" y="250825"/>
                  </a:moveTo>
                  <a:lnTo>
                    <a:pt x="2618104" y="252095"/>
                  </a:lnTo>
                </a:path>
                <a:path w="2922904" h="1624330">
                  <a:moveTo>
                    <a:pt x="2618104" y="252095"/>
                  </a:moveTo>
                  <a:lnTo>
                    <a:pt x="2618104" y="254000"/>
                  </a:lnTo>
                </a:path>
                <a:path w="2922904" h="1624330">
                  <a:moveTo>
                    <a:pt x="2618104" y="254000"/>
                  </a:moveTo>
                  <a:lnTo>
                    <a:pt x="2618104" y="255270"/>
                  </a:lnTo>
                </a:path>
                <a:path w="2922904" h="1624330">
                  <a:moveTo>
                    <a:pt x="2618104" y="255904"/>
                  </a:moveTo>
                  <a:lnTo>
                    <a:pt x="2618104" y="257175"/>
                  </a:lnTo>
                </a:path>
                <a:path w="2922904" h="1624330">
                  <a:moveTo>
                    <a:pt x="2618104" y="257809"/>
                  </a:moveTo>
                  <a:lnTo>
                    <a:pt x="2618104" y="259079"/>
                  </a:lnTo>
                </a:path>
                <a:path w="2922904" h="1624330">
                  <a:moveTo>
                    <a:pt x="2618104" y="259715"/>
                  </a:moveTo>
                  <a:lnTo>
                    <a:pt x="2618104" y="260984"/>
                  </a:lnTo>
                </a:path>
                <a:path w="2922904" h="1624330">
                  <a:moveTo>
                    <a:pt x="2618104" y="260984"/>
                  </a:moveTo>
                  <a:lnTo>
                    <a:pt x="2618104" y="262890"/>
                  </a:lnTo>
                </a:path>
                <a:path w="2922904" h="1624330">
                  <a:moveTo>
                    <a:pt x="2618104" y="262890"/>
                  </a:moveTo>
                  <a:lnTo>
                    <a:pt x="2618104" y="264159"/>
                  </a:lnTo>
                </a:path>
                <a:path w="2922904" h="1624330">
                  <a:moveTo>
                    <a:pt x="2618104" y="264795"/>
                  </a:moveTo>
                  <a:lnTo>
                    <a:pt x="2618104" y="266065"/>
                  </a:lnTo>
                </a:path>
                <a:path w="2922904" h="1624330">
                  <a:moveTo>
                    <a:pt x="2618104" y="266700"/>
                  </a:moveTo>
                  <a:lnTo>
                    <a:pt x="2618104" y="267970"/>
                  </a:lnTo>
                </a:path>
                <a:path w="2922904" h="1624330">
                  <a:moveTo>
                    <a:pt x="2618104" y="268604"/>
                  </a:moveTo>
                  <a:lnTo>
                    <a:pt x="2618104" y="269875"/>
                  </a:lnTo>
                </a:path>
                <a:path w="2922904" h="1624330">
                  <a:moveTo>
                    <a:pt x="2618104" y="269875"/>
                  </a:moveTo>
                  <a:lnTo>
                    <a:pt x="2618104" y="271779"/>
                  </a:lnTo>
                </a:path>
                <a:path w="2922904" h="1624330">
                  <a:moveTo>
                    <a:pt x="2618104" y="271779"/>
                  </a:moveTo>
                  <a:lnTo>
                    <a:pt x="2618104" y="273050"/>
                  </a:lnTo>
                </a:path>
                <a:path w="2922904" h="1624330">
                  <a:moveTo>
                    <a:pt x="2618104" y="273684"/>
                  </a:moveTo>
                  <a:lnTo>
                    <a:pt x="2618104" y="274954"/>
                  </a:lnTo>
                </a:path>
                <a:path w="2922904" h="1624330">
                  <a:moveTo>
                    <a:pt x="2618104" y="275590"/>
                  </a:moveTo>
                  <a:lnTo>
                    <a:pt x="2618104" y="276859"/>
                  </a:lnTo>
                </a:path>
                <a:path w="2922904" h="1624330">
                  <a:moveTo>
                    <a:pt x="2618104" y="277495"/>
                  </a:moveTo>
                  <a:lnTo>
                    <a:pt x="2618104" y="278765"/>
                  </a:lnTo>
                </a:path>
                <a:path w="2922904" h="1624330">
                  <a:moveTo>
                    <a:pt x="2618104" y="278765"/>
                  </a:moveTo>
                  <a:lnTo>
                    <a:pt x="2618104" y="280670"/>
                  </a:lnTo>
                </a:path>
                <a:path w="2922904" h="1624330">
                  <a:moveTo>
                    <a:pt x="2618104" y="280670"/>
                  </a:moveTo>
                  <a:lnTo>
                    <a:pt x="2618104" y="281940"/>
                  </a:lnTo>
                </a:path>
                <a:path w="2922904" h="1624330">
                  <a:moveTo>
                    <a:pt x="2618104" y="282575"/>
                  </a:moveTo>
                  <a:lnTo>
                    <a:pt x="2618104" y="283845"/>
                  </a:lnTo>
                </a:path>
                <a:path w="2922904" h="1624330">
                  <a:moveTo>
                    <a:pt x="2618104" y="284479"/>
                  </a:moveTo>
                  <a:lnTo>
                    <a:pt x="2618104" y="285750"/>
                  </a:lnTo>
                </a:path>
                <a:path w="2922904" h="1624330">
                  <a:moveTo>
                    <a:pt x="2618104" y="286384"/>
                  </a:moveTo>
                  <a:lnTo>
                    <a:pt x="2618104" y="287654"/>
                  </a:lnTo>
                </a:path>
                <a:path w="2922904" h="1624330">
                  <a:moveTo>
                    <a:pt x="2618104" y="287654"/>
                  </a:moveTo>
                  <a:lnTo>
                    <a:pt x="2618104" y="289559"/>
                  </a:lnTo>
                </a:path>
                <a:path w="2922904" h="1624330">
                  <a:moveTo>
                    <a:pt x="2618104" y="289559"/>
                  </a:moveTo>
                  <a:lnTo>
                    <a:pt x="2618104" y="290829"/>
                  </a:lnTo>
                </a:path>
                <a:path w="2922904" h="1624330">
                  <a:moveTo>
                    <a:pt x="2618104" y="291465"/>
                  </a:moveTo>
                  <a:lnTo>
                    <a:pt x="2618104" y="292734"/>
                  </a:lnTo>
                </a:path>
                <a:path w="2922904" h="1624330">
                  <a:moveTo>
                    <a:pt x="2618104" y="293370"/>
                  </a:moveTo>
                  <a:lnTo>
                    <a:pt x="2618104" y="294640"/>
                  </a:lnTo>
                </a:path>
                <a:path w="2922904" h="1624330">
                  <a:moveTo>
                    <a:pt x="2618104" y="295275"/>
                  </a:moveTo>
                  <a:lnTo>
                    <a:pt x="2618104" y="296545"/>
                  </a:lnTo>
                </a:path>
                <a:path w="2922904" h="1624330">
                  <a:moveTo>
                    <a:pt x="2618104" y="296545"/>
                  </a:moveTo>
                  <a:lnTo>
                    <a:pt x="2618104" y="298450"/>
                  </a:lnTo>
                </a:path>
                <a:path w="2922904" h="1624330">
                  <a:moveTo>
                    <a:pt x="2618104" y="298450"/>
                  </a:moveTo>
                  <a:lnTo>
                    <a:pt x="2618104" y="299720"/>
                  </a:lnTo>
                </a:path>
                <a:path w="2922904" h="1624330">
                  <a:moveTo>
                    <a:pt x="2618104" y="300354"/>
                  </a:moveTo>
                  <a:lnTo>
                    <a:pt x="2618104" y="301625"/>
                  </a:lnTo>
                </a:path>
                <a:path w="2922904" h="1624330">
                  <a:moveTo>
                    <a:pt x="2618104" y="302259"/>
                  </a:moveTo>
                  <a:lnTo>
                    <a:pt x="2618104" y="303529"/>
                  </a:lnTo>
                </a:path>
                <a:path w="2922904" h="1624330">
                  <a:moveTo>
                    <a:pt x="2618104" y="304165"/>
                  </a:moveTo>
                  <a:lnTo>
                    <a:pt x="2618104" y="305434"/>
                  </a:lnTo>
                </a:path>
                <a:path w="2922904" h="1624330">
                  <a:moveTo>
                    <a:pt x="2618104" y="305434"/>
                  </a:moveTo>
                  <a:lnTo>
                    <a:pt x="2618104" y="307340"/>
                  </a:lnTo>
                </a:path>
                <a:path w="2922904" h="1624330">
                  <a:moveTo>
                    <a:pt x="2618104" y="307340"/>
                  </a:moveTo>
                  <a:lnTo>
                    <a:pt x="2618104" y="308609"/>
                  </a:lnTo>
                </a:path>
                <a:path w="2922904" h="1624330">
                  <a:moveTo>
                    <a:pt x="2618104" y="309245"/>
                  </a:moveTo>
                  <a:lnTo>
                    <a:pt x="2618104" y="310515"/>
                  </a:lnTo>
                </a:path>
                <a:path w="2922904" h="1624330">
                  <a:moveTo>
                    <a:pt x="2618104" y="311150"/>
                  </a:moveTo>
                  <a:lnTo>
                    <a:pt x="2618104" y="312420"/>
                  </a:lnTo>
                </a:path>
                <a:path w="2922904" h="1624330">
                  <a:moveTo>
                    <a:pt x="2618104" y="313054"/>
                  </a:moveTo>
                  <a:lnTo>
                    <a:pt x="2618104" y="314325"/>
                  </a:lnTo>
                </a:path>
                <a:path w="2922904" h="1624330">
                  <a:moveTo>
                    <a:pt x="2618104" y="314325"/>
                  </a:moveTo>
                  <a:lnTo>
                    <a:pt x="2618104" y="316229"/>
                  </a:lnTo>
                </a:path>
                <a:path w="2922904" h="1624330">
                  <a:moveTo>
                    <a:pt x="2618104" y="316229"/>
                  </a:moveTo>
                  <a:lnTo>
                    <a:pt x="2618104" y="317500"/>
                  </a:lnTo>
                </a:path>
                <a:path w="2922904" h="1624330">
                  <a:moveTo>
                    <a:pt x="2618104" y="318134"/>
                  </a:moveTo>
                  <a:lnTo>
                    <a:pt x="2618104" y="319404"/>
                  </a:lnTo>
                </a:path>
                <a:path w="2922904" h="1624330">
                  <a:moveTo>
                    <a:pt x="2618104" y="320040"/>
                  </a:moveTo>
                  <a:lnTo>
                    <a:pt x="2618104" y="321309"/>
                  </a:lnTo>
                </a:path>
                <a:path w="2922904" h="1624330">
                  <a:moveTo>
                    <a:pt x="2618104" y="321945"/>
                  </a:moveTo>
                  <a:lnTo>
                    <a:pt x="2618104" y="323215"/>
                  </a:lnTo>
                </a:path>
                <a:path w="2922904" h="1624330">
                  <a:moveTo>
                    <a:pt x="2618104" y="323215"/>
                  </a:moveTo>
                  <a:lnTo>
                    <a:pt x="2618104" y="325120"/>
                  </a:lnTo>
                </a:path>
                <a:path w="2922904" h="1624330">
                  <a:moveTo>
                    <a:pt x="2618104" y="325120"/>
                  </a:moveTo>
                  <a:lnTo>
                    <a:pt x="2618104" y="326390"/>
                  </a:lnTo>
                </a:path>
                <a:path w="2922904" h="1624330">
                  <a:moveTo>
                    <a:pt x="2618104" y="327025"/>
                  </a:moveTo>
                  <a:lnTo>
                    <a:pt x="2618104" y="328295"/>
                  </a:lnTo>
                </a:path>
                <a:path w="2922904" h="1624330">
                  <a:moveTo>
                    <a:pt x="2618104" y="328929"/>
                  </a:moveTo>
                  <a:lnTo>
                    <a:pt x="2618104" y="330200"/>
                  </a:lnTo>
                </a:path>
                <a:path w="2922904" h="1624330">
                  <a:moveTo>
                    <a:pt x="2618104" y="330834"/>
                  </a:moveTo>
                  <a:lnTo>
                    <a:pt x="2618104" y="332104"/>
                  </a:lnTo>
                </a:path>
                <a:path w="2922904" h="1624330">
                  <a:moveTo>
                    <a:pt x="2618104" y="332104"/>
                  </a:moveTo>
                  <a:lnTo>
                    <a:pt x="2618104" y="334009"/>
                  </a:lnTo>
                </a:path>
                <a:path w="2922904" h="1624330">
                  <a:moveTo>
                    <a:pt x="2618104" y="334009"/>
                  </a:moveTo>
                  <a:lnTo>
                    <a:pt x="2618104" y="335279"/>
                  </a:lnTo>
                </a:path>
                <a:path w="2922904" h="1624330">
                  <a:moveTo>
                    <a:pt x="2618104" y="335915"/>
                  </a:moveTo>
                  <a:lnTo>
                    <a:pt x="2618104" y="337184"/>
                  </a:lnTo>
                </a:path>
                <a:path w="2922904" h="1624330">
                  <a:moveTo>
                    <a:pt x="2618104" y="337820"/>
                  </a:moveTo>
                  <a:lnTo>
                    <a:pt x="2618104" y="339090"/>
                  </a:lnTo>
                </a:path>
                <a:path w="2922904" h="1624330">
                  <a:moveTo>
                    <a:pt x="2618104" y="339725"/>
                  </a:moveTo>
                  <a:lnTo>
                    <a:pt x="2618104" y="340995"/>
                  </a:lnTo>
                </a:path>
                <a:path w="2922904" h="1624330">
                  <a:moveTo>
                    <a:pt x="2618104" y="340995"/>
                  </a:moveTo>
                  <a:lnTo>
                    <a:pt x="2618104" y="342900"/>
                  </a:lnTo>
                </a:path>
                <a:path w="2922904" h="1624330">
                  <a:moveTo>
                    <a:pt x="2618104" y="342900"/>
                  </a:moveTo>
                  <a:lnTo>
                    <a:pt x="2618104" y="344170"/>
                  </a:lnTo>
                </a:path>
                <a:path w="2922904" h="1624330">
                  <a:moveTo>
                    <a:pt x="2618104" y="344804"/>
                  </a:moveTo>
                  <a:lnTo>
                    <a:pt x="2618104" y="346075"/>
                  </a:lnTo>
                </a:path>
                <a:path w="2922904" h="1624330">
                  <a:moveTo>
                    <a:pt x="2618104" y="346709"/>
                  </a:moveTo>
                  <a:lnTo>
                    <a:pt x="2618104" y="347979"/>
                  </a:lnTo>
                </a:path>
                <a:path w="2922904" h="1624330">
                  <a:moveTo>
                    <a:pt x="2618104" y="348615"/>
                  </a:moveTo>
                  <a:lnTo>
                    <a:pt x="2618104" y="349884"/>
                  </a:lnTo>
                </a:path>
                <a:path w="2922904" h="1624330">
                  <a:moveTo>
                    <a:pt x="2618104" y="349884"/>
                  </a:moveTo>
                  <a:lnTo>
                    <a:pt x="2618104" y="351790"/>
                  </a:lnTo>
                </a:path>
                <a:path w="2922904" h="1624330">
                  <a:moveTo>
                    <a:pt x="2618104" y="351790"/>
                  </a:moveTo>
                  <a:lnTo>
                    <a:pt x="2618104" y="353059"/>
                  </a:lnTo>
                </a:path>
                <a:path w="2922904" h="1624330">
                  <a:moveTo>
                    <a:pt x="2618104" y="353695"/>
                  </a:moveTo>
                  <a:lnTo>
                    <a:pt x="2618104" y="354965"/>
                  </a:lnTo>
                </a:path>
                <a:path w="2922904" h="1624330">
                  <a:moveTo>
                    <a:pt x="2618104" y="355600"/>
                  </a:moveTo>
                  <a:lnTo>
                    <a:pt x="2618104" y="356870"/>
                  </a:lnTo>
                </a:path>
                <a:path w="2922904" h="1624330">
                  <a:moveTo>
                    <a:pt x="2618104" y="357504"/>
                  </a:moveTo>
                  <a:lnTo>
                    <a:pt x="2618104" y="358775"/>
                  </a:lnTo>
                </a:path>
                <a:path w="2922904" h="1624330">
                  <a:moveTo>
                    <a:pt x="2618104" y="358775"/>
                  </a:moveTo>
                  <a:lnTo>
                    <a:pt x="2618104" y="360679"/>
                  </a:lnTo>
                </a:path>
                <a:path w="2922904" h="1624330">
                  <a:moveTo>
                    <a:pt x="2618104" y="360679"/>
                  </a:moveTo>
                  <a:lnTo>
                    <a:pt x="2618104" y="361950"/>
                  </a:lnTo>
                </a:path>
                <a:path w="2922904" h="1624330">
                  <a:moveTo>
                    <a:pt x="2618104" y="362584"/>
                  </a:moveTo>
                  <a:lnTo>
                    <a:pt x="2618104" y="363854"/>
                  </a:lnTo>
                </a:path>
                <a:path w="2922904" h="1624330">
                  <a:moveTo>
                    <a:pt x="2618104" y="364490"/>
                  </a:moveTo>
                  <a:lnTo>
                    <a:pt x="2618104" y="365759"/>
                  </a:lnTo>
                </a:path>
                <a:path w="2922904" h="1624330">
                  <a:moveTo>
                    <a:pt x="2618104" y="366395"/>
                  </a:moveTo>
                  <a:lnTo>
                    <a:pt x="2618104" y="367665"/>
                  </a:lnTo>
                </a:path>
                <a:path w="2922904" h="1624330">
                  <a:moveTo>
                    <a:pt x="2618104" y="367665"/>
                  </a:moveTo>
                  <a:lnTo>
                    <a:pt x="2618104" y="369570"/>
                  </a:lnTo>
                </a:path>
                <a:path w="2922904" h="1624330">
                  <a:moveTo>
                    <a:pt x="2618104" y="369570"/>
                  </a:moveTo>
                  <a:lnTo>
                    <a:pt x="2618104" y="370840"/>
                  </a:lnTo>
                </a:path>
                <a:path w="2922904" h="1624330">
                  <a:moveTo>
                    <a:pt x="2618104" y="371475"/>
                  </a:moveTo>
                  <a:lnTo>
                    <a:pt x="2618104" y="372745"/>
                  </a:lnTo>
                </a:path>
                <a:path w="2922904" h="1624330">
                  <a:moveTo>
                    <a:pt x="2618104" y="373379"/>
                  </a:moveTo>
                  <a:lnTo>
                    <a:pt x="2618104" y="374650"/>
                  </a:lnTo>
                </a:path>
                <a:path w="2922904" h="1624330">
                  <a:moveTo>
                    <a:pt x="2618104" y="375284"/>
                  </a:moveTo>
                  <a:lnTo>
                    <a:pt x="2618104" y="376554"/>
                  </a:lnTo>
                </a:path>
                <a:path w="2922904" h="1624330">
                  <a:moveTo>
                    <a:pt x="2618104" y="376554"/>
                  </a:moveTo>
                  <a:lnTo>
                    <a:pt x="2618104" y="378459"/>
                  </a:lnTo>
                </a:path>
                <a:path w="2922904" h="1624330">
                  <a:moveTo>
                    <a:pt x="2618104" y="378459"/>
                  </a:moveTo>
                  <a:lnTo>
                    <a:pt x="2618104" y="379729"/>
                  </a:lnTo>
                </a:path>
                <a:path w="2922904" h="1624330">
                  <a:moveTo>
                    <a:pt x="2618104" y="380365"/>
                  </a:moveTo>
                  <a:lnTo>
                    <a:pt x="2618104" y="381634"/>
                  </a:lnTo>
                </a:path>
                <a:path w="2922904" h="1624330">
                  <a:moveTo>
                    <a:pt x="2618104" y="382270"/>
                  </a:moveTo>
                  <a:lnTo>
                    <a:pt x="2618104" y="383540"/>
                  </a:lnTo>
                </a:path>
                <a:path w="2922904" h="1624330">
                  <a:moveTo>
                    <a:pt x="2618104" y="384175"/>
                  </a:moveTo>
                  <a:lnTo>
                    <a:pt x="2618104" y="385445"/>
                  </a:lnTo>
                </a:path>
                <a:path w="2922904" h="1624330">
                  <a:moveTo>
                    <a:pt x="2618104" y="385445"/>
                  </a:moveTo>
                  <a:lnTo>
                    <a:pt x="2618104" y="387350"/>
                  </a:lnTo>
                </a:path>
                <a:path w="2922904" h="1624330">
                  <a:moveTo>
                    <a:pt x="2618104" y="387350"/>
                  </a:moveTo>
                  <a:lnTo>
                    <a:pt x="2618104" y="388620"/>
                  </a:lnTo>
                </a:path>
                <a:path w="2922904" h="1624330">
                  <a:moveTo>
                    <a:pt x="2618104" y="389254"/>
                  </a:moveTo>
                  <a:lnTo>
                    <a:pt x="2618104" y="390525"/>
                  </a:lnTo>
                </a:path>
                <a:path w="2922904" h="1624330">
                  <a:moveTo>
                    <a:pt x="2618104" y="391159"/>
                  </a:moveTo>
                  <a:lnTo>
                    <a:pt x="2618104" y="392429"/>
                  </a:lnTo>
                </a:path>
                <a:path w="2922904" h="1624330">
                  <a:moveTo>
                    <a:pt x="2618104" y="393065"/>
                  </a:moveTo>
                  <a:lnTo>
                    <a:pt x="2618104" y="394334"/>
                  </a:lnTo>
                </a:path>
                <a:path w="2922904" h="1624330">
                  <a:moveTo>
                    <a:pt x="2618104" y="394334"/>
                  </a:moveTo>
                  <a:lnTo>
                    <a:pt x="2618104" y="396240"/>
                  </a:lnTo>
                </a:path>
                <a:path w="2922904" h="1624330">
                  <a:moveTo>
                    <a:pt x="2618104" y="396240"/>
                  </a:moveTo>
                  <a:lnTo>
                    <a:pt x="2618104" y="397509"/>
                  </a:lnTo>
                </a:path>
                <a:path w="2922904" h="1624330">
                  <a:moveTo>
                    <a:pt x="2618104" y="398145"/>
                  </a:moveTo>
                  <a:lnTo>
                    <a:pt x="2618104" y="399415"/>
                  </a:lnTo>
                </a:path>
                <a:path w="2922904" h="1624330">
                  <a:moveTo>
                    <a:pt x="2618104" y="400050"/>
                  </a:moveTo>
                  <a:lnTo>
                    <a:pt x="2618104" y="401320"/>
                  </a:lnTo>
                </a:path>
                <a:path w="2922904" h="1624330">
                  <a:moveTo>
                    <a:pt x="2618104" y="401954"/>
                  </a:moveTo>
                  <a:lnTo>
                    <a:pt x="2618104" y="403225"/>
                  </a:lnTo>
                </a:path>
                <a:path w="2922904" h="1624330">
                  <a:moveTo>
                    <a:pt x="2618104" y="403225"/>
                  </a:moveTo>
                  <a:lnTo>
                    <a:pt x="2618104" y="405129"/>
                  </a:lnTo>
                </a:path>
                <a:path w="2922904" h="1624330">
                  <a:moveTo>
                    <a:pt x="2618104" y="405129"/>
                  </a:moveTo>
                  <a:lnTo>
                    <a:pt x="2618104" y="406400"/>
                  </a:lnTo>
                </a:path>
                <a:path w="2922904" h="1624330">
                  <a:moveTo>
                    <a:pt x="2618104" y="407034"/>
                  </a:moveTo>
                  <a:lnTo>
                    <a:pt x="2618104" y="408304"/>
                  </a:lnTo>
                </a:path>
                <a:path w="2922904" h="1624330">
                  <a:moveTo>
                    <a:pt x="2618104" y="408940"/>
                  </a:moveTo>
                  <a:lnTo>
                    <a:pt x="2618104" y="410209"/>
                  </a:lnTo>
                </a:path>
                <a:path w="2922904" h="1624330">
                  <a:moveTo>
                    <a:pt x="2618104" y="410845"/>
                  </a:moveTo>
                  <a:lnTo>
                    <a:pt x="2618104" y="412115"/>
                  </a:lnTo>
                </a:path>
                <a:path w="2922904" h="1624330">
                  <a:moveTo>
                    <a:pt x="2618104" y="412115"/>
                  </a:moveTo>
                  <a:lnTo>
                    <a:pt x="2618104" y="414020"/>
                  </a:lnTo>
                </a:path>
                <a:path w="2922904" h="1624330">
                  <a:moveTo>
                    <a:pt x="2618104" y="414020"/>
                  </a:moveTo>
                  <a:lnTo>
                    <a:pt x="2618104" y="415290"/>
                  </a:lnTo>
                </a:path>
                <a:path w="2922904" h="1624330">
                  <a:moveTo>
                    <a:pt x="2618104" y="415925"/>
                  </a:moveTo>
                  <a:lnTo>
                    <a:pt x="2618104" y="417195"/>
                  </a:lnTo>
                </a:path>
                <a:path w="2922904" h="1624330">
                  <a:moveTo>
                    <a:pt x="2618104" y="417829"/>
                  </a:moveTo>
                  <a:lnTo>
                    <a:pt x="2618104" y="419100"/>
                  </a:lnTo>
                </a:path>
                <a:path w="2922904" h="1624330">
                  <a:moveTo>
                    <a:pt x="2618104" y="419734"/>
                  </a:moveTo>
                  <a:lnTo>
                    <a:pt x="2618104" y="421004"/>
                  </a:lnTo>
                </a:path>
                <a:path w="2922904" h="1624330">
                  <a:moveTo>
                    <a:pt x="2618104" y="421004"/>
                  </a:moveTo>
                  <a:lnTo>
                    <a:pt x="2618104" y="422909"/>
                  </a:lnTo>
                </a:path>
                <a:path w="2922904" h="1624330">
                  <a:moveTo>
                    <a:pt x="2618104" y="422909"/>
                  </a:moveTo>
                  <a:lnTo>
                    <a:pt x="2618104" y="424179"/>
                  </a:lnTo>
                </a:path>
                <a:path w="2922904" h="1624330">
                  <a:moveTo>
                    <a:pt x="2618104" y="424815"/>
                  </a:moveTo>
                  <a:lnTo>
                    <a:pt x="2618104" y="426084"/>
                  </a:lnTo>
                </a:path>
                <a:path w="2922904" h="1624330">
                  <a:moveTo>
                    <a:pt x="2618104" y="426720"/>
                  </a:moveTo>
                  <a:lnTo>
                    <a:pt x="2618104" y="427990"/>
                  </a:lnTo>
                </a:path>
                <a:path w="2922904" h="1624330">
                  <a:moveTo>
                    <a:pt x="2618104" y="428625"/>
                  </a:moveTo>
                  <a:lnTo>
                    <a:pt x="2618104" y="429895"/>
                  </a:lnTo>
                </a:path>
                <a:path w="2922904" h="1624330">
                  <a:moveTo>
                    <a:pt x="2618104" y="429895"/>
                  </a:moveTo>
                  <a:lnTo>
                    <a:pt x="2618104" y="431800"/>
                  </a:lnTo>
                </a:path>
                <a:path w="2922904" h="1624330">
                  <a:moveTo>
                    <a:pt x="2618104" y="431800"/>
                  </a:moveTo>
                  <a:lnTo>
                    <a:pt x="2618104" y="433070"/>
                  </a:lnTo>
                </a:path>
                <a:path w="2922904" h="1624330">
                  <a:moveTo>
                    <a:pt x="2618104" y="433704"/>
                  </a:moveTo>
                  <a:lnTo>
                    <a:pt x="2618104" y="434975"/>
                  </a:lnTo>
                </a:path>
                <a:path w="2922904" h="1624330">
                  <a:moveTo>
                    <a:pt x="2618104" y="435609"/>
                  </a:moveTo>
                  <a:lnTo>
                    <a:pt x="2618104" y="436879"/>
                  </a:lnTo>
                </a:path>
                <a:path w="2922904" h="1624330">
                  <a:moveTo>
                    <a:pt x="2618104" y="437515"/>
                  </a:moveTo>
                  <a:lnTo>
                    <a:pt x="2618104" y="438784"/>
                  </a:lnTo>
                </a:path>
                <a:path w="2922904" h="1624330">
                  <a:moveTo>
                    <a:pt x="2618104" y="438784"/>
                  </a:moveTo>
                  <a:lnTo>
                    <a:pt x="2618104" y="440690"/>
                  </a:lnTo>
                </a:path>
                <a:path w="2922904" h="1624330">
                  <a:moveTo>
                    <a:pt x="2618104" y="440690"/>
                  </a:moveTo>
                  <a:lnTo>
                    <a:pt x="2618104" y="441959"/>
                  </a:lnTo>
                </a:path>
                <a:path w="2922904" h="1624330">
                  <a:moveTo>
                    <a:pt x="2618104" y="442595"/>
                  </a:moveTo>
                  <a:lnTo>
                    <a:pt x="2618104" y="443865"/>
                  </a:lnTo>
                </a:path>
                <a:path w="2922904" h="1624330">
                  <a:moveTo>
                    <a:pt x="2618104" y="444500"/>
                  </a:moveTo>
                  <a:lnTo>
                    <a:pt x="2618104" y="445770"/>
                  </a:lnTo>
                </a:path>
                <a:path w="2922904" h="1624330">
                  <a:moveTo>
                    <a:pt x="2618104" y="446404"/>
                  </a:moveTo>
                  <a:lnTo>
                    <a:pt x="2618104" y="447675"/>
                  </a:lnTo>
                </a:path>
                <a:path w="2922904" h="1624330">
                  <a:moveTo>
                    <a:pt x="2618104" y="447675"/>
                  </a:moveTo>
                  <a:lnTo>
                    <a:pt x="2618104" y="449579"/>
                  </a:lnTo>
                </a:path>
                <a:path w="2922904" h="1624330">
                  <a:moveTo>
                    <a:pt x="2618104" y="449579"/>
                  </a:moveTo>
                  <a:lnTo>
                    <a:pt x="2618104" y="450850"/>
                  </a:lnTo>
                </a:path>
                <a:path w="2922904" h="1624330">
                  <a:moveTo>
                    <a:pt x="2618104" y="451484"/>
                  </a:moveTo>
                  <a:lnTo>
                    <a:pt x="2618104" y="452754"/>
                  </a:lnTo>
                </a:path>
                <a:path w="2922904" h="1624330">
                  <a:moveTo>
                    <a:pt x="2618104" y="453390"/>
                  </a:moveTo>
                  <a:lnTo>
                    <a:pt x="2618104" y="454659"/>
                  </a:lnTo>
                </a:path>
                <a:path w="2922904" h="1624330">
                  <a:moveTo>
                    <a:pt x="2618104" y="455295"/>
                  </a:moveTo>
                  <a:lnTo>
                    <a:pt x="2618104" y="456565"/>
                  </a:lnTo>
                </a:path>
                <a:path w="2922904" h="1624330">
                  <a:moveTo>
                    <a:pt x="2618104" y="456565"/>
                  </a:moveTo>
                  <a:lnTo>
                    <a:pt x="2618104" y="458470"/>
                  </a:lnTo>
                </a:path>
                <a:path w="2922904" h="1624330">
                  <a:moveTo>
                    <a:pt x="2618104" y="458470"/>
                  </a:moveTo>
                  <a:lnTo>
                    <a:pt x="2618104" y="459740"/>
                  </a:lnTo>
                </a:path>
                <a:path w="2922904" h="1624330">
                  <a:moveTo>
                    <a:pt x="2618104" y="460375"/>
                  </a:moveTo>
                  <a:lnTo>
                    <a:pt x="2618104" y="461645"/>
                  </a:lnTo>
                </a:path>
                <a:path w="2922904" h="1624330">
                  <a:moveTo>
                    <a:pt x="2618104" y="462279"/>
                  </a:moveTo>
                  <a:lnTo>
                    <a:pt x="2618104" y="463550"/>
                  </a:lnTo>
                </a:path>
                <a:path w="2922904" h="1624330">
                  <a:moveTo>
                    <a:pt x="2618104" y="464184"/>
                  </a:moveTo>
                  <a:lnTo>
                    <a:pt x="2618104" y="465454"/>
                  </a:lnTo>
                </a:path>
                <a:path w="2922904" h="1624330">
                  <a:moveTo>
                    <a:pt x="2618104" y="465454"/>
                  </a:moveTo>
                  <a:lnTo>
                    <a:pt x="2618104" y="467359"/>
                  </a:lnTo>
                </a:path>
                <a:path w="2922904" h="1624330">
                  <a:moveTo>
                    <a:pt x="2618104" y="467359"/>
                  </a:moveTo>
                  <a:lnTo>
                    <a:pt x="2618104" y="468629"/>
                  </a:lnTo>
                </a:path>
                <a:path w="2922904" h="1624330">
                  <a:moveTo>
                    <a:pt x="2618104" y="469265"/>
                  </a:moveTo>
                  <a:lnTo>
                    <a:pt x="2618104" y="470534"/>
                  </a:lnTo>
                </a:path>
                <a:path w="2922904" h="1624330">
                  <a:moveTo>
                    <a:pt x="2618104" y="471170"/>
                  </a:moveTo>
                  <a:lnTo>
                    <a:pt x="2618104" y="472440"/>
                  </a:lnTo>
                </a:path>
                <a:path w="2922904" h="1624330">
                  <a:moveTo>
                    <a:pt x="2618104" y="473075"/>
                  </a:moveTo>
                  <a:lnTo>
                    <a:pt x="2618104" y="474345"/>
                  </a:lnTo>
                </a:path>
                <a:path w="2922904" h="1624330">
                  <a:moveTo>
                    <a:pt x="2618104" y="474345"/>
                  </a:moveTo>
                  <a:lnTo>
                    <a:pt x="2618104" y="476250"/>
                  </a:lnTo>
                </a:path>
                <a:path w="2922904" h="1624330">
                  <a:moveTo>
                    <a:pt x="2618104" y="476250"/>
                  </a:moveTo>
                  <a:lnTo>
                    <a:pt x="2618104" y="477520"/>
                  </a:lnTo>
                </a:path>
                <a:path w="2922904" h="1624330">
                  <a:moveTo>
                    <a:pt x="2618104" y="478154"/>
                  </a:moveTo>
                  <a:lnTo>
                    <a:pt x="2618104" y="479425"/>
                  </a:lnTo>
                </a:path>
                <a:path w="2922904" h="1624330">
                  <a:moveTo>
                    <a:pt x="2618104" y="480059"/>
                  </a:moveTo>
                  <a:lnTo>
                    <a:pt x="2618104" y="481329"/>
                  </a:lnTo>
                </a:path>
                <a:path w="2922904" h="1624330">
                  <a:moveTo>
                    <a:pt x="2618104" y="481965"/>
                  </a:moveTo>
                  <a:lnTo>
                    <a:pt x="2618104" y="483234"/>
                  </a:lnTo>
                </a:path>
                <a:path w="2922904" h="1624330">
                  <a:moveTo>
                    <a:pt x="2618104" y="483234"/>
                  </a:moveTo>
                  <a:lnTo>
                    <a:pt x="2618104" y="485140"/>
                  </a:lnTo>
                </a:path>
                <a:path w="2922904" h="1624330">
                  <a:moveTo>
                    <a:pt x="2618104" y="485140"/>
                  </a:moveTo>
                  <a:lnTo>
                    <a:pt x="2618104" y="486409"/>
                  </a:lnTo>
                </a:path>
                <a:path w="2922904" h="1624330">
                  <a:moveTo>
                    <a:pt x="2618104" y="487045"/>
                  </a:moveTo>
                  <a:lnTo>
                    <a:pt x="2618104" y="488315"/>
                  </a:lnTo>
                </a:path>
                <a:path w="2922904" h="1624330">
                  <a:moveTo>
                    <a:pt x="2618104" y="488950"/>
                  </a:moveTo>
                  <a:lnTo>
                    <a:pt x="2618104" y="490220"/>
                  </a:lnTo>
                </a:path>
                <a:path w="2922904" h="1624330">
                  <a:moveTo>
                    <a:pt x="2618104" y="490854"/>
                  </a:moveTo>
                  <a:lnTo>
                    <a:pt x="2618104" y="492125"/>
                  </a:lnTo>
                </a:path>
                <a:path w="2922904" h="1624330">
                  <a:moveTo>
                    <a:pt x="2618104" y="492125"/>
                  </a:moveTo>
                  <a:lnTo>
                    <a:pt x="2618104" y="494029"/>
                  </a:lnTo>
                </a:path>
                <a:path w="2922904" h="1624330">
                  <a:moveTo>
                    <a:pt x="2618104" y="494029"/>
                  </a:moveTo>
                  <a:lnTo>
                    <a:pt x="2618104" y="495300"/>
                  </a:lnTo>
                </a:path>
                <a:path w="2922904" h="1624330">
                  <a:moveTo>
                    <a:pt x="2618104" y="495934"/>
                  </a:moveTo>
                  <a:lnTo>
                    <a:pt x="2618104" y="497204"/>
                  </a:lnTo>
                </a:path>
                <a:path w="2922904" h="1624330">
                  <a:moveTo>
                    <a:pt x="2618104" y="497840"/>
                  </a:moveTo>
                  <a:lnTo>
                    <a:pt x="2618104" y="499109"/>
                  </a:lnTo>
                </a:path>
                <a:path w="2922904" h="1624330">
                  <a:moveTo>
                    <a:pt x="2618104" y="499745"/>
                  </a:moveTo>
                  <a:lnTo>
                    <a:pt x="2618104" y="501015"/>
                  </a:lnTo>
                </a:path>
                <a:path w="2922904" h="1624330">
                  <a:moveTo>
                    <a:pt x="2618104" y="501015"/>
                  </a:moveTo>
                  <a:lnTo>
                    <a:pt x="2618104" y="502920"/>
                  </a:lnTo>
                </a:path>
                <a:path w="2922904" h="1624330">
                  <a:moveTo>
                    <a:pt x="2618104" y="502920"/>
                  </a:moveTo>
                  <a:lnTo>
                    <a:pt x="2618104" y="504190"/>
                  </a:lnTo>
                </a:path>
                <a:path w="2922904" h="1624330">
                  <a:moveTo>
                    <a:pt x="2618104" y="504825"/>
                  </a:moveTo>
                  <a:lnTo>
                    <a:pt x="2618104" y="506095"/>
                  </a:lnTo>
                </a:path>
                <a:path w="2922904" h="1624330">
                  <a:moveTo>
                    <a:pt x="2618104" y="506729"/>
                  </a:moveTo>
                  <a:lnTo>
                    <a:pt x="2618104" y="508000"/>
                  </a:lnTo>
                </a:path>
                <a:path w="2922904" h="1624330">
                  <a:moveTo>
                    <a:pt x="2618104" y="508634"/>
                  </a:moveTo>
                  <a:lnTo>
                    <a:pt x="2618104" y="509904"/>
                  </a:lnTo>
                </a:path>
                <a:path w="2922904" h="1624330">
                  <a:moveTo>
                    <a:pt x="2618104" y="509904"/>
                  </a:moveTo>
                  <a:lnTo>
                    <a:pt x="2618104" y="511809"/>
                  </a:lnTo>
                </a:path>
                <a:path w="2922904" h="1624330">
                  <a:moveTo>
                    <a:pt x="2618104" y="511809"/>
                  </a:moveTo>
                  <a:lnTo>
                    <a:pt x="2618104" y="513079"/>
                  </a:lnTo>
                </a:path>
                <a:path w="2922904" h="1624330">
                  <a:moveTo>
                    <a:pt x="2618104" y="513715"/>
                  </a:moveTo>
                  <a:lnTo>
                    <a:pt x="2618104" y="514984"/>
                  </a:lnTo>
                </a:path>
                <a:path w="2922904" h="1624330">
                  <a:moveTo>
                    <a:pt x="2618104" y="515620"/>
                  </a:moveTo>
                  <a:lnTo>
                    <a:pt x="2618104" y="516890"/>
                  </a:lnTo>
                </a:path>
                <a:path w="2922904" h="1624330">
                  <a:moveTo>
                    <a:pt x="2618104" y="517525"/>
                  </a:moveTo>
                  <a:lnTo>
                    <a:pt x="2618104" y="518795"/>
                  </a:lnTo>
                </a:path>
                <a:path w="2922904" h="1624330">
                  <a:moveTo>
                    <a:pt x="2618104" y="518795"/>
                  </a:moveTo>
                  <a:lnTo>
                    <a:pt x="2618104" y="520700"/>
                  </a:lnTo>
                </a:path>
                <a:path w="2922904" h="1624330">
                  <a:moveTo>
                    <a:pt x="2618104" y="520700"/>
                  </a:moveTo>
                  <a:lnTo>
                    <a:pt x="2618104" y="521970"/>
                  </a:lnTo>
                </a:path>
                <a:path w="2922904" h="1624330">
                  <a:moveTo>
                    <a:pt x="2618104" y="522604"/>
                  </a:moveTo>
                  <a:lnTo>
                    <a:pt x="2618104" y="523875"/>
                  </a:lnTo>
                </a:path>
                <a:path w="2922904" h="1624330">
                  <a:moveTo>
                    <a:pt x="2618104" y="524509"/>
                  </a:moveTo>
                  <a:lnTo>
                    <a:pt x="2618104" y="525779"/>
                  </a:lnTo>
                </a:path>
                <a:path w="2922904" h="1624330">
                  <a:moveTo>
                    <a:pt x="2618104" y="526415"/>
                  </a:moveTo>
                  <a:lnTo>
                    <a:pt x="2618104" y="527684"/>
                  </a:lnTo>
                </a:path>
                <a:path w="2922904" h="1624330">
                  <a:moveTo>
                    <a:pt x="2618104" y="527684"/>
                  </a:moveTo>
                  <a:lnTo>
                    <a:pt x="2618104" y="529590"/>
                  </a:lnTo>
                </a:path>
                <a:path w="2922904" h="1624330">
                  <a:moveTo>
                    <a:pt x="2618104" y="529590"/>
                  </a:moveTo>
                  <a:lnTo>
                    <a:pt x="2618104" y="530859"/>
                  </a:lnTo>
                </a:path>
                <a:path w="2922904" h="1624330">
                  <a:moveTo>
                    <a:pt x="2618104" y="531495"/>
                  </a:moveTo>
                  <a:lnTo>
                    <a:pt x="2618104" y="532765"/>
                  </a:lnTo>
                </a:path>
                <a:path w="2922904" h="1624330">
                  <a:moveTo>
                    <a:pt x="2618104" y="533400"/>
                  </a:moveTo>
                  <a:lnTo>
                    <a:pt x="2618104" y="534670"/>
                  </a:lnTo>
                </a:path>
                <a:path w="2922904" h="1624330">
                  <a:moveTo>
                    <a:pt x="2618104" y="535304"/>
                  </a:moveTo>
                  <a:lnTo>
                    <a:pt x="2618104" y="536575"/>
                  </a:lnTo>
                </a:path>
                <a:path w="2922904" h="1624330">
                  <a:moveTo>
                    <a:pt x="2618104" y="536575"/>
                  </a:moveTo>
                  <a:lnTo>
                    <a:pt x="2618104" y="538479"/>
                  </a:lnTo>
                </a:path>
                <a:path w="2922904" h="1624330">
                  <a:moveTo>
                    <a:pt x="2618104" y="538479"/>
                  </a:moveTo>
                  <a:lnTo>
                    <a:pt x="2618104" y="539750"/>
                  </a:lnTo>
                </a:path>
                <a:path w="2922904" h="1624330">
                  <a:moveTo>
                    <a:pt x="2618104" y="540384"/>
                  </a:moveTo>
                  <a:lnTo>
                    <a:pt x="2618104" y="541654"/>
                  </a:lnTo>
                </a:path>
                <a:path w="2922904" h="1624330">
                  <a:moveTo>
                    <a:pt x="2618104" y="542290"/>
                  </a:moveTo>
                  <a:lnTo>
                    <a:pt x="2618104" y="543559"/>
                  </a:lnTo>
                </a:path>
                <a:path w="2922904" h="1624330">
                  <a:moveTo>
                    <a:pt x="2618104" y="544195"/>
                  </a:moveTo>
                  <a:lnTo>
                    <a:pt x="2618104" y="545465"/>
                  </a:lnTo>
                </a:path>
                <a:path w="2922904" h="1624330">
                  <a:moveTo>
                    <a:pt x="2618104" y="545465"/>
                  </a:moveTo>
                  <a:lnTo>
                    <a:pt x="2618104" y="547370"/>
                  </a:lnTo>
                </a:path>
                <a:path w="2922904" h="1624330">
                  <a:moveTo>
                    <a:pt x="2618104" y="547370"/>
                  </a:moveTo>
                  <a:lnTo>
                    <a:pt x="2618104" y="548640"/>
                  </a:lnTo>
                </a:path>
                <a:path w="2922904" h="1624330">
                  <a:moveTo>
                    <a:pt x="2618104" y="549275"/>
                  </a:moveTo>
                  <a:lnTo>
                    <a:pt x="2618104" y="550545"/>
                  </a:lnTo>
                </a:path>
                <a:path w="2922904" h="1624330">
                  <a:moveTo>
                    <a:pt x="2618104" y="551179"/>
                  </a:moveTo>
                  <a:lnTo>
                    <a:pt x="2618104" y="552450"/>
                  </a:lnTo>
                </a:path>
                <a:path w="2922904" h="1624330">
                  <a:moveTo>
                    <a:pt x="2618104" y="553084"/>
                  </a:moveTo>
                  <a:lnTo>
                    <a:pt x="2618104" y="554354"/>
                  </a:lnTo>
                </a:path>
                <a:path w="2922904" h="1624330">
                  <a:moveTo>
                    <a:pt x="2618104" y="554354"/>
                  </a:moveTo>
                  <a:lnTo>
                    <a:pt x="2618104" y="556259"/>
                  </a:lnTo>
                </a:path>
                <a:path w="2922904" h="1624330">
                  <a:moveTo>
                    <a:pt x="2618104" y="556259"/>
                  </a:moveTo>
                  <a:lnTo>
                    <a:pt x="2618104" y="557529"/>
                  </a:lnTo>
                </a:path>
                <a:path w="2922904" h="1624330">
                  <a:moveTo>
                    <a:pt x="2618104" y="558165"/>
                  </a:moveTo>
                  <a:lnTo>
                    <a:pt x="2618104" y="559434"/>
                  </a:lnTo>
                </a:path>
                <a:path w="2922904" h="1624330">
                  <a:moveTo>
                    <a:pt x="2618104" y="560070"/>
                  </a:moveTo>
                  <a:lnTo>
                    <a:pt x="2618104" y="561340"/>
                  </a:lnTo>
                </a:path>
                <a:path w="2922904" h="1624330">
                  <a:moveTo>
                    <a:pt x="2618104" y="561975"/>
                  </a:moveTo>
                  <a:lnTo>
                    <a:pt x="2618104" y="563245"/>
                  </a:lnTo>
                </a:path>
                <a:path w="2922904" h="1624330">
                  <a:moveTo>
                    <a:pt x="2618104" y="563245"/>
                  </a:moveTo>
                  <a:lnTo>
                    <a:pt x="2618104" y="565150"/>
                  </a:lnTo>
                </a:path>
                <a:path w="2922904" h="1624330">
                  <a:moveTo>
                    <a:pt x="2618104" y="565150"/>
                  </a:moveTo>
                  <a:lnTo>
                    <a:pt x="2618104" y="566420"/>
                  </a:lnTo>
                </a:path>
                <a:path w="2922904" h="1624330">
                  <a:moveTo>
                    <a:pt x="2618104" y="567054"/>
                  </a:moveTo>
                  <a:lnTo>
                    <a:pt x="2618104" y="568325"/>
                  </a:lnTo>
                </a:path>
                <a:path w="2922904" h="1624330">
                  <a:moveTo>
                    <a:pt x="2618104" y="568959"/>
                  </a:moveTo>
                  <a:lnTo>
                    <a:pt x="2618104" y="570229"/>
                  </a:lnTo>
                </a:path>
                <a:path w="2922904" h="1624330">
                  <a:moveTo>
                    <a:pt x="2618104" y="570865"/>
                  </a:moveTo>
                  <a:lnTo>
                    <a:pt x="2618104" y="572134"/>
                  </a:lnTo>
                </a:path>
                <a:path w="2922904" h="1624330">
                  <a:moveTo>
                    <a:pt x="2618104" y="572134"/>
                  </a:moveTo>
                  <a:lnTo>
                    <a:pt x="2618104" y="574040"/>
                  </a:lnTo>
                </a:path>
                <a:path w="2922904" h="1624330">
                  <a:moveTo>
                    <a:pt x="2618104" y="574040"/>
                  </a:moveTo>
                  <a:lnTo>
                    <a:pt x="2618104" y="575309"/>
                  </a:lnTo>
                </a:path>
                <a:path w="2922904" h="1624330">
                  <a:moveTo>
                    <a:pt x="2618104" y="575945"/>
                  </a:moveTo>
                  <a:lnTo>
                    <a:pt x="2618104" y="577215"/>
                  </a:lnTo>
                </a:path>
                <a:path w="2922904" h="1624330">
                  <a:moveTo>
                    <a:pt x="2618104" y="577850"/>
                  </a:moveTo>
                  <a:lnTo>
                    <a:pt x="2618104" y="579120"/>
                  </a:lnTo>
                </a:path>
                <a:path w="2922904" h="1624330">
                  <a:moveTo>
                    <a:pt x="2618104" y="579754"/>
                  </a:moveTo>
                  <a:lnTo>
                    <a:pt x="2618104" y="581025"/>
                  </a:lnTo>
                </a:path>
                <a:path w="2922904" h="1624330">
                  <a:moveTo>
                    <a:pt x="2618104" y="581025"/>
                  </a:moveTo>
                  <a:lnTo>
                    <a:pt x="2618104" y="582929"/>
                  </a:lnTo>
                </a:path>
                <a:path w="2922904" h="1624330">
                  <a:moveTo>
                    <a:pt x="2618104" y="582929"/>
                  </a:moveTo>
                  <a:lnTo>
                    <a:pt x="2618104" y="584200"/>
                  </a:lnTo>
                </a:path>
                <a:path w="2922904" h="1624330">
                  <a:moveTo>
                    <a:pt x="2618104" y="584834"/>
                  </a:moveTo>
                  <a:lnTo>
                    <a:pt x="2618104" y="586104"/>
                  </a:lnTo>
                </a:path>
                <a:path w="2922904" h="1624330">
                  <a:moveTo>
                    <a:pt x="2618104" y="586740"/>
                  </a:moveTo>
                  <a:lnTo>
                    <a:pt x="2618104" y="588009"/>
                  </a:lnTo>
                </a:path>
                <a:path w="2922904" h="1624330">
                  <a:moveTo>
                    <a:pt x="2618104" y="588645"/>
                  </a:moveTo>
                  <a:lnTo>
                    <a:pt x="2618104" y="589915"/>
                  </a:lnTo>
                </a:path>
                <a:path w="2922904" h="1624330">
                  <a:moveTo>
                    <a:pt x="2618104" y="589915"/>
                  </a:moveTo>
                  <a:lnTo>
                    <a:pt x="2618104" y="591820"/>
                  </a:lnTo>
                </a:path>
                <a:path w="2922904" h="1624330">
                  <a:moveTo>
                    <a:pt x="2618104" y="591820"/>
                  </a:moveTo>
                  <a:lnTo>
                    <a:pt x="2618104" y="593090"/>
                  </a:lnTo>
                </a:path>
                <a:path w="2922904" h="1624330">
                  <a:moveTo>
                    <a:pt x="2618104" y="593725"/>
                  </a:moveTo>
                  <a:lnTo>
                    <a:pt x="2618104" y="594995"/>
                  </a:lnTo>
                </a:path>
                <a:path w="2922904" h="1624330">
                  <a:moveTo>
                    <a:pt x="2618104" y="595629"/>
                  </a:moveTo>
                  <a:lnTo>
                    <a:pt x="2618104" y="596900"/>
                  </a:lnTo>
                </a:path>
                <a:path w="2922904" h="1624330">
                  <a:moveTo>
                    <a:pt x="2618104" y="597534"/>
                  </a:moveTo>
                  <a:lnTo>
                    <a:pt x="2618104" y="598804"/>
                  </a:lnTo>
                </a:path>
                <a:path w="2922904" h="1624330">
                  <a:moveTo>
                    <a:pt x="2618104" y="598804"/>
                  </a:moveTo>
                  <a:lnTo>
                    <a:pt x="2618104" y="600709"/>
                  </a:lnTo>
                </a:path>
                <a:path w="2922904" h="1624330">
                  <a:moveTo>
                    <a:pt x="2618104" y="600709"/>
                  </a:moveTo>
                  <a:lnTo>
                    <a:pt x="2618104" y="601979"/>
                  </a:lnTo>
                </a:path>
                <a:path w="2922904" h="1624330">
                  <a:moveTo>
                    <a:pt x="2618104" y="602615"/>
                  </a:moveTo>
                  <a:lnTo>
                    <a:pt x="2618104" y="603884"/>
                  </a:lnTo>
                </a:path>
                <a:path w="2922904" h="1624330">
                  <a:moveTo>
                    <a:pt x="2618104" y="604520"/>
                  </a:moveTo>
                  <a:lnTo>
                    <a:pt x="2618104" y="605790"/>
                  </a:lnTo>
                </a:path>
                <a:path w="2922904" h="1624330">
                  <a:moveTo>
                    <a:pt x="2618104" y="606425"/>
                  </a:moveTo>
                  <a:lnTo>
                    <a:pt x="2618104" y="607695"/>
                  </a:lnTo>
                </a:path>
                <a:path w="2922904" h="1624330">
                  <a:moveTo>
                    <a:pt x="2618104" y="607695"/>
                  </a:moveTo>
                  <a:lnTo>
                    <a:pt x="2618104" y="609600"/>
                  </a:lnTo>
                </a:path>
                <a:path w="2922904" h="1624330">
                  <a:moveTo>
                    <a:pt x="2618104" y="609600"/>
                  </a:moveTo>
                  <a:lnTo>
                    <a:pt x="2618104" y="610870"/>
                  </a:lnTo>
                </a:path>
                <a:path w="2922904" h="1624330">
                  <a:moveTo>
                    <a:pt x="2618104" y="611504"/>
                  </a:moveTo>
                  <a:lnTo>
                    <a:pt x="2618104" y="612775"/>
                  </a:lnTo>
                </a:path>
                <a:path w="2922904" h="1624330">
                  <a:moveTo>
                    <a:pt x="2618104" y="613409"/>
                  </a:moveTo>
                  <a:lnTo>
                    <a:pt x="2618104" y="614679"/>
                  </a:lnTo>
                </a:path>
                <a:path w="2922904" h="1624330">
                  <a:moveTo>
                    <a:pt x="2618104" y="615315"/>
                  </a:moveTo>
                  <a:lnTo>
                    <a:pt x="2618104" y="616584"/>
                  </a:lnTo>
                </a:path>
                <a:path w="2922904" h="1624330">
                  <a:moveTo>
                    <a:pt x="2618104" y="616584"/>
                  </a:moveTo>
                  <a:lnTo>
                    <a:pt x="2618104" y="618490"/>
                  </a:lnTo>
                </a:path>
                <a:path w="2922904" h="1624330">
                  <a:moveTo>
                    <a:pt x="2618104" y="618490"/>
                  </a:moveTo>
                  <a:lnTo>
                    <a:pt x="2618104" y="619759"/>
                  </a:lnTo>
                </a:path>
                <a:path w="2922904" h="1624330">
                  <a:moveTo>
                    <a:pt x="2618104" y="620395"/>
                  </a:moveTo>
                  <a:lnTo>
                    <a:pt x="2618104" y="621665"/>
                  </a:lnTo>
                </a:path>
                <a:path w="2922904" h="1624330">
                  <a:moveTo>
                    <a:pt x="2618104" y="622300"/>
                  </a:moveTo>
                  <a:lnTo>
                    <a:pt x="2618104" y="623570"/>
                  </a:lnTo>
                </a:path>
                <a:path w="2922904" h="1624330">
                  <a:moveTo>
                    <a:pt x="2618104" y="624204"/>
                  </a:moveTo>
                  <a:lnTo>
                    <a:pt x="2618104" y="625475"/>
                  </a:lnTo>
                </a:path>
                <a:path w="2922904" h="1624330">
                  <a:moveTo>
                    <a:pt x="2618104" y="625475"/>
                  </a:moveTo>
                  <a:lnTo>
                    <a:pt x="2618104" y="627379"/>
                  </a:lnTo>
                </a:path>
                <a:path w="2922904" h="1624330">
                  <a:moveTo>
                    <a:pt x="2618104" y="627379"/>
                  </a:moveTo>
                  <a:lnTo>
                    <a:pt x="2618104" y="628650"/>
                  </a:lnTo>
                </a:path>
                <a:path w="2922904" h="1624330">
                  <a:moveTo>
                    <a:pt x="2618104" y="629284"/>
                  </a:moveTo>
                  <a:lnTo>
                    <a:pt x="2618104" y="630554"/>
                  </a:lnTo>
                </a:path>
                <a:path w="2922904" h="1624330">
                  <a:moveTo>
                    <a:pt x="2618104" y="631190"/>
                  </a:moveTo>
                  <a:lnTo>
                    <a:pt x="2618104" y="632459"/>
                  </a:lnTo>
                </a:path>
                <a:path w="2922904" h="1624330">
                  <a:moveTo>
                    <a:pt x="2618104" y="633095"/>
                  </a:moveTo>
                  <a:lnTo>
                    <a:pt x="2618104" y="634365"/>
                  </a:lnTo>
                </a:path>
                <a:path w="2922904" h="1624330">
                  <a:moveTo>
                    <a:pt x="2618104" y="634365"/>
                  </a:moveTo>
                  <a:lnTo>
                    <a:pt x="2618104" y="636270"/>
                  </a:lnTo>
                </a:path>
                <a:path w="2922904" h="1624330">
                  <a:moveTo>
                    <a:pt x="2618104" y="636270"/>
                  </a:moveTo>
                  <a:lnTo>
                    <a:pt x="2618104" y="637540"/>
                  </a:lnTo>
                </a:path>
                <a:path w="2922904" h="1624330">
                  <a:moveTo>
                    <a:pt x="2618104" y="638175"/>
                  </a:moveTo>
                  <a:lnTo>
                    <a:pt x="2618104" y="639445"/>
                  </a:lnTo>
                </a:path>
                <a:path w="2922904" h="1624330">
                  <a:moveTo>
                    <a:pt x="2618104" y="640079"/>
                  </a:moveTo>
                  <a:lnTo>
                    <a:pt x="2618104" y="641350"/>
                  </a:lnTo>
                </a:path>
                <a:path w="2922904" h="1624330">
                  <a:moveTo>
                    <a:pt x="2618104" y="641984"/>
                  </a:moveTo>
                  <a:lnTo>
                    <a:pt x="2618104" y="643254"/>
                  </a:lnTo>
                </a:path>
                <a:path w="2922904" h="1624330">
                  <a:moveTo>
                    <a:pt x="2618104" y="643254"/>
                  </a:moveTo>
                  <a:lnTo>
                    <a:pt x="2618104" y="645159"/>
                  </a:lnTo>
                </a:path>
                <a:path w="2922904" h="1624330">
                  <a:moveTo>
                    <a:pt x="2618104" y="645159"/>
                  </a:moveTo>
                  <a:lnTo>
                    <a:pt x="2618104" y="646429"/>
                  </a:lnTo>
                </a:path>
                <a:path w="2922904" h="1624330">
                  <a:moveTo>
                    <a:pt x="2618104" y="647065"/>
                  </a:moveTo>
                  <a:lnTo>
                    <a:pt x="2618104" y="648334"/>
                  </a:lnTo>
                </a:path>
                <a:path w="2922904" h="1624330">
                  <a:moveTo>
                    <a:pt x="2618104" y="648970"/>
                  </a:moveTo>
                  <a:lnTo>
                    <a:pt x="2618104" y="650240"/>
                  </a:lnTo>
                </a:path>
                <a:path w="2922904" h="1624330">
                  <a:moveTo>
                    <a:pt x="2618104" y="650875"/>
                  </a:moveTo>
                  <a:lnTo>
                    <a:pt x="2618104" y="652145"/>
                  </a:lnTo>
                </a:path>
                <a:path w="2922904" h="1624330">
                  <a:moveTo>
                    <a:pt x="2618104" y="652145"/>
                  </a:moveTo>
                  <a:lnTo>
                    <a:pt x="2618104" y="654050"/>
                  </a:lnTo>
                </a:path>
                <a:path w="2922904" h="1624330">
                  <a:moveTo>
                    <a:pt x="2618104" y="654050"/>
                  </a:moveTo>
                  <a:lnTo>
                    <a:pt x="2618104" y="655320"/>
                  </a:lnTo>
                </a:path>
                <a:path w="2922904" h="1624330">
                  <a:moveTo>
                    <a:pt x="2618104" y="655954"/>
                  </a:moveTo>
                  <a:lnTo>
                    <a:pt x="2618104" y="657225"/>
                  </a:lnTo>
                </a:path>
                <a:path w="2922904" h="1624330">
                  <a:moveTo>
                    <a:pt x="2618104" y="657859"/>
                  </a:moveTo>
                  <a:lnTo>
                    <a:pt x="2618104" y="659129"/>
                  </a:lnTo>
                </a:path>
                <a:path w="2922904" h="1624330">
                  <a:moveTo>
                    <a:pt x="2618104" y="659765"/>
                  </a:moveTo>
                  <a:lnTo>
                    <a:pt x="2618104" y="661034"/>
                  </a:lnTo>
                </a:path>
                <a:path w="2922904" h="1624330">
                  <a:moveTo>
                    <a:pt x="2618104" y="661034"/>
                  </a:moveTo>
                  <a:lnTo>
                    <a:pt x="2618104" y="662940"/>
                  </a:lnTo>
                </a:path>
                <a:path w="2922904" h="1624330">
                  <a:moveTo>
                    <a:pt x="2618104" y="662940"/>
                  </a:moveTo>
                  <a:lnTo>
                    <a:pt x="2618104" y="664209"/>
                  </a:lnTo>
                </a:path>
                <a:path w="2922904" h="1624330">
                  <a:moveTo>
                    <a:pt x="2618104" y="664845"/>
                  </a:moveTo>
                  <a:lnTo>
                    <a:pt x="2618104" y="666115"/>
                  </a:lnTo>
                </a:path>
                <a:path w="2922904" h="1624330">
                  <a:moveTo>
                    <a:pt x="2618104" y="666750"/>
                  </a:moveTo>
                  <a:lnTo>
                    <a:pt x="2618104" y="668020"/>
                  </a:lnTo>
                </a:path>
                <a:path w="2922904" h="1624330">
                  <a:moveTo>
                    <a:pt x="2618104" y="668654"/>
                  </a:moveTo>
                  <a:lnTo>
                    <a:pt x="2618104" y="669925"/>
                  </a:lnTo>
                </a:path>
                <a:path w="2922904" h="1624330">
                  <a:moveTo>
                    <a:pt x="2618104" y="669925"/>
                  </a:moveTo>
                  <a:lnTo>
                    <a:pt x="2618104" y="671829"/>
                  </a:lnTo>
                </a:path>
                <a:path w="2922904" h="1624330">
                  <a:moveTo>
                    <a:pt x="2618104" y="671829"/>
                  </a:moveTo>
                  <a:lnTo>
                    <a:pt x="2618104" y="673100"/>
                  </a:lnTo>
                </a:path>
                <a:path w="2922904" h="1624330">
                  <a:moveTo>
                    <a:pt x="2618104" y="673734"/>
                  </a:moveTo>
                  <a:lnTo>
                    <a:pt x="2618104" y="675004"/>
                  </a:lnTo>
                </a:path>
                <a:path w="2922904" h="1624330">
                  <a:moveTo>
                    <a:pt x="2618104" y="675640"/>
                  </a:moveTo>
                  <a:lnTo>
                    <a:pt x="2618104" y="676909"/>
                  </a:lnTo>
                </a:path>
                <a:path w="2922904" h="1624330">
                  <a:moveTo>
                    <a:pt x="2618104" y="677545"/>
                  </a:moveTo>
                  <a:lnTo>
                    <a:pt x="2618104" y="678815"/>
                  </a:lnTo>
                </a:path>
                <a:path w="2922904" h="1624330">
                  <a:moveTo>
                    <a:pt x="2618104" y="678815"/>
                  </a:moveTo>
                  <a:lnTo>
                    <a:pt x="2618104" y="680720"/>
                  </a:lnTo>
                </a:path>
                <a:path w="2922904" h="1624330">
                  <a:moveTo>
                    <a:pt x="2618104" y="680720"/>
                  </a:moveTo>
                  <a:lnTo>
                    <a:pt x="2618104" y="681990"/>
                  </a:lnTo>
                </a:path>
                <a:path w="2922904" h="1624330">
                  <a:moveTo>
                    <a:pt x="2618104" y="682625"/>
                  </a:moveTo>
                  <a:lnTo>
                    <a:pt x="2618104" y="683895"/>
                  </a:lnTo>
                </a:path>
                <a:path w="2922904" h="1624330">
                  <a:moveTo>
                    <a:pt x="2618104" y="684529"/>
                  </a:moveTo>
                  <a:lnTo>
                    <a:pt x="2618104" y="685800"/>
                  </a:lnTo>
                </a:path>
                <a:path w="2922904" h="1624330">
                  <a:moveTo>
                    <a:pt x="2618104" y="686434"/>
                  </a:moveTo>
                  <a:lnTo>
                    <a:pt x="2618104" y="687704"/>
                  </a:lnTo>
                </a:path>
                <a:path w="2922904" h="1624330">
                  <a:moveTo>
                    <a:pt x="2618104" y="687704"/>
                  </a:moveTo>
                  <a:lnTo>
                    <a:pt x="2618104" y="689609"/>
                  </a:lnTo>
                </a:path>
                <a:path w="2922904" h="1624330">
                  <a:moveTo>
                    <a:pt x="2618104" y="689609"/>
                  </a:moveTo>
                  <a:lnTo>
                    <a:pt x="2618104" y="690879"/>
                  </a:lnTo>
                </a:path>
                <a:path w="2922904" h="1624330">
                  <a:moveTo>
                    <a:pt x="2618104" y="691515"/>
                  </a:moveTo>
                  <a:lnTo>
                    <a:pt x="2618104" y="692784"/>
                  </a:lnTo>
                </a:path>
                <a:path w="2922904" h="1624330">
                  <a:moveTo>
                    <a:pt x="2618104" y="693420"/>
                  </a:moveTo>
                  <a:lnTo>
                    <a:pt x="2618104" y="694690"/>
                  </a:lnTo>
                </a:path>
                <a:path w="2922904" h="1624330">
                  <a:moveTo>
                    <a:pt x="2618104" y="695325"/>
                  </a:moveTo>
                  <a:lnTo>
                    <a:pt x="2618104" y="696595"/>
                  </a:lnTo>
                </a:path>
                <a:path w="2922904" h="1624330">
                  <a:moveTo>
                    <a:pt x="2618104" y="696595"/>
                  </a:moveTo>
                  <a:lnTo>
                    <a:pt x="2618104" y="698500"/>
                  </a:lnTo>
                </a:path>
                <a:path w="2922904" h="1624330">
                  <a:moveTo>
                    <a:pt x="2618104" y="698500"/>
                  </a:moveTo>
                  <a:lnTo>
                    <a:pt x="2618104" y="699770"/>
                  </a:lnTo>
                </a:path>
                <a:path w="2922904" h="1624330">
                  <a:moveTo>
                    <a:pt x="2618104" y="700404"/>
                  </a:moveTo>
                  <a:lnTo>
                    <a:pt x="2618104" y="701675"/>
                  </a:lnTo>
                </a:path>
                <a:path w="2922904" h="1624330">
                  <a:moveTo>
                    <a:pt x="2618104" y="702309"/>
                  </a:moveTo>
                  <a:lnTo>
                    <a:pt x="2618104" y="703579"/>
                  </a:lnTo>
                </a:path>
                <a:path w="2922904" h="1624330">
                  <a:moveTo>
                    <a:pt x="2618104" y="704215"/>
                  </a:moveTo>
                  <a:lnTo>
                    <a:pt x="2618104" y="705484"/>
                  </a:lnTo>
                </a:path>
                <a:path w="2922904" h="1624330">
                  <a:moveTo>
                    <a:pt x="2618104" y="705484"/>
                  </a:moveTo>
                  <a:lnTo>
                    <a:pt x="2618104" y="707390"/>
                  </a:lnTo>
                </a:path>
                <a:path w="2922904" h="1624330">
                  <a:moveTo>
                    <a:pt x="2618104" y="707390"/>
                  </a:moveTo>
                  <a:lnTo>
                    <a:pt x="2618104" y="708659"/>
                  </a:lnTo>
                </a:path>
                <a:path w="2922904" h="1624330">
                  <a:moveTo>
                    <a:pt x="2618104" y="709295"/>
                  </a:moveTo>
                  <a:lnTo>
                    <a:pt x="2618104" y="710565"/>
                  </a:lnTo>
                </a:path>
                <a:path w="2922904" h="1624330">
                  <a:moveTo>
                    <a:pt x="2618104" y="711200"/>
                  </a:moveTo>
                  <a:lnTo>
                    <a:pt x="2618104" y="712470"/>
                  </a:lnTo>
                </a:path>
                <a:path w="2922904" h="1624330">
                  <a:moveTo>
                    <a:pt x="2618104" y="713104"/>
                  </a:moveTo>
                  <a:lnTo>
                    <a:pt x="2618104" y="714375"/>
                  </a:lnTo>
                </a:path>
                <a:path w="2922904" h="1624330">
                  <a:moveTo>
                    <a:pt x="2618104" y="714375"/>
                  </a:moveTo>
                  <a:lnTo>
                    <a:pt x="2618104" y="716279"/>
                  </a:lnTo>
                </a:path>
                <a:path w="2922904" h="1624330">
                  <a:moveTo>
                    <a:pt x="2618104" y="716279"/>
                  </a:moveTo>
                  <a:lnTo>
                    <a:pt x="2618104" y="717550"/>
                  </a:lnTo>
                </a:path>
                <a:path w="2922904" h="1624330">
                  <a:moveTo>
                    <a:pt x="2618104" y="718184"/>
                  </a:moveTo>
                  <a:lnTo>
                    <a:pt x="2618104" y="719454"/>
                  </a:lnTo>
                </a:path>
                <a:path w="2922904" h="1624330">
                  <a:moveTo>
                    <a:pt x="2618104" y="720090"/>
                  </a:moveTo>
                  <a:lnTo>
                    <a:pt x="2618104" y="721359"/>
                  </a:lnTo>
                </a:path>
                <a:path w="2922904" h="1624330">
                  <a:moveTo>
                    <a:pt x="2618104" y="721995"/>
                  </a:moveTo>
                  <a:lnTo>
                    <a:pt x="2618104" y="723265"/>
                  </a:lnTo>
                </a:path>
                <a:path w="2922904" h="1624330">
                  <a:moveTo>
                    <a:pt x="2618104" y="723265"/>
                  </a:moveTo>
                  <a:lnTo>
                    <a:pt x="2618104" y="725170"/>
                  </a:lnTo>
                </a:path>
                <a:path w="2922904" h="1624330">
                  <a:moveTo>
                    <a:pt x="2618104" y="725170"/>
                  </a:moveTo>
                  <a:lnTo>
                    <a:pt x="2618104" y="726440"/>
                  </a:lnTo>
                </a:path>
                <a:path w="2922904" h="1624330">
                  <a:moveTo>
                    <a:pt x="2618104" y="727075"/>
                  </a:moveTo>
                  <a:lnTo>
                    <a:pt x="2618104" y="728345"/>
                  </a:lnTo>
                </a:path>
                <a:path w="2922904" h="1624330">
                  <a:moveTo>
                    <a:pt x="2618104" y="728979"/>
                  </a:moveTo>
                  <a:lnTo>
                    <a:pt x="2618104" y="730250"/>
                  </a:lnTo>
                </a:path>
                <a:path w="2922904" h="1624330">
                  <a:moveTo>
                    <a:pt x="2618104" y="730884"/>
                  </a:moveTo>
                  <a:lnTo>
                    <a:pt x="2618104" y="732154"/>
                  </a:lnTo>
                </a:path>
                <a:path w="2922904" h="1624330">
                  <a:moveTo>
                    <a:pt x="2618104" y="732154"/>
                  </a:moveTo>
                  <a:lnTo>
                    <a:pt x="2618104" y="734059"/>
                  </a:lnTo>
                </a:path>
                <a:path w="2922904" h="1624330">
                  <a:moveTo>
                    <a:pt x="2618104" y="734059"/>
                  </a:moveTo>
                  <a:lnTo>
                    <a:pt x="2618104" y="735329"/>
                  </a:lnTo>
                </a:path>
                <a:path w="2922904" h="1624330">
                  <a:moveTo>
                    <a:pt x="2618104" y="735965"/>
                  </a:moveTo>
                  <a:lnTo>
                    <a:pt x="2618104" y="737234"/>
                  </a:lnTo>
                </a:path>
                <a:path w="2922904" h="1624330">
                  <a:moveTo>
                    <a:pt x="2618104" y="737870"/>
                  </a:moveTo>
                  <a:lnTo>
                    <a:pt x="2618104" y="739140"/>
                  </a:lnTo>
                </a:path>
                <a:path w="2922904" h="1624330">
                  <a:moveTo>
                    <a:pt x="2618104" y="739775"/>
                  </a:moveTo>
                  <a:lnTo>
                    <a:pt x="2618104" y="741045"/>
                  </a:lnTo>
                </a:path>
                <a:path w="2922904" h="1624330">
                  <a:moveTo>
                    <a:pt x="2618104" y="741045"/>
                  </a:moveTo>
                  <a:lnTo>
                    <a:pt x="2618104" y="742950"/>
                  </a:lnTo>
                </a:path>
                <a:path w="2922904" h="1624330">
                  <a:moveTo>
                    <a:pt x="2618104" y="742950"/>
                  </a:moveTo>
                  <a:lnTo>
                    <a:pt x="2618104" y="744220"/>
                  </a:lnTo>
                </a:path>
                <a:path w="2922904" h="1624330">
                  <a:moveTo>
                    <a:pt x="2618104" y="744854"/>
                  </a:moveTo>
                  <a:lnTo>
                    <a:pt x="2618104" y="746125"/>
                  </a:lnTo>
                </a:path>
                <a:path w="2922904" h="1624330">
                  <a:moveTo>
                    <a:pt x="2618104" y="746759"/>
                  </a:moveTo>
                  <a:lnTo>
                    <a:pt x="2618104" y="748029"/>
                  </a:lnTo>
                </a:path>
                <a:path w="2922904" h="1624330">
                  <a:moveTo>
                    <a:pt x="2618104" y="748665"/>
                  </a:moveTo>
                  <a:lnTo>
                    <a:pt x="2618104" y="749934"/>
                  </a:lnTo>
                </a:path>
                <a:path w="2922904" h="1624330">
                  <a:moveTo>
                    <a:pt x="2618104" y="749934"/>
                  </a:moveTo>
                  <a:lnTo>
                    <a:pt x="2618104" y="751840"/>
                  </a:lnTo>
                </a:path>
                <a:path w="2922904" h="1624330">
                  <a:moveTo>
                    <a:pt x="2618104" y="751840"/>
                  </a:moveTo>
                  <a:lnTo>
                    <a:pt x="2618104" y="753109"/>
                  </a:lnTo>
                </a:path>
                <a:path w="2922904" h="1624330">
                  <a:moveTo>
                    <a:pt x="2618104" y="753745"/>
                  </a:moveTo>
                  <a:lnTo>
                    <a:pt x="2618104" y="755015"/>
                  </a:lnTo>
                </a:path>
                <a:path w="2922904" h="1624330">
                  <a:moveTo>
                    <a:pt x="2618104" y="755650"/>
                  </a:moveTo>
                  <a:lnTo>
                    <a:pt x="2618104" y="756920"/>
                  </a:lnTo>
                </a:path>
                <a:path w="2922904" h="1624330">
                  <a:moveTo>
                    <a:pt x="2618104" y="757554"/>
                  </a:moveTo>
                  <a:lnTo>
                    <a:pt x="2618104" y="758825"/>
                  </a:lnTo>
                </a:path>
                <a:path w="2922904" h="1624330">
                  <a:moveTo>
                    <a:pt x="2618104" y="758825"/>
                  </a:moveTo>
                  <a:lnTo>
                    <a:pt x="2618104" y="760729"/>
                  </a:lnTo>
                </a:path>
                <a:path w="2922904" h="1624330">
                  <a:moveTo>
                    <a:pt x="2618104" y="760729"/>
                  </a:moveTo>
                  <a:lnTo>
                    <a:pt x="2618104" y="762000"/>
                  </a:lnTo>
                </a:path>
                <a:path w="2922904" h="1624330">
                  <a:moveTo>
                    <a:pt x="2618104" y="762634"/>
                  </a:moveTo>
                  <a:lnTo>
                    <a:pt x="2618104" y="763904"/>
                  </a:lnTo>
                </a:path>
                <a:path w="2922904" h="1624330">
                  <a:moveTo>
                    <a:pt x="2618104" y="764540"/>
                  </a:moveTo>
                  <a:lnTo>
                    <a:pt x="2618104" y="765809"/>
                  </a:lnTo>
                </a:path>
                <a:path w="2922904" h="1624330">
                  <a:moveTo>
                    <a:pt x="2618104" y="766445"/>
                  </a:moveTo>
                  <a:lnTo>
                    <a:pt x="2618104" y="767715"/>
                  </a:lnTo>
                </a:path>
                <a:path w="2922904" h="1624330">
                  <a:moveTo>
                    <a:pt x="2618104" y="767715"/>
                  </a:moveTo>
                  <a:lnTo>
                    <a:pt x="2618104" y="769620"/>
                  </a:lnTo>
                </a:path>
                <a:path w="2922904" h="1624330">
                  <a:moveTo>
                    <a:pt x="2618104" y="769620"/>
                  </a:moveTo>
                  <a:lnTo>
                    <a:pt x="2618104" y="770890"/>
                  </a:lnTo>
                </a:path>
                <a:path w="2922904" h="1624330">
                  <a:moveTo>
                    <a:pt x="2618104" y="771525"/>
                  </a:moveTo>
                  <a:lnTo>
                    <a:pt x="2618104" y="772795"/>
                  </a:lnTo>
                </a:path>
                <a:path w="2922904" h="1624330">
                  <a:moveTo>
                    <a:pt x="2618104" y="773429"/>
                  </a:moveTo>
                  <a:lnTo>
                    <a:pt x="2618104" y="774700"/>
                  </a:lnTo>
                </a:path>
                <a:path w="2922904" h="1624330">
                  <a:moveTo>
                    <a:pt x="2618104" y="775334"/>
                  </a:moveTo>
                  <a:lnTo>
                    <a:pt x="2618104" y="776604"/>
                  </a:lnTo>
                </a:path>
                <a:path w="2922904" h="1624330">
                  <a:moveTo>
                    <a:pt x="2618104" y="776604"/>
                  </a:moveTo>
                  <a:lnTo>
                    <a:pt x="2618104" y="778509"/>
                  </a:lnTo>
                </a:path>
                <a:path w="2922904" h="1624330">
                  <a:moveTo>
                    <a:pt x="2618104" y="778509"/>
                  </a:moveTo>
                  <a:lnTo>
                    <a:pt x="2618104" y="779779"/>
                  </a:lnTo>
                </a:path>
                <a:path w="2922904" h="1624330">
                  <a:moveTo>
                    <a:pt x="2618104" y="780415"/>
                  </a:moveTo>
                  <a:lnTo>
                    <a:pt x="2618104" y="781684"/>
                  </a:lnTo>
                </a:path>
                <a:path w="2922904" h="1624330">
                  <a:moveTo>
                    <a:pt x="2618104" y="782320"/>
                  </a:moveTo>
                  <a:lnTo>
                    <a:pt x="2618104" y="783590"/>
                  </a:lnTo>
                </a:path>
                <a:path w="2922904" h="1624330">
                  <a:moveTo>
                    <a:pt x="2618104" y="784225"/>
                  </a:moveTo>
                  <a:lnTo>
                    <a:pt x="2618104" y="785495"/>
                  </a:lnTo>
                </a:path>
                <a:path w="2922904" h="1624330">
                  <a:moveTo>
                    <a:pt x="2618104" y="785495"/>
                  </a:moveTo>
                  <a:lnTo>
                    <a:pt x="2618104" y="787400"/>
                  </a:lnTo>
                </a:path>
                <a:path w="2922904" h="1624330">
                  <a:moveTo>
                    <a:pt x="2618104" y="787400"/>
                  </a:moveTo>
                  <a:lnTo>
                    <a:pt x="2618104" y="788670"/>
                  </a:lnTo>
                </a:path>
                <a:path w="2922904" h="1624330">
                  <a:moveTo>
                    <a:pt x="2618104" y="789304"/>
                  </a:moveTo>
                  <a:lnTo>
                    <a:pt x="2618104" y="790575"/>
                  </a:lnTo>
                </a:path>
                <a:path w="2922904" h="1624330">
                  <a:moveTo>
                    <a:pt x="2618104" y="791209"/>
                  </a:moveTo>
                  <a:lnTo>
                    <a:pt x="2618104" y="792479"/>
                  </a:lnTo>
                </a:path>
                <a:path w="2922904" h="1624330">
                  <a:moveTo>
                    <a:pt x="2618104" y="793115"/>
                  </a:moveTo>
                  <a:lnTo>
                    <a:pt x="2618104" y="794384"/>
                  </a:lnTo>
                </a:path>
                <a:path w="2922904" h="1624330">
                  <a:moveTo>
                    <a:pt x="2618104" y="794384"/>
                  </a:moveTo>
                  <a:lnTo>
                    <a:pt x="2618104" y="796290"/>
                  </a:lnTo>
                </a:path>
                <a:path w="2922904" h="1624330">
                  <a:moveTo>
                    <a:pt x="2618104" y="796290"/>
                  </a:moveTo>
                  <a:lnTo>
                    <a:pt x="2618104" y="797559"/>
                  </a:lnTo>
                </a:path>
                <a:path w="2922904" h="1624330">
                  <a:moveTo>
                    <a:pt x="2618104" y="798195"/>
                  </a:moveTo>
                  <a:lnTo>
                    <a:pt x="2618104" y="799465"/>
                  </a:lnTo>
                </a:path>
                <a:path w="2922904" h="1624330">
                  <a:moveTo>
                    <a:pt x="2618104" y="800100"/>
                  </a:moveTo>
                  <a:lnTo>
                    <a:pt x="2618104" y="801370"/>
                  </a:lnTo>
                </a:path>
                <a:path w="2922904" h="1624330">
                  <a:moveTo>
                    <a:pt x="2618104" y="802004"/>
                  </a:moveTo>
                  <a:lnTo>
                    <a:pt x="2618104" y="803275"/>
                  </a:lnTo>
                </a:path>
                <a:path w="2922904" h="1624330">
                  <a:moveTo>
                    <a:pt x="2618104" y="803275"/>
                  </a:moveTo>
                  <a:lnTo>
                    <a:pt x="2618104" y="805179"/>
                  </a:lnTo>
                </a:path>
                <a:path w="2922904" h="1624330">
                  <a:moveTo>
                    <a:pt x="2618104" y="805179"/>
                  </a:moveTo>
                  <a:lnTo>
                    <a:pt x="2618104" y="806450"/>
                  </a:lnTo>
                </a:path>
                <a:path w="2922904" h="1624330">
                  <a:moveTo>
                    <a:pt x="2618104" y="807084"/>
                  </a:moveTo>
                  <a:lnTo>
                    <a:pt x="2618104" y="808354"/>
                  </a:lnTo>
                </a:path>
                <a:path w="2922904" h="1624330">
                  <a:moveTo>
                    <a:pt x="2618104" y="808990"/>
                  </a:moveTo>
                  <a:lnTo>
                    <a:pt x="2618104" y="810259"/>
                  </a:lnTo>
                </a:path>
                <a:path w="2922904" h="1624330">
                  <a:moveTo>
                    <a:pt x="2618104" y="810895"/>
                  </a:moveTo>
                  <a:lnTo>
                    <a:pt x="2618104" y="812165"/>
                  </a:lnTo>
                </a:path>
                <a:path w="2922904" h="1624330">
                  <a:moveTo>
                    <a:pt x="2618104" y="812165"/>
                  </a:moveTo>
                  <a:lnTo>
                    <a:pt x="2618104" y="814070"/>
                  </a:lnTo>
                </a:path>
                <a:path w="2922904" h="1624330">
                  <a:moveTo>
                    <a:pt x="2618104" y="814070"/>
                  </a:moveTo>
                  <a:lnTo>
                    <a:pt x="2618104" y="815340"/>
                  </a:lnTo>
                </a:path>
                <a:path w="2922904" h="1624330">
                  <a:moveTo>
                    <a:pt x="2618104" y="815975"/>
                  </a:moveTo>
                  <a:lnTo>
                    <a:pt x="2618104" y="817245"/>
                  </a:lnTo>
                </a:path>
                <a:path w="2922904" h="1624330">
                  <a:moveTo>
                    <a:pt x="2618104" y="817879"/>
                  </a:moveTo>
                  <a:lnTo>
                    <a:pt x="2618104" y="819150"/>
                  </a:lnTo>
                </a:path>
                <a:path w="2922904" h="1624330">
                  <a:moveTo>
                    <a:pt x="2618104" y="819784"/>
                  </a:moveTo>
                  <a:lnTo>
                    <a:pt x="2618104" y="821054"/>
                  </a:lnTo>
                </a:path>
                <a:path w="2922904" h="1624330">
                  <a:moveTo>
                    <a:pt x="2618104" y="821054"/>
                  </a:moveTo>
                  <a:lnTo>
                    <a:pt x="2618104" y="822959"/>
                  </a:lnTo>
                </a:path>
                <a:path w="2922904" h="1624330">
                  <a:moveTo>
                    <a:pt x="2618104" y="822959"/>
                  </a:moveTo>
                  <a:lnTo>
                    <a:pt x="2618104" y="824229"/>
                  </a:lnTo>
                </a:path>
                <a:path w="2922904" h="1624330">
                  <a:moveTo>
                    <a:pt x="2618104" y="824865"/>
                  </a:moveTo>
                  <a:lnTo>
                    <a:pt x="2618104" y="826134"/>
                  </a:lnTo>
                </a:path>
                <a:path w="2922904" h="1624330">
                  <a:moveTo>
                    <a:pt x="2618104" y="826770"/>
                  </a:moveTo>
                  <a:lnTo>
                    <a:pt x="2618104" y="828040"/>
                  </a:lnTo>
                </a:path>
                <a:path w="2922904" h="1624330">
                  <a:moveTo>
                    <a:pt x="2618104" y="828675"/>
                  </a:moveTo>
                  <a:lnTo>
                    <a:pt x="2618104" y="829945"/>
                  </a:lnTo>
                </a:path>
                <a:path w="2922904" h="1624330">
                  <a:moveTo>
                    <a:pt x="2618104" y="829945"/>
                  </a:moveTo>
                  <a:lnTo>
                    <a:pt x="2618104" y="831850"/>
                  </a:lnTo>
                </a:path>
                <a:path w="2922904" h="1624330">
                  <a:moveTo>
                    <a:pt x="2618104" y="831850"/>
                  </a:moveTo>
                  <a:lnTo>
                    <a:pt x="2618104" y="833120"/>
                  </a:lnTo>
                </a:path>
                <a:path w="2922904" h="1624330">
                  <a:moveTo>
                    <a:pt x="2618104" y="833754"/>
                  </a:moveTo>
                  <a:lnTo>
                    <a:pt x="2618104" y="835025"/>
                  </a:lnTo>
                </a:path>
                <a:path w="2922904" h="1624330">
                  <a:moveTo>
                    <a:pt x="2618104" y="835659"/>
                  </a:moveTo>
                  <a:lnTo>
                    <a:pt x="2618104" y="836929"/>
                  </a:lnTo>
                </a:path>
                <a:path w="2922904" h="1624330">
                  <a:moveTo>
                    <a:pt x="2618104" y="837565"/>
                  </a:moveTo>
                  <a:lnTo>
                    <a:pt x="2618104" y="838834"/>
                  </a:lnTo>
                </a:path>
                <a:path w="2922904" h="1624330">
                  <a:moveTo>
                    <a:pt x="2618104" y="838834"/>
                  </a:moveTo>
                  <a:lnTo>
                    <a:pt x="2618104" y="840740"/>
                  </a:lnTo>
                </a:path>
                <a:path w="2922904" h="1624330">
                  <a:moveTo>
                    <a:pt x="2618104" y="840740"/>
                  </a:moveTo>
                  <a:lnTo>
                    <a:pt x="2618104" y="842009"/>
                  </a:lnTo>
                </a:path>
                <a:path w="2922904" h="1624330">
                  <a:moveTo>
                    <a:pt x="2618104" y="842645"/>
                  </a:moveTo>
                  <a:lnTo>
                    <a:pt x="2618104" y="843915"/>
                  </a:lnTo>
                </a:path>
                <a:path w="2922904" h="1624330">
                  <a:moveTo>
                    <a:pt x="2618104" y="844550"/>
                  </a:moveTo>
                  <a:lnTo>
                    <a:pt x="2618104" y="845820"/>
                  </a:lnTo>
                </a:path>
                <a:path w="2922904" h="1624330">
                  <a:moveTo>
                    <a:pt x="2618104" y="846454"/>
                  </a:moveTo>
                  <a:lnTo>
                    <a:pt x="2618104" y="847725"/>
                  </a:lnTo>
                </a:path>
                <a:path w="2922904" h="1624330">
                  <a:moveTo>
                    <a:pt x="2618104" y="847725"/>
                  </a:moveTo>
                  <a:lnTo>
                    <a:pt x="2618104" y="849629"/>
                  </a:lnTo>
                </a:path>
                <a:path w="2922904" h="1624330">
                  <a:moveTo>
                    <a:pt x="2618104" y="849629"/>
                  </a:moveTo>
                  <a:lnTo>
                    <a:pt x="2618104" y="850900"/>
                  </a:lnTo>
                </a:path>
                <a:path w="2922904" h="1624330">
                  <a:moveTo>
                    <a:pt x="2618104" y="851534"/>
                  </a:moveTo>
                  <a:lnTo>
                    <a:pt x="2618104" y="852804"/>
                  </a:lnTo>
                </a:path>
                <a:path w="2922904" h="1624330">
                  <a:moveTo>
                    <a:pt x="2618104" y="853440"/>
                  </a:moveTo>
                  <a:lnTo>
                    <a:pt x="2618104" y="854709"/>
                  </a:lnTo>
                </a:path>
                <a:path w="2922904" h="1624330">
                  <a:moveTo>
                    <a:pt x="2618104" y="855345"/>
                  </a:moveTo>
                  <a:lnTo>
                    <a:pt x="2618104" y="856615"/>
                  </a:lnTo>
                </a:path>
                <a:path w="2922904" h="1624330">
                  <a:moveTo>
                    <a:pt x="2618104" y="856615"/>
                  </a:moveTo>
                  <a:lnTo>
                    <a:pt x="2618104" y="858520"/>
                  </a:lnTo>
                </a:path>
                <a:path w="2922904" h="1624330">
                  <a:moveTo>
                    <a:pt x="2618104" y="858520"/>
                  </a:moveTo>
                  <a:lnTo>
                    <a:pt x="2618104" y="859790"/>
                  </a:lnTo>
                </a:path>
                <a:path w="2922904" h="1624330">
                  <a:moveTo>
                    <a:pt x="2618104" y="860425"/>
                  </a:moveTo>
                  <a:lnTo>
                    <a:pt x="2618104" y="861695"/>
                  </a:lnTo>
                </a:path>
                <a:path w="2922904" h="1624330">
                  <a:moveTo>
                    <a:pt x="2618104" y="862329"/>
                  </a:moveTo>
                  <a:lnTo>
                    <a:pt x="2618104" y="863600"/>
                  </a:lnTo>
                </a:path>
                <a:path w="2922904" h="1624330">
                  <a:moveTo>
                    <a:pt x="2618104" y="864234"/>
                  </a:moveTo>
                  <a:lnTo>
                    <a:pt x="2618104" y="865504"/>
                  </a:lnTo>
                </a:path>
                <a:path w="2922904" h="1624330">
                  <a:moveTo>
                    <a:pt x="2618104" y="865504"/>
                  </a:moveTo>
                  <a:lnTo>
                    <a:pt x="2618104" y="867409"/>
                  </a:lnTo>
                </a:path>
                <a:path w="2922904" h="1624330">
                  <a:moveTo>
                    <a:pt x="2618104" y="867409"/>
                  </a:moveTo>
                  <a:lnTo>
                    <a:pt x="2618104" y="868679"/>
                  </a:lnTo>
                </a:path>
                <a:path w="2922904" h="1624330">
                  <a:moveTo>
                    <a:pt x="2618104" y="869315"/>
                  </a:moveTo>
                  <a:lnTo>
                    <a:pt x="2618104" y="870584"/>
                  </a:lnTo>
                </a:path>
                <a:path w="2922904" h="1624330">
                  <a:moveTo>
                    <a:pt x="2618104" y="871220"/>
                  </a:moveTo>
                  <a:lnTo>
                    <a:pt x="2618104" y="872490"/>
                  </a:lnTo>
                </a:path>
                <a:path w="2922904" h="1624330">
                  <a:moveTo>
                    <a:pt x="2618104" y="873125"/>
                  </a:moveTo>
                  <a:lnTo>
                    <a:pt x="2618104" y="874395"/>
                  </a:lnTo>
                </a:path>
                <a:path w="2922904" h="1624330">
                  <a:moveTo>
                    <a:pt x="2618104" y="874395"/>
                  </a:moveTo>
                  <a:lnTo>
                    <a:pt x="2618104" y="876300"/>
                  </a:lnTo>
                </a:path>
                <a:path w="2922904" h="1624330">
                  <a:moveTo>
                    <a:pt x="2618104" y="876300"/>
                  </a:moveTo>
                  <a:lnTo>
                    <a:pt x="2618104" y="877570"/>
                  </a:lnTo>
                </a:path>
                <a:path w="2922904" h="1624330">
                  <a:moveTo>
                    <a:pt x="2618104" y="878204"/>
                  </a:moveTo>
                  <a:lnTo>
                    <a:pt x="2618104" y="879475"/>
                  </a:lnTo>
                </a:path>
                <a:path w="2922904" h="1624330">
                  <a:moveTo>
                    <a:pt x="2618104" y="880109"/>
                  </a:moveTo>
                  <a:lnTo>
                    <a:pt x="2618104" y="881379"/>
                  </a:lnTo>
                </a:path>
                <a:path w="2922904" h="1624330">
                  <a:moveTo>
                    <a:pt x="2618104" y="882015"/>
                  </a:moveTo>
                  <a:lnTo>
                    <a:pt x="2618104" y="883284"/>
                  </a:lnTo>
                </a:path>
                <a:path w="2922904" h="1624330">
                  <a:moveTo>
                    <a:pt x="2618104" y="883284"/>
                  </a:moveTo>
                  <a:lnTo>
                    <a:pt x="2618104" y="885190"/>
                  </a:lnTo>
                </a:path>
                <a:path w="2922904" h="1624330">
                  <a:moveTo>
                    <a:pt x="2618104" y="885190"/>
                  </a:moveTo>
                  <a:lnTo>
                    <a:pt x="2618104" y="886459"/>
                  </a:lnTo>
                </a:path>
                <a:path w="2922904" h="1624330">
                  <a:moveTo>
                    <a:pt x="2618104" y="887095"/>
                  </a:moveTo>
                  <a:lnTo>
                    <a:pt x="2618104" y="888365"/>
                  </a:lnTo>
                </a:path>
                <a:path w="2922904" h="1624330">
                  <a:moveTo>
                    <a:pt x="2618104" y="889000"/>
                  </a:moveTo>
                  <a:lnTo>
                    <a:pt x="2618104" y="890270"/>
                  </a:lnTo>
                </a:path>
                <a:path w="2922904" h="1624330">
                  <a:moveTo>
                    <a:pt x="2618104" y="890904"/>
                  </a:moveTo>
                  <a:lnTo>
                    <a:pt x="2618104" y="892175"/>
                  </a:lnTo>
                </a:path>
                <a:path w="2922904" h="1624330">
                  <a:moveTo>
                    <a:pt x="2618104" y="892175"/>
                  </a:moveTo>
                  <a:lnTo>
                    <a:pt x="2618104" y="894079"/>
                  </a:lnTo>
                </a:path>
                <a:path w="2922904" h="1624330">
                  <a:moveTo>
                    <a:pt x="2618104" y="894079"/>
                  </a:moveTo>
                  <a:lnTo>
                    <a:pt x="2618104" y="895350"/>
                  </a:lnTo>
                </a:path>
                <a:path w="2922904" h="1624330">
                  <a:moveTo>
                    <a:pt x="2618104" y="895984"/>
                  </a:moveTo>
                  <a:lnTo>
                    <a:pt x="2618104" y="897254"/>
                  </a:lnTo>
                </a:path>
                <a:path w="2922904" h="1624330">
                  <a:moveTo>
                    <a:pt x="2618104" y="897890"/>
                  </a:moveTo>
                  <a:lnTo>
                    <a:pt x="2618104" y="899159"/>
                  </a:lnTo>
                </a:path>
                <a:path w="2922904" h="1624330">
                  <a:moveTo>
                    <a:pt x="2618104" y="899795"/>
                  </a:moveTo>
                  <a:lnTo>
                    <a:pt x="2618104" y="901065"/>
                  </a:lnTo>
                </a:path>
                <a:path w="2922904" h="1624330">
                  <a:moveTo>
                    <a:pt x="2618104" y="901065"/>
                  </a:moveTo>
                  <a:lnTo>
                    <a:pt x="2618104" y="902970"/>
                  </a:lnTo>
                </a:path>
                <a:path w="2922904" h="1624330">
                  <a:moveTo>
                    <a:pt x="2618104" y="902970"/>
                  </a:moveTo>
                  <a:lnTo>
                    <a:pt x="2618104" y="904240"/>
                  </a:lnTo>
                </a:path>
                <a:path w="2922904" h="1624330">
                  <a:moveTo>
                    <a:pt x="2618104" y="904875"/>
                  </a:moveTo>
                  <a:lnTo>
                    <a:pt x="2618104" y="906145"/>
                  </a:lnTo>
                </a:path>
                <a:path w="2922904" h="1624330">
                  <a:moveTo>
                    <a:pt x="2618104" y="906779"/>
                  </a:moveTo>
                  <a:lnTo>
                    <a:pt x="2618104" y="908050"/>
                  </a:lnTo>
                </a:path>
                <a:path w="2922904" h="1624330">
                  <a:moveTo>
                    <a:pt x="2618104" y="908684"/>
                  </a:moveTo>
                  <a:lnTo>
                    <a:pt x="2618104" y="909954"/>
                  </a:lnTo>
                </a:path>
                <a:path w="2922904" h="1624330">
                  <a:moveTo>
                    <a:pt x="2618104" y="909954"/>
                  </a:moveTo>
                  <a:lnTo>
                    <a:pt x="2618104" y="911859"/>
                  </a:lnTo>
                </a:path>
                <a:path w="2922904" h="1624330">
                  <a:moveTo>
                    <a:pt x="2618104" y="911859"/>
                  </a:moveTo>
                  <a:lnTo>
                    <a:pt x="2618104" y="913129"/>
                  </a:lnTo>
                </a:path>
                <a:path w="2922904" h="1624330">
                  <a:moveTo>
                    <a:pt x="2618104" y="913765"/>
                  </a:moveTo>
                  <a:lnTo>
                    <a:pt x="2618104" y="915034"/>
                  </a:lnTo>
                </a:path>
                <a:path w="2922904" h="1624330">
                  <a:moveTo>
                    <a:pt x="2618104" y="915670"/>
                  </a:moveTo>
                  <a:lnTo>
                    <a:pt x="2618104" y="916940"/>
                  </a:lnTo>
                </a:path>
                <a:path w="2922904" h="1624330">
                  <a:moveTo>
                    <a:pt x="2618104" y="917575"/>
                  </a:moveTo>
                  <a:lnTo>
                    <a:pt x="2618104" y="918845"/>
                  </a:lnTo>
                </a:path>
                <a:path w="2922904" h="1624330">
                  <a:moveTo>
                    <a:pt x="2618104" y="918845"/>
                  </a:moveTo>
                  <a:lnTo>
                    <a:pt x="2618104" y="920750"/>
                  </a:lnTo>
                </a:path>
                <a:path w="2922904" h="1624330">
                  <a:moveTo>
                    <a:pt x="2618104" y="920750"/>
                  </a:moveTo>
                  <a:lnTo>
                    <a:pt x="2618104" y="922020"/>
                  </a:lnTo>
                </a:path>
                <a:path w="2922904" h="1624330">
                  <a:moveTo>
                    <a:pt x="2618104" y="922654"/>
                  </a:moveTo>
                  <a:lnTo>
                    <a:pt x="2618104" y="923925"/>
                  </a:lnTo>
                </a:path>
                <a:path w="2922904" h="1624330">
                  <a:moveTo>
                    <a:pt x="2618104" y="924559"/>
                  </a:moveTo>
                  <a:lnTo>
                    <a:pt x="2618104" y="925829"/>
                  </a:lnTo>
                </a:path>
                <a:path w="2922904" h="1624330">
                  <a:moveTo>
                    <a:pt x="2618104" y="926465"/>
                  </a:moveTo>
                  <a:lnTo>
                    <a:pt x="2618104" y="927734"/>
                  </a:lnTo>
                </a:path>
                <a:path w="2922904" h="1624330">
                  <a:moveTo>
                    <a:pt x="2618104" y="927734"/>
                  </a:moveTo>
                  <a:lnTo>
                    <a:pt x="2618104" y="929640"/>
                  </a:lnTo>
                </a:path>
                <a:path w="2922904" h="1624330">
                  <a:moveTo>
                    <a:pt x="2618104" y="929640"/>
                  </a:moveTo>
                  <a:lnTo>
                    <a:pt x="2618104" y="930909"/>
                  </a:lnTo>
                </a:path>
                <a:path w="2922904" h="1624330">
                  <a:moveTo>
                    <a:pt x="2618104" y="931545"/>
                  </a:moveTo>
                  <a:lnTo>
                    <a:pt x="2618104" y="932815"/>
                  </a:lnTo>
                </a:path>
                <a:path w="2922904" h="1624330">
                  <a:moveTo>
                    <a:pt x="2618104" y="933450"/>
                  </a:moveTo>
                  <a:lnTo>
                    <a:pt x="2618104" y="934720"/>
                  </a:lnTo>
                </a:path>
                <a:path w="2922904" h="1624330">
                  <a:moveTo>
                    <a:pt x="2618104" y="935354"/>
                  </a:moveTo>
                  <a:lnTo>
                    <a:pt x="2618104" y="936625"/>
                  </a:lnTo>
                </a:path>
                <a:path w="2922904" h="1624330">
                  <a:moveTo>
                    <a:pt x="2618104" y="936625"/>
                  </a:moveTo>
                  <a:lnTo>
                    <a:pt x="2618104" y="938529"/>
                  </a:lnTo>
                </a:path>
                <a:path w="2922904" h="1624330">
                  <a:moveTo>
                    <a:pt x="2618104" y="938529"/>
                  </a:moveTo>
                  <a:lnTo>
                    <a:pt x="2618104" y="939800"/>
                  </a:lnTo>
                </a:path>
                <a:path w="2922904" h="1624330">
                  <a:moveTo>
                    <a:pt x="2618104" y="940434"/>
                  </a:moveTo>
                  <a:lnTo>
                    <a:pt x="2618104" y="941704"/>
                  </a:lnTo>
                </a:path>
                <a:path w="2922904" h="1624330">
                  <a:moveTo>
                    <a:pt x="2618104" y="942340"/>
                  </a:moveTo>
                  <a:lnTo>
                    <a:pt x="2618104" y="943609"/>
                  </a:lnTo>
                </a:path>
                <a:path w="2922904" h="1624330">
                  <a:moveTo>
                    <a:pt x="2618104" y="944245"/>
                  </a:moveTo>
                  <a:lnTo>
                    <a:pt x="2618104" y="945515"/>
                  </a:lnTo>
                </a:path>
                <a:path w="2922904" h="1624330">
                  <a:moveTo>
                    <a:pt x="2618104" y="945515"/>
                  </a:moveTo>
                  <a:lnTo>
                    <a:pt x="2618104" y="947420"/>
                  </a:lnTo>
                </a:path>
                <a:path w="2922904" h="1624330">
                  <a:moveTo>
                    <a:pt x="2618104" y="947420"/>
                  </a:moveTo>
                  <a:lnTo>
                    <a:pt x="2618104" y="948690"/>
                  </a:lnTo>
                </a:path>
                <a:path w="2922904" h="1624330">
                  <a:moveTo>
                    <a:pt x="2618104" y="949325"/>
                  </a:moveTo>
                  <a:lnTo>
                    <a:pt x="2618104" y="950595"/>
                  </a:lnTo>
                </a:path>
                <a:path w="2922904" h="1624330">
                  <a:moveTo>
                    <a:pt x="2618104" y="951229"/>
                  </a:moveTo>
                  <a:lnTo>
                    <a:pt x="2618104" y="952500"/>
                  </a:lnTo>
                </a:path>
                <a:path w="2922904" h="1624330">
                  <a:moveTo>
                    <a:pt x="2618104" y="953134"/>
                  </a:moveTo>
                  <a:lnTo>
                    <a:pt x="2618104" y="954404"/>
                  </a:lnTo>
                </a:path>
                <a:path w="2922904" h="1624330">
                  <a:moveTo>
                    <a:pt x="2618104" y="954404"/>
                  </a:moveTo>
                  <a:lnTo>
                    <a:pt x="2618104" y="956309"/>
                  </a:lnTo>
                </a:path>
                <a:path w="2922904" h="1624330">
                  <a:moveTo>
                    <a:pt x="2618104" y="956309"/>
                  </a:moveTo>
                  <a:lnTo>
                    <a:pt x="2618104" y="957579"/>
                  </a:lnTo>
                </a:path>
                <a:path w="2922904" h="1624330">
                  <a:moveTo>
                    <a:pt x="2618104" y="958215"/>
                  </a:moveTo>
                  <a:lnTo>
                    <a:pt x="2618104" y="959484"/>
                  </a:lnTo>
                </a:path>
                <a:path w="2922904" h="1624330">
                  <a:moveTo>
                    <a:pt x="2618104" y="960120"/>
                  </a:moveTo>
                  <a:lnTo>
                    <a:pt x="2618104" y="961390"/>
                  </a:lnTo>
                </a:path>
                <a:path w="2922904" h="1624330">
                  <a:moveTo>
                    <a:pt x="2618104" y="962025"/>
                  </a:moveTo>
                  <a:lnTo>
                    <a:pt x="2618104" y="963295"/>
                  </a:lnTo>
                </a:path>
                <a:path w="2922904" h="1624330">
                  <a:moveTo>
                    <a:pt x="2618104" y="963295"/>
                  </a:moveTo>
                  <a:lnTo>
                    <a:pt x="2618104" y="965200"/>
                  </a:lnTo>
                </a:path>
                <a:path w="2922904" h="1624330">
                  <a:moveTo>
                    <a:pt x="2618104" y="965200"/>
                  </a:moveTo>
                  <a:lnTo>
                    <a:pt x="2618104" y="966470"/>
                  </a:lnTo>
                </a:path>
                <a:path w="2922904" h="1624330">
                  <a:moveTo>
                    <a:pt x="2618104" y="967104"/>
                  </a:moveTo>
                  <a:lnTo>
                    <a:pt x="2618104" y="968375"/>
                  </a:lnTo>
                </a:path>
                <a:path w="2922904" h="1624330">
                  <a:moveTo>
                    <a:pt x="2618104" y="969009"/>
                  </a:moveTo>
                  <a:lnTo>
                    <a:pt x="2618104" y="970279"/>
                  </a:lnTo>
                </a:path>
                <a:path w="2922904" h="1624330">
                  <a:moveTo>
                    <a:pt x="2618104" y="970915"/>
                  </a:moveTo>
                  <a:lnTo>
                    <a:pt x="2618104" y="972184"/>
                  </a:lnTo>
                </a:path>
                <a:path w="2922904" h="1624330">
                  <a:moveTo>
                    <a:pt x="2618104" y="972184"/>
                  </a:moveTo>
                  <a:lnTo>
                    <a:pt x="2618104" y="974090"/>
                  </a:lnTo>
                </a:path>
                <a:path w="2922904" h="1624330">
                  <a:moveTo>
                    <a:pt x="2618104" y="974090"/>
                  </a:moveTo>
                  <a:lnTo>
                    <a:pt x="2618104" y="975359"/>
                  </a:lnTo>
                </a:path>
                <a:path w="2922904" h="1624330">
                  <a:moveTo>
                    <a:pt x="2618104" y="975995"/>
                  </a:moveTo>
                  <a:lnTo>
                    <a:pt x="2618104" y="977265"/>
                  </a:lnTo>
                </a:path>
                <a:path w="2922904" h="1624330">
                  <a:moveTo>
                    <a:pt x="2618104" y="977900"/>
                  </a:moveTo>
                  <a:lnTo>
                    <a:pt x="2618104" y="979170"/>
                  </a:lnTo>
                </a:path>
                <a:path w="2922904" h="1624330">
                  <a:moveTo>
                    <a:pt x="2618104" y="979804"/>
                  </a:moveTo>
                  <a:lnTo>
                    <a:pt x="2618104" y="981075"/>
                  </a:lnTo>
                </a:path>
                <a:path w="2922904" h="1624330">
                  <a:moveTo>
                    <a:pt x="2618104" y="981075"/>
                  </a:moveTo>
                  <a:lnTo>
                    <a:pt x="2618104" y="982979"/>
                  </a:lnTo>
                </a:path>
                <a:path w="2922904" h="1624330">
                  <a:moveTo>
                    <a:pt x="2618104" y="982979"/>
                  </a:moveTo>
                  <a:lnTo>
                    <a:pt x="2618104" y="984250"/>
                  </a:lnTo>
                </a:path>
                <a:path w="2922904" h="1624330">
                  <a:moveTo>
                    <a:pt x="2618104" y="984884"/>
                  </a:moveTo>
                  <a:lnTo>
                    <a:pt x="2618104" y="986154"/>
                  </a:lnTo>
                </a:path>
                <a:path w="2922904" h="1624330">
                  <a:moveTo>
                    <a:pt x="2618104" y="986790"/>
                  </a:moveTo>
                  <a:lnTo>
                    <a:pt x="2618104" y="988059"/>
                  </a:lnTo>
                </a:path>
                <a:path w="2922904" h="1624330">
                  <a:moveTo>
                    <a:pt x="2618104" y="988695"/>
                  </a:moveTo>
                  <a:lnTo>
                    <a:pt x="2618104" y="989965"/>
                  </a:lnTo>
                </a:path>
                <a:path w="2922904" h="1624330">
                  <a:moveTo>
                    <a:pt x="2618104" y="989965"/>
                  </a:moveTo>
                  <a:lnTo>
                    <a:pt x="2618104" y="991870"/>
                  </a:lnTo>
                </a:path>
                <a:path w="2922904" h="1624330">
                  <a:moveTo>
                    <a:pt x="2618104" y="991870"/>
                  </a:moveTo>
                  <a:lnTo>
                    <a:pt x="2618104" y="993140"/>
                  </a:lnTo>
                </a:path>
                <a:path w="2922904" h="1624330">
                  <a:moveTo>
                    <a:pt x="2618104" y="993775"/>
                  </a:moveTo>
                  <a:lnTo>
                    <a:pt x="2618104" y="995045"/>
                  </a:lnTo>
                </a:path>
                <a:path w="2922904" h="1624330">
                  <a:moveTo>
                    <a:pt x="2618104" y="995679"/>
                  </a:moveTo>
                  <a:lnTo>
                    <a:pt x="2618104" y="996950"/>
                  </a:lnTo>
                </a:path>
                <a:path w="2922904" h="1624330">
                  <a:moveTo>
                    <a:pt x="2618104" y="997584"/>
                  </a:moveTo>
                  <a:lnTo>
                    <a:pt x="2618104" y="998854"/>
                  </a:lnTo>
                </a:path>
                <a:path w="2922904" h="1624330">
                  <a:moveTo>
                    <a:pt x="2618104" y="998854"/>
                  </a:moveTo>
                  <a:lnTo>
                    <a:pt x="2618104" y="1000759"/>
                  </a:lnTo>
                </a:path>
                <a:path w="2922904" h="1624330">
                  <a:moveTo>
                    <a:pt x="2618104" y="1000759"/>
                  </a:moveTo>
                  <a:lnTo>
                    <a:pt x="2618104" y="1002029"/>
                  </a:lnTo>
                </a:path>
                <a:path w="2922904" h="1624330">
                  <a:moveTo>
                    <a:pt x="2618104" y="1002665"/>
                  </a:moveTo>
                  <a:lnTo>
                    <a:pt x="2618104" y="1003934"/>
                  </a:lnTo>
                </a:path>
                <a:path w="2922904" h="1624330">
                  <a:moveTo>
                    <a:pt x="2618104" y="1004570"/>
                  </a:moveTo>
                  <a:lnTo>
                    <a:pt x="2618104" y="1005840"/>
                  </a:lnTo>
                </a:path>
                <a:path w="2922904" h="1624330">
                  <a:moveTo>
                    <a:pt x="2618104" y="1006475"/>
                  </a:moveTo>
                  <a:lnTo>
                    <a:pt x="2618104" y="1007745"/>
                  </a:lnTo>
                </a:path>
                <a:path w="2922904" h="1624330">
                  <a:moveTo>
                    <a:pt x="2618104" y="1007745"/>
                  </a:moveTo>
                  <a:lnTo>
                    <a:pt x="2618104" y="1009650"/>
                  </a:lnTo>
                </a:path>
                <a:path w="2922904" h="1624330">
                  <a:moveTo>
                    <a:pt x="2618104" y="1009650"/>
                  </a:moveTo>
                  <a:lnTo>
                    <a:pt x="2618104" y="1010920"/>
                  </a:lnTo>
                </a:path>
                <a:path w="2922904" h="1624330">
                  <a:moveTo>
                    <a:pt x="2618104" y="1011554"/>
                  </a:moveTo>
                  <a:lnTo>
                    <a:pt x="2618104" y="1012825"/>
                  </a:lnTo>
                </a:path>
                <a:path w="2922904" h="1624330">
                  <a:moveTo>
                    <a:pt x="2618104" y="1013459"/>
                  </a:moveTo>
                  <a:lnTo>
                    <a:pt x="2618104" y="1014729"/>
                  </a:lnTo>
                </a:path>
                <a:path w="2922904" h="1624330">
                  <a:moveTo>
                    <a:pt x="2618104" y="1015365"/>
                  </a:moveTo>
                  <a:lnTo>
                    <a:pt x="2618104" y="1016634"/>
                  </a:lnTo>
                </a:path>
                <a:path w="2922904" h="1624330">
                  <a:moveTo>
                    <a:pt x="2618104" y="1016634"/>
                  </a:moveTo>
                  <a:lnTo>
                    <a:pt x="2618104" y="1018540"/>
                  </a:lnTo>
                </a:path>
                <a:path w="2922904" h="1624330">
                  <a:moveTo>
                    <a:pt x="2618104" y="1018540"/>
                  </a:moveTo>
                  <a:lnTo>
                    <a:pt x="2618104" y="1019809"/>
                  </a:lnTo>
                </a:path>
                <a:path w="2922904" h="1624330">
                  <a:moveTo>
                    <a:pt x="2618104" y="1020445"/>
                  </a:moveTo>
                  <a:lnTo>
                    <a:pt x="2618104" y="1021715"/>
                  </a:lnTo>
                </a:path>
                <a:path w="2922904" h="1624330">
                  <a:moveTo>
                    <a:pt x="2618104" y="1022350"/>
                  </a:moveTo>
                  <a:lnTo>
                    <a:pt x="2618104" y="1023620"/>
                  </a:lnTo>
                </a:path>
                <a:path w="2922904" h="1624330">
                  <a:moveTo>
                    <a:pt x="2618104" y="1024254"/>
                  </a:moveTo>
                  <a:lnTo>
                    <a:pt x="2618104" y="1025525"/>
                  </a:lnTo>
                </a:path>
                <a:path w="2922904" h="1624330">
                  <a:moveTo>
                    <a:pt x="2618104" y="1025525"/>
                  </a:moveTo>
                  <a:lnTo>
                    <a:pt x="2618104" y="1027429"/>
                  </a:lnTo>
                </a:path>
                <a:path w="2922904" h="1624330">
                  <a:moveTo>
                    <a:pt x="2618104" y="1027429"/>
                  </a:moveTo>
                  <a:lnTo>
                    <a:pt x="2618104" y="1028700"/>
                  </a:lnTo>
                </a:path>
                <a:path w="2922904" h="1624330">
                  <a:moveTo>
                    <a:pt x="2618104" y="1029334"/>
                  </a:moveTo>
                  <a:lnTo>
                    <a:pt x="2618104" y="1030604"/>
                  </a:lnTo>
                </a:path>
                <a:path w="2922904" h="1624330">
                  <a:moveTo>
                    <a:pt x="2618104" y="1031240"/>
                  </a:moveTo>
                  <a:lnTo>
                    <a:pt x="2618104" y="1032509"/>
                  </a:lnTo>
                </a:path>
                <a:path w="2922904" h="1624330">
                  <a:moveTo>
                    <a:pt x="2618104" y="1033145"/>
                  </a:moveTo>
                  <a:lnTo>
                    <a:pt x="2618104" y="1034415"/>
                  </a:lnTo>
                </a:path>
                <a:path w="2922904" h="1624330">
                  <a:moveTo>
                    <a:pt x="2618104" y="1034415"/>
                  </a:moveTo>
                  <a:lnTo>
                    <a:pt x="2618104" y="1036320"/>
                  </a:lnTo>
                </a:path>
                <a:path w="2922904" h="1624330">
                  <a:moveTo>
                    <a:pt x="2618104" y="1036320"/>
                  </a:moveTo>
                  <a:lnTo>
                    <a:pt x="2618104" y="1037590"/>
                  </a:lnTo>
                </a:path>
                <a:path w="2922904" h="1624330">
                  <a:moveTo>
                    <a:pt x="2618104" y="1038225"/>
                  </a:moveTo>
                  <a:lnTo>
                    <a:pt x="2618104" y="1039495"/>
                  </a:lnTo>
                </a:path>
                <a:path w="2922904" h="1624330">
                  <a:moveTo>
                    <a:pt x="2618104" y="1040129"/>
                  </a:moveTo>
                  <a:lnTo>
                    <a:pt x="2618104" y="1041400"/>
                  </a:lnTo>
                </a:path>
                <a:path w="2922904" h="1624330">
                  <a:moveTo>
                    <a:pt x="2618104" y="1042034"/>
                  </a:moveTo>
                  <a:lnTo>
                    <a:pt x="2618104" y="1043304"/>
                  </a:lnTo>
                </a:path>
                <a:path w="2922904" h="1624330">
                  <a:moveTo>
                    <a:pt x="2618104" y="1043304"/>
                  </a:moveTo>
                  <a:lnTo>
                    <a:pt x="2618104" y="1045209"/>
                  </a:lnTo>
                </a:path>
                <a:path w="2922904" h="1624330">
                  <a:moveTo>
                    <a:pt x="2618104" y="1045209"/>
                  </a:moveTo>
                  <a:lnTo>
                    <a:pt x="2618104" y="1046479"/>
                  </a:lnTo>
                </a:path>
                <a:path w="2922904" h="1624330">
                  <a:moveTo>
                    <a:pt x="2618104" y="1047115"/>
                  </a:moveTo>
                  <a:lnTo>
                    <a:pt x="2618104" y="1048384"/>
                  </a:lnTo>
                </a:path>
                <a:path w="2922904" h="1624330">
                  <a:moveTo>
                    <a:pt x="2618104" y="1049020"/>
                  </a:moveTo>
                  <a:lnTo>
                    <a:pt x="2618104" y="1050290"/>
                  </a:lnTo>
                </a:path>
                <a:path w="2922904" h="1624330">
                  <a:moveTo>
                    <a:pt x="2618104" y="1050925"/>
                  </a:moveTo>
                  <a:lnTo>
                    <a:pt x="2618104" y="1052195"/>
                  </a:lnTo>
                </a:path>
                <a:path w="2922904" h="1624330">
                  <a:moveTo>
                    <a:pt x="2618104" y="1052195"/>
                  </a:moveTo>
                  <a:lnTo>
                    <a:pt x="2618104" y="1054100"/>
                  </a:lnTo>
                </a:path>
                <a:path w="2922904" h="1624330">
                  <a:moveTo>
                    <a:pt x="2618104" y="1054100"/>
                  </a:moveTo>
                  <a:lnTo>
                    <a:pt x="2618104" y="1055370"/>
                  </a:lnTo>
                </a:path>
                <a:path w="2922904" h="1624330">
                  <a:moveTo>
                    <a:pt x="2618104" y="1056004"/>
                  </a:moveTo>
                  <a:lnTo>
                    <a:pt x="2618104" y="1057275"/>
                  </a:lnTo>
                </a:path>
                <a:path w="2922904" h="1624330">
                  <a:moveTo>
                    <a:pt x="2618104" y="1057909"/>
                  </a:moveTo>
                  <a:lnTo>
                    <a:pt x="2618104" y="1059179"/>
                  </a:lnTo>
                </a:path>
                <a:path w="2922904" h="1624330">
                  <a:moveTo>
                    <a:pt x="2618104" y="1059815"/>
                  </a:moveTo>
                  <a:lnTo>
                    <a:pt x="2618104" y="1061084"/>
                  </a:lnTo>
                </a:path>
                <a:path w="2922904" h="1624330">
                  <a:moveTo>
                    <a:pt x="2618104" y="1061084"/>
                  </a:moveTo>
                  <a:lnTo>
                    <a:pt x="2618104" y="1062990"/>
                  </a:lnTo>
                </a:path>
                <a:path w="2922904" h="1624330">
                  <a:moveTo>
                    <a:pt x="2618104" y="1062990"/>
                  </a:moveTo>
                  <a:lnTo>
                    <a:pt x="2618104" y="1064259"/>
                  </a:lnTo>
                </a:path>
                <a:path w="2922904" h="1624330">
                  <a:moveTo>
                    <a:pt x="2618104" y="1064895"/>
                  </a:moveTo>
                  <a:lnTo>
                    <a:pt x="2618104" y="1066165"/>
                  </a:lnTo>
                </a:path>
                <a:path w="2922904" h="1624330">
                  <a:moveTo>
                    <a:pt x="2618104" y="1066800"/>
                  </a:moveTo>
                  <a:lnTo>
                    <a:pt x="2618104" y="1068070"/>
                  </a:lnTo>
                </a:path>
                <a:path w="2922904" h="1624330">
                  <a:moveTo>
                    <a:pt x="2618104" y="1068704"/>
                  </a:moveTo>
                  <a:lnTo>
                    <a:pt x="2618104" y="1069975"/>
                  </a:lnTo>
                </a:path>
                <a:path w="2922904" h="1624330">
                  <a:moveTo>
                    <a:pt x="2618104" y="1069975"/>
                  </a:moveTo>
                  <a:lnTo>
                    <a:pt x="2618104" y="1071879"/>
                  </a:lnTo>
                </a:path>
                <a:path w="2922904" h="1624330">
                  <a:moveTo>
                    <a:pt x="2618104" y="1071879"/>
                  </a:moveTo>
                  <a:lnTo>
                    <a:pt x="2618104" y="1073150"/>
                  </a:lnTo>
                </a:path>
                <a:path w="2922904" h="1624330">
                  <a:moveTo>
                    <a:pt x="2618104" y="1073784"/>
                  </a:moveTo>
                  <a:lnTo>
                    <a:pt x="2618104" y="1075054"/>
                  </a:lnTo>
                </a:path>
                <a:path w="2922904" h="1624330">
                  <a:moveTo>
                    <a:pt x="2618104" y="1075690"/>
                  </a:moveTo>
                  <a:lnTo>
                    <a:pt x="2618104" y="1076959"/>
                  </a:lnTo>
                </a:path>
                <a:path w="2922904" h="1624330">
                  <a:moveTo>
                    <a:pt x="2618104" y="1077595"/>
                  </a:moveTo>
                  <a:lnTo>
                    <a:pt x="2618104" y="1078865"/>
                  </a:lnTo>
                </a:path>
                <a:path w="2922904" h="1624330">
                  <a:moveTo>
                    <a:pt x="2618104" y="1078865"/>
                  </a:moveTo>
                  <a:lnTo>
                    <a:pt x="2618104" y="1080770"/>
                  </a:lnTo>
                </a:path>
                <a:path w="2922904" h="1624330">
                  <a:moveTo>
                    <a:pt x="2618104" y="1080770"/>
                  </a:moveTo>
                  <a:lnTo>
                    <a:pt x="2618104" y="1082040"/>
                  </a:lnTo>
                </a:path>
                <a:path w="2922904" h="1624330">
                  <a:moveTo>
                    <a:pt x="2618104" y="1082675"/>
                  </a:moveTo>
                  <a:lnTo>
                    <a:pt x="2618104" y="1083945"/>
                  </a:lnTo>
                </a:path>
                <a:path w="2922904" h="1624330">
                  <a:moveTo>
                    <a:pt x="2618104" y="1084579"/>
                  </a:moveTo>
                  <a:lnTo>
                    <a:pt x="2618104" y="1085850"/>
                  </a:lnTo>
                </a:path>
                <a:path w="2922904" h="1624330">
                  <a:moveTo>
                    <a:pt x="2618104" y="1086484"/>
                  </a:moveTo>
                  <a:lnTo>
                    <a:pt x="2618104" y="1087754"/>
                  </a:lnTo>
                </a:path>
                <a:path w="2922904" h="1624330">
                  <a:moveTo>
                    <a:pt x="2618104" y="1087754"/>
                  </a:moveTo>
                  <a:lnTo>
                    <a:pt x="2618104" y="1089659"/>
                  </a:lnTo>
                </a:path>
                <a:path w="2922904" h="1624330">
                  <a:moveTo>
                    <a:pt x="2618104" y="1089659"/>
                  </a:moveTo>
                  <a:lnTo>
                    <a:pt x="2618104" y="1090929"/>
                  </a:lnTo>
                </a:path>
                <a:path w="2922904" h="1624330">
                  <a:moveTo>
                    <a:pt x="2618104" y="1091565"/>
                  </a:moveTo>
                  <a:lnTo>
                    <a:pt x="2618104" y="1092834"/>
                  </a:lnTo>
                </a:path>
                <a:path w="2922904" h="1624330">
                  <a:moveTo>
                    <a:pt x="2618104" y="1093470"/>
                  </a:moveTo>
                  <a:lnTo>
                    <a:pt x="2618104" y="1094740"/>
                  </a:lnTo>
                </a:path>
                <a:path w="2922904" h="1624330">
                  <a:moveTo>
                    <a:pt x="2618104" y="1095375"/>
                  </a:moveTo>
                  <a:lnTo>
                    <a:pt x="2618104" y="1096645"/>
                  </a:lnTo>
                </a:path>
                <a:path w="2922904" h="1624330">
                  <a:moveTo>
                    <a:pt x="2618104" y="1096645"/>
                  </a:moveTo>
                  <a:lnTo>
                    <a:pt x="2618104" y="1098550"/>
                  </a:lnTo>
                </a:path>
                <a:path w="2922904" h="1624330">
                  <a:moveTo>
                    <a:pt x="2618104" y="1098550"/>
                  </a:moveTo>
                  <a:lnTo>
                    <a:pt x="2618104" y="1099820"/>
                  </a:lnTo>
                </a:path>
                <a:path w="2922904" h="1624330">
                  <a:moveTo>
                    <a:pt x="2618104" y="1100454"/>
                  </a:moveTo>
                  <a:lnTo>
                    <a:pt x="2618104" y="1101725"/>
                  </a:lnTo>
                </a:path>
                <a:path w="2922904" h="1624330">
                  <a:moveTo>
                    <a:pt x="2618104" y="1102359"/>
                  </a:moveTo>
                  <a:lnTo>
                    <a:pt x="2618104" y="1103629"/>
                  </a:lnTo>
                </a:path>
                <a:path w="2922904" h="1624330">
                  <a:moveTo>
                    <a:pt x="2618104" y="1104265"/>
                  </a:moveTo>
                  <a:lnTo>
                    <a:pt x="2618104" y="1105534"/>
                  </a:lnTo>
                </a:path>
                <a:path w="2922904" h="1624330">
                  <a:moveTo>
                    <a:pt x="2618104" y="1105534"/>
                  </a:moveTo>
                  <a:lnTo>
                    <a:pt x="2618104" y="1107440"/>
                  </a:lnTo>
                </a:path>
                <a:path w="2922904" h="1624330">
                  <a:moveTo>
                    <a:pt x="2618104" y="1107440"/>
                  </a:moveTo>
                  <a:lnTo>
                    <a:pt x="2618104" y="1108709"/>
                  </a:lnTo>
                </a:path>
                <a:path w="2922904" h="1624330">
                  <a:moveTo>
                    <a:pt x="2618104" y="1109345"/>
                  </a:moveTo>
                  <a:lnTo>
                    <a:pt x="2618104" y="1110615"/>
                  </a:lnTo>
                </a:path>
                <a:path w="2922904" h="1624330">
                  <a:moveTo>
                    <a:pt x="2618104" y="1111250"/>
                  </a:moveTo>
                  <a:lnTo>
                    <a:pt x="2618104" y="1112520"/>
                  </a:lnTo>
                </a:path>
                <a:path w="2922904" h="1624330">
                  <a:moveTo>
                    <a:pt x="2618104" y="1113154"/>
                  </a:moveTo>
                  <a:lnTo>
                    <a:pt x="2618104" y="1114425"/>
                  </a:lnTo>
                </a:path>
                <a:path w="2922904" h="1624330">
                  <a:moveTo>
                    <a:pt x="2618104" y="1114425"/>
                  </a:moveTo>
                  <a:lnTo>
                    <a:pt x="2618104" y="1116329"/>
                  </a:lnTo>
                </a:path>
                <a:path w="2922904" h="1624330">
                  <a:moveTo>
                    <a:pt x="2618104" y="1116329"/>
                  </a:moveTo>
                  <a:lnTo>
                    <a:pt x="2618104" y="1117600"/>
                  </a:lnTo>
                </a:path>
                <a:path w="2922904" h="1624330">
                  <a:moveTo>
                    <a:pt x="2618104" y="1118234"/>
                  </a:moveTo>
                  <a:lnTo>
                    <a:pt x="2618104" y="1119504"/>
                  </a:lnTo>
                </a:path>
                <a:path w="2922904" h="1624330">
                  <a:moveTo>
                    <a:pt x="2618104" y="1120140"/>
                  </a:moveTo>
                  <a:lnTo>
                    <a:pt x="2618104" y="1121409"/>
                  </a:lnTo>
                </a:path>
                <a:path w="2922904" h="1624330">
                  <a:moveTo>
                    <a:pt x="2618104" y="1122045"/>
                  </a:moveTo>
                  <a:lnTo>
                    <a:pt x="2618104" y="1123315"/>
                  </a:lnTo>
                </a:path>
                <a:path w="2922904" h="1624330">
                  <a:moveTo>
                    <a:pt x="2618104" y="1123315"/>
                  </a:moveTo>
                  <a:lnTo>
                    <a:pt x="2618104" y="1125220"/>
                  </a:lnTo>
                </a:path>
                <a:path w="2922904" h="1624330">
                  <a:moveTo>
                    <a:pt x="2618104" y="1125220"/>
                  </a:moveTo>
                  <a:lnTo>
                    <a:pt x="2618104" y="1126490"/>
                  </a:lnTo>
                </a:path>
                <a:path w="2922904" h="1624330">
                  <a:moveTo>
                    <a:pt x="2618104" y="1127125"/>
                  </a:moveTo>
                  <a:lnTo>
                    <a:pt x="2618104" y="1128395"/>
                  </a:lnTo>
                </a:path>
                <a:path w="2922904" h="1624330">
                  <a:moveTo>
                    <a:pt x="2618104" y="1129029"/>
                  </a:moveTo>
                  <a:lnTo>
                    <a:pt x="2618104" y="1130300"/>
                  </a:lnTo>
                </a:path>
                <a:path w="2922904" h="1624330">
                  <a:moveTo>
                    <a:pt x="2618104" y="1130934"/>
                  </a:moveTo>
                  <a:lnTo>
                    <a:pt x="2618104" y="1132204"/>
                  </a:lnTo>
                </a:path>
                <a:path w="2922904" h="1624330">
                  <a:moveTo>
                    <a:pt x="2618104" y="1132204"/>
                  </a:moveTo>
                  <a:lnTo>
                    <a:pt x="2618104" y="1134109"/>
                  </a:lnTo>
                </a:path>
                <a:path w="2922904" h="1624330">
                  <a:moveTo>
                    <a:pt x="2618104" y="1134109"/>
                  </a:moveTo>
                  <a:lnTo>
                    <a:pt x="2618104" y="1135379"/>
                  </a:lnTo>
                </a:path>
                <a:path w="2922904" h="1624330">
                  <a:moveTo>
                    <a:pt x="2618104" y="1136015"/>
                  </a:moveTo>
                  <a:lnTo>
                    <a:pt x="2618104" y="1137284"/>
                  </a:lnTo>
                </a:path>
                <a:path w="2922904" h="1624330">
                  <a:moveTo>
                    <a:pt x="2618104" y="1137920"/>
                  </a:moveTo>
                  <a:lnTo>
                    <a:pt x="2618104" y="1139190"/>
                  </a:lnTo>
                </a:path>
                <a:path w="2922904" h="1624330">
                  <a:moveTo>
                    <a:pt x="2618104" y="1139825"/>
                  </a:moveTo>
                  <a:lnTo>
                    <a:pt x="2618104" y="1141095"/>
                  </a:lnTo>
                </a:path>
                <a:path w="2922904" h="1624330">
                  <a:moveTo>
                    <a:pt x="2618104" y="1141095"/>
                  </a:moveTo>
                  <a:lnTo>
                    <a:pt x="2618104" y="1143000"/>
                  </a:lnTo>
                </a:path>
                <a:path w="2922904" h="1624330">
                  <a:moveTo>
                    <a:pt x="2618104" y="1143000"/>
                  </a:moveTo>
                  <a:lnTo>
                    <a:pt x="2618104" y="1144270"/>
                  </a:lnTo>
                </a:path>
                <a:path w="2922904" h="1624330">
                  <a:moveTo>
                    <a:pt x="2618104" y="1144904"/>
                  </a:moveTo>
                  <a:lnTo>
                    <a:pt x="2618104" y="1146175"/>
                  </a:lnTo>
                </a:path>
                <a:path w="2922904" h="1624330">
                  <a:moveTo>
                    <a:pt x="2618104" y="1146809"/>
                  </a:moveTo>
                  <a:lnTo>
                    <a:pt x="2618104" y="1148079"/>
                  </a:lnTo>
                </a:path>
                <a:path w="2922904" h="1624330">
                  <a:moveTo>
                    <a:pt x="2618104" y="1148715"/>
                  </a:moveTo>
                  <a:lnTo>
                    <a:pt x="2618104" y="1149984"/>
                  </a:lnTo>
                </a:path>
                <a:path w="2922904" h="1624330">
                  <a:moveTo>
                    <a:pt x="2618104" y="1149984"/>
                  </a:moveTo>
                  <a:lnTo>
                    <a:pt x="2618104" y="1151890"/>
                  </a:lnTo>
                </a:path>
                <a:path w="2922904" h="1624330">
                  <a:moveTo>
                    <a:pt x="2618104" y="1151890"/>
                  </a:moveTo>
                  <a:lnTo>
                    <a:pt x="2618104" y="1153159"/>
                  </a:lnTo>
                </a:path>
                <a:path w="2922904" h="1624330">
                  <a:moveTo>
                    <a:pt x="2618104" y="1153795"/>
                  </a:moveTo>
                  <a:lnTo>
                    <a:pt x="2618104" y="1155065"/>
                  </a:lnTo>
                </a:path>
                <a:path w="2922904" h="1624330">
                  <a:moveTo>
                    <a:pt x="2618104" y="1155700"/>
                  </a:moveTo>
                  <a:lnTo>
                    <a:pt x="2618104" y="1156970"/>
                  </a:lnTo>
                </a:path>
                <a:path w="2922904" h="1624330">
                  <a:moveTo>
                    <a:pt x="2618104" y="1157604"/>
                  </a:moveTo>
                  <a:lnTo>
                    <a:pt x="2618104" y="1158875"/>
                  </a:lnTo>
                </a:path>
                <a:path w="2922904" h="1624330">
                  <a:moveTo>
                    <a:pt x="2618104" y="1158875"/>
                  </a:moveTo>
                  <a:lnTo>
                    <a:pt x="2618104" y="1160779"/>
                  </a:lnTo>
                </a:path>
                <a:path w="2922904" h="1624330">
                  <a:moveTo>
                    <a:pt x="2618104" y="1160779"/>
                  </a:moveTo>
                  <a:lnTo>
                    <a:pt x="2618104" y="1162050"/>
                  </a:lnTo>
                </a:path>
                <a:path w="2922904" h="1624330">
                  <a:moveTo>
                    <a:pt x="2618104" y="1162684"/>
                  </a:moveTo>
                  <a:lnTo>
                    <a:pt x="2618104" y="1163954"/>
                  </a:lnTo>
                </a:path>
                <a:path w="2922904" h="1624330">
                  <a:moveTo>
                    <a:pt x="2618104" y="1164590"/>
                  </a:moveTo>
                  <a:lnTo>
                    <a:pt x="2618104" y="1165859"/>
                  </a:lnTo>
                </a:path>
                <a:path w="2922904" h="1624330">
                  <a:moveTo>
                    <a:pt x="2618104" y="1166495"/>
                  </a:moveTo>
                  <a:lnTo>
                    <a:pt x="2618104" y="1167765"/>
                  </a:lnTo>
                </a:path>
                <a:path w="2922904" h="1624330">
                  <a:moveTo>
                    <a:pt x="2618104" y="1167765"/>
                  </a:moveTo>
                  <a:lnTo>
                    <a:pt x="2618104" y="1169670"/>
                  </a:lnTo>
                </a:path>
                <a:path w="2922904" h="1624330">
                  <a:moveTo>
                    <a:pt x="2618104" y="1169670"/>
                  </a:moveTo>
                  <a:lnTo>
                    <a:pt x="2618104" y="1170940"/>
                  </a:lnTo>
                </a:path>
                <a:path w="2922904" h="1624330">
                  <a:moveTo>
                    <a:pt x="2618104" y="1171575"/>
                  </a:moveTo>
                  <a:lnTo>
                    <a:pt x="2618104" y="1172845"/>
                  </a:lnTo>
                </a:path>
                <a:path w="2922904" h="1624330">
                  <a:moveTo>
                    <a:pt x="2618104" y="1173479"/>
                  </a:moveTo>
                  <a:lnTo>
                    <a:pt x="2618104" y="1174750"/>
                  </a:lnTo>
                </a:path>
                <a:path w="2922904" h="1624330">
                  <a:moveTo>
                    <a:pt x="2618104" y="1175384"/>
                  </a:moveTo>
                  <a:lnTo>
                    <a:pt x="2618104" y="1176654"/>
                  </a:lnTo>
                </a:path>
                <a:path w="2922904" h="1624330">
                  <a:moveTo>
                    <a:pt x="2618104" y="1176654"/>
                  </a:moveTo>
                  <a:lnTo>
                    <a:pt x="2618104" y="1178559"/>
                  </a:lnTo>
                </a:path>
                <a:path w="2922904" h="1624330">
                  <a:moveTo>
                    <a:pt x="2618104" y="1178559"/>
                  </a:moveTo>
                  <a:lnTo>
                    <a:pt x="2618104" y="1179829"/>
                  </a:lnTo>
                </a:path>
                <a:path w="2922904" h="1624330">
                  <a:moveTo>
                    <a:pt x="2618104" y="1180465"/>
                  </a:moveTo>
                  <a:lnTo>
                    <a:pt x="2618104" y="1181734"/>
                  </a:lnTo>
                </a:path>
                <a:path w="2922904" h="1624330">
                  <a:moveTo>
                    <a:pt x="2618104" y="1182370"/>
                  </a:moveTo>
                  <a:lnTo>
                    <a:pt x="2618104" y="1183640"/>
                  </a:lnTo>
                </a:path>
                <a:path w="2922904" h="1624330">
                  <a:moveTo>
                    <a:pt x="2618104" y="1184275"/>
                  </a:moveTo>
                  <a:lnTo>
                    <a:pt x="2618104" y="1185545"/>
                  </a:lnTo>
                </a:path>
                <a:path w="2922904" h="1624330">
                  <a:moveTo>
                    <a:pt x="2618104" y="1185545"/>
                  </a:moveTo>
                  <a:lnTo>
                    <a:pt x="2618104" y="1187450"/>
                  </a:lnTo>
                </a:path>
                <a:path w="2922904" h="1624330">
                  <a:moveTo>
                    <a:pt x="2618104" y="1187450"/>
                  </a:moveTo>
                  <a:lnTo>
                    <a:pt x="2618104" y="1188720"/>
                  </a:lnTo>
                </a:path>
                <a:path w="2922904" h="1624330">
                  <a:moveTo>
                    <a:pt x="2618104" y="1189354"/>
                  </a:moveTo>
                  <a:lnTo>
                    <a:pt x="2618104" y="1190625"/>
                  </a:lnTo>
                </a:path>
                <a:path w="2922904" h="1624330">
                  <a:moveTo>
                    <a:pt x="2618104" y="1191259"/>
                  </a:moveTo>
                  <a:lnTo>
                    <a:pt x="2618104" y="1192529"/>
                  </a:lnTo>
                </a:path>
                <a:path w="2922904" h="1624330">
                  <a:moveTo>
                    <a:pt x="2618104" y="1193165"/>
                  </a:moveTo>
                  <a:lnTo>
                    <a:pt x="2618104" y="1194434"/>
                  </a:lnTo>
                </a:path>
                <a:path w="2922904" h="1624330">
                  <a:moveTo>
                    <a:pt x="2618104" y="1194434"/>
                  </a:moveTo>
                  <a:lnTo>
                    <a:pt x="2618104" y="1196340"/>
                  </a:lnTo>
                </a:path>
                <a:path w="2922904" h="1624330">
                  <a:moveTo>
                    <a:pt x="2618104" y="1196340"/>
                  </a:moveTo>
                  <a:lnTo>
                    <a:pt x="2618104" y="1197609"/>
                  </a:lnTo>
                </a:path>
                <a:path w="2922904" h="1624330">
                  <a:moveTo>
                    <a:pt x="2618104" y="1198245"/>
                  </a:moveTo>
                  <a:lnTo>
                    <a:pt x="2618104" y="1199515"/>
                  </a:lnTo>
                </a:path>
                <a:path w="2922904" h="1624330">
                  <a:moveTo>
                    <a:pt x="2618104" y="1200150"/>
                  </a:moveTo>
                  <a:lnTo>
                    <a:pt x="2618104" y="1201420"/>
                  </a:lnTo>
                </a:path>
                <a:path w="2922904" h="1624330">
                  <a:moveTo>
                    <a:pt x="2618104" y="1202054"/>
                  </a:moveTo>
                  <a:lnTo>
                    <a:pt x="2618104" y="1203325"/>
                  </a:lnTo>
                </a:path>
                <a:path w="2922904" h="1624330">
                  <a:moveTo>
                    <a:pt x="2618104" y="1203325"/>
                  </a:moveTo>
                  <a:lnTo>
                    <a:pt x="2618104" y="1205229"/>
                  </a:lnTo>
                </a:path>
                <a:path w="2922904" h="1624330">
                  <a:moveTo>
                    <a:pt x="2618104" y="1205229"/>
                  </a:moveTo>
                  <a:lnTo>
                    <a:pt x="2618104" y="1206500"/>
                  </a:lnTo>
                </a:path>
                <a:path w="2922904" h="1624330">
                  <a:moveTo>
                    <a:pt x="2618104" y="1207134"/>
                  </a:moveTo>
                  <a:lnTo>
                    <a:pt x="2618104" y="1208404"/>
                  </a:lnTo>
                </a:path>
                <a:path w="2922904" h="1624330">
                  <a:moveTo>
                    <a:pt x="2618104" y="1209040"/>
                  </a:moveTo>
                  <a:lnTo>
                    <a:pt x="2618104" y="1210309"/>
                  </a:lnTo>
                </a:path>
                <a:path w="2922904" h="1624330">
                  <a:moveTo>
                    <a:pt x="2618104" y="1210945"/>
                  </a:moveTo>
                  <a:lnTo>
                    <a:pt x="2618104" y="1212215"/>
                  </a:lnTo>
                </a:path>
                <a:path w="2922904" h="1624330">
                  <a:moveTo>
                    <a:pt x="2618104" y="1212215"/>
                  </a:moveTo>
                  <a:lnTo>
                    <a:pt x="2618104" y="1214120"/>
                  </a:lnTo>
                </a:path>
                <a:path w="2922904" h="1624330">
                  <a:moveTo>
                    <a:pt x="2618104" y="1214120"/>
                  </a:moveTo>
                  <a:lnTo>
                    <a:pt x="2618104" y="1215390"/>
                  </a:lnTo>
                </a:path>
                <a:path w="2922904" h="1624330">
                  <a:moveTo>
                    <a:pt x="2618104" y="1216025"/>
                  </a:moveTo>
                  <a:lnTo>
                    <a:pt x="2618104" y="1217295"/>
                  </a:lnTo>
                </a:path>
                <a:path w="2922904" h="1624330">
                  <a:moveTo>
                    <a:pt x="2618104" y="1217929"/>
                  </a:moveTo>
                  <a:lnTo>
                    <a:pt x="2618104" y="1219200"/>
                  </a:lnTo>
                </a:path>
                <a:path w="2922904" h="1624330">
                  <a:moveTo>
                    <a:pt x="2618104" y="1219834"/>
                  </a:moveTo>
                  <a:lnTo>
                    <a:pt x="2618104" y="1221104"/>
                  </a:lnTo>
                </a:path>
                <a:path w="2922904" h="1624330">
                  <a:moveTo>
                    <a:pt x="2618104" y="1221104"/>
                  </a:moveTo>
                  <a:lnTo>
                    <a:pt x="2618104" y="1223009"/>
                  </a:lnTo>
                </a:path>
                <a:path w="2922904" h="1624330">
                  <a:moveTo>
                    <a:pt x="2618104" y="1223009"/>
                  </a:moveTo>
                  <a:lnTo>
                    <a:pt x="2618104" y="1224279"/>
                  </a:lnTo>
                </a:path>
                <a:path w="2922904" h="1624330">
                  <a:moveTo>
                    <a:pt x="2618104" y="1224915"/>
                  </a:moveTo>
                  <a:lnTo>
                    <a:pt x="2618104" y="1226184"/>
                  </a:lnTo>
                </a:path>
                <a:path w="2922904" h="1624330">
                  <a:moveTo>
                    <a:pt x="2618104" y="1226820"/>
                  </a:moveTo>
                  <a:lnTo>
                    <a:pt x="2618104" y="1228090"/>
                  </a:lnTo>
                </a:path>
                <a:path w="2922904" h="1624330">
                  <a:moveTo>
                    <a:pt x="2618104" y="1228725"/>
                  </a:moveTo>
                  <a:lnTo>
                    <a:pt x="2618104" y="1229995"/>
                  </a:lnTo>
                </a:path>
                <a:path w="2922904" h="1624330">
                  <a:moveTo>
                    <a:pt x="2618104" y="1229995"/>
                  </a:moveTo>
                  <a:lnTo>
                    <a:pt x="2618104" y="1231900"/>
                  </a:lnTo>
                </a:path>
                <a:path w="2922904" h="1624330">
                  <a:moveTo>
                    <a:pt x="2618104" y="1231900"/>
                  </a:moveTo>
                  <a:lnTo>
                    <a:pt x="2618104" y="1233170"/>
                  </a:lnTo>
                </a:path>
                <a:path w="2922904" h="1624330">
                  <a:moveTo>
                    <a:pt x="2618104" y="1233804"/>
                  </a:moveTo>
                  <a:lnTo>
                    <a:pt x="2618104" y="1235075"/>
                  </a:lnTo>
                </a:path>
                <a:path w="2922904" h="1624330">
                  <a:moveTo>
                    <a:pt x="2618104" y="1235709"/>
                  </a:moveTo>
                  <a:lnTo>
                    <a:pt x="2618104" y="1236979"/>
                  </a:lnTo>
                </a:path>
                <a:path w="2922904" h="1624330">
                  <a:moveTo>
                    <a:pt x="2618104" y="1237615"/>
                  </a:moveTo>
                  <a:lnTo>
                    <a:pt x="2618104" y="1238884"/>
                  </a:lnTo>
                </a:path>
                <a:path w="2922904" h="1624330">
                  <a:moveTo>
                    <a:pt x="2618104" y="1238884"/>
                  </a:moveTo>
                  <a:lnTo>
                    <a:pt x="2618104" y="1240790"/>
                  </a:lnTo>
                </a:path>
                <a:path w="2922904" h="1624330">
                  <a:moveTo>
                    <a:pt x="2618104" y="1240790"/>
                  </a:moveTo>
                  <a:lnTo>
                    <a:pt x="2618104" y="1242059"/>
                  </a:lnTo>
                </a:path>
                <a:path w="2922904" h="1624330">
                  <a:moveTo>
                    <a:pt x="2618104" y="1242695"/>
                  </a:moveTo>
                  <a:lnTo>
                    <a:pt x="2618104" y="1243965"/>
                  </a:lnTo>
                </a:path>
                <a:path w="2922904" h="1624330">
                  <a:moveTo>
                    <a:pt x="2618104" y="1244600"/>
                  </a:moveTo>
                  <a:lnTo>
                    <a:pt x="2618104" y="1245870"/>
                  </a:lnTo>
                </a:path>
                <a:path w="2922904" h="1624330">
                  <a:moveTo>
                    <a:pt x="2618104" y="1246504"/>
                  </a:moveTo>
                  <a:lnTo>
                    <a:pt x="2618104" y="1247775"/>
                  </a:lnTo>
                </a:path>
                <a:path w="2922904" h="1624330">
                  <a:moveTo>
                    <a:pt x="2618104" y="1247775"/>
                  </a:moveTo>
                  <a:lnTo>
                    <a:pt x="2618104" y="1249679"/>
                  </a:lnTo>
                </a:path>
                <a:path w="2922904" h="1624330">
                  <a:moveTo>
                    <a:pt x="2618104" y="1249679"/>
                  </a:moveTo>
                  <a:lnTo>
                    <a:pt x="2618104" y="1250950"/>
                  </a:lnTo>
                </a:path>
                <a:path w="2922904" h="1624330">
                  <a:moveTo>
                    <a:pt x="2618104" y="1251584"/>
                  </a:moveTo>
                  <a:lnTo>
                    <a:pt x="2618104" y="1252854"/>
                  </a:lnTo>
                </a:path>
                <a:path w="2922904" h="1624330">
                  <a:moveTo>
                    <a:pt x="2618104" y="1253490"/>
                  </a:moveTo>
                  <a:lnTo>
                    <a:pt x="2618104" y="1254759"/>
                  </a:lnTo>
                </a:path>
                <a:path w="2922904" h="1624330">
                  <a:moveTo>
                    <a:pt x="2618104" y="1255395"/>
                  </a:moveTo>
                  <a:lnTo>
                    <a:pt x="2618104" y="1256665"/>
                  </a:lnTo>
                </a:path>
                <a:path w="2922904" h="1624330">
                  <a:moveTo>
                    <a:pt x="2618104" y="1256665"/>
                  </a:moveTo>
                  <a:lnTo>
                    <a:pt x="2618104" y="1258570"/>
                  </a:lnTo>
                </a:path>
                <a:path w="2922904" h="1624330">
                  <a:moveTo>
                    <a:pt x="2618104" y="1258570"/>
                  </a:moveTo>
                  <a:lnTo>
                    <a:pt x="2618104" y="1259840"/>
                  </a:lnTo>
                </a:path>
                <a:path w="2922904" h="1624330">
                  <a:moveTo>
                    <a:pt x="2618104" y="1260475"/>
                  </a:moveTo>
                  <a:lnTo>
                    <a:pt x="2618104" y="1261745"/>
                  </a:lnTo>
                </a:path>
                <a:path w="2922904" h="1624330">
                  <a:moveTo>
                    <a:pt x="2618104" y="1262379"/>
                  </a:moveTo>
                  <a:lnTo>
                    <a:pt x="2618104" y="1263650"/>
                  </a:lnTo>
                </a:path>
                <a:path w="2922904" h="1624330">
                  <a:moveTo>
                    <a:pt x="2618104" y="1264284"/>
                  </a:moveTo>
                  <a:lnTo>
                    <a:pt x="2618104" y="1265554"/>
                  </a:lnTo>
                </a:path>
                <a:path w="2922904" h="1624330">
                  <a:moveTo>
                    <a:pt x="2618104" y="1265554"/>
                  </a:moveTo>
                  <a:lnTo>
                    <a:pt x="2618104" y="1267459"/>
                  </a:lnTo>
                </a:path>
                <a:path w="2922904" h="1624330">
                  <a:moveTo>
                    <a:pt x="2618104" y="1267459"/>
                  </a:moveTo>
                  <a:lnTo>
                    <a:pt x="2618104" y="1268729"/>
                  </a:lnTo>
                </a:path>
                <a:path w="2922904" h="1624330">
                  <a:moveTo>
                    <a:pt x="2618104" y="1269365"/>
                  </a:moveTo>
                  <a:lnTo>
                    <a:pt x="2618104" y="1270634"/>
                  </a:lnTo>
                </a:path>
                <a:path w="2922904" h="1624330">
                  <a:moveTo>
                    <a:pt x="2618104" y="1271270"/>
                  </a:moveTo>
                  <a:lnTo>
                    <a:pt x="2618104" y="1272540"/>
                  </a:lnTo>
                </a:path>
                <a:path w="2922904" h="1624330">
                  <a:moveTo>
                    <a:pt x="2618104" y="1273175"/>
                  </a:moveTo>
                  <a:lnTo>
                    <a:pt x="2618104" y="1274445"/>
                  </a:lnTo>
                </a:path>
                <a:path w="2922904" h="1624330">
                  <a:moveTo>
                    <a:pt x="2618104" y="1274445"/>
                  </a:moveTo>
                  <a:lnTo>
                    <a:pt x="2618104" y="1276350"/>
                  </a:lnTo>
                </a:path>
                <a:path w="2922904" h="1624330">
                  <a:moveTo>
                    <a:pt x="2618104" y="1276350"/>
                  </a:moveTo>
                  <a:lnTo>
                    <a:pt x="2618104" y="1277620"/>
                  </a:lnTo>
                </a:path>
                <a:path w="2922904" h="1624330">
                  <a:moveTo>
                    <a:pt x="2618104" y="1278254"/>
                  </a:moveTo>
                  <a:lnTo>
                    <a:pt x="2618104" y="1279525"/>
                  </a:lnTo>
                </a:path>
                <a:path w="2922904" h="1624330">
                  <a:moveTo>
                    <a:pt x="2618104" y="1280159"/>
                  </a:moveTo>
                  <a:lnTo>
                    <a:pt x="2618104" y="1281429"/>
                  </a:lnTo>
                </a:path>
                <a:path w="2922904" h="1624330">
                  <a:moveTo>
                    <a:pt x="2618104" y="1282065"/>
                  </a:moveTo>
                  <a:lnTo>
                    <a:pt x="2618104" y="1283334"/>
                  </a:lnTo>
                </a:path>
                <a:path w="2922904" h="1624330">
                  <a:moveTo>
                    <a:pt x="2618104" y="1283334"/>
                  </a:moveTo>
                  <a:lnTo>
                    <a:pt x="2618104" y="1285240"/>
                  </a:lnTo>
                </a:path>
                <a:path w="2922904" h="1624330">
                  <a:moveTo>
                    <a:pt x="2618104" y="1285240"/>
                  </a:moveTo>
                  <a:lnTo>
                    <a:pt x="2618104" y="1286509"/>
                  </a:lnTo>
                </a:path>
                <a:path w="2922904" h="1624330">
                  <a:moveTo>
                    <a:pt x="2618104" y="1287145"/>
                  </a:moveTo>
                  <a:lnTo>
                    <a:pt x="2618104" y="1288415"/>
                  </a:lnTo>
                </a:path>
                <a:path w="2922904" h="1624330">
                  <a:moveTo>
                    <a:pt x="2618104" y="1289050"/>
                  </a:moveTo>
                  <a:lnTo>
                    <a:pt x="2618104" y="1290320"/>
                  </a:lnTo>
                </a:path>
                <a:path w="2922904" h="1624330">
                  <a:moveTo>
                    <a:pt x="2618104" y="1290954"/>
                  </a:moveTo>
                  <a:lnTo>
                    <a:pt x="2618104" y="1292225"/>
                  </a:lnTo>
                </a:path>
                <a:path w="2922904" h="1624330">
                  <a:moveTo>
                    <a:pt x="2618104" y="1292225"/>
                  </a:moveTo>
                  <a:lnTo>
                    <a:pt x="2618104" y="1294129"/>
                  </a:lnTo>
                </a:path>
                <a:path w="2922904" h="1624330">
                  <a:moveTo>
                    <a:pt x="2618104" y="1294129"/>
                  </a:moveTo>
                  <a:lnTo>
                    <a:pt x="2618104" y="1295400"/>
                  </a:lnTo>
                </a:path>
                <a:path w="2922904" h="1624330">
                  <a:moveTo>
                    <a:pt x="2618104" y="1296034"/>
                  </a:moveTo>
                  <a:lnTo>
                    <a:pt x="2618104" y="1297304"/>
                  </a:lnTo>
                </a:path>
                <a:path w="2922904" h="1624330">
                  <a:moveTo>
                    <a:pt x="2618104" y="1297940"/>
                  </a:moveTo>
                  <a:lnTo>
                    <a:pt x="2618104" y="1299209"/>
                  </a:lnTo>
                </a:path>
                <a:path w="2922904" h="1624330">
                  <a:moveTo>
                    <a:pt x="2618104" y="1299845"/>
                  </a:moveTo>
                  <a:lnTo>
                    <a:pt x="2618104" y="1301115"/>
                  </a:lnTo>
                </a:path>
                <a:path w="2922904" h="1624330">
                  <a:moveTo>
                    <a:pt x="2618104" y="1301115"/>
                  </a:moveTo>
                  <a:lnTo>
                    <a:pt x="2618104" y="1303020"/>
                  </a:lnTo>
                </a:path>
                <a:path w="2922904" h="1624330">
                  <a:moveTo>
                    <a:pt x="2618104" y="1303020"/>
                  </a:moveTo>
                  <a:lnTo>
                    <a:pt x="2618104" y="1304290"/>
                  </a:lnTo>
                </a:path>
                <a:path w="2922904" h="1624330">
                  <a:moveTo>
                    <a:pt x="2618104" y="1304925"/>
                  </a:moveTo>
                  <a:lnTo>
                    <a:pt x="2618104" y="1306195"/>
                  </a:lnTo>
                </a:path>
                <a:path w="2922904" h="1624330">
                  <a:moveTo>
                    <a:pt x="2618104" y="1306829"/>
                  </a:moveTo>
                  <a:lnTo>
                    <a:pt x="2618104" y="1308100"/>
                  </a:lnTo>
                </a:path>
                <a:path w="2922904" h="1624330">
                  <a:moveTo>
                    <a:pt x="2618104" y="1308734"/>
                  </a:moveTo>
                  <a:lnTo>
                    <a:pt x="2618104" y="1310004"/>
                  </a:lnTo>
                </a:path>
                <a:path w="2922904" h="1624330">
                  <a:moveTo>
                    <a:pt x="2618104" y="1310004"/>
                  </a:moveTo>
                  <a:lnTo>
                    <a:pt x="2618104" y="1311909"/>
                  </a:lnTo>
                </a:path>
                <a:path w="2922904" h="1624330">
                  <a:moveTo>
                    <a:pt x="2618104" y="1311909"/>
                  </a:moveTo>
                  <a:lnTo>
                    <a:pt x="2618104" y="1313179"/>
                  </a:lnTo>
                </a:path>
                <a:path w="2922904" h="1624330">
                  <a:moveTo>
                    <a:pt x="2618104" y="1313815"/>
                  </a:moveTo>
                  <a:lnTo>
                    <a:pt x="2618104" y="1315084"/>
                  </a:lnTo>
                </a:path>
                <a:path w="2922904" h="1624330">
                  <a:moveTo>
                    <a:pt x="2618104" y="1315720"/>
                  </a:moveTo>
                  <a:lnTo>
                    <a:pt x="2618104" y="1316990"/>
                  </a:lnTo>
                </a:path>
                <a:path w="2922904" h="1624330">
                  <a:moveTo>
                    <a:pt x="2618104" y="1317625"/>
                  </a:moveTo>
                  <a:lnTo>
                    <a:pt x="2618104" y="1318895"/>
                  </a:lnTo>
                </a:path>
                <a:path w="2922904" h="1624330">
                  <a:moveTo>
                    <a:pt x="2618104" y="1318895"/>
                  </a:moveTo>
                  <a:lnTo>
                    <a:pt x="2618104" y="1320800"/>
                  </a:lnTo>
                </a:path>
                <a:path w="2922904" h="1624330">
                  <a:moveTo>
                    <a:pt x="2618104" y="1320800"/>
                  </a:moveTo>
                  <a:lnTo>
                    <a:pt x="2618104" y="1322070"/>
                  </a:lnTo>
                </a:path>
                <a:path w="2922904" h="1624330">
                  <a:moveTo>
                    <a:pt x="2618104" y="1322704"/>
                  </a:moveTo>
                  <a:lnTo>
                    <a:pt x="2618104" y="1323975"/>
                  </a:lnTo>
                </a:path>
                <a:path w="2922904" h="1624330">
                  <a:moveTo>
                    <a:pt x="2618104" y="1324609"/>
                  </a:moveTo>
                  <a:lnTo>
                    <a:pt x="2618104" y="1325879"/>
                  </a:lnTo>
                </a:path>
                <a:path w="2922904" h="1624330">
                  <a:moveTo>
                    <a:pt x="2618104" y="1326515"/>
                  </a:moveTo>
                  <a:lnTo>
                    <a:pt x="2618104" y="1327784"/>
                  </a:lnTo>
                </a:path>
                <a:path w="2922904" h="1624330">
                  <a:moveTo>
                    <a:pt x="2618104" y="1327784"/>
                  </a:moveTo>
                  <a:lnTo>
                    <a:pt x="2618104" y="1329690"/>
                  </a:lnTo>
                </a:path>
                <a:path w="2922904" h="1624330">
                  <a:moveTo>
                    <a:pt x="2618104" y="1329690"/>
                  </a:moveTo>
                  <a:lnTo>
                    <a:pt x="2618104" y="1330959"/>
                  </a:lnTo>
                </a:path>
                <a:path w="2922904" h="1624330">
                  <a:moveTo>
                    <a:pt x="2618104" y="1331595"/>
                  </a:moveTo>
                  <a:lnTo>
                    <a:pt x="2618104" y="1332865"/>
                  </a:lnTo>
                </a:path>
                <a:path w="2922904" h="1624330">
                  <a:moveTo>
                    <a:pt x="2618104" y="1333500"/>
                  </a:moveTo>
                  <a:lnTo>
                    <a:pt x="2618104" y="1334770"/>
                  </a:lnTo>
                </a:path>
                <a:path w="2922904" h="1624330">
                  <a:moveTo>
                    <a:pt x="2618104" y="1335404"/>
                  </a:moveTo>
                  <a:lnTo>
                    <a:pt x="2618104" y="1336675"/>
                  </a:lnTo>
                </a:path>
                <a:path w="2922904" h="1624330">
                  <a:moveTo>
                    <a:pt x="2618104" y="1336675"/>
                  </a:moveTo>
                  <a:lnTo>
                    <a:pt x="2618104" y="1338579"/>
                  </a:lnTo>
                </a:path>
                <a:path w="2922904" h="1624330">
                  <a:moveTo>
                    <a:pt x="2618104" y="1338579"/>
                  </a:moveTo>
                  <a:lnTo>
                    <a:pt x="2618104" y="1339850"/>
                  </a:lnTo>
                </a:path>
                <a:path w="2922904" h="1624330">
                  <a:moveTo>
                    <a:pt x="2618104" y="1340484"/>
                  </a:moveTo>
                  <a:lnTo>
                    <a:pt x="2618104" y="1341754"/>
                  </a:lnTo>
                </a:path>
                <a:path w="2922904" h="1624330">
                  <a:moveTo>
                    <a:pt x="2618104" y="1342390"/>
                  </a:moveTo>
                  <a:lnTo>
                    <a:pt x="2618104" y="1343659"/>
                  </a:lnTo>
                </a:path>
                <a:path w="2922904" h="1624330">
                  <a:moveTo>
                    <a:pt x="2618104" y="1344295"/>
                  </a:moveTo>
                  <a:lnTo>
                    <a:pt x="2618104" y="1345565"/>
                  </a:lnTo>
                </a:path>
                <a:path w="2922904" h="1624330">
                  <a:moveTo>
                    <a:pt x="2618104" y="1345565"/>
                  </a:moveTo>
                  <a:lnTo>
                    <a:pt x="2618104" y="1347470"/>
                  </a:lnTo>
                </a:path>
                <a:path w="2922904" h="1624330">
                  <a:moveTo>
                    <a:pt x="2618104" y="1347470"/>
                  </a:moveTo>
                  <a:lnTo>
                    <a:pt x="2618104" y="1348740"/>
                  </a:lnTo>
                </a:path>
                <a:path w="2922904" h="1624330">
                  <a:moveTo>
                    <a:pt x="2618104" y="1349375"/>
                  </a:moveTo>
                  <a:lnTo>
                    <a:pt x="2618104" y="1350645"/>
                  </a:lnTo>
                </a:path>
                <a:path w="2922904" h="1624330">
                  <a:moveTo>
                    <a:pt x="2618104" y="1351279"/>
                  </a:moveTo>
                  <a:lnTo>
                    <a:pt x="2618104" y="1352550"/>
                  </a:lnTo>
                </a:path>
                <a:path w="2922904" h="1624330">
                  <a:moveTo>
                    <a:pt x="2618104" y="1353184"/>
                  </a:moveTo>
                  <a:lnTo>
                    <a:pt x="2618104" y="1354454"/>
                  </a:lnTo>
                </a:path>
                <a:path w="2922904" h="1624330">
                  <a:moveTo>
                    <a:pt x="2618104" y="1354454"/>
                  </a:moveTo>
                  <a:lnTo>
                    <a:pt x="2618104" y="1356359"/>
                  </a:lnTo>
                </a:path>
                <a:path w="2922904" h="1624330">
                  <a:moveTo>
                    <a:pt x="2618104" y="1356359"/>
                  </a:moveTo>
                  <a:lnTo>
                    <a:pt x="2618104" y="1357629"/>
                  </a:lnTo>
                </a:path>
                <a:path w="2922904" h="1624330">
                  <a:moveTo>
                    <a:pt x="2618104" y="1358265"/>
                  </a:moveTo>
                  <a:lnTo>
                    <a:pt x="2618104" y="1359534"/>
                  </a:lnTo>
                </a:path>
                <a:path w="2922904" h="1624330">
                  <a:moveTo>
                    <a:pt x="2618104" y="1360170"/>
                  </a:moveTo>
                  <a:lnTo>
                    <a:pt x="2618104" y="1361440"/>
                  </a:lnTo>
                </a:path>
                <a:path w="2922904" h="1624330">
                  <a:moveTo>
                    <a:pt x="2618104" y="1362075"/>
                  </a:moveTo>
                  <a:lnTo>
                    <a:pt x="2618104" y="1363345"/>
                  </a:lnTo>
                </a:path>
                <a:path w="2922904" h="1624330">
                  <a:moveTo>
                    <a:pt x="2618104" y="1363345"/>
                  </a:moveTo>
                  <a:lnTo>
                    <a:pt x="2618104" y="1365250"/>
                  </a:lnTo>
                </a:path>
                <a:path w="2922904" h="1624330">
                  <a:moveTo>
                    <a:pt x="2618104" y="1365250"/>
                  </a:moveTo>
                  <a:lnTo>
                    <a:pt x="2618104" y="1366520"/>
                  </a:lnTo>
                </a:path>
                <a:path w="2922904" h="1624330">
                  <a:moveTo>
                    <a:pt x="2618104" y="1367154"/>
                  </a:moveTo>
                  <a:lnTo>
                    <a:pt x="2618104" y="1368425"/>
                  </a:lnTo>
                </a:path>
                <a:path w="2922904" h="1624330">
                  <a:moveTo>
                    <a:pt x="2618104" y="1369059"/>
                  </a:moveTo>
                  <a:lnTo>
                    <a:pt x="2618104" y="1370329"/>
                  </a:lnTo>
                </a:path>
                <a:path w="2922904" h="1624330">
                  <a:moveTo>
                    <a:pt x="2618104" y="1370965"/>
                  </a:moveTo>
                  <a:lnTo>
                    <a:pt x="2618104" y="1372234"/>
                  </a:lnTo>
                </a:path>
                <a:path w="2922904" h="1624330">
                  <a:moveTo>
                    <a:pt x="2618104" y="1372234"/>
                  </a:moveTo>
                  <a:lnTo>
                    <a:pt x="2618104" y="1374140"/>
                  </a:lnTo>
                </a:path>
                <a:path w="2922904" h="1624330">
                  <a:moveTo>
                    <a:pt x="2618104" y="1374140"/>
                  </a:moveTo>
                  <a:lnTo>
                    <a:pt x="2618104" y="1375409"/>
                  </a:lnTo>
                </a:path>
                <a:path w="2922904" h="1624330">
                  <a:moveTo>
                    <a:pt x="2618104" y="1376045"/>
                  </a:moveTo>
                  <a:lnTo>
                    <a:pt x="2618104" y="1377315"/>
                  </a:lnTo>
                </a:path>
                <a:path w="2922904" h="1624330">
                  <a:moveTo>
                    <a:pt x="2618104" y="1377950"/>
                  </a:moveTo>
                  <a:lnTo>
                    <a:pt x="2618104" y="1379220"/>
                  </a:lnTo>
                </a:path>
                <a:path w="2922904" h="1624330">
                  <a:moveTo>
                    <a:pt x="2618104" y="1379854"/>
                  </a:moveTo>
                  <a:lnTo>
                    <a:pt x="2618104" y="1381125"/>
                  </a:lnTo>
                </a:path>
                <a:path w="2922904" h="1624330">
                  <a:moveTo>
                    <a:pt x="2618104" y="1381125"/>
                  </a:moveTo>
                  <a:lnTo>
                    <a:pt x="2618104" y="1383029"/>
                  </a:lnTo>
                </a:path>
                <a:path w="2922904" h="1624330">
                  <a:moveTo>
                    <a:pt x="2618104" y="1383029"/>
                  </a:moveTo>
                  <a:lnTo>
                    <a:pt x="2618104" y="1384300"/>
                  </a:lnTo>
                </a:path>
                <a:path w="2922904" h="1624330">
                  <a:moveTo>
                    <a:pt x="2618104" y="1384934"/>
                  </a:moveTo>
                  <a:lnTo>
                    <a:pt x="2618104" y="1386204"/>
                  </a:lnTo>
                </a:path>
                <a:path w="2922904" h="1624330">
                  <a:moveTo>
                    <a:pt x="2618104" y="1386840"/>
                  </a:moveTo>
                  <a:lnTo>
                    <a:pt x="2618104" y="1388109"/>
                  </a:lnTo>
                </a:path>
                <a:path w="2922904" h="1624330">
                  <a:moveTo>
                    <a:pt x="2618104" y="1388745"/>
                  </a:moveTo>
                  <a:lnTo>
                    <a:pt x="2618104" y="1390015"/>
                  </a:lnTo>
                </a:path>
                <a:path w="2922904" h="1624330">
                  <a:moveTo>
                    <a:pt x="2618104" y="1390015"/>
                  </a:moveTo>
                  <a:lnTo>
                    <a:pt x="2618104" y="1391920"/>
                  </a:lnTo>
                </a:path>
                <a:path w="2922904" h="1624330">
                  <a:moveTo>
                    <a:pt x="2618104" y="1391920"/>
                  </a:moveTo>
                  <a:lnTo>
                    <a:pt x="2618104" y="1393190"/>
                  </a:lnTo>
                </a:path>
                <a:path w="2922904" h="1624330">
                  <a:moveTo>
                    <a:pt x="2618104" y="1393825"/>
                  </a:moveTo>
                  <a:lnTo>
                    <a:pt x="2618104" y="1395095"/>
                  </a:lnTo>
                </a:path>
                <a:path w="2922904" h="1624330">
                  <a:moveTo>
                    <a:pt x="2618104" y="1395729"/>
                  </a:moveTo>
                  <a:lnTo>
                    <a:pt x="2618104" y="1397000"/>
                  </a:lnTo>
                </a:path>
                <a:path w="2922904" h="1624330">
                  <a:moveTo>
                    <a:pt x="2618104" y="1397634"/>
                  </a:moveTo>
                  <a:lnTo>
                    <a:pt x="2618104" y="1398904"/>
                  </a:lnTo>
                </a:path>
                <a:path w="2922904" h="1624330">
                  <a:moveTo>
                    <a:pt x="2618104" y="1398904"/>
                  </a:moveTo>
                  <a:lnTo>
                    <a:pt x="2618104" y="1400809"/>
                  </a:lnTo>
                </a:path>
                <a:path w="2922904" h="1624330">
                  <a:moveTo>
                    <a:pt x="2618104" y="1400809"/>
                  </a:moveTo>
                  <a:lnTo>
                    <a:pt x="2618104" y="1402079"/>
                  </a:lnTo>
                </a:path>
                <a:path w="2922904" h="1624330">
                  <a:moveTo>
                    <a:pt x="2618104" y="1402715"/>
                  </a:moveTo>
                  <a:lnTo>
                    <a:pt x="2618104" y="1403984"/>
                  </a:lnTo>
                </a:path>
                <a:path w="2922904" h="1624330">
                  <a:moveTo>
                    <a:pt x="2618104" y="1404620"/>
                  </a:moveTo>
                  <a:lnTo>
                    <a:pt x="2618104" y="1405890"/>
                  </a:lnTo>
                </a:path>
                <a:path w="2922904" h="1624330">
                  <a:moveTo>
                    <a:pt x="2618104" y="1406525"/>
                  </a:moveTo>
                  <a:lnTo>
                    <a:pt x="2618104" y="1407795"/>
                  </a:lnTo>
                </a:path>
                <a:path w="2922904" h="1624330">
                  <a:moveTo>
                    <a:pt x="2618104" y="1407795"/>
                  </a:moveTo>
                  <a:lnTo>
                    <a:pt x="2618104" y="1409700"/>
                  </a:lnTo>
                </a:path>
                <a:path w="2922904" h="1624330">
                  <a:moveTo>
                    <a:pt x="2618104" y="1409700"/>
                  </a:moveTo>
                  <a:lnTo>
                    <a:pt x="2618104" y="1410970"/>
                  </a:lnTo>
                </a:path>
                <a:path w="2922904" h="1624330">
                  <a:moveTo>
                    <a:pt x="2618104" y="1411604"/>
                  </a:moveTo>
                  <a:lnTo>
                    <a:pt x="2618104" y="1412875"/>
                  </a:lnTo>
                </a:path>
                <a:path w="2922904" h="1624330">
                  <a:moveTo>
                    <a:pt x="2618104" y="1413509"/>
                  </a:moveTo>
                  <a:lnTo>
                    <a:pt x="2618104" y="1414779"/>
                  </a:lnTo>
                </a:path>
                <a:path w="2922904" h="1624330">
                  <a:moveTo>
                    <a:pt x="2618104" y="1415415"/>
                  </a:moveTo>
                  <a:lnTo>
                    <a:pt x="2618104" y="1416684"/>
                  </a:lnTo>
                </a:path>
                <a:path w="2922904" h="1624330">
                  <a:moveTo>
                    <a:pt x="2618104" y="1416684"/>
                  </a:moveTo>
                  <a:lnTo>
                    <a:pt x="2618104" y="1418590"/>
                  </a:lnTo>
                </a:path>
                <a:path w="2922904" h="1624330">
                  <a:moveTo>
                    <a:pt x="2618104" y="1418590"/>
                  </a:moveTo>
                  <a:lnTo>
                    <a:pt x="2618104" y="1419859"/>
                  </a:lnTo>
                </a:path>
                <a:path w="2922904" h="1624330">
                  <a:moveTo>
                    <a:pt x="2618104" y="1420495"/>
                  </a:moveTo>
                  <a:lnTo>
                    <a:pt x="2618104" y="1421765"/>
                  </a:lnTo>
                </a:path>
                <a:path w="2922904" h="1624330">
                  <a:moveTo>
                    <a:pt x="2618104" y="1422400"/>
                  </a:moveTo>
                  <a:lnTo>
                    <a:pt x="2618104" y="1423670"/>
                  </a:lnTo>
                </a:path>
                <a:path w="2922904" h="1624330">
                  <a:moveTo>
                    <a:pt x="2618104" y="1424304"/>
                  </a:moveTo>
                  <a:lnTo>
                    <a:pt x="2618104" y="1425575"/>
                  </a:lnTo>
                </a:path>
                <a:path w="2922904" h="1624330">
                  <a:moveTo>
                    <a:pt x="2618104" y="1425575"/>
                  </a:moveTo>
                  <a:lnTo>
                    <a:pt x="2618104" y="1427479"/>
                  </a:lnTo>
                </a:path>
                <a:path w="2922904" h="1624330">
                  <a:moveTo>
                    <a:pt x="2618104" y="1427479"/>
                  </a:moveTo>
                  <a:lnTo>
                    <a:pt x="2618104" y="1428750"/>
                  </a:lnTo>
                </a:path>
                <a:path w="2922904" h="1624330">
                  <a:moveTo>
                    <a:pt x="2618104" y="1429384"/>
                  </a:moveTo>
                  <a:lnTo>
                    <a:pt x="2618104" y="1430654"/>
                  </a:lnTo>
                </a:path>
                <a:path w="2922904" h="1624330">
                  <a:moveTo>
                    <a:pt x="2618104" y="1431290"/>
                  </a:moveTo>
                  <a:lnTo>
                    <a:pt x="2618104" y="1432559"/>
                  </a:lnTo>
                </a:path>
                <a:path w="2922904" h="1624330">
                  <a:moveTo>
                    <a:pt x="2618104" y="1433195"/>
                  </a:moveTo>
                  <a:lnTo>
                    <a:pt x="2618104" y="1434465"/>
                  </a:lnTo>
                </a:path>
                <a:path w="2922904" h="1624330">
                  <a:moveTo>
                    <a:pt x="2618104" y="1434465"/>
                  </a:moveTo>
                  <a:lnTo>
                    <a:pt x="2618104" y="1436370"/>
                  </a:lnTo>
                </a:path>
                <a:path w="2922904" h="1624330">
                  <a:moveTo>
                    <a:pt x="2618104" y="1436370"/>
                  </a:moveTo>
                  <a:lnTo>
                    <a:pt x="2618104" y="1437640"/>
                  </a:lnTo>
                </a:path>
                <a:path w="2922904" h="1624330">
                  <a:moveTo>
                    <a:pt x="2618104" y="1438275"/>
                  </a:moveTo>
                  <a:lnTo>
                    <a:pt x="2618104" y="1439545"/>
                  </a:lnTo>
                </a:path>
                <a:path w="2922904" h="1624330">
                  <a:moveTo>
                    <a:pt x="2618104" y="1440179"/>
                  </a:moveTo>
                  <a:lnTo>
                    <a:pt x="2618104" y="1441450"/>
                  </a:lnTo>
                </a:path>
                <a:path w="2922904" h="1624330">
                  <a:moveTo>
                    <a:pt x="2618104" y="1442084"/>
                  </a:moveTo>
                  <a:lnTo>
                    <a:pt x="2618104" y="1443354"/>
                  </a:lnTo>
                </a:path>
                <a:path w="2922904" h="1624330">
                  <a:moveTo>
                    <a:pt x="2618104" y="1443354"/>
                  </a:moveTo>
                  <a:lnTo>
                    <a:pt x="2618104" y="1445259"/>
                  </a:lnTo>
                </a:path>
                <a:path w="2922904" h="1624330">
                  <a:moveTo>
                    <a:pt x="2618104" y="1445259"/>
                  </a:moveTo>
                  <a:lnTo>
                    <a:pt x="2618104" y="1446529"/>
                  </a:lnTo>
                </a:path>
                <a:path w="2922904" h="1624330">
                  <a:moveTo>
                    <a:pt x="2618104" y="1447165"/>
                  </a:moveTo>
                  <a:lnTo>
                    <a:pt x="2618104" y="1448434"/>
                  </a:lnTo>
                </a:path>
                <a:path w="2922904" h="1624330">
                  <a:moveTo>
                    <a:pt x="2618104" y="1449070"/>
                  </a:moveTo>
                  <a:lnTo>
                    <a:pt x="2618104" y="1450340"/>
                  </a:lnTo>
                </a:path>
                <a:path w="2922904" h="1624330">
                  <a:moveTo>
                    <a:pt x="2618104" y="1450975"/>
                  </a:moveTo>
                  <a:lnTo>
                    <a:pt x="2618104" y="1452245"/>
                  </a:lnTo>
                </a:path>
                <a:path w="2922904" h="1624330">
                  <a:moveTo>
                    <a:pt x="2618104" y="1452245"/>
                  </a:moveTo>
                  <a:lnTo>
                    <a:pt x="2618104" y="1454150"/>
                  </a:lnTo>
                </a:path>
                <a:path w="2922904" h="1624330">
                  <a:moveTo>
                    <a:pt x="2618104" y="1454150"/>
                  </a:moveTo>
                  <a:lnTo>
                    <a:pt x="2618104" y="1455420"/>
                  </a:lnTo>
                </a:path>
                <a:path w="2922904" h="1624330">
                  <a:moveTo>
                    <a:pt x="2618104" y="1456054"/>
                  </a:moveTo>
                  <a:lnTo>
                    <a:pt x="2618104" y="1457325"/>
                  </a:lnTo>
                </a:path>
                <a:path w="2922904" h="1624330">
                  <a:moveTo>
                    <a:pt x="2618104" y="1457959"/>
                  </a:moveTo>
                  <a:lnTo>
                    <a:pt x="2618104" y="1459229"/>
                  </a:lnTo>
                </a:path>
                <a:path w="2922904" h="1624330">
                  <a:moveTo>
                    <a:pt x="2618104" y="1459865"/>
                  </a:moveTo>
                  <a:lnTo>
                    <a:pt x="2618104" y="1461134"/>
                  </a:lnTo>
                </a:path>
                <a:path w="2922904" h="1624330">
                  <a:moveTo>
                    <a:pt x="2618104" y="1461134"/>
                  </a:moveTo>
                  <a:lnTo>
                    <a:pt x="2618104" y="1463040"/>
                  </a:lnTo>
                </a:path>
                <a:path w="2922904" h="1624330">
                  <a:moveTo>
                    <a:pt x="2618104" y="1463040"/>
                  </a:moveTo>
                  <a:lnTo>
                    <a:pt x="2618104" y="1464309"/>
                  </a:lnTo>
                </a:path>
                <a:path w="2922904" h="1624330">
                  <a:moveTo>
                    <a:pt x="2618104" y="1464945"/>
                  </a:moveTo>
                  <a:lnTo>
                    <a:pt x="2618104" y="1466215"/>
                  </a:lnTo>
                </a:path>
                <a:path w="2922904" h="1624330">
                  <a:moveTo>
                    <a:pt x="2618104" y="1466850"/>
                  </a:moveTo>
                  <a:lnTo>
                    <a:pt x="2618104" y="1468120"/>
                  </a:lnTo>
                </a:path>
                <a:path w="2922904" h="1624330">
                  <a:moveTo>
                    <a:pt x="2618104" y="1468754"/>
                  </a:moveTo>
                  <a:lnTo>
                    <a:pt x="2618104" y="1470025"/>
                  </a:lnTo>
                </a:path>
                <a:path w="2922904" h="1624330">
                  <a:moveTo>
                    <a:pt x="2618104" y="1470025"/>
                  </a:moveTo>
                  <a:lnTo>
                    <a:pt x="2618104" y="1471929"/>
                  </a:lnTo>
                </a:path>
                <a:path w="2922904" h="1624330">
                  <a:moveTo>
                    <a:pt x="2618104" y="1471929"/>
                  </a:moveTo>
                  <a:lnTo>
                    <a:pt x="2618104" y="1473200"/>
                  </a:lnTo>
                </a:path>
                <a:path w="2922904" h="1624330">
                  <a:moveTo>
                    <a:pt x="2618104" y="1473834"/>
                  </a:moveTo>
                  <a:lnTo>
                    <a:pt x="2618104" y="1475104"/>
                  </a:lnTo>
                </a:path>
                <a:path w="2922904" h="1624330">
                  <a:moveTo>
                    <a:pt x="2618104" y="1475740"/>
                  </a:moveTo>
                  <a:lnTo>
                    <a:pt x="2618104" y="1477009"/>
                  </a:lnTo>
                </a:path>
                <a:path w="2922904" h="1624330">
                  <a:moveTo>
                    <a:pt x="2618104" y="1477645"/>
                  </a:moveTo>
                  <a:lnTo>
                    <a:pt x="2618104" y="1478915"/>
                  </a:lnTo>
                </a:path>
                <a:path w="2922904" h="1624330">
                  <a:moveTo>
                    <a:pt x="2618104" y="1478915"/>
                  </a:moveTo>
                  <a:lnTo>
                    <a:pt x="2618104" y="1480820"/>
                  </a:lnTo>
                </a:path>
                <a:path w="2922904" h="1624330">
                  <a:moveTo>
                    <a:pt x="2618104" y="1480820"/>
                  </a:moveTo>
                  <a:lnTo>
                    <a:pt x="2618104" y="1482090"/>
                  </a:lnTo>
                </a:path>
                <a:path w="2922904" h="1624330">
                  <a:moveTo>
                    <a:pt x="2618104" y="1482725"/>
                  </a:moveTo>
                  <a:lnTo>
                    <a:pt x="2618104" y="1483995"/>
                  </a:lnTo>
                </a:path>
                <a:path w="2922904" h="1624330">
                  <a:moveTo>
                    <a:pt x="2618104" y="1484629"/>
                  </a:moveTo>
                  <a:lnTo>
                    <a:pt x="2618104" y="1485900"/>
                  </a:lnTo>
                </a:path>
                <a:path w="2922904" h="1624330">
                  <a:moveTo>
                    <a:pt x="2618104" y="1486534"/>
                  </a:moveTo>
                  <a:lnTo>
                    <a:pt x="2618104" y="1487804"/>
                  </a:lnTo>
                </a:path>
                <a:path w="2922904" h="1624330">
                  <a:moveTo>
                    <a:pt x="2618104" y="1487804"/>
                  </a:moveTo>
                  <a:lnTo>
                    <a:pt x="2618104" y="1489709"/>
                  </a:lnTo>
                </a:path>
                <a:path w="2922904" h="1624330">
                  <a:moveTo>
                    <a:pt x="2618104" y="1489709"/>
                  </a:moveTo>
                  <a:lnTo>
                    <a:pt x="2618104" y="1490979"/>
                  </a:lnTo>
                </a:path>
                <a:path w="2922904" h="1624330">
                  <a:moveTo>
                    <a:pt x="2618104" y="1491615"/>
                  </a:moveTo>
                  <a:lnTo>
                    <a:pt x="2618104" y="1492884"/>
                  </a:lnTo>
                </a:path>
                <a:path w="2922904" h="1624330">
                  <a:moveTo>
                    <a:pt x="2618104" y="1493520"/>
                  </a:moveTo>
                  <a:lnTo>
                    <a:pt x="2618104" y="1494790"/>
                  </a:lnTo>
                </a:path>
                <a:path w="2922904" h="1624330">
                  <a:moveTo>
                    <a:pt x="2618104" y="1495425"/>
                  </a:moveTo>
                  <a:lnTo>
                    <a:pt x="2618104" y="1496695"/>
                  </a:lnTo>
                </a:path>
                <a:path w="2922904" h="1624330">
                  <a:moveTo>
                    <a:pt x="2618104" y="1496695"/>
                  </a:moveTo>
                  <a:lnTo>
                    <a:pt x="2618104" y="1498600"/>
                  </a:lnTo>
                </a:path>
                <a:path w="2922904" h="1624330">
                  <a:moveTo>
                    <a:pt x="2618104" y="1498600"/>
                  </a:moveTo>
                  <a:lnTo>
                    <a:pt x="2618104" y="1499870"/>
                  </a:lnTo>
                </a:path>
                <a:path w="2922904" h="1624330">
                  <a:moveTo>
                    <a:pt x="2618104" y="1500504"/>
                  </a:moveTo>
                  <a:lnTo>
                    <a:pt x="2618104" y="1501775"/>
                  </a:lnTo>
                </a:path>
                <a:path w="2922904" h="1624330">
                  <a:moveTo>
                    <a:pt x="2618104" y="1502409"/>
                  </a:moveTo>
                  <a:lnTo>
                    <a:pt x="2618104" y="1503679"/>
                  </a:lnTo>
                </a:path>
                <a:path w="2922904" h="1624330">
                  <a:moveTo>
                    <a:pt x="2618104" y="1504315"/>
                  </a:moveTo>
                  <a:lnTo>
                    <a:pt x="2618104" y="1505584"/>
                  </a:lnTo>
                </a:path>
                <a:path w="2922904" h="1624330">
                  <a:moveTo>
                    <a:pt x="2618104" y="1505584"/>
                  </a:moveTo>
                  <a:lnTo>
                    <a:pt x="2618104" y="1507490"/>
                  </a:lnTo>
                </a:path>
                <a:path w="2922904" h="1624330">
                  <a:moveTo>
                    <a:pt x="2618104" y="1507490"/>
                  </a:moveTo>
                  <a:lnTo>
                    <a:pt x="2618104" y="1508759"/>
                  </a:lnTo>
                </a:path>
                <a:path w="2922904" h="1624330">
                  <a:moveTo>
                    <a:pt x="2618104" y="1509395"/>
                  </a:moveTo>
                  <a:lnTo>
                    <a:pt x="2618104" y="1510665"/>
                  </a:lnTo>
                </a:path>
                <a:path w="2922904" h="1624330">
                  <a:moveTo>
                    <a:pt x="2618104" y="1511300"/>
                  </a:moveTo>
                  <a:lnTo>
                    <a:pt x="2618104" y="1512570"/>
                  </a:lnTo>
                </a:path>
                <a:path w="2922904" h="1624330">
                  <a:moveTo>
                    <a:pt x="2618104" y="1513204"/>
                  </a:moveTo>
                  <a:lnTo>
                    <a:pt x="2618104" y="1514475"/>
                  </a:lnTo>
                </a:path>
                <a:path w="2922904" h="1624330">
                  <a:moveTo>
                    <a:pt x="2618104" y="1514475"/>
                  </a:moveTo>
                  <a:lnTo>
                    <a:pt x="2618104" y="1516379"/>
                  </a:lnTo>
                </a:path>
                <a:path w="2922904" h="1624330">
                  <a:moveTo>
                    <a:pt x="2618104" y="1516379"/>
                  </a:moveTo>
                  <a:lnTo>
                    <a:pt x="2618104" y="1517650"/>
                  </a:lnTo>
                </a:path>
                <a:path w="2922904" h="1624330">
                  <a:moveTo>
                    <a:pt x="2618104" y="1518284"/>
                  </a:moveTo>
                  <a:lnTo>
                    <a:pt x="2618104" y="1519554"/>
                  </a:lnTo>
                </a:path>
                <a:path w="2922904" h="1624330">
                  <a:moveTo>
                    <a:pt x="2618104" y="1520190"/>
                  </a:moveTo>
                  <a:lnTo>
                    <a:pt x="2618104" y="1521459"/>
                  </a:lnTo>
                </a:path>
                <a:path w="2922904" h="1624330">
                  <a:moveTo>
                    <a:pt x="2618104" y="1522095"/>
                  </a:moveTo>
                  <a:lnTo>
                    <a:pt x="2618104" y="1523365"/>
                  </a:lnTo>
                </a:path>
                <a:path w="2922904" h="1624330">
                  <a:moveTo>
                    <a:pt x="2618104" y="1523365"/>
                  </a:moveTo>
                  <a:lnTo>
                    <a:pt x="2618104" y="1525270"/>
                  </a:lnTo>
                </a:path>
                <a:path w="2922904" h="1624330">
                  <a:moveTo>
                    <a:pt x="2618104" y="1525270"/>
                  </a:moveTo>
                  <a:lnTo>
                    <a:pt x="2618104" y="1526540"/>
                  </a:lnTo>
                </a:path>
                <a:path w="2922904" h="1624330">
                  <a:moveTo>
                    <a:pt x="2618104" y="1527175"/>
                  </a:moveTo>
                  <a:lnTo>
                    <a:pt x="2618104" y="1528445"/>
                  </a:lnTo>
                </a:path>
                <a:path w="2922904" h="1624330">
                  <a:moveTo>
                    <a:pt x="2618104" y="1529079"/>
                  </a:moveTo>
                  <a:lnTo>
                    <a:pt x="2618104" y="1530350"/>
                  </a:lnTo>
                </a:path>
                <a:path w="2922904" h="1624330">
                  <a:moveTo>
                    <a:pt x="2618104" y="1530984"/>
                  </a:moveTo>
                  <a:lnTo>
                    <a:pt x="2618104" y="1532254"/>
                  </a:lnTo>
                </a:path>
                <a:path w="2922904" h="1624330">
                  <a:moveTo>
                    <a:pt x="2618104" y="1532254"/>
                  </a:moveTo>
                  <a:lnTo>
                    <a:pt x="2618104" y="1534159"/>
                  </a:lnTo>
                </a:path>
                <a:path w="2922904" h="1624330">
                  <a:moveTo>
                    <a:pt x="2618104" y="1534159"/>
                  </a:moveTo>
                  <a:lnTo>
                    <a:pt x="2618104" y="1535429"/>
                  </a:lnTo>
                </a:path>
                <a:path w="2922904" h="1624330">
                  <a:moveTo>
                    <a:pt x="2618104" y="1536065"/>
                  </a:moveTo>
                  <a:lnTo>
                    <a:pt x="2618104" y="1537334"/>
                  </a:lnTo>
                </a:path>
                <a:path w="2922904" h="1624330">
                  <a:moveTo>
                    <a:pt x="2618104" y="1537970"/>
                  </a:moveTo>
                  <a:lnTo>
                    <a:pt x="2618104" y="1539240"/>
                  </a:lnTo>
                </a:path>
                <a:path w="2922904" h="1624330">
                  <a:moveTo>
                    <a:pt x="2618104" y="1539875"/>
                  </a:moveTo>
                  <a:lnTo>
                    <a:pt x="2618104" y="1541145"/>
                  </a:lnTo>
                </a:path>
                <a:path w="2922904" h="1624330">
                  <a:moveTo>
                    <a:pt x="2618104" y="1541145"/>
                  </a:moveTo>
                  <a:lnTo>
                    <a:pt x="2618104" y="1543050"/>
                  </a:lnTo>
                </a:path>
                <a:path w="2922904" h="1624330">
                  <a:moveTo>
                    <a:pt x="2618104" y="1543050"/>
                  </a:moveTo>
                  <a:lnTo>
                    <a:pt x="2618104" y="1544320"/>
                  </a:lnTo>
                </a:path>
                <a:path w="2922904" h="1624330">
                  <a:moveTo>
                    <a:pt x="2618104" y="1544954"/>
                  </a:moveTo>
                  <a:lnTo>
                    <a:pt x="2618104" y="1546225"/>
                  </a:lnTo>
                </a:path>
                <a:path w="2922904" h="1624330">
                  <a:moveTo>
                    <a:pt x="2618104" y="1546859"/>
                  </a:moveTo>
                  <a:lnTo>
                    <a:pt x="2618104" y="1548129"/>
                  </a:lnTo>
                </a:path>
                <a:path w="2922904" h="1624330">
                  <a:moveTo>
                    <a:pt x="2618104" y="1548765"/>
                  </a:moveTo>
                  <a:lnTo>
                    <a:pt x="2618104" y="1550034"/>
                  </a:lnTo>
                </a:path>
                <a:path w="2922904" h="1624330">
                  <a:moveTo>
                    <a:pt x="2618104" y="1550034"/>
                  </a:moveTo>
                  <a:lnTo>
                    <a:pt x="2618104" y="1551304"/>
                  </a:lnTo>
                </a:path>
                <a:path w="2922904" h="1624330">
                  <a:moveTo>
                    <a:pt x="2618104" y="1551940"/>
                  </a:moveTo>
                  <a:lnTo>
                    <a:pt x="2618104" y="1553209"/>
                  </a:lnTo>
                </a:path>
                <a:path w="2922904" h="1624330">
                  <a:moveTo>
                    <a:pt x="2618104" y="1553845"/>
                  </a:moveTo>
                  <a:lnTo>
                    <a:pt x="2618104" y="1555115"/>
                  </a:lnTo>
                </a:path>
                <a:path w="2922904" h="1624330">
                  <a:moveTo>
                    <a:pt x="2618104" y="1555750"/>
                  </a:moveTo>
                  <a:lnTo>
                    <a:pt x="2618104" y="1557020"/>
                  </a:lnTo>
                </a:path>
                <a:path w="2922904" h="1624330">
                  <a:moveTo>
                    <a:pt x="2618104" y="1557654"/>
                  </a:moveTo>
                  <a:lnTo>
                    <a:pt x="2618104" y="1558925"/>
                  </a:lnTo>
                </a:path>
                <a:path w="2922904" h="1624330">
                  <a:moveTo>
                    <a:pt x="2618104" y="1558925"/>
                  </a:moveTo>
                  <a:lnTo>
                    <a:pt x="2618104" y="1560195"/>
                  </a:lnTo>
                </a:path>
                <a:path w="2922904" h="1624330">
                  <a:moveTo>
                    <a:pt x="2618104" y="1560829"/>
                  </a:moveTo>
                  <a:lnTo>
                    <a:pt x="2618104" y="1562100"/>
                  </a:lnTo>
                </a:path>
                <a:path w="2922904" h="1624330">
                  <a:moveTo>
                    <a:pt x="2618104" y="1562734"/>
                  </a:moveTo>
                  <a:lnTo>
                    <a:pt x="2618104" y="1564004"/>
                  </a:lnTo>
                </a:path>
                <a:path w="2922904" h="1624330">
                  <a:moveTo>
                    <a:pt x="2618104" y="1564640"/>
                  </a:moveTo>
                  <a:lnTo>
                    <a:pt x="2618104" y="1565909"/>
                  </a:lnTo>
                </a:path>
                <a:path w="2922904" h="1624330">
                  <a:moveTo>
                    <a:pt x="2618104" y="1566545"/>
                  </a:moveTo>
                  <a:lnTo>
                    <a:pt x="2618104" y="1567815"/>
                  </a:lnTo>
                </a:path>
                <a:path w="2922904" h="1624330">
                  <a:moveTo>
                    <a:pt x="2618104" y="1567815"/>
                  </a:moveTo>
                  <a:lnTo>
                    <a:pt x="2618104" y="1569084"/>
                  </a:lnTo>
                </a:path>
                <a:path w="2922904" h="1624330">
                  <a:moveTo>
                    <a:pt x="2618104" y="1569720"/>
                  </a:moveTo>
                  <a:lnTo>
                    <a:pt x="2618104" y="1570990"/>
                  </a:lnTo>
                </a:path>
                <a:path w="2922904" h="1624330">
                  <a:moveTo>
                    <a:pt x="2618104" y="1571625"/>
                  </a:moveTo>
                  <a:lnTo>
                    <a:pt x="2618104" y="1572895"/>
                  </a:lnTo>
                </a:path>
                <a:path w="2922904" h="1624330">
                  <a:moveTo>
                    <a:pt x="2618104" y="1573529"/>
                  </a:moveTo>
                  <a:lnTo>
                    <a:pt x="2618104" y="1574800"/>
                  </a:lnTo>
                </a:path>
                <a:path w="2922904" h="1624330">
                  <a:moveTo>
                    <a:pt x="2618104" y="1575434"/>
                  </a:moveTo>
                  <a:lnTo>
                    <a:pt x="2618104" y="1576704"/>
                  </a:lnTo>
                </a:path>
                <a:path w="2922904" h="1624330">
                  <a:moveTo>
                    <a:pt x="2618104" y="1576704"/>
                  </a:moveTo>
                  <a:lnTo>
                    <a:pt x="2618104" y="1577975"/>
                  </a:lnTo>
                </a:path>
                <a:path w="2922904" h="1624330">
                  <a:moveTo>
                    <a:pt x="2618104" y="1578609"/>
                  </a:moveTo>
                  <a:lnTo>
                    <a:pt x="2618104" y="1579879"/>
                  </a:lnTo>
                </a:path>
                <a:path w="2922904" h="1624330">
                  <a:moveTo>
                    <a:pt x="2618104" y="1580515"/>
                  </a:moveTo>
                  <a:lnTo>
                    <a:pt x="2618104" y="1581784"/>
                  </a:lnTo>
                </a:path>
                <a:path w="2922904" h="1624330">
                  <a:moveTo>
                    <a:pt x="2618104" y="1582420"/>
                  </a:moveTo>
                  <a:lnTo>
                    <a:pt x="2618104" y="1583690"/>
                  </a:lnTo>
                </a:path>
                <a:path w="2922904" h="1624330">
                  <a:moveTo>
                    <a:pt x="2618104" y="1584325"/>
                  </a:moveTo>
                  <a:lnTo>
                    <a:pt x="2618104" y="1585595"/>
                  </a:lnTo>
                </a:path>
                <a:path w="2922904" h="1624330">
                  <a:moveTo>
                    <a:pt x="2618104" y="1585595"/>
                  </a:moveTo>
                  <a:lnTo>
                    <a:pt x="2618104" y="1586865"/>
                  </a:lnTo>
                </a:path>
                <a:path w="2922904" h="1624330">
                  <a:moveTo>
                    <a:pt x="2618104" y="1587500"/>
                  </a:moveTo>
                  <a:lnTo>
                    <a:pt x="2618104" y="1588770"/>
                  </a:lnTo>
                </a:path>
                <a:path w="2922904" h="1624330">
                  <a:moveTo>
                    <a:pt x="2618104" y="1589404"/>
                  </a:moveTo>
                  <a:lnTo>
                    <a:pt x="2618104" y="1590675"/>
                  </a:lnTo>
                </a:path>
                <a:path w="2922904" h="1624330">
                  <a:moveTo>
                    <a:pt x="2618104" y="1591309"/>
                  </a:moveTo>
                  <a:lnTo>
                    <a:pt x="2618104" y="1592579"/>
                  </a:lnTo>
                </a:path>
                <a:path w="2922904" h="1624330">
                  <a:moveTo>
                    <a:pt x="2618104" y="1593215"/>
                  </a:moveTo>
                  <a:lnTo>
                    <a:pt x="2618104" y="1594484"/>
                  </a:lnTo>
                </a:path>
                <a:path w="2922904" h="1624330">
                  <a:moveTo>
                    <a:pt x="2618104" y="1594484"/>
                  </a:moveTo>
                  <a:lnTo>
                    <a:pt x="2618104" y="1595754"/>
                  </a:lnTo>
                </a:path>
                <a:path w="2922904" h="1624330">
                  <a:moveTo>
                    <a:pt x="2618104" y="1596390"/>
                  </a:moveTo>
                  <a:lnTo>
                    <a:pt x="2618104" y="1597659"/>
                  </a:lnTo>
                </a:path>
                <a:path w="2922904" h="1624330">
                  <a:moveTo>
                    <a:pt x="2618104" y="1598295"/>
                  </a:moveTo>
                  <a:lnTo>
                    <a:pt x="2618104" y="1599565"/>
                  </a:lnTo>
                </a:path>
                <a:path w="2922904" h="1624330">
                  <a:moveTo>
                    <a:pt x="2618104" y="1600200"/>
                  </a:moveTo>
                  <a:lnTo>
                    <a:pt x="2618104" y="1601470"/>
                  </a:lnTo>
                </a:path>
                <a:path w="2922904" h="1624330">
                  <a:moveTo>
                    <a:pt x="2618104" y="1602104"/>
                  </a:moveTo>
                  <a:lnTo>
                    <a:pt x="2618104" y="1603375"/>
                  </a:lnTo>
                </a:path>
                <a:path w="2922904" h="1624330">
                  <a:moveTo>
                    <a:pt x="2618104" y="1603375"/>
                  </a:moveTo>
                  <a:lnTo>
                    <a:pt x="2618104" y="1604645"/>
                  </a:lnTo>
                </a:path>
                <a:path w="2922904" h="1624330">
                  <a:moveTo>
                    <a:pt x="2618104" y="1605279"/>
                  </a:moveTo>
                  <a:lnTo>
                    <a:pt x="2618104" y="1606550"/>
                  </a:lnTo>
                </a:path>
                <a:path w="2922904" h="1624330">
                  <a:moveTo>
                    <a:pt x="2618104" y="1607184"/>
                  </a:moveTo>
                  <a:lnTo>
                    <a:pt x="2618104" y="1608454"/>
                  </a:lnTo>
                </a:path>
                <a:path w="2922904" h="1624330">
                  <a:moveTo>
                    <a:pt x="2618104" y="1609090"/>
                  </a:moveTo>
                  <a:lnTo>
                    <a:pt x="2618104" y="1610359"/>
                  </a:lnTo>
                </a:path>
                <a:path w="2922904" h="1624330">
                  <a:moveTo>
                    <a:pt x="2618104" y="1610995"/>
                  </a:moveTo>
                  <a:lnTo>
                    <a:pt x="2618104" y="1612265"/>
                  </a:lnTo>
                </a:path>
                <a:path w="2922904" h="1624330">
                  <a:moveTo>
                    <a:pt x="2618104" y="1612265"/>
                  </a:moveTo>
                  <a:lnTo>
                    <a:pt x="2618104" y="1613534"/>
                  </a:lnTo>
                </a:path>
                <a:path w="2922904" h="1624330">
                  <a:moveTo>
                    <a:pt x="2618104" y="1614170"/>
                  </a:moveTo>
                  <a:lnTo>
                    <a:pt x="2618104" y="1615440"/>
                  </a:lnTo>
                </a:path>
                <a:path w="2922904" h="1624330">
                  <a:moveTo>
                    <a:pt x="2618104" y="1616075"/>
                  </a:moveTo>
                  <a:lnTo>
                    <a:pt x="2618104" y="1617345"/>
                  </a:lnTo>
                </a:path>
                <a:path w="2922904" h="1624330">
                  <a:moveTo>
                    <a:pt x="2618104" y="1617979"/>
                  </a:moveTo>
                  <a:lnTo>
                    <a:pt x="2618104" y="1619250"/>
                  </a:lnTo>
                </a:path>
                <a:path w="2922904" h="1624330">
                  <a:moveTo>
                    <a:pt x="2618104" y="1619884"/>
                  </a:moveTo>
                  <a:lnTo>
                    <a:pt x="2618104" y="1621154"/>
                  </a:lnTo>
                </a:path>
                <a:path w="2922904" h="1624330">
                  <a:moveTo>
                    <a:pt x="2618104" y="1621154"/>
                  </a:moveTo>
                  <a:lnTo>
                    <a:pt x="2618104" y="1622425"/>
                  </a:lnTo>
                </a:path>
                <a:path w="2922904" h="1624330">
                  <a:moveTo>
                    <a:pt x="2618104" y="1623059"/>
                  </a:moveTo>
                  <a:lnTo>
                    <a:pt x="2618104" y="1624329"/>
                  </a:lnTo>
                </a:path>
                <a:path w="2922904" h="1624330">
                  <a:moveTo>
                    <a:pt x="2922904" y="78104"/>
                  </a:moveTo>
                  <a:lnTo>
                    <a:pt x="2922904" y="79375"/>
                  </a:lnTo>
                </a:path>
                <a:path w="2922904" h="1624330">
                  <a:moveTo>
                    <a:pt x="2922904" y="80009"/>
                  </a:moveTo>
                  <a:lnTo>
                    <a:pt x="2922904" y="81279"/>
                  </a:lnTo>
                </a:path>
                <a:path w="2922904" h="1624330">
                  <a:moveTo>
                    <a:pt x="2922904" y="81915"/>
                  </a:moveTo>
                  <a:lnTo>
                    <a:pt x="2922904" y="83184"/>
                  </a:lnTo>
                </a:path>
                <a:path w="2922904" h="1624330">
                  <a:moveTo>
                    <a:pt x="2922904" y="83184"/>
                  </a:moveTo>
                  <a:lnTo>
                    <a:pt x="2922904" y="85090"/>
                  </a:lnTo>
                </a:path>
                <a:path w="2922904" h="1624330">
                  <a:moveTo>
                    <a:pt x="2922904" y="85090"/>
                  </a:moveTo>
                  <a:lnTo>
                    <a:pt x="2922904" y="86359"/>
                  </a:lnTo>
                </a:path>
                <a:path w="2922904" h="1624330">
                  <a:moveTo>
                    <a:pt x="2922904" y="86995"/>
                  </a:moveTo>
                  <a:lnTo>
                    <a:pt x="2922904" y="88265"/>
                  </a:lnTo>
                </a:path>
                <a:path w="2922904" h="1624330">
                  <a:moveTo>
                    <a:pt x="2922904" y="88900"/>
                  </a:moveTo>
                  <a:lnTo>
                    <a:pt x="2922904" y="90170"/>
                  </a:lnTo>
                </a:path>
                <a:path w="2922904" h="1624330">
                  <a:moveTo>
                    <a:pt x="2922904" y="90804"/>
                  </a:moveTo>
                  <a:lnTo>
                    <a:pt x="2922904" y="92075"/>
                  </a:lnTo>
                </a:path>
                <a:path w="2922904" h="1624330">
                  <a:moveTo>
                    <a:pt x="2922904" y="92075"/>
                  </a:moveTo>
                  <a:lnTo>
                    <a:pt x="2922904" y="93979"/>
                  </a:lnTo>
                </a:path>
                <a:path w="2922904" h="1624330">
                  <a:moveTo>
                    <a:pt x="2922904" y="93979"/>
                  </a:moveTo>
                  <a:lnTo>
                    <a:pt x="2922904" y="95250"/>
                  </a:lnTo>
                </a:path>
                <a:path w="2922904" h="1624330">
                  <a:moveTo>
                    <a:pt x="2922904" y="95884"/>
                  </a:moveTo>
                  <a:lnTo>
                    <a:pt x="2922904" y="97154"/>
                  </a:lnTo>
                </a:path>
                <a:path w="2922904" h="1624330">
                  <a:moveTo>
                    <a:pt x="2922904" y="97790"/>
                  </a:moveTo>
                  <a:lnTo>
                    <a:pt x="2922904" y="99059"/>
                  </a:lnTo>
                </a:path>
                <a:path w="2922904" h="1624330">
                  <a:moveTo>
                    <a:pt x="2922904" y="99695"/>
                  </a:moveTo>
                  <a:lnTo>
                    <a:pt x="2922904" y="100965"/>
                  </a:lnTo>
                </a:path>
                <a:path w="2922904" h="1624330">
                  <a:moveTo>
                    <a:pt x="2922904" y="100965"/>
                  </a:moveTo>
                  <a:lnTo>
                    <a:pt x="2922904" y="102870"/>
                  </a:lnTo>
                </a:path>
                <a:path w="2922904" h="1624330">
                  <a:moveTo>
                    <a:pt x="2922904" y="102870"/>
                  </a:moveTo>
                  <a:lnTo>
                    <a:pt x="2922904" y="104140"/>
                  </a:lnTo>
                </a:path>
                <a:path w="2922904" h="1624330">
                  <a:moveTo>
                    <a:pt x="2922904" y="104775"/>
                  </a:moveTo>
                  <a:lnTo>
                    <a:pt x="2922904" y="106045"/>
                  </a:lnTo>
                </a:path>
                <a:path w="2922904" h="1624330">
                  <a:moveTo>
                    <a:pt x="2922904" y="106679"/>
                  </a:moveTo>
                  <a:lnTo>
                    <a:pt x="2922904" y="107950"/>
                  </a:lnTo>
                </a:path>
                <a:path w="2922904" h="1624330">
                  <a:moveTo>
                    <a:pt x="2922904" y="108584"/>
                  </a:moveTo>
                  <a:lnTo>
                    <a:pt x="2922904" y="109854"/>
                  </a:lnTo>
                </a:path>
                <a:path w="2922904" h="1624330">
                  <a:moveTo>
                    <a:pt x="2922904" y="109854"/>
                  </a:moveTo>
                  <a:lnTo>
                    <a:pt x="2922904" y="111759"/>
                  </a:lnTo>
                </a:path>
                <a:path w="2922904" h="1624330">
                  <a:moveTo>
                    <a:pt x="2922904" y="111759"/>
                  </a:moveTo>
                  <a:lnTo>
                    <a:pt x="2922904" y="113029"/>
                  </a:lnTo>
                </a:path>
                <a:path w="2922904" h="1624330">
                  <a:moveTo>
                    <a:pt x="2922904" y="113665"/>
                  </a:moveTo>
                  <a:lnTo>
                    <a:pt x="2922904" y="114934"/>
                  </a:lnTo>
                </a:path>
                <a:path w="2922904" h="1624330">
                  <a:moveTo>
                    <a:pt x="2922904" y="115570"/>
                  </a:moveTo>
                  <a:lnTo>
                    <a:pt x="2922904" y="116840"/>
                  </a:lnTo>
                </a:path>
                <a:path w="2922904" h="1624330">
                  <a:moveTo>
                    <a:pt x="2922904" y="117475"/>
                  </a:moveTo>
                  <a:lnTo>
                    <a:pt x="2922904" y="118745"/>
                  </a:lnTo>
                </a:path>
                <a:path w="2922904" h="1624330">
                  <a:moveTo>
                    <a:pt x="2922904" y="118745"/>
                  </a:moveTo>
                  <a:lnTo>
                    <a:pt x="2922904" y="120650"/>
                  </a:lnTo>
                </a:path>
                <a:path w="2922904" h="1624330">
                  <a:moveTo>
                    <a:pt x="2922904" y="120650"/>
                  </a:moveTo>
                  <a:lnTo>
                    <a:pt x="2922904" y="121920"/>
                  </a:lnTo>
                </a:path>
                <a:path w="2922904" h="1624330">
                  <a:moveTo>
                    <a:pt x="2922904" y="122554"/>
                  </a:moveTo>
                  <a:lnTo>
                    <a:pt x="2922904" y="123825"/>
                  </a:lnTo>
                </a:path>
                <a:path w="2922904" h="1624330">
                  <a:moveTo>
                    <a:pt x="2922904" y="124459"/>
                  </a:moveTo>
                  <a:lnTo>
                    <a:pt x="2922904" y="125729"/>
                  </a:lnTo>
                </a:path>
                <a:path w="2922904" h="1624330">
                  <a:moveTo>
                    <a:pt x="2922904" y="126365"/>
                  </a:moveTo>
                  <a:lnTo>
                    <a:pt x="2922904" y="127634"/>
                  </a:lnTo>
                </a:path>
                <a:path w="2922904" h="1624330">
                  <a:moveTo>
                    <a:pt x="2922904" y="127634"/>
                  </a:moveTo>
                  <a:lnTo>
                    <a:pt x="2922904" y="129540"/>
                  </a:lnTo>
                </a:path>
                <a:path w="2922904" h="1624330">
                  <a:moveTo>
                    <a:pt x="2922904" y="129540"/>
                  </a:moveTo>
                  <a:lnTo>
                    <a:pt x="2922904" y="130809"/>
                  </a:lnTo>
                </a:path>
                <a:path w="2922904" h="1624330">
                  <a:moveTo>
                    <a:pt x="2922904" y="131445"/>
                  </a:moveTo>
                  <a:lnTo>
                    <a:pt x="2922904" y="132715"/>
                  </a:lnTo>
                </a:path>
                <a:path w="2922904" h="1624330">
                  <a:moveTo>
                    <a:pt x="2922904" y="133350"/>
                  </a:moveTo>
                  <a:lnTo>
                    <a:pt x="2922904" y="134620"/>
                  </a:lnTo>
                </a:path>
                <a:path w="2922904" h="1624330">
                  <a:moveTo>
                    <a:pt x="2922904" y="135254"/>
                  </a:moveTo>
                  <a:lnTo>
                    <a:pt x="2922904" y="136525"/>
                  </a:lnTo>
                </a:path>
                <a:path w="2922904" h="1624330">
                  <a:moveTo>
                    <a:pt x="2922904" y="136525"/>
                  </a:moveTo>
                  <a:lnTo>
                    <a:pt x="2922904" y="138429"/>
                  </a:lnTo>
                </a:path>
                <a:path w="2922904" h="1624330">
                  <a:moveTo>
                    <a:pt x="2922904" y="138429"/>
                  </a:moveTo>
                  <a:lnTo>
                    <a:pt x="2922904" y="139700"/>
                  </a:lnTo>
                </a:path>
                <a:path w="2922904" h="1624330">
                  <a:moveTo>
                    <a:pt x="2922904" y="140334"/>
                  </a:moveTo>
                  <a:lnTo>
                    <a:pt x="2922904" y="141604"/>
                  </a:lnTo>
                </a:path>
                <a:path w="2922904" h="1624330">
                  <a:moveTo>
                    <a:pt x="2922904" y="142240"/>
                  </a:moveTo>
                  <a:lnTo>
                    <a:pt x="2922904" y="143509"/>
                  </a:lnTo>
                </a:path>
                <a:path w="2922904" h="1624330">
                  <a:moveTo>
                    <a:pt x="2922904" y="144145"/>
                  </a:moveTo>
                  <a:lnTo>
                    <a:pt x="2922904" y="145415"/>
                  </a:lnTo>
                </a:path>
                <a:path w="2922904" h="1624330">
                  <a:moveTo>
                    <a:pt x="2922904" y="145415"/>
                  </a:moveTo>
                  <a:lnTo>
                    <a:pt x="2922904" y="147320"/>
                  </a:lnTo>
                </a:path>
                <a:path w="2922904" h="1624330">
                  <a:moveTo>
                    <a:pt x="2922904" y="147320"/>
                  </a:moveTo>
                  <a:lnTo>
                    <a:pt x="2922904" y="148590"/>
                  </a:lnTo>
                </a:path>
                <a:path w="2922904" h="1624330">
                  <a:moveTo>
                    <a:pt x="2922904" y="149225"/>
                  </a:moveTo>
                  <a:lnTo>
                    <a:pt x="2922904" y="150495"/>
                  </a:lnTo>
                </a:path>
                <a:path w="2922904" h="1624330">
                  <a:moveTo>
                    <a:pt x="2922904" y="151129"/>
                  </a:moveTo>
                  <a:lnTo>
                    <a:pt x="2922904" y="152400"/>
                  </a:lnTo>
                </a:path>
                <a:path w="2922904" h="1624330">
                  <a:moveTo>
                    <a:pt x="2922904" y="153034"/>
                  </a:moveTo>
                  <a:lnTo>
                    <a:pt x="2922904" y="154304"/>
                  </a:lnTo>
                </a:path>
                <a:path w="2922904" h="1624330">
                  <a:moveTo>
                    <a:pt x="2922904" y="154304"/>
                  </a:moveTo>
                  <a:lnTo>
                    <a:pt x="2922904" y="156209"/>
                  </a:lnTo>
                </a:path>
                <a:path w="2922904" h="1624330">
                  <a:moveTo>
                    <a:pt x="2922904" y="156209"/>
                  </a:moveTo>
                  <a:lnTo>
                    <a:pt x="2922904" y="157479"/>
                  </a:lnTo>
                </a:path>
                <a:path w="2922904" h="1624330">
                  <a:moveTo>
                    <a:pt x="2922904" y="158115"/>
                  </a:moveTo>
                  <a:lnTo>
                    <a:pt x="2922904" y="159384"/>
                  </a:lnTo>
                </a:path>
                <a:path w="2922904" h="1624330">
                  <a:moveTo>
                    <a:pt x="2922904" y="160020"/>
                  </a:moveTo>
                  <a:lnTo>
                    <a:pt x="2922904" y="161290"/>
                  </a:lnTo>
                </a:path>
                <a:path w="2922904" h="1624330">
                  <a:moveTo>
                    <a:pt x="2922904" y="161925"/>
                  </a:moveTo>
                  <a:lnTo>
                    <a:pt x="2922904" y="163195"/>
                  </a:lnTo>
                </a:path>
                <a:path w="2922904" h="1624330">
                  <a:moveTo>
                    <a:pt x="2922904" y="163195"/>
                  </a:moveTo>
                  <a:lnTo>
                    <a:pt x="2922904" y="165100"/>
                  </a:lnTo>
                </a:path>
                <a:path w="2922904" h="1624330">
                  <a:moveTo>
                    <a:pt x="2922904" y="165100"/>
                  </a:moveTo>
                  <a:lnTo>
                    <a:pt x="2922904" y="166370"/>
                  </a:lnTo>
                </a:path>
                <a:path w="2922904" h="1624330">
                  <a:moveTo>
                    <a:pt x="2922904" y="167004"/>
                  </a:moveTo>
                  <a:lnTo>
                    <a:pt x="2922904" y="168275"/>
                  </a:lnTo>
                </a:path>
                <a:path w="2922904" h="1624330">
                  <a:moveTo>
                    <a:pt x="2922904" y="168909"/>
                  </a:moveTo>
                  <a:lnTo>
                    <a:pt x="2922904" y="170179"/>
                  </a:lnTo>
                </a:path>
                <a:path w="2922904" h="1624330">
                  <a:moveTo>
                    <a:pt x="2922904" y="170815"/>
                  </a:moveTo>
                  <a:lnTo>
                    <a:pt x="2922904" y="172084"/>
                  </a:lnTo>
                </a:path>
                <a:path w="2922904" h="1624330">
                  <a:moveTo>
                    <a:pt x="2922904" y="172084"/>
                  </a:moveTo>
                  <a:lnTo>
                    <a:pt x="2922904" y="173990"/>
                  </a:lnTo>
                </a:path>
                <a:path w="2922904" h="1624330">
                  <a:moveTo>
                    <a:pt x="2922904" y="173990"/>
                  </a:moveTo>
                  <a:lnTo>
                    <a:pt x="2922904" y="175259"/>
                  </a:lnTo>
                </a:path>
                <a:path w="2922904" h="1624330">
                  <a:moveTo>
                    <a:pt x="2922904" y="175895"/>
                  </a:moveTo>
                  <a:lnTo>
                    <a:pt x="2922904" y="177165"/>
                  </a:lnTo>
                </a:path>
                <a:path w="2922904" h="1624330">
                  <a:moveTo>
                    <a:pt x="2922904" y="177800"/>
                  </a:moveTo>
                  <a:lnTo>
                    <a:pt x="2922904" y="179070"/>
                  </a:lnTo>
                </a:path>
                <a:path w="2922904" h="1624330">
                  <a:moveTo>
                    <a:pt x="2922904" y="179704"/>
                  </a:moveTo>
                  <a:lnTo>
                    <a:pt x="2922904" y="180975"/>
                  </a:lnTo>
                </a:path>
                <a:path w="2922904" h="1624330">
                  <a:moveTo>
                    <a:pt x="2922904" y="180975"/>
                  </a:moveTo>
                  <a:lnTo>
                    <a:pt x="2922904" y="182879"/>
                  </a:lnTo>
                </a:path>
                <a:path w="2922904" h="1624330">
                  <a:moveTo>
                    <a:pt x="2922904" y="182879"/>
                  </a:moveTo>
                  <a:lnTo>
                    <a:pt x="2922904" y="184150"/>
                  </a:lnTo>
                </a:path>
                <a:path w="2922904" h="1624330">
                  <a:moveTo>
                    <a:pt x="2922904" y="184784"/>
                  </a:moveTo>
                  <a:lnTo>
                    <a:pt x="2922904" y="186054"/>
                  </a:lnTo>
                </a:path>
                <a:path w="2922904" h="1624330">
                  <a:moveTo>
                    <a:pt x="2922904" y="186690"/>
                  </a:moveTo>
                  <a:lnTo>
                    <a:pt x="2922904" y="187959"/>
                  </a:lnTo>
                </a:path>
                <a:path w="2922904" h="1624330">
                  <a:moveTo>
                    <a:pt x="2922904" y="188595"/>
                  </a:moveTo>
                  <a:lnTo>
                    <a:pt x="2922904" y="189865"/>
                  </a:lnTo>
                </a:path>
                <a:path w="2922904" h="1624330">
                  <a:moveTo>
                    <a:pt x="2922904" y="189865"/>
                  </a:moveTo>
                  <a:lnTo>
                    <a:pt x="2922904" y="191770"/>
                  </a:lnTo>
                </a:path>
                <a:path w="2922904" h="1624330">
                  <a:moveTo>
                    <a:pt x="2922904" y="191770"/>
                  </a:moveTo>
                  <a:lnTo>
                    <a:pt x="2922904" y="193040"/>
                  </a:lnTo>
                </a:path>
                <a:path w="2922904" h="1624330">
                  <a:moveTo>
                    <a:pt x="2922904" y="193675"/>
                  </a:moveTo>
                  <a:lnTo>
                    <a:pt x="2922904" y="194945"/>
                  </a:lnTo>
                </a:path>
                <a:path w="2922904" h="1624330">
                  <a:moveTo>
                    <a:pt x="2922904" y="195579"/>
                  </a:moveTo>
                  <a:lnTo>
                    <a:pt x="2922904" y="196850"/>
                  </a:lnTo>
                </a:path>
                <a:path w="2922904" h="1624330">
                  <a:moveTo>
                    <a:pt x="2922904" y="197484"/>
                  </a:moveTo>
                  <a:lnTo>
                    <a:pt x="2922904" y="198754"/>
                  </a:lnTo>
                </a:path>
                <a:path w="2922904" h="1624330">
                  <a:moveTo>
                    <a:pt x="2922904" y="198754"/>
                  </a:moveTo>
                  <a:lnTo>
                    <a:pt x="2922904" y="200659"/>
                  </a:lnTo>
                </a:path>
                <a:path w="2922904" h="1624330">
                  <a:moveTo>
                    <a:pt x="2922904" y="200659"/>
                  </a:moveTo>
                  <a:lnTo>
                    <a:pt x="2922904" y="201929"/>
                  </a:lnTo>
                </a:path>
                <a:path w="2922904" h="1624330">
                  <a:moveTo>
                    <a:pt x="2922904" y="202565"/>
                  </a:moveTo>
                  <a:lnTo>
                    <a:pt x="2922904" y="203834"/>
                  </a:lnTo>
                </a:path>
                <a:path w="2922904" h="1624330">
                  <a:moveTo>
                    <a:pt x="2922904" y="204470"/>
                  </a:moveTo>
                  <a:lnTo>
                    <a:pt x="2922904" y="205740"/>
                  </a:lnTo>
                </a:path>
                <a:path w="2922904" h="1624330">
                  <a:moveTo>
                    <a:pt x="2922904" y="206375"/>
                  </a:moveTo>
                  <a:lnTo>
                    <a:pt x="2922904" y="207645"/>
                  </a:lnTo>
                </a:path>
                <a:path w="2922904" h="1624330">
                  <a:moveTo>
                    <a:pt x="2922904" y="207645"/>
                  </a:moveTo>
                  <a:lnTo>
                    <a:pt x="2922904" y="209550"/>
                  </a:lnTo>
                </a:path>
                <a:path w="2922904" h="1624330">
                  <a:moveTo>
                    <a:pt x="2922904" y="209550"/>
                  </a:moveTo>
                  <a:lnTo>
                    <a:pt x="2922904" y="210820"/>
                  </a:lnTo>
                </a:path>
                <a:path w="2922904" h="1624330">
                  <a:moveTo>
                    <a:pt x="2922904" y="211454"/>
                  </a:moveTo>
                  <a:lnTo>
                    <a:pt x="2922904" y="212725"/>
                  </a:lnTo>
                </a:path>
                <a:path w="2922904" h="1624330">
                  <a:moveTo>
                    <a:pt x="2922904" y="213359"/>
                  </a:moveTo>
                  <a:lnTo>
                    <a:pt x="2922904" y="214629"/>
                  </a:lnTo>
                </a:path>
                <a:path w="2922904" h="1624330">
                  <a:moveTo>
                    <a:pt x="2922904" y="215265"/>
                  </a:moveTo>
                  <a:lnTo>
                    <a:pt x="2922904" y="216534"/>
                  </a:lnTo>
                </a:path>
                <a:path w="2922904" h="1624330">
                  <a:moveTo>
                    <a:pt x="2922904" y="216534"/>
                  </a:moveTo>
                  <a:lnTo>
                    <a:pt x="2922904" y="218440"/>
                  </a:lnTo>
                </a:path>
                <a:path w="2922904" h="1624330">
                  <a:moveTo>
                    <a:pt x="2922904" y="218440"/>
                  </a:moveTo>
                  <a:lnTo>
                    <a:pt x="2922904" y="219709"/>
                  </a:lnTo>
                </a:path>
                <a:path w="2922904" h="1624330">
                  <a:moveTo>
                    <a:pt x="2922904" y="220345"/>
                  </a:moveTo>
                  <a:lnTo>
                    <a:pt x="2922904" y="221615"/>
                  </a:lnTo>
                </a:path>
                <a:path w="2922904" h="1624330">
                  <a:moveTo>
                    <a:pt x="2922904" y="222250"/>
                  </a:moveTo>
                  <a:lnTo>
                    <a:pt x="2922904" y="223520"/>
                  </a:lnTo>
                </a:path>
                <a:path w="2922904" h="1624330">
                  <a:moveTo>
                    <a:pt x="2922904" y="224154"/>
                  </a:moveTo>
                  <a:lnTo>
                    <a:pt x="2922904" y="225425"/>
                  </a:lnTo>
                </a:path>
                <a:path w="2922904" h="1624330">
                  <a:moveTo>
                    <a:pt x="2922904" y="225425"/>
                  </a:moveTo>
                  <a:lnTo>
                    <a:pt x="2922904" y="227329"/>
                  </a:lnTo>
                </a:path>
                <a:path w="2922904" h="1624330">
                  <a:moveTo>
                    <a:pt x="2922904" y="227329"/>
                  </a:moveTo>
                  <a:lnTo>
                    <a:pt x="2922904" y="228600"/>
                  </a:lnTo>
                </a:path>
                <a:path w="2922904" h="1624330">
                  <a:moveTo>
                    <a:pt x="2922904" y="229234"/>
                  </a:moveTo>
                  <a:lnTo>
                    <a:pt x="2922904" y="230504"/>
                  </a:lnTo>
                </a:path>
                <a:path w="2922904" h="1624330">
                  <a:moveTo>
                    <a:pt x="2922904" y="231140"/>
                  </a:moveTo>
                  <a:lnTo>
                    <a:pt x="2922904" y="232409"/>
                  </a:lnTo>
                </a:path>
                <a:path w="2922904" h="1624330">
                  <a:moveTo>
                    <a:pt x="2922904" y="233045"/>
                  </a:moveTo>
                  <a:lnTo>
                    <a:pt x="2922904" y="234315"/>
                  </a:lnTo>
                </a:path>
                <a:path w="2922904" h="1624330">
                  <a:moveTo>
                    <a:pt x="2922904" y="234315"/>
                  </a:moveTo>
                  <a:lnTo>
                    <a:pt x="2922904" y="236220"/>
                  </a:lnTo>
                </a:path>
                <a:path w="2922904" h="1624330">
                  <a:moveTo>
                    <a:pt x="2922904" y="236220"/>
                  </a:moveTo>
                  <a:lnTo>
                    <a:pt x="2922904" y="237490"/>
                  </a:lnTo>
                </a:path>
                <a:path w="2922904" h="1624330">
                  <a:moveTo>
                    <a:pt x="2922904" y="238125"/>
                  </a:moveTo>
                  <a:lnTo>
                    <a:pt x="2922904" y="239395"/>
                  </a:lnTo>
                </a:path>
                <a:path w="2922904" h="1624330">
                  <a:moveTo>
                    <a:pt x="2922904" y="240029"/>
                  </a:moveTo>
                  <a:lnTo>
                    <a:pt x="2922904" y="241300"/>
                  </a:lnTo>
                </a:path>
                <a:path w="2922904" h="1624330">
                  <a:moveTo>
                    <a:pt x="2922904" y="241934"/>
                  </a:moveTo>
                  <a:lnTo>
                    <a:pt x="2922904" y="243204"/>
                  </a:lnTo>
                </a:path>
                <a:path w="2922904" h="1624330">
                  <a:moveTo>
                    <a:pt x="2922904" y="243204"/>
                  </a:moveTo>
                  <a:lnTo>
                    <a:pt x="2922904" y="245109"/>
                  </a:lnTo>
                </a:path>
                <a:path w="2922904" h="1624330">
                  <a:moveTo>
                    <a:pt x="2922904" y="245109"/>
                  </a:moveTo>
                  <a:lnTo>
                    <a:pt x="2922904" y="246379"/>
                  </a:lnTo>
                </a:path>
                <a:path w="2922904" h="1624330">
                  <a:moveTo>
                    <a:pt x="2922904" y="247015"/>
                  </a:moveTo>
                  <a:lnTo>
                    <a:pt x="2922904" y="248284"/>
                  </a:lnTo>
                </a:path>
                <a:path w="2922904" h="1624330">
                  <a:moveTo>
                    <a:pt x="2922904" y="248920"/>
                  </a:moveTo>
                  <a:lnTo>
                    <a:pt x="2922904" y="250190"/>
                  </a:lnTo>
                </a:path>
                <a:path w="2922904" h="1624330">
                  <a:moveTo>
                    <a:pt x="2922904" y="250825"/>
                  </a:moveTo>
                  <a:lnTo>
                    <a:pt x="2922904" y="252095"/>
                  </a:lnTo>
                </a:path>
                <a:path w="2922904" h="1624330">
                  <a:moveTo>
                    <a:pt x="2922904" y="252095"/>
                  </a:moveTo>
                  <a:lnTo>
                    <a:pt x="2922904" y="254000"/>
                  </a:lnTo>
                </a:path>
                <a:path w="2922904" h="1624330">
                  <a:moveTo>
                    <a:pt x="2922904" y="254000"/>
                  </a:moveTo>
                  <a:lnTo>
                    <a:pt x="2922904" y="255270"/>
                  </a:lnTo>
                </a:path>
                <a:path w="2922904" h="1624330">
                  <a:moveTo>
                    <a:pt x="2922904" y="255904"/>
                  </a:moveTo>
                  <a:lnTo>
                    <a:pt x="2922904" y="257175"/>
                  </a:lnTo>
                </a:path>
                <a:path w="2922904" h="1624330">
                  <a:moveTo>
                    <a:pt x="2922904" y="257809"/>
                  </a:moveTo>
                  <a:lnTo>
                    <a:pt x="2922904" y="259079"/>
                  </a:lnTo>
                </a:path>
                <a:path w="2922904" h="1624330">
                  <a:moveTo>
                    <a:pt x="2922904" y="259715"/>
                  </a:moveTo>
                  <a:lnTo>
                    <a:pt x="2922904" y="260984"/>
                  </a:lnTo>
                </a:path>
                <a:path w="2922904" h="1624330">
                  <a:moveTo>
                    <a:pt x="2922904" y="260984"/>
                  </a:moveTo>
                  <a:lnTo>
                    <a:pt x="2922904" y="262890"/>
                  </a:lnTo>
                </a:path>
                <a:path w="2922904" h="1624330">
                  <a:moveTo>
                    <a:pt x="2922904" y="262890"/>
                  </a:moveTo>
                  <a:lnTo>
                    <a:pt x="2922904" y="264159"/>
                  </a:lnTo>
                </a:path>
                <a:path w="2922904" h="1624330">
                  <a:moveTo>
                    <a:pt x="2922904" y="264795"/>
                  </a:moveTo>
                  <a:lnTo>
                    <a:pt x="2922904" y="266065"/>
                  </a:lnTo>
                </a:path>
                <a:path w="2922904" h="1624330">
                  <a:moveTo>
                    <a:pt x="2922904" y="266700"/>
                  </a:moveTo>
                  <a:lnTo>
                    <a:pt x="2922904" y="267970"/>
                  </a:lnTo>
                </a:path>
                <a:path w="2922904" h="1624330">
                  <a:moveTo>
                    <a:pt x="2922904" y="268604"/>
                  </a:moveTo>
                  <a:lnTo>
                    <a:pt x="2922904" y="269875"/>
                  </a:lnTo>
                </a:path>
                <a:path w="2922904" h="1624330">
                  <a:moveTo>
                    <a:pt x="2922904" y="269875"/>
                  </a:moveTo>
                  <a:lnTo>
                    <a:pt x="2922904" y="271779"/>
                  </a:lnTo>
                </a:path>
                <a:path w="2922904" h="1624330">
                  <a:moveTo>
                    <a:pt x="2922904" y="271779"/>
                  </a:moveTo>
                  <a:lnTo>
                    <a:pt x="2922904" y="273050"/>
                  </a:lnTo>
                </a:path>
                <a:path w="2922904" h="1624330">
                  <a:moveTo>
                    <a:pt x="2922904" y="273684"/>
                  </a:moveTo>
                  <a:lnTo>
                    <a:pt x="2922904" y="274954"/>
                  </a:lnTo>
                </a:path>
                <a:path w="2922904" h="1624330">
                  <a:moveTo>
                    <a:pt x="2922904" y="275590"/>
                  </a:moveTo>
                  <a:lnTo>
                    <a:pt x="2922904" y="276859"/>
                  </a:lnTo>
                </a:path>
                <a:path w="2922904" h="1624330">
                  <a:moveTo>
                    <a:pt x="2922904" y="277495"/>
                  </a:moveTo>
                  <a:lnTo>
                    <a:pt x="2922904" y="278765"/>
                  </a:lnTo>
                </a:path>
                <a:path w="2922904" h="1624330">
                  <a:moveTo>
                    <a:pt x="2922904" y="278765"/>
                  </a:moveTo>
                  <a:lnTo>
                    <a:pt x="2922904" y="280670"/>
                  </a:lnTo>
                </a:path>
                <a:path w="2922904" h="1624330">
                  <a:moveTo>
                    <a:pt x="2922904" y="280670"/>
                  </a:moveTo>
                  <a:lnTo>
                    <a:pt x="2922904" y="281940"/>
                  </a:lnTo>
                </a:path>
                <a:path w="2922904" h="1624330">
                  <a:moveTo>
                    <a:pt x="2922904" y="282575"/>
                  </a:moveTo>
                  <a:lnTo>
                    <a:pt x="2922904" y="283845"/>
                  </a:lnTo>
                </a:path>
                <a:path w="2922904" h="1624330">
                  <a:moveTo>
                    <a:pt x="2922904" y="284479"/>
                  </a:moveTo>
                  <a:lnTo>
                    <a:pt x="2922904" y="285750"/>
                  </a:lnTo>
                </a:path>
                <a:path w="2922904" h="1624330">
                  <a:moveTo>
                    <a:pt x="2922904" y="286384"/>
                  </a:moveTo>
                  <a:lnTo>
                    <a:pt x="2922904" y="287654"/>
                  </a:lnTo>
                </a:path>
                <a:path w="2922904" h="1624330">
                  <a:moveTo>
                    <a:pt x="2922904" y="287654"/>
                  </a:moveTo>
                  <a:lnTo>
                    <a:pt x="2922904" y="289559"/>
                  </a:lnTo>
                </a:path>
                <a:path w="2922904" h="1624330">
                  <a:moveTo>
                    <a:pt x="2922904" y="289559"/>
                  </a:moveTo>
                  <a:lnTo>
                    <a:pt x="2922904" y="290829"/>
                  </a:lnTo>
                </a:path>
                <a:path w="2922904" h="1624330">
                  <a:moveTo>
                    <a:pt x="2922904" y="291465"/>
                  </a:moveTo>
                  <a:lnTo>
                    <a:pt x="2922904" y="292734"/>
                  </a:lnTo>
                </a:path>
                <a:path w="2922904" h="1624330">
                  <a:moveTo>
                    <a:pt x="2922904" y="293370"/>
                  </a:moveTo>
                  <a:lnTo>
                    <a:pt x="2922904" y="294640"/>
                  </a:lnTo>
                </a:path>
                <a:path w="2922904" h="1624330">
                  <a:moveTo>
                    <a:pt x="2922904" y="295275"/>
                  </a:moveTo>
                  <a:lnTo>
                    <a:pt x="2922904" y="296545"/>
                  </a:lnTo>
                </a:path>
                <a:path w="2922904" h="1624330">
                  <a:moveTo>
                    <a:pt x="2922904" y="296545"/>
                  </a:moveTo>
                  <a:lnTo>
                    <a:pt x="2922904" y="298450"/>
                  </a:lnTo>
                </a:path>
                <a:path w="2922904" h="1624330">
                  <a:moveTo>
                    <a:pt x="2922904" y="298450"/>
                  </a:moveTo>
                  <a:lnTo>
                    <a:pt x="2922904" y="299720"/>
                  </a:lnTo>
                </a:path>
                <a:path w="2922904" h="1624330">
                  <a:moveTo>
                    <a:pt x="2922904" y="300354"/>
                  </a:moveTo>
                  <a:lnTo>
                    <a:pt x="2922904" y="301625"/>
                  </a:lnTo>
                </a:path>
                <a:path w="2922904" h="1624330">
                  <a:moveTo>
                    <a:pt x="2922904" y="302259"/>
                  </a:moveTo>
                  <a:lnTo>
                    <a:pt x="2922904" y="303529"/>
                  </a:lnTo>
                </a:path>
                <a:path w="2922904" h="1624330">
                  <a:moveTo>
                    <a:pt x="2922904" y="304165"/>
                  </a:moveTo>
                  <a:lnTo>
                    <a:pt x="2922904" y="305434"/>
                  </a:lnTo>
                </a:path>
                <a:path w="2922904" h="1624330">
                  <a:moveTo>
                    <a:pt x="2922904" y="305434"/>
                  </a:moveTo>
                  <a:lnTo>
                    <a:pt x="2922904" y="307340"/>
                  </a:lnTo>
                </a:path>
                <a:path w="2922904" h="1624330">
                  <a:moveTo>
                    <a:pt x="2922904" y="307340"/>
                  </a:moveTo>
                  <a:lnTo>
                    <a:pt x="2922904" y="308609"/>
                  </a:lnTo>
                </a:path>
                <a:path w="2922904" h="1624330">
                  <a:moveTo>
                    <a:pt x="2922904" y="309245"/>
                  </a:moveTo>
                  <a:lnTo>
                    <a:pt x="2922904" y="310515"/>
                  </a:lnTo>
                </a:path>
                <a:path w="2922904" h="1624330">
                  <a:moveTo>
                    <a:pt x="2922904" y="311150"/>
                  </a:moveTo>
                  <a:lnTo>
                    <a:pt x="2922904" y="312420"/>
                  </a:lnTo>
                </a:path>
                <a:path w="2922904" h="1624330">
                  <a:moveTo>
                    <a:pt x="2922904" y="313054"/>
                  </a:moveTo>
                  <a:lnTo>
                    <a:pt x="2922904" y="314325"/>
                  </a:lnTo>
                </a:path>
                <a:path w="2922904" h="1624330">
                  <a:moveTo>
                    <a:pt x="2922904" y="314325"/>
                  </a:moveTo>
                  <a:lnTo>
                    <a:pt x="2922904" y="316229"/>
                  </a:lnTo>
                </a:path>
                <a:path w="2922904" h="1624330">
                  <a:moveTo>
                    <a:pt x="2922904" y="316229"/>
                  </a:moveTo>
                  <a:lnTo>
                    <a:pt x="2922904" y="317500"/>
                  </a:lnTo>
                </a:path>
                <a:path w="2922904" h="1624330">
                  <a:moveTo>
                    <a:pt x="2922904" y="318134"/>
                  </a:moveTo>
                  <a:lnTo>
                    <a:pt x="2922904" y="319404"/>
                  </a:lnTo>
                </a:path>
                <a:path w="2922904" h="1624330">
                  <a:moveTo>
                    <a:pt x="2922904" y="320040"/>
                  </a:moveTo>
                  <a:lnTo>
                    <a:pt x="2922904" y="321309"/>
                  </a:lnTo>
                </a:path>
                <a:path w="2922904" h="1624330">
                  <a:moveTo>
                    <a:pt x="2922904" y="321945"/>
                  </a:moveTo>
                  <a:lnTo>
                    <a:pt x="2922904" y="323215"/>
                  </a:lnTo>
                </a:path>
                <a:path w="2922904" h="1624330">
                  <a:moveTo>
                    <a:pt x="2922904" y="323215"/>
                  </a:moveTo>
                  <a:lnTo>
                    <a:pt x="2922904" y="325120"/>
                  </a:lnTo>
                </a:path>
                <a:path w="2922904" h="1624330">
                  <a:moveTo>
                    <a:pt x="2922904" y="325120"/>
                  </a:moveTo>
                  <a:lnTo>
                    <a:pt x="2922904" y="326390"/>
                  </a:lnTo>
                </a:path>
                <a:path w="2922904" h="1624330">
                  <a:moveTo>
                    <a:pt x="2922904" y="327025"/>
                  </a:moveTo>
                  <a:lnTo>
                    <a:pt x="2922904" y="328295"/>
                  </a:lnTo>
                </a:path>
                <a:path w="2922904" h="1624330">
                  <a:moveTo>
                    <a:pt x="2922904" y="328929"/>
                  </a:moveTo>
                  <a:lnTo>
                    <a:pt x="2922904" y="330200"/>
                  </a:lnTo>
                </a:path>
                <a:path w="2922904" h="1624330">
                  <a:moveTo>
                    <a:pt x="2922904" y="330834"/>
                  </a:moveTo>
                  <a:lnTo>
                    <a:pt x="2922904" y="332104"/>
                  </a:lnTo>
                </a:path>
                <a:path w="2922904" h="1624330">
                  <a:moveTo>
                    <a:pt x="2922904" y="332104"/>
                  </a:moveTo>
                  <a:lnTo>
                    <a:pt x="2922904" y="334009"/>
                  </a:lnTo>
                </a:path>
                <a:path w="2922904" h="1624330">
                  <a:moveTo>
                    <a:pt x="2922904" y="334009"/>
                  </a:moveTo>
                  <a:lnTo>
                    <a:pt x="2922904" y="335279"/>
                  </a:lnTo>
                </a:path>
                <a:path w="2922904" h="1624330">
                  <a:moveTo>
                    <a:pt x="2922904" y="335915"/>
                  </a:moveTo>
                  <a:lnTo>
                    <a:pt x="2922904" y="337184"/>
                  </a:lnTo>
                </a:path>
                <a:path w="2922904" h="1624330">
                  <a:moveTo>
                    <a:pt x="2922904" y="337820"/>
                  </a:moveTo>
                  <a:lnTo>
                    <a:pt x="2922904" y="339090"/>
                  </a:lnTo>
                </a:path>
                <a:path w="2922904" h="1624330">
                  <a:moveTo>
                    <a:pt x="2922904" y="339725"/>
                  </a:moveTo>
                  <a:lnTo>
                    <a:pt x="2922904" y="340995"/>
                  </a:lnTo>
                </a:path>
                <a:path w="2922904" h="1624330">
                  <a:moveTo>
                    <a:pt x="2922904" y="340995"/>
                  </a:moveTo>
                  <a:lnTo>
                    <a:pt x="2922904" y="342900"/>
                  </a:lnTo>
                </a:path>
                <a:path w="2922904" h="1624330">
                  <a:moveTo>
                    <a:pt x="2922904" y="342900"/>
                  </a:moveTo>
                  <a:lnTo>
                    <a:pt x="2922904" y="344170"/>
                  </a:lnTo>
                </a:path>
                <a:path w="2922904" h="1624330">
                  <a:moveTo>
                    <a:pt x="2922904" y="344804"/>
                  </a:moveTo>
                  <a:lnTo>
                    <a:pt x="2922904" y="346075"/>
                  </a:lnTo>
                </a:path>
                <a:path w="2922904" h="1624330">
                  <a:moveTo>
                    <a:pt x="2922904" y="346709"/>
                  </a:moveTo>
                  <a:lnTo>
                    <a:pt x="2922904" y="347979"/>
                  </a:lnTo>
                </a:path>
                <a:path w="2922904" h="1624330">
                  <a:moveTo>
                    <a:pt x="2922904" y="348615"/>
                  </a:moveTo>
                  <a:lnTo>
                    <a:pt x="2922904" y="349884"/>
                  </a:lnTo>
                </a:path>
                <a:path w="2922904" h="1624330">
                  <a:moveTo>
                    <a:pt x="2922904" y="349884"/>
                  </a:moveTo>
                  <a:lnTo>
                    <a:pt x="2922904" y="351790"/>
                  </a:lnTo>
                </a:path>
                <a:path w="2922904" h="1624330">
                  <a:moveTo>
                    <a:pt x="2922904" y="351790"/>
                  </a:moveTo>
                  <a:lnTo>
                    <a:pt x="2922904" y="353059"/>
                  </a:lnTo>
                </a:path>
                <a:path w="2922904" h="1624330">
                  <a:moveTo>
                    <a:pt x="2922904" y="353695"/>
                  </a:moveTo>
                  <a:lnTo>
                    <a:pt x="2922904" y="354965"/>
                  </a:lnTo>
                </a:path>
                <a:path w="2922904" h="1624330">
                  <a:moveTo>
                    <a:pt x="2922904" y="355600"/>
                  </a:moveTo>
                  <a:lnTo>
                    <a:pt x="2922904" y="356870"/>
                  </a:lnTo>
                </a:path>
                <a:path w="2922904" h="1624330">
                  <a:moveTo>
                    <a:pt x="2922904" y="357504"/>
                  </a:moveTo>
                  <a:lnTo>
                    <a:pt x="2922904" y="358775"/>
                  </a:lnTo>
                </a:path>
                <a:path w="2922904" h="1624330">
                  <a:moveTo>
                    <a:pt x="2922904" y="358775"/>
                  </a:moveTo>
                  <a:lnTo>
                    <a:pt x="2922904" y="360679"/>
                  </a:lnTo>
                </a:path>
                <a:path w="2922904" h="1624330">
                  <a:moveTo>
                    <a:pt x="2922904" y="360679"/>
                  </a:moveTo>
                  <a:lnTo>
                    <a:pt x="2922904" y="361950"/>
                  </a:lnTo>
                </a:path>
                <a:path w="2922904" h="1624330">
                  <a:moveTo>
                    <a:pt x="2922904" y="362584"/>
                  </a:moveTo>
                  <a:lnTo>
                    <a:pt x="2922904" y="363854"/>
                  </a:lnTo>
                </a:path>
                <a:path w="2922904" h="1624330">
                  <a:moveTo>
                    <a:pt x="2922904" y="364490"/>
                  </a:moveTo>
                  <a:lnTo>
                    <a:pt x="2922904" y="365759"/>
                  </a:lnTo>
                </a:path>
                <a:path w="2922904" h="1624330">
                  <a:moveTo>
                    <a:pt x="2922904" y="366395"/>
                  </a:moveTo>
                  <a:lnTo>
                    <a:pt x="2922904" y="367665"/>
                  </a:lnTo>
                </a:path>
                <a:path w="2922904" h="1624330">
                  <a:moveTo>
                    <a:pt x="2922904" y="367665"/>
                  </a:moveTo>
                  <a:lnTo>
                    <a:pt x="2922904" y="369570"/>
                  </a:lnTo>
                </a:path>
                <a:path w="2922904" h="1624330">
                  <a:moveTo>
                    <a:pt x="2922904" y="369570"/>
                  </a:moveTo>
                  <a:lnTo>
                    <a:pt x="2922904" y="370840"/>
                  </a:lnTo>
                </a:path>
                <a:path w="2922904" h="1624330">
                  <a:moveTo>
                    <a:pt x="2922904" y="371475"/>
                  </a:moveTo>
                  <a:lnTo>
                    <a:pt x="2922904" y="372745"/>
                  </a:lnTo>
                </a:path>
                <a:path w="2922904" h="1624330">
                  <a:moveTo>
                    <a:pt x="2922904" y="373379"/>
                  </a:moveTo>
                  <a:lnTo>
                    <a:pt x="2922904" y="374650"/>
                  </a:lnTo>
                </a:path>
                <a:path w="2922904" h="1624330">
                  <a:moveTo>
                    <a:pt x="2922904" y="375284"/>
                  </a:moveTo>
                  <a:lnTo>
                    <a:pt x="2922904" y="376554"/>
                  </a:lnTo>
                </a:path>
                <a:path w="2922904" h="1624330">
                  <a:moveTo>
                    <a:pt x="2922904" y="376554"/>
                  </a:moveTo>
                  <a:lnTo>
                    <a:pt x="2922904" y="378459"/>
                  </a:lnTo>
                </a:path>
                <a:path w="2922904" h="1624330">
                  <a:moveTo>
                    <a:pt x="2922904" y="378459"/>
                  </a:moveTo>
                  <a:lnTo>
                    <a:pt x="2922904" y="379729"/>
                  </a:lnTo>
                </a:path>
                <a:path w="2922904" h="1624330">
                  <a:moveTo>
                    <a:pt x="2922904" y="380365"/>
                  </a:moveTo>
                  <a:lnTo>
                    <a:pt x="2922904" y="381634"/>
                  </a:lnTo>
                </a:path>
                <a:path w="2922904" h="1624330">
                  <a:moveTo>
                    <a:pt x="2922904" y="382270"/>
                  </a:moveTo>
                  <a:lnTo>
                    <a:pt x="2922904" y="383540"/>
                  </a:lnTo>
                </a:path>
                <a:path w="2922904" h="1624330">
                  <a:moveTo>
                    <a:pt x="2922904" y="384175"/>
                  </a:moveTo>
                  <a:lnTo>
                    <a:pt x="2922904" y="385445"/>
                  </a:lnTo>
                </a:path>
                <a:path w="2922904" h="1624330">
                  <a:moveTo>
                    <a:pt x="2922904" y="385445"/>
                  </a:moveTo>
                  <a:lnTo>
                    <a:pt x="2922904" y="387350"/>
                  </a:lnTo>
                </a:path>
                <a:path w="2922904" h="1624330">
                  <a:moveTo>
                    <a:pt x="2922904" y="387350"/>
                  </a:moveTo>
                  <a:lnTo>
                    <a:pt x="2922904" y="388620"/>
                  </a:lnTo>
                </a:path>
                <a:path w="2922904" h="1624330">
                  <a:moveTo>
                    <a:pt x="2922904" y="389254"/>
                  </a:moveTo>
                  <a:lnTo>
                    <a:pt x="2922904" y="390525"/>
                  </a:lnTo>
                </a:path>
                <a:path w="2922904" h="1624330">
                  <a:moveTo>
                    <a:pt x="2922904" y="391159"/>
                  </a:moveTo>
                  <a:lnTo>
                    <a:pt x="2922904" y="392429"/>
                  </a:lnTo>
                </a:path>
                <a:path w="2922904" h="1624330">
                  <a:moveTo>
                    <a:pt x="2922904" y="393065"/>
                  </a:moveTo>
                  <a:lnTo>
                    <a:pt x="2922904" y="394334"/>
                  </a:lnTo>
                </a:path>
                <a:path w="2922904" h="1624330">
                  <a:moveTo>
                    <a:pt x="2922904" y="394334"/>
                  </a:moveTo>
                  <a:lnTo>
                    <a:pt x="2922904" y="396240"/>
                  </a:lnTo>
                </a:path>
                <a:path w="2922904" h="1624330">
                  <a:moveTo>
                    <a:pt x="2922904" y="396240"/>
                  </a:moveTo>
                  <a:lnTo>
                    <a:pt x="2922904" y="397509"/>
                  </a:lnTo>
                </a:path>
                <a:path w="2922904" h="1624330">
                  <a:moveTo>
                    <a:pt x="2922904" y="398145"/>
                  </a:moveTo>
                  <a:lnTo>
                    <a:pt x="2922904" y="399415"/>
                  </a:lnTo>
                </a:path>
                <a:path w="2922904" h="1624330">
                  <a:moveTo>
                    <a:pt x="2922904" y="400050"/>
                  </a:moveTo>
                  <a:lnTo>
                    <a:pt x="2922904" y="401320"/>
                  </a:lnTo>
                </a:path>
                <a:path w="2922904" h="1624330">
                  <a:moveTo>
                    <a:pt x="2922904" y="401954"/>
                  </a:moveTo>
                  <a:lnTo>
                    <a:pt x="2922904" y="403225"/>
                  </a:lnTo>
                </a:path>
                <a:path w="2922904" h="1624330">
                  <a:moveTo>
                    <a:pt x="2922904" y="403225"/>
                  </a:moveTo>
                  <a:lnTo>
                    <a:pt x="2922904" y="405129"/>
                  </a:lnTo>
                </a:path>
                <a:path w="2922904" h="1624330">
                  <a:moveTo>
                    <a:pt x="2922904" y="405129"/>
                  </a:moveTo>
                  <a:lnTo>
                    <a:pt x="2922904" y="406400"/>
                  </a:lnTo>
                </a:path>
                <a:path w="2922904" h="1624330">
                  <a:moveTo>
                    <a:pt x="2922904" y="407034"/>
                  </a:moveTo>
                  <a:lnTo>
                    <a:pt x="2922904" y="408304"/>
                  </a:lnTo>
                </a:path>
                <a:path w="2922904" h="1624330">
                  <a:moveTo>
                    <a:pt x="2922904" y="408940"/>
                  </a:moveTo>
                  <a:lnTo>
                    <a:pt x="2922904" y="410209"/>
                  </a:lnTo>
                </a:path>
                <a:path w="2922904" h="1624330">
                  <a:moveTo>
                    <a:pt x="2922904" y="410845"/>
                  </a:moveTo>
                  <a:lnTo>
                    <a:pt x="2922904" y="412115"/>
                  </a:lnTo>
                </a:path>
                <a:path w="2922904" h="1624330">
                  <a:moveTo>
                    <a:pt x="2922904" y="412115"/>
                  </a:moveTo>
                  <a:lnTo>
                    <a:pt x="2922904" y="414020"/>
                  </a:lnTo>
                </a:path>
                <a:path w="2922904" h="1624330">
                  <a:moveTo>
                    <a:pt x="2922904" y="414020"/>
                  </a:moveTo>
                  <a:lnTo>
                    <a:pt x="2922904" y="415290"/>
                  </a:lnTo>
                </a:path>
                <a:path w="2922904" h="1624330">
                  <a:moveTo>
                    <a:pt x="2922904" y="415925"/>
                  </a:moveTo>
                  <a:lnTo>
                    <a:pt x="2922904" y="417195"/>
                  </a:lnTo>
                </a:path>
                <a:path w="2922904" h="1624330">
                  <a:moveTo>
                    <a:pt x="2922904" y="417829"/>
                  </a:moveTo>
                  <a:lnTo>
                    <a:pt x="2922904" y="419100"/>
                  </a:lnTo>
                </a:path>
                <a:path w="2922904" h="1624330">
                  <a:moveTo>
                    <a:pt x="2922904" y="419734"/>
                  </a:moveTo>
                  <a:lnTo>
                    <a:pt x="2922904" y="421004"/>
                  </a:lnTo>
                </a:path>
                <a:path w="2922904" h="1624330">
                  <a:moveTo>
                    <a:pt x="2922904" y="421004"/>
                  </a:moveTo>
                  <a:lnTo>
                    <a:pt x="2922904" y="422909"/>
                  </a:lnTo>
                </a:path>
                <a:path w="2922904" h="1624330">
                  <a:moveTo>
                    <a:pt x="2922904" y="422909"/>
                  </a:moveTo>
                  <a:lnTo>
                    <a:pt x="2922904" y="424179"/>
                  </a:lnTo>
                </a:path>
                <a:path w="2922904" h="1624330">
                  <a:moveTo>
                    <a:pt x="2922904" y="424815"/>
                  </a:moveTo>
                  <a:lnTo>
                    <a:pt x="2922904" y="426084"/>
                  </a:lnTo>
                </a:path>
                <a:path w="2922904" h="1624330">
                  <a:moveTo>
                    <a:pt x="2922904" y="426720"/>
                  </a:moveTo>
                  <a:lnTo>
                    <a:pt x="2922904" y="427990"/>
                  </a:lnTo>
                </a:path>
                <a:path w="2922904" h="1624330">
                  <a:moveTo>
                    <a:pt x="2922904" y="428625"/>
                  </a:moveTo>
                  <a:lnTo>
                    <a:pt x="2922904" y="429895"/>
                  </a:lnTo>
                </a:path>
                <a:path w="2922904" h="1624330">
                  <a:moveTo>
                    <a:pt x="2922904" y="429895"/>
                  </a:moveTo>
                  <a:lnTo>
                    <a:pt x="2922904" y="431800"/>
                  </a:lnTo>
                </a:path>
                <a:path w="2922904" h="1624330">
                  <a:moveTo>
                    <a:pt x="2922904" y="431800"/>
                  </a:moveTo>
                  <a:lnTo>
                    <a:pt x="2922904" y="433070"/>
                  </a:lnTo>
                </a:path>
                <a:path w="2922904" h="1624330">
                  <a:moveTo>
                    <a:pt x="2922904" y="433704"/>
                  </a:moveTo>
                  <a:lnTo>
                    <a:pt x="2922904" y="434975"/>
                  </a:lnTo>
                </a:path>
                <a:path w="2922904" h="1624330">
                  <a:moveTo>
                    <a:pt x="2922904" y="435609"/>
                  </a:moveTo>
                  <a:lnTo>
                    <a:pt x="2922904" y="436879"/>
                  </a:lnTo>
                </a:path>
                <a:path w="2922904" h="1624330">
                  <a:moveTo>
                    <a:pt x="2922904" y="437515"/>
                  </a:moveTo>
                  <a:lnTo>
                    <a:pt x="2922904" y="438784"/>
                  </a:lnTo>
                </a:path>
                <a:path w="2922904" h="1624330">
                  <a:moveTo>
                    <a:pt x="2922904" y="438784"/>
                  </a:moveTo>
                  <a:lnTo>
                    <a:pt x="2922904" y="440690"/>
                  </a:lnTo>
                </a:path>
                <a:path w="2922904" h="1624330">
                  <a:moveTo>
                    <a:pt x="2922904" y="440690"/>
                  </a:moveTo>
                  <a:lnTo>
                    <a:pt x="2922904" y="441959"/>
                  </a:lnTo>
                </a:path>
                <a:path w="2922904" h="1624330">
                  <a:moveTo>
                    <a:pt x="2922904" y="442595"/>
                  </a:moveTo>
                  <a:lnTo>
                    <a:pt x="2922904" y="443865"/>
                  </a:lnTo>
                </a:path>
                <a:path w="2922904" h="1624330">
                  <a:moveTo>
                    <a:pt x="2922904" y="444500"/>
                  </a:moveTo>
                  <a:lnTo>
                    <a:pt x="2922904" y="445770"/>
                  </a:lnTo>
                </a:path>
                <a:path w="2922904" h="1624330">
                  <a:moveTo>
                    <a:pt x="2922904" y="446404"/>
                  </a:moveTo>
                  <a:lnTo>
                    <a:pt x="2922904" y="447675"/>
                  </a:lnTo>
                </a:path>
                <a:path w="2922904" h="1624330">
                  <a:moveTo>
                    <a:pt x="2922904" y="447675"/>
                  </a:moveTo>
                  <a:lnTo>
                    <a:pt x="2922904" y="449579"/>
                  </a:lnTo>
                </a:path>
                <a:path w="2922904" h="1624330">
                  <a:moveTo>
                    <a:pt x="2922904" y="449579"/>
                  </a:moveTo>
                  <a:lnTo>
                    <a:pt x="2922904" y="450850"/>
                  </a:lnTo>
                </a:path>
                <a:path w="2922904" h="1624330">
                  <a:moveTo>
                    <a:pt x="2922904" y="451484"/>
                  </a:moveTo>
                  <a:lnTo>
                    <a:pt x="2922904" y="452754"/>
                  </a:lnTo>
                </a:path>
                <a:path w="2922904" h="1624330">
                  <a:moveTo>
                    <a:pt x="2922904" y="453390"/>
                  </a:moveTo>
                  <a:lnTo>
                    <a:pt x="2922904" y="454659"/>
                  </a:lnTo>
                </a:path>
                <a:path w="2922904" h="1624330">
                  <a:moveTo>
                    <a:pt x="2922904" y="455295"/>
                  </a:moveTo>
                  <a:lnTo>
                    <a:pt x="2922904" y="456565"/>
                  </a:lnTo>
                </a:path>
                <a:path w="2922904" h="1624330">
                  <a:moveTo>
                    <a:pt x="2922904" y="456565"/>
                  </a:moveTo>
                  <a:lnTo>
                    <a:pt x="2922904" y="458470"/>
                  </a:lnTo>
                </a:path>
                <a:path w="2922904" h="1624330">
                  <a:moveTo>
                    <a:pt x="2922904" y="458470"/>
                  </a:moveTo>
                  <a:lnTo>
                    <a:pt x="2922904" y="459740"/>
                  </a:lnTo>
                </a:path>
                <a:path w="2922904" h="1624330">
                  <a:moveTo>
                    <a:pt x="2922904" y="460375"/>
                  </a:moveTo>
                  <a:lnTo>
                    <a:pt x="2922904" y="461645"/>
                  </a:lnTo>
                </a:path>
                <a:path w="2922904" h="1624330">
                  <a:moveTo>
                    <a:pt x="2922904" y="462279"/>
                  </a:moveTo>
                  <a:lnTo>
                    <a:pt x="2922904" y="463550"/>
                  </a:lnTo>
                </a:path>
                <a:path w="2922904" h="1624330">
                  <a:moveTo>
                    <a:pt x="2922904" y="464184"/>
                  </a:moveTo>
                  <a:lnTo>
                    <a:pt x="2922904" y="465454"/>
                  </a:lnTo>
                </a:path>
                <a:path w="2922904" h="1624330">
                  <a:moveTo>
                    <a:pt x="2922904" y="465454"/>
                  </a:moveTo>
                  <a:lnTo>
                    <a:pt x="2922904" y="467359"/>
                  </a:lnTo>
                </a:path>
                <a:path w="2922904" h="1624330">
                  <a:moveTo>
                    <a:pt x="2922904" y="467359"/>
                  </a:moveTo>
                  <a:lnTo>
                    <a:pt x="2922904" y="468629"/>
                  </a:lnTo>
                </a:path>
                <a:path w="2922904" h="1624330">
                  <a:moveTo>
                    <a:pt x="2922904" y="469265"/>
                  </a:moveTo>
                  <a:lnTo>
                    <a:pt x="2922904" y="470534"/>
                  </a:lnTo>
                </a:path>
                <a:path w="2922904" h="1624330">
                  <a:moveTo>
                    <a:pt x="2922904" y="471170"/>
                  </a:moveTo>
                  <a:lnTo>
                    <a:pt x="2922904" y="472440"/>
                  </a:lnTo>
                </a:path>
                <a:path w="2922904" h="1624330">
                  <a:moveTo>
                    <a:pt x="2922904" y="473075"/>
                  </a:moveTo>
                  <a:lnTo>
                    <a:pt x="2922904" y="474345"/>
                  </a:lnTo>
                </a:path>
                <a:path w="2922904" h="1624330">
                  <a:moveTo>
                    <a:pt x="2922904" y="474345"/>
                  </a:moveTo>
                  <a:lnTo>
                    <a:pt x="2922904" y="476250"/>
                  </a:lnTo>
                </a:path>
                <a:path w="2922904" h="1624330">
                  <a:moveTo>
                    <a:pt x="2922904" y="476250"/>
                  </a:moveTo>
                  <a:lnTo>
                    <a:pt x="2922904" y="477520"/>
                  </a:lnTo>
                </a:path>
                <a:path w="2922904" h="1624330">
                  <a:moveTo>
                    <a:pt x="2922904" y="478154"/>
                  </a:moveTo>
                  <a:lnTo>
                    <a:pt x="2922904" y="479425"/>
                  </a:lnTo>
                </a:path>
                <a:path w="2922904" h="1624330">
                  <a:moveTo>
                    <a:pt x="2922904" y="480059"/>
                  </a:moveTo>
                  <a:lnTo>
                    <a:pt x="2922904" y="481329"/>
                  </a:lnTo>
                </a:path>
                <a:path w="2922904" h="1624330">
                  <a:moveTo>
                    <a:pt x="2922904" y="481965"/>
                  </a:moveTo>
                  <a:lnTo>
                    <a:pt x="2922904" y="483234"/>
                  </a:lnTo>
                </a:path>
                <a:path w="2922904" h="1624330">
                  <a:moveTo>
                    <a:pt x="2922904" y="483234"/>
                  </a:moveTo>
                  <a:lnTo>
                    <a:pt x="2922904" y="485140"/>
                  </a:lnTo>
                </a:path>
                <a:path w="2922904" h="1624330">
                  <a:moveTo>
                    <a:pt x="2922904" y="485140"/>
                  </a:moveTo>
                  <a:lnTo>
                    <a:pt x="2922904" y="486409"/>
                  </a:lnTo>
                </a:path>
                <a:path w="2922904" h="1624330">
                  <a:moveTo>
                    <a:pt x="2922904" y="487045"/>
                  </a:moveTo>
                  <a:lnTo>
                    <a:pt x="2922904" y="488315"/>
                  </a:lnTo>
                </a:path>
                <a:path w="2922904" h="1624330">
                  <a:moveTo>
                    <a:pt x="2922904" y="488950"/>
                  </a:moveTo>
                  <a:lnTo>
                    <a:pt x="2922904" y="490220"/>
                  </a:lnTo>
                </a:path>
                <a:path w="2922904" h="1624330">
                  <a:moveTo>
                    <a:pt x="2922904" y="490854"/>
                  </a:moveTo>
                  <a:lnTo>
                    <a:pt x="2922904" y="492125"/>
                  </a:lnTo>
                </a:path>
                <a:path w="2922904" h="1624330">
                  <a:moveTo>
                    <a:pt x="2922904" y="492125"/>
                  </a:moveTo>
                  <a:lnTo>
                    <a:pt x="2922904" y="494029"/>
                  </a:lnTo>
                </a:path>
                <a:path w="2922904" h="1624330">
                  <a:moveTo>
                    <a:pt x="2922904" y="494029"/>
                  </a:moveTo>
                  <a:lnTo>
                    <a:pt x="2922904" y="495300"/>
                  </a:lnTo>
                </a:path>
                <a:path w="2922904" h="1624330">
                  <a:moveTo>
                    <a:pt x="2922904" y="495934"/>
                  </a:moveTo>
                  <a:lnTo>
                    <a:pt x="2922904" y="497204"/>
                  </a:lnTo>
                </a:path>
                <a:path w="2922904" h="1624330">
                  <a:moveTo>
                    <a:pt x="2922904" y="497840"/>
                  </a:moveTo>
                  <a:lnTo>
                    <a:pt x="2922904" y="499109"/>
                  </a:lnTo>
                </a:path>
                <a:path w="2922904" h="1624330">
                  <a:moveTo>
                    <a:pt x="2922904" y="499745"/>
                  </a:moveTo>
                  <a:lnTo>
                    <a:pt x="2922904" y="501015"/>
                  </a:lnTo>
                </a:path>
                <a:path w="2922904" h="1624330">
                  <a:moveTo>
                    <a:pt x="2922904" y="501015"/>
                  </a:moveTo>
                  <a:lnTo>
                    <a:pt x="2922904" y="502920"/>
                  </a:lnTo>
                </a:path>
                <a:path w="2922904" h="1624330">
                  <a:moveTo>
                    <a:pt x="2922904" y="502920"/>
                  </a:moveTo>
                  <a:lnTo>
                    <a:pt x="2922904" y="504190"/>
                  </a:lnTo>
                </a:path>
                <a:path w="2922904" h="1624330">
                  <a:moveTo>
                    <a:pt x="2922904" y="504825"/>
                  </a:moveTo>
                  <a:lnTo>
                    <a:pt x="2922904" y="506095"/>
                  </a:lnTo>
                </a:path>
                <a:path w="2922904" h="1624330">
                  <a:moveTo>
                    <a:pt x="2922904" y="506729"/>
                  </a:moveTo>
                  <a:lnTo>
                    <a:pt x="2922904" y="508000"/>
                  </a:lnTo>
                </a:path>
                <a:path w="2922904" h="1624330">
                  <a:moveTo>
                    <a:pt x="2922904" y="508634"/>
                  </a:moveTo>
                  <a:lnTo>
                    <a:pt x="2922904" y="509904"/>
                  </a:lnTo>
                </a:path>
                <a:path w="2922904" h="1624330">
                  <a:moveTo>
                    <a:pt x="2922904" y="509904"/>
                  </a:moveTo>
                  <a:lnTo>
                    <a:pt x="2922904" y="511809"/>
                  </a:lnTo>
                </a:path>
                <a:path w="2922904" h="1624330">
                  <a:moveTo>
                    <a:pt x="2922904" y="511809"/>
                  </a:moveTo>
                  <a:lnTo>
                    <a:pt x="2922904" y="513079"/>
                  </a:lnTo>
                </a:path>
                <a:path w="2922904" h="1624330">
                  <a:moveTo>
                    <a:pt x="2922904" y="513715"/>
                  </a:moveTo>
                  <a:lnTo>
                    <a:pt x="2922904" y="514984"/>
                  </a:lnTo>
                </a:path>
                <a:path w="2922904" h="1624330">
                  <a:moveTo>
                    <a:pt x="2922904" y="515620"/>
                  </a:moveTo>
                  <a:lnTo>
                    <a:pt x="2922904" y="516890"/>
                  </a:lnTo>
                </a:path>
                <a:path w="2922904" h="1624330">
                  <a:moveTo>
                    <a:pt x="2922904" y="517525"/>
                  </a:moveTo>
                  <a:lnTo>
                    <a:pt x="2922904" y="518795"/>
                  </a:lnTo>
                </a:path>
                <a:path w="2922904" h="1624330">
                  <a:moveTo>
                    <a:pt x="2922904" y="518795"/>
                  </a:moveTo>
                  <a:lnTo>
                    <a:pt x="2922904" y="520700"/>
                  </a:lnTo>
                </a:path>
                <a:path w="2922904" h="1624330">
                  <a:moveTo>
                    <a:pt x="2922904" y="520700"/>
                  </a:moveTo>
                  <a:lnTo>
                    <a:pt x="2922904" y="521970"/>
                  </a:lnTo>
                </a:path>
                <a:path w="2922904" h="1624330">
                  <a:moveTo>
                    <a:pt x="2922904" y="522604"/>
                  </a:moveTo>
                  <a:lnTo>
                    <a:pt x="2922904" y="523875"/>
                  </a:lnTo>
                </a:path>
                <a:path w="2922904" h="1624330">
                  <a:moveTo>
                    <a:pt x="2922904" y="524509"/>
                  </a:moveTo>
                  <a:lnTo>
                    <a:pt x="2922904" y="525779"/>
                  </a:lnTo>
                </a:path>
                <a:path w="2922904" h="1624330">
                  <a:moveTo>
                    <a:pt x="2922904" y="526415"/>
                  </a:moveTo>
                  <a:lnTo>
                    <a:pt x="2922904" y="527684"/>
                  </a:lnTo>
                </a:path>
                <a:path w="2922904" h="1624330">
                  <a:moveTo>
                    <a:pt x="2922904" y="527684"/>
                  </a:moveTo>
                  <a:lnTo>
                    <a:pt x="2922904" y="529590"/>
                  </a:lnTo>
                </a:path>
                <a:path w="2922904" h="1624330">
                  <a:moveTo>
                    <a:pt x="2922904" y="529590"/>
                  </a:moveTo>
                  <a:lnTo>
                    <a:pt x="2922904" y="530859"/>
                  </a:lnTo>
                </a:path>
                <a:path w="2922904" h="1624330">
                  <a:moveTo>
                    <a:pt x="2922904" y="531495"/>
                  </a:moveTo>
                  <a:lnTo>
                    <a:pt x="2922904" y="532765"/>
                  </a:lnTo>
                </a:path>
                <a:path w="2922904" h="1624330">
                  <a:moveTo>
                    <a:pt x="2922904" y="533400"/>
                  </a:moveTo>
                  <a:lnTo>
                    <a:pt x="2922904" y="534670"/>
                  </a:lnTo>
                </a:path>
                <a:path w="2922904" h="1624330">
                  <a:moveTo>
                    <a:pt x="2922904" y="535304"/>
                  </a:moveTo>
                  <a:lnTo>
                    <a:pt x="2922904" y="536575"/>
                  </a:lnTo>
                </a:path>
                <a:path w="2922904" h="1624330">
                  <a:moveTo>
                    <a:pt x="2922904" y="536575"/>
                  </a:moveTo>
                  <a:lnTo>
                    <a:pt x="2922904" y="538479"/>
                  </a:lnTo>
                </a:path>
                <a:path w="2922904" h="1624330">
                  <a:moveTo>
                    <a:pt x="2922904" y="538479"/>
                  </a:moveTo>
                  <a:lnTo>
                    <a:pt x="2922904" y="539750"/>
                  </a:lnTo>
                </a:path>
                <a:path w="2922904" h="1624330">
                  <a:moveTo>
                    <a:pt x="2922904" y="540384"/>
                  </a:moveTo>
                  <a:lnTo>
                    <a:pt x="2922904" y="541654"/>
                  </a:lnTo>
                </a:path>
                <a:path w="2922904" h="1624330">
                  <a:moveTo>
                    <a:pt x="2922904" y="542290"/>
                  </a:moveTo>
                  <a:lnTo>
                    <a:pt x="2922904" y="543559"/>
                  </a:lnTo>
                </a:path>
                <a:path w="2922904" h="1624330">
                  <a:moveTo>
                    <a:pt x="2922904" y="544195"/>
                  </a:moveTo>
                  <a:lnTo>
                    <a:pt x="2922904" y="545465"/>
                  </a:lnTo>
                </a:path>
                <a:path w="2922904" h="1624330">
                  <a:moveTo>
                    <a:pt x="2922904" y="545465"/>
                  </a:moveTo>
                  <a:lnTo>
                    <a:pt x="2922904" y="547370"/>
                  </a:lnTo>
                </a:path>
                <a:path w="2922904" h="1624330">
                  <a:moveTo>
                    <a:pt x="2922904" y="547370"/>
                  </a:moveTo>
                  <a:lnTo>
                    <a:pt x="2922904" y="548640"/>
                  </a:lnTo>
                </a:path>
                <a:path w="2922904" h="1624330">
                  <a:moveTo>
                    <a:pt x="2922904" y="549275"/>
                  </a:moveTo>
                  <a:lnTo>
                    <a:pt x="2922904" y="550545"/>
                  </a:lnTo>
                </a:path>
                <a:path w="2922904" h="1624330">
                  <a:moveTo>
                    <a:pt x="2922904" y="551179"/>
                  </a:moveTo>
                  <a:lnTo>
                    <a:pt x="2922904" y="552450"/>
                  </a:lnTo>
                </a:path>
                <a:path w="2922904" h="1624330">
                  <a:moveTo>
                    <a:pt x="2922904" y="553084"/>
                  </a:moveTo>
                  <a:lnTo>
                    <a:pt x="2922904" y="554354"/>
                  </a:lnTo>
                </a:path>
                <a:path w="2922904" h="1624330">
                  <a:moveTo>
                    <a:pt x="2922904" y="554354"/>
                  </a:moveTo>
                  <a:lnTo>
                    <a:pt x="2922904" y="556259"/>
                  </a:lnTo>
                </a:path>
                <a:path w="2922904" h="1624330">
                  <a:moveTo>
                    <a:pt x="2922904" y="556259"/>
                  </a:moveTo>
                  <a:lnTo>
                    <a:pt x="2922904" y="557529"/>
                  </a:lnTo>
                </a:path>
                <a:path w="2922904" h="1624330">
                  <a:moveTo>
                    <a:pt x="2922904" y="558165"/>
                  </a:moveTo>
                  <a:lnTo>
                    <a:pt x="2922904" y="559434"/>
                  </a:lnTo>
                </a:path>
                <a:path w="2922904" h="1624330">
                  <a:moveTo>
                    <a:pt x="2922904" y="560070"/>
                  </a:moveTo>
                  <a:lnTo>
                    <a:pt x="2922904" y="561340"/>
                  </a:lnTo>
                </a:path>
                <a:path w="2922904" h="1624330">
                  <a:moveTo>
                    <a:pt x="2922904" y="561975"/>
                  </a:moveTo>
                  <a:lnTo>
                    <a:pt x="2922904" y="563245"/>
                  </a:lnTo>
                </a:path>
                <a:path w="2922904" h="1624330">
                  <a:moveTo>
                    <a:pt x="2922904" y="563245"/>
                  </a:moveTo>
                  <a:lnTo>
                    <a:pt x="2922904" y="565150"/>
                  </a:lnTo>
                </a:path>
                <a:path w="2922904" h="1624330">
                  <a:moveTo>
                    <a:pt x="2922904" y="565150"/>
                  </a:moveTo>
                  <a:lnTo>
                    <a:pt x="2922904" y="566420"/>
                  </a:lnTo>
                </a:path>
                <a:path w="2922904" h="1624330">
                  <a:moveTo>
                    <a:pt x="2922904" y="567054"/>
                  </a:moveTo>
                  <a:lnTo>
                    <a:pt x="2922904" y="568325"/>
                  </a:lnTo>
                </a:path>
                <a:path w="2922904" h="1624330">
                  <a:moveTo>
                    <a:pt x="2922904" y="568959"/>
                  </a:moveTo>
                  <a:lnTo>
                    <a:pt x="2922904" y="570229"/>
                  </a:lnTo>
                </a:path>
                <a:path w="2922904" h="1624330">
                  <a:moveTo>
                    <a:pt x="2922904" y="570865"/>
                  </a:moveTo>
                  <a:lnTo>
                    <a:pt x="2922904" y="572134"/>
                  </a:lnTo>
                </a:path>
                <a:path w="2922904" h="1624330">
                  <a:moveTo>
                    <a:pt x="2922904" y="572134"/>
                  </a:moveTo>
                  <a:lnTo>
                    <a:pt x="2922904" y="574040"/>
                  </a:lnTo>
                </a:path>
                <a:path w="2922904" h="1624330">
                  <a:moveTo>
                    <a:pt x="2922904" y="574040"/>
                  </a:moveTo>
                  <a:lnTo>
                    <a:pt x="2922904" y="575309"/>
                  </a:lnTo>
                </a:path>
                <a:path w="2922904" h="1624330">
                  <a:moveTo>
                    <a:pt x="2922904" y="575945"/>
                  </a:moveTo>
                  <a:lnTo>
                    <a:pt x="2922904" y="577215"/>
                  </a:lnTo>
                </a:path>
                <a:path w="2922904" h="1624330">
                  <a:moveTo>
                    <a:pt x="2922904" y="577850"/>
                  </a:moveTo>
                  <a:lnTo>
                    <a:pt x="2922904" y="579120"/>
                  </a:lnTo>
                </a:path>
                <a:path w="2922904" h="1624330">
                  <a:moveTo>
                    <a:pt x="2922904" y="579754"/>
                  </a:moveTo>
                  <a:lnTo>
                    <a:pt x="2922904" y="581025"/>
                  </a:lnTo>
                </a:path>
                <a:path w="2922904" h="1624330">
                  <a:moveTo>
                    <a:pt x="2922904" y="581025"/>
                  </a:moveTo>
                  <a:lnTo>
                    <a:pt x="2922904" y="582929"/>
                  </a:lnTo>
                </a:path>
                <a:path w="2922904" h="1624330">
                  <a:moveTo>
                    <a:pt x="2922904" y="582929"/>
                  </a:moveTo>
                  <a:lnTo>
                    <a:pt x="2922904" y="584200"/>
                  </a:lnTo>
                </a:path>
                <a:path w="2922904" h="1624330">
                  <a:moveTo>
                    <a:pt x="2922904" y="584834"/>
                  </a:moveTo>
                  <a:lnTo>
                    <a:pt x="2922904" y="586104"/>
                  </a:lnTo>
                </a:path>
                <a:path w="2922904" h="1624330">
                  <a:moveTo>
                    <a:pt x="2922904" y="586740"/>
                  </a:moveTo>
                  <a:lnTo>
                    <a:pt x="2922904" y="588009"/>
                  </a:lnTo>
                </a:path>
                <a:path w="2922904" h="1624330">
                  <a:moveTo>
                    <a:pt x="2922904" y="588645"/>
                  </a:moveTo>
                  <a:lnTo>
                    <a:pt x="2922904" y="589915"/>
                  </a:lnTo>
                </a:path>
                <a:path w="2922904" h="1624330">
                  <a:moveTo>
                    <a:pt x="2922904" y="589915"/>
                  </a:moveTo>
                  <a:lnTo>
                    <a:pt x="2922904" y="591820"/>
                  </a:lnTo>
                </a:path>
                <a:path w="2922904" h="1624330">
                  <a:moveTo>
                    <a:pt x="2922904" y="591820"/>
                  </a:moveTo>
                  <a:lnTo>
                    <a:pt x="2922904" y="593090"/>
                  </a:lnTo>
                </a:path>
                <a:path w="2922904" h="1624330">
                  <a:moveTo>
                    <a:pt x="2922904" y="593725"/>
                  </a:moveTo>
                  <a:lnTo>
                    <a:pt x="2922904" y="594995"/>
                  </a:lnTo>
                </a:path>
                <a:path w="2922904" h="1624330">
                  <a:moveTo>
                    <a:pt x="2922904" y="595629"/>
                  </a:moveTo>
                  <a:lnTo>
                    <a:pt x="2922904" y="596900"/>
                  </a:lnTo>
                </a:path>
                <a:path w="2922904" h="1624330">
                  <a:moveTo>
                    <a:pt x="2922904" y="597534"/>
                  </a:moveTo>
                  <a:lnTo>
                    <a:pt x="2922904" y="598804"/>
                  </a:lnTo>
                </a:path>
                <a:path w="2922904" h="1624330">
                  <a:moveTo>
                    <a:pt x="2922904" y="598804"/>
                  </a:moveTo>
                  <a:lnTo>
                    <a:pt x="2922904" y="600709"/>
                  </a:lnTo>
                </a:path>
                <a:path w="2922904" h="1624330">
                  <a:moveTo>
                    <a:pt x="2922904" y="600709"/>
                  </a:moveTo>
                  <a:lnTo>
                    <a:pt x="2922904" y="601979"/>
                  </a:lnTo>
                </a:path>
                <a:path w="2922904" h="1624330">
                  <a:moveTo>
                    <a:pt x="2922904" y="602615"/>
                  </a:moveTo>
                  <a:lnTo>
                    <a:pt x="2922904" y="603884"/>
                  </a:lnTo>
                </a:path>
                <a:path w="2922904" h="1624330">
                  <a:moveTo>
                    <a:pt x="2922904" y="604520"/>
                  </a:moveTo>
                  <a:lnTo>
                    <a:pt x="2922904" y="605790"/>
                  </a:lnTo>
                </a:path>
                <a:path w="2922904" h="1624330">
                  <a:moveTo>
                    <a:pt x="2922904" y="606425"/>
                  </a:moveTo>
                  <a:lnTo>
                    <a:pt x="2922904" y="607695"/>
                  </a:lnTo>
                </a:path>
                <a:path w="2922904" h="1624330">
                  <a:moveTo>
                    <a:pt x="2922904" y="607695"/>
                  </a:moveTo>
                  <a:lnTo>
                    <a:pt x="2922904" y="609600"/>
                  </a:lnTo>
                </a:path>
                <a:path w="2922904" h="1624330">
                  <a:moveTo>
                    <a:pt x="2922904" y="609600"/>
                  </a:moveTo>
                  <a:lnTo>
                    <a:pt x="2922904" y="610870"/>
                  </a:lnTo>
                </a:path>
                <a:path w="2922904" h="1624330">
                  <a:moveTo>
                    <a:pt x="2922904" y="611504"/>
                  </a:moveTo>
                  <a:lnTo>
                    <a:pt x="2922904" y="612775"/>
                  </a:lnTo>
                </a:path>
                <a:path w="2922904" h="1624330">
                  <a:moveTo>
                    <a:pt x="2922904" y="613409"/>
                  </a:moveTo>
                  <a:lnTo>
                    <a:pt x="2922904" y="614679"/>
                  </a:lnTo>
                </a:path>
                <a:path w="2922904" h="1624330">
                  <a:moveTo>
                    <a:pt x="2922904" y="615315"/>
                  </a:moveTo>
                  <a:lnTo>
                    <a:pt x="2922904" y="616584"/>
                  </a:lnTo>
                </a:path>
                <a:path w="2922904" h="1624330">
                  <a:moveTo>
                    <a:pt x="2922904" y="616584"/>
                  </a:moveTo>
                  <a:lnTo>
                    <a:pt x="2922904" y="618490"/>
                  </a:lnTo>
                </a:path>
                <a:path w="2922904" h="1624330">
                  <a:moveTo>
                    <a:pt x="2922904" y="618490"/>
                  </a:moveTo>
                  <a:lnTo>
                    <a:pt x="2922904" y="619759"/>
                  </a:lnTo>
                </a:path>
                <a:path w="2922904" h="1624330">
                  <a:moveTo>
                    <a:pt x="2922904" y="620395"/>
                  </a:moveTo>
                  <a:lnTo>
                    <a:pt x="2922904" y="621665"/>
                  </a:lnTo>
                </a:path>
                <a:path w="2922904" h="1624330">
                  <a:moveTo>
                    <a:pt x="2922904" y="622300"/>
                  </a:moveTo>
                  <a:lnTo>
                    <a:pt x="2922904" y="623570"/>
                  </a:lnTo>
                </a:path>
                <a:path w="2922904" h="1624330">
                  <a:moveTo>
                    <a:pt x="2922904" y="624204"/>
                  </a:moveTo>
                  <a:lnTo>
                    <a:pt x="2922904" y="625475"/>
                  </a:lnTo>
                </a:path>
                <a:path w="2922904" h="1624330">
                  <a:moveTo>
                    <a:pt x="2922904" y="625475"/>
                  </a:moveTo>
                  <a:lnTo>
                    <a:pt x="2922904" y="627379"/>
                  </a:lnTo>
                </a:path>
                <a:path w="2922904" h="1624330">
                  <a:moveTo>
                    <a:pt x="2922904" y="627379"/>
                  </a:moveTo>
                  <a:lnTo>
                    <a:pt x="2922904" y="628650"/>
                  </a:lnTo>
                </a:path>
                <a:path w="2922904" h="1624330">
                  <a:moveTo>
                    <a:pt x="2922904" y="629284"/>
                  </a:moveTo>
                  <a:lnTo>
                    <a:pt x="2922904" y="630554"/>
                  </a:lnTo>
                </a:path>
                <a:path w="2922904" h="1624330">
                  <a:moveTo>
                    <a:pt x="2922904" y="631190"/>
                  </a:moveTo>
                  <a:lnTo>
                    <a:pt x="2922904" y="632459"/>
                  </a:lnTo>
                </a:path>
                <a:path w="2922904" h="1624330">
                  <a:moveTo>
                    <a:pt x="2922904" y="633095"/>
                  </a:moveTo>
                  <a:lnTo>
                    <a:pt x="2922904" y="634365"/>
                  </a:lnTo>
                </a:path>
                <a:path w="2922904" h="1624330">
                  <a:moveTo>
                    <a:pt x="2922904" y="634365"/>
                  </a:moveTo>
                  <a:lnTo>
                    <a:pt x="2922904" y="636270"/>
                  </a:lnTo>
                </a:path>
                <a:path w="2922904" h="1624330">
                  <a:moveTo>
                    <a:pt x="2922904" y="636270"/>
                  </a:moveTo>
                  <a:lnTo>
                    <a:pt x="2922904" y="637540"/>
                  </a:lnTo>
                </a:path>
                <a:path w="2922904" h="1624330">
                  <a:moveTo>
                    <a:pt x="2922904" y="638175"/>
                  </a:moveTo>
                  <a:lnTo>
                    <a:pt x="2922904" y="639445"/>
                  </a:lnTo>
                </a:path>
                <a:path w="2922904" h="1624330">
                  <a:moveTo>
                    <a:pt x="2922904" y="640079"/>
                  </a:moveTo>
                  <a:lnTo>
                    <a:pt x="2922904" y="641350"/>
                  </a:lnTo>
                </a:path>
                <a:path w="2922904" h="1624330">
                  <a:moveTo>
                    <a:pt x="2922904" y="641984"/>
                  </a:moveTo>
                  <a:lnTo>
                    <a:pt x="2922904" y="643254"/>
                  </a:lnTo>
                </a:path>
                <a:path w="2922904" h="1624330">
                  <a:moveTo>
                    <a:pt x="2922904" y="643254"/>
                  </a:moveTo>
                  <a:lnTo>
                    <a:pt x="2922904" y="645159"/>
                  </a:lnTo>
                </a:path>
                <a:path w="2922904" h="1624330">
                  <a:moveTo>
                    <a:pt x="2922904" y="645159"/>
                  </a:moveTo>
                  <a:lnTo>
                    <a:pt x="2922904" y="646429"/>
                  </a:lnTo>
                </a:path>
                <a:path w="2922904" h="1624330">
                  <a:moveTo>
                    <a:pt x="2922904" y="647065"/>
                  </a:moveTo>
                  <a:lnTo>
                    <a:pt x="2922904" y="648334"/>
                  </a:lnTo>
                </a:path>
                <a:path w="2922904" h="1624330">
                  <a:moveTo>
                    <a:pt x="2922904" y="648970"/>
                  </a:moveTo>
                  <a:lnTo>
                    <a:pt x="2922904" y="650240"/>
                  </a:lnTo>
                </a:path>
                <a:path w="2922904" h="1624330">
                  <a:moveTo>
                    <a:pt x="2922904" y="650875"/>
                  </a:moveTo>
                  <a:lnTo>
                    <a:pt x="2922904" y="652145"/>
                  </a:lnTo>
                </a:path>
                <a:path w="2922904" h="1624330">
                  <a:moveTo>
                    <a:pt x="2922904" y="652145"/>
                  </a:moveTo>
                  <a:lnTo>
                    <a:pt x="2922904" y="654050"/>
                  </a:lnTo>
                </a:path>
                <a:path w="2922904" h="1624330">
                  <a:moveTo>
                    <a:pt x="2922904" y="654050"/>
                  </a:moveTo>
                  <a:lnTo>
                    <a:pt x="2922904" y="655320"/>
                  </a:lnTo>
                </a:path>
                <a:path w="2922904" h="1624330">
                  <a:moveTo>
                    <a:pt x="2922904" y="655954"/>
                  </a:moveTo>
                  <a:lnTo>
                    <a:pt x="2922904" y="657225"/>
                  </a:lnTo>
                </a:path>
                <a:path w="2922904" h="1624330">
                  <a:moveTo>
                    <a:pt x="2922904" y="657859"/>
                  </a:moveTo>
                  <a:lnTo>
                    <a:pt x="2922904" y="659129"/>
                  </a:lnTo>
                </a:path>
                <a:path w="2922904" h="1624330">
                  <a:moveTo>
                    <a:pt x="2922904" y="659765"/>
                  </a:moveTo>
                  <a:lnTo>
                    <a:pt x="2922904" y="661034"/>
                  </a:lnTo>
                </a:path>
                <a:path w="2922904" h="1624330">
                  <a:moveTo>
                    <a:pt x="2922904" y="661034"/>
                  </a:moveTo>
                  <a:lnTo>
                    <a:pt x="2922904" y="662940"/>
                  </a:lnTo>
                </a:path>
                <a:path w="2922904" h="1624330">
                  <a:moveTo>
                    <a:pt x="2922904" y="662940"/>
                  </a:moveTo>
                  <a:lnTo>
                    <a:pt x="2922904" y="664209"/>
                  </a:lnTo>
                </a:path>
                <a:path w="2922904" h="1624330">
                  <a:moveTo>
                    <a:pt x="2922904" y="664845"/>
                  </a:moveTo>
                  <a:lnTo>
                    <a:pt x="2922904" y="666115"/>
                  </a:lnTo>
                </a:path>
                <a:path w="2922904" h="1624330">
                  <a:moveTo>
                    <a:pt x="2922904" y="666750"/>
                  </a:moveTo>
                  <a:lnTo>
                    <a:pt x="2922904" y="668020"/>
                  </a:lnTo>
                </a:path>
                <a:path w="2922904" h="1624330">
                  <a:moveTo>
                    <a:pt x="2922904" y="668654"/>
                  </a:moveTo>
                  <a:lnTo>
                    <a:pt x="2922904" y="669925"/>
                  </a:lnTo>
                </a:path>
                <a:path w="2922904" h="1624330">
                  <a:moveTo>
                    <a:pt x="2922904" y="669925"/>
                  </a:moveTo>
                  <a:lnTo>
                    <a:pt x="2922904" y="671829"/>
                  </a:lnTo>
                </a:path>
                <a:path w="2922904" h="1624330">
                  <a:moveTo>
                    <a:pt x="2922904" y="671829"/>
                  </a:moveTo>
                  <a:lnTo>
                    <a:pt x="2922904" y="673100"/>
                  </a:lnTo>
                </a:path>
                <a:path w="2922904" h="1624330">
                  <a:moveTo>
                    <a:pt x="2922904" y="673734"/>
                  </a:moveTo>
                  <a:lnTo>
                    <a:pt x="2922904" y="675004"/>
                  </a:lnTo>
                </a:path>
                <a:path w="2922904" h="1624330">
                  <a:moveTo>
                    <a:pt x="2922904" y="675640"/>
                  </a:moveTo>
                  <a:lnTo>
                    <a:pt x="2922904" y="676909"/>
                  </a:lnTo>
                </a:path>
                <a:path w="2922904" h="1624330">
                  <a:moveTo>
                    <a:pt x="2922904" y="677545"/>
                  </a:moveTo>
                  <a:lnTo>
                    <a:pt x="2922904" y="678815"/>
                  </a:lnTo>
                </a:path>
                <a:path w="2922904" h="1624330">
                  <a:moveTo>
                    <a:pt x="2922904" y="678815"/>
                  </a:moveTo>
                  <a:lnTo>
                    <a:pt x="2922904" y="680720"/>
                  </a:lnTo>
                </a:path>
                <a:path w="2922904" h="1624330">
                  <a:moveTo>
                    <a:pt x="2922904" y="680720"/>
                  </a:moveTo>
                  <a:lnTo>
                    <a:pt x="2922904" y="681990"/>
                  </a:lnTo>
                </a:path>
                <a:path w="2922904" h="1624330">
                  <a:moveTo>
                    <a:pt x="2922904" y="682625"/>
                  </a:moveTo>
                  <a:lnTo>
                    <a:pt x="2922904" y="683895"/>
                  </a:lnTo>
                </a:path>
                <a:path w="2922904" h="1624330">
                  <a:moveTo>
                    <a:pt x="2922904" y="684529"/>
                  </a:moveTo>
                  <a:lnTo>
                    <a:pt x="2922904" y="685800"/>
                  </a:lnTo>
                </a:path>
                <a:path w="2922904" h="1624330">
                  <a:moveTo>
                    <a:pt x="2922904" y="686434"/>
                  </a:moveTo>
                  <a:lnTo>
                    <a:pt x="2922904" y="687704"/>
                  </a:lnTo>
                </a:path>
                <a:path w="2922904" h="1624330">
                  <a:moveTo>
                    <a:pt x="2922904" y="687704"/>
                  </a:moveTo>
                  <a:lnTo>
                    <a:pt x="2922904" y="689609"/>
                  </a:lnTo>
                </a:path>
                <a:path w="2922904" h="1624330">
                  <a:moveTo>
                    <a:pt x="2922904" y="689609"/>
                  </a:moveTo>
                  <a:lnTo>
                    <a:pt x="2922904" y="690879"/>
                  </a:lnTo>
                </a:path>
                <a:path w="2922904" h="1624330">
                  <a:moveTo>
                    <a:pt x="2922904" y="691515"/>
                  </a:moveTo>
                  <a:lnTo>
                    <a:pt x="2922904" y="692784"/>
                  </a:lnTo>
                </a:path>
                <a:path w="2922904" h="1624330">
                  <a:moveTo>
                    <a:pt x="2922904" y="693420"/>
                  </a:moveTo>
                  <a:lnTo>
                    <a:pt x="2922904" y="694690"/>
                  </a:lnTo>
                </a:path>
                <a:path w="2922904" h="1624330">
                  <a:moveTo>
                    <a:pt x="2922904" y="695325"/>
                  </a:moveTo>
                  <a:lnTo>
                    <a:pt x="2922904" y="696595"/>
                  </a:lnTo>
                </a:path>
                <a:path w="2922904" h="1624330">
                  <a:moveTo>
                    <a:pt x="2922904" y="696595"/>
                  </a:moveTo>
                  <a:lnTo>
                    <a:pt x="2922904" y="698500"/>
                  </a:lnTo>
                </a:path>
                <a:path w="2922904" h="1624330">
                  <a:moveTo>
                    <a:pt x="2922904" y="698500"/>
                  </a:moveTo>
                  <a:lnTo>
                    <a:pt x="2922904" y="699770"/>
                  </a:lnTo>
                </a:path>
                <a:path w="2922904" h="1624330">
                  <a:moveTo>
                    <a:pt x="2922904" y="700404"/>
                  </a:moveTo>
                  <a:lnTo>
                    <a:pt x="2922904" y="701675"/>
                  </a:lnTo>
                </a:path>
                <a:path w="2922904" h="1624330">
                  <a:moveTo>
                    <a:pt x="2922904" y="702309"/>
                  </a:moveTo>
                  <a:lnTo>
                    <a:pt x="2922904" y="703579"/>
                  </a:lnTo>
                </a:path>
                <a:path w="2922904" h="1624330">
                  <a:moveTo>
                    <a:pt x="2922904" y="704215"/>
                  </a:moveTo>
                  <a:lnTo>
                    <a:pt x="2922904" y="705484"/>
                  </a:lnTo>
                </a:path>
                <a:path w="2922904" h="1624330">
                  <a:moveTo>
                    <a:pt x="2922904" y="705484"/>
                  </a:moveTo>
                  <a:lnTo>
                    <a:pt x="2922904" y="707390"/>
                  </a:lnTo>
                </a:path>
                <a:path w="2922904" h="1624330">
                  <a:moveTo>
                    <a:pt x="2922904" y="707390"/>
                  </a:moveTo>
                  <a:lnTo>
                    <a:pt x="2922904" y="708659"/>
                  </a:lnTo>
                </a:path>
                <a:path w="2922904" h="1624330">
                  <a:moveTo>
                    <a:pt x="2922904" y="709295"/>
                  </a:moveTo>
                  <a:lnTo>
                    <a:pt x="2922904" y="710565"/>
                  </a:lnTo>
                </a:path>
                <a:path w="2922904" h="1624330">
                  <a:moveTo>
                    <a:pt x="2922904" y="711200"/>
                  </a:moveTo>
                  <a:lnTo>
                    <a:pt x="2922904" y="712470"/>
                  </a:lnTo>
                </a:path>
                <a:path w="2922904" h="1624330">
                  <a:moveTo>
                    <a:pt x="2922904" y="713104"/>
                  </a:moveTo>
                  <a:lnTo>
                    <a:pt x="2922904" y="714375"/>
                  </a:lnTo>
                </a:path>
                <a:path w="2922904" h="1624330">
                  <a:moveTo>
                    <a:pt x="2922904" y="714375"/>
                  </a:moveTo>
                  <a:lnTo>
                    <a:pt x="2922904" y="716279"/>
                  </a:lnTo>
                </a:path>
                <a:path w="2922904" h="1624330">
                  <a:moveTo>
                    <a:pt x="2922904" y="716279"/>
                  </a:moveTo>
                  <a:lnTo>
                    <a:pt x="2922904" y="717550"/>
                  </a:lnTo>
                </a:path>
                <a:path w="2922904" h="1624330">
                  <a:moveTo>
                    <a:pt x="2922904" y="718184"/>
                  </a:moveTo>
                  <a:lnTo>
                    <a:pt x="2922904" y="719454"/>
                  </a:lnTo>
                </a:path>
                <a:path w="2922904" h="1624330">
                  <a:moveTo>
                    <a:pt x="2922904" y="720090"/>
                  </a:moveTo>
                  <a:lnTo>
                    <a:pt x="2922904" y="721359"/>
                  </a:lnTo>
                </a:path>
                <a:path w="2922904" h="1624330">
                  <a:moveTo>
                    <a:pt x="2922904" y="721995"/>
                  </a:moveTo>
                  <a:lnTo>
                    <a:pt x="2922904" y="723265"/>
                  </a:lnTo>
                </a:path>
                <a:path w="2922904" h="1624330">
                  <a:moveTo>
                    <a:pt x="2922904" y="723265"/>
                  </a:moveTo>
                  <a:lnTo>
                    <a:pt x="2922904" y="725170"/>
                  </a:lnTo>
                </a:path>
                <a:path w="2922904" h="1624330">
                  <a:moveTo>
                    <a:pt x="2922904" y="725170"/>
                  </a:moveTo>
                  <a:lnTo>
                    <a:pt x="2922904" y="726440"/>
                  </a:lnTo>
                </a:path>
                <a:path w="2922904" h="1624330">
                  <a:moveTo>
                    <a:pt x="2922904" y="727075"/>
                  </a:moveTo>
                  <a:lnTo>
                    <a:pt x="2922904" y="728345"/>
                  </a:lnTo>
                </a:path>
                <a:path w="2922904" h="1624330">
                  <a:moveTo>
                    <a:pt x="2922904" y="728979"/>
                  </a:moveTo>
                  <a:lnTo>
                    <a:pt x="2922904" y="730250"/>
                  </a:lnTo>
                </a:path>
                <a:path w="2922904" h="1624330">
                  <a:moveTo>
                    <a:pt x="2922904" y="730884"/>
                  </a:moveTo>
                  <a:lnTo>
                    <a:pt x="2922904" y="732154"/>
                  </a:lnTo>
                </a:path>
                <a:path w="2922904" h="1624330">
                  <a:moveTo>
                    <a:pt x="2922904" y="732154"/>
                  </a:moveTo>
                  <a:lnTo>
                    <a:pt x="2922904" y="734059"/>
                  </a:lnTo>
                </a:path>
                <a:path w="2922904" h="1624330">
                  <a:moveTo>
                    <a:pt x="2922904" y="734059"/>
                  </a:moveTo>
                  <a:lnTo>
                    <a:pt x="2922904" y="735329"/>
                  </a:lnTo>
                </a:path>
                <a:path w="2922904" h="1624330">
                  <a:moveTo>
                    <a:pt x="2922904" y="735965"/>
                  </a:moveTo>
                  <a:lnTo>
                    <a:pt x="2922904" y="737234"/>
                  </a:lnTo>
                </a:path>
                <a:path w="2922904" h="1624330">
                  <a:moveTo>
                    <a:pt x="2922904" y="737870"/>
                  </a:moveTo>
                  <a:lnTo>
                    <a:pt x="2922904" y="739140"/>
                  </a:lnTo>
                </a:path>
                <a:path w="2922904" h="1624330">
                  <a:moveTo>
                    <a:pt x="2922904" y="739775"/>
                  </a:moveTo>
                  <a:lnTo>
                    <a:pt x="2922904" y="741045"/>
                  </a:lnTo>
                </a:path>
                <a:path w="2922904" h="1624330">
                  <a:moveTo>
                    <a:pt x="2922904" y="741045"/>
                  </a:moveTo>
                  <a:lnTo>
                    <a:pt x="2922904" y="742950"/>
                  </a:lnTo>
                </a:path>
                <a:path w="2922904" h="1624330">
                  <a:moveTo>
                    <a:pt x="2922904" y="742950"/>
                  </a:moveTo>
                  <a:lnTo>
                    <a:pt x="2922904" y="744220"/>
                  </a:lnTo>
                </a:path>
                <a:path w="2922904" h="1624330">
                  <a:moveTo>
                    <a:pt x="2922904" y="744854"/>
                  </a:moveTo>
                  <a:lnTo>
                    <a:pt x="2922904" y="746125"/>
                  </a:lnTo>
                </a:path>
                <a:path w="2922904" h="1624330">
                  <a:moveTo>
                    <a:pt x="2922904" y="746759"/>
                  </a:moveTo>
                  <a:lnTo>
                    <a:pt x="2922904" y="748029"/>
                  </a:lnTo>
                </a:path>
                <a:path w="2922904" h="1624330">
                  <a:moveTo>
                    <a:pt x="2922904" y="748665"/>
                  </a:moveTo>
                  <a:lnTo>
                    <a:pt x="2922904" y="749934"/>
                  </a:lnTo>
                </a:path>
                <a:path w="2922904" h="1624330">
                  <a:moveTo>
                    <a:pt x="2922904" y="749934"/>
                  </a:moveTo>
                  <a:lnTo>
                    <a:pt x="2922904" y="751840"/>
                  </a:lnTo>
                </a:path>
                <a:path w="2922904" h="1624330">
                  <a:moveTo>
                    <a:pt x="2922904" y="751840"/>
                  </a:moveTo>
                  <a:lnTo>
                    <a:pt x="2922904" y="753109"/>
                  </a:lnTo>
                </a:path>
                <a:path w="2922904" h="1624330">
                  <a:moveTo>
                    <a:pt x="2922904" y="753745"/>
                  </a:moveTo>
                  <a:lnTo>
                    <a:pt x="2922904" y="755015"/>
                  </a:lnTo>
                </a:path>
                <a:path w="2922904" h="1624330">
                  <a:moveTo>
                    <a:pt x="2922904" y="755650"/>
                  </a:moveTo>
                  <a:lnTo>
                    <a:pt x="2922904" y="756920"/>
                  </a:lnTo>
                </a:path>
                <a:path w="2922904" h="1624330">
                  <a:moveTo>
                    <a:pt x="2922904" y="757554"/>
                  </a:moveTo>
                  <a:lnTo>
                    <a:pt x="2922904" y="758825"/>
                  </a:lnTo>
                </a:path>
                <a:path w="2922904" h="1624330">
                  <a:moveTo>
                    <a:pt x="2922904" y="758825"/>
                  </a:moveTo>
                  <a:lnTo>
                    <a:pt x="2922904" y="760729"/>
                  </a:lnTo>
                </a:path>
                <a:path w="2922904" h="1624330">
                  <a:moveTo>
                    <a:pt x="2922904" y="760729"/>
                  </a:moveTo>
                  <a:lnTo>
                    <a:pt x="2922904" y="762000"/>
                  </a:lnTo>
                </a:path>
                <a:path w="2922904" h="1624330">
                  <a:moveTo>
                    <a:pt x="2922904" y="762634"/>
                  </a:moveTo>
                  <a:lnTo>
                    <a:pt x="2922904" y="763904"/>
                  </a:lnTo>
                </a:path>
                <a:path w="2922904" h="1624330">
                  <a:moveTo>
                    <a:pt x="2922904" y="764540"/>
                  </a:moveTo>
                  <a:lnTo>
                    <a:pt x="2922904" y="765809"/>
                  </a:lnTo>
                </a:path>
                <a:path w="2922904" h="1624330">
                  <a:moveTo>
                    <a:pt x="2922904" y="766445"/>
                  </a:moveTo>
                  <a:lnTo>
                    <a:pt x="2922904" y="767715"/>
                  </a:lnTo>
                </a:path>
                <a:path w="2922904" h="1624330">
                  <a:moveTo>
                    <a:pt x="2922904" y="767715"/>
                  </a:moveTo>
                  <a:lnTo>
                    <a:pt x="2922904" y="769620"/>
                  </a:lnTo>
                </a:path>
                <a:path w="2922904" h="1624330">
                  <a:moveTo>
                    <a:pt x="2922904" y="769620"/>
                  </a:moveTo>
                  <a:lnTo>
                    <a:pt x="2922904" y="770890"/>
                  </a:lnTo>
                </a:path>
                <a:path w="2922904" h="1624330">
                  <a:moveTo>
                    <a:pt x="2922904" y="771525"/>
                  </a:moveTo>
                  <a:lnTo>
                    <a:pt x="2922904" y="772795"/>
                  </a:lnTo>
                </a:path>
                <a:path w="2922904" h="1624330">
                  <a:moveTo>
                    <a:pt x="2922904" y="773429"/>
                  </a:moveTo>
                  <a:lnTo>
                    <a:pt x="2922904" y="774700"/>
                  </a:lnTo>
                </a:path>
                <a:path w="2922904" h="1624330">
                  <a:moveTo>
                    <a:pt x="2922904" y="775334"/>
                  </a:moveTo>
                  <a:lnTo>
                    <a:pt x="2922904" y="776604"/>
                  </a:lnTo>
                </a:path>
                <a:path w="2922904" h="1624330">
                  <a:moveTo>
                    <a:pt x="2922904" y="776604"/>
                  </a:moveTo>
                  <a:lnTo>
                    <a:pt x="2922904" y="778509"/>
                  </a:lnTo>
                </a:path>
                <a:path w="2922904" h="1624330">
                  <a:moveTo>
                    <a:pt x="2922904" y="778509"/>
                  </a:moveTo>
                  <a:lnTo>
                    <a:pt x="2922904" y="779779"/>
                  </a:lnTo>
                </a:path>
                <a:path w="2922904" h="1624330">
                  <a:moveTo>
                    <a:pt x="2922904" y="780415"/>
                  </a:moveTo>
                  <a:lnTo>
                    <a:pt x="2922904" y="781684"/>
                  </a:lnTo>
                </a:path>
                <a:path w="2922904" h="1624330">
                  <a:moveTo>
                    <a:pt x="2922904" y="782320"/>
                  </a:moveTo>
                  <a:lnTo>
                    <a:pt x="2922904" y="783590"/>
                  </a:lnTo>
                </a:path>
                <a:path w="2922904" h="1624330">
                  <a:moveTo>
                    <a:pt x="2922904" y="784225"/>
                  </a:moveTo>
                  <a:lnTo>
                    <a:pt x="2922904" y="785495"/>
                  </a:lnTo>
                </a:path>
                <a:path w="2922904" h="1624330">
                  <a:moveTo>
                    <a:pt x="2922904" y="785495"/>
                  </a:moveTo>
                  <a:lnTo>
                    <a:pt x="2922904" y="787400"/>
                  </a:lnTo>
                </a:path>
                <a:path w="2922904" h="1624330">
                  <a:moveTo>
                    <a:pt x="2922904" y="787400"/>
                  </a:moveTo>
                  <a:lnTo>
                    <a:pt x="2922904" y="788670"/>
                  </a:lnTo>
                </a:path>
                <a:path w="2922904" h="1624330">
                  <a:moveTo>
                    <a:pt x="2922904" y="789304"/>
                  </a:moveTo>
                  <a:lnTo>
                    <a:pt x="2922904" y="790575"/>
                  </a:lnTo>
                </a:path>
                <a:path w="2922904" h="1624330">
                  <a:moveTo>
                    <a:pt x="2922904" y="791209"/>
                  </a:moveTo>
                  <a:lnTo>
                    <a:pt x="2922904" y="792479"/>
                  </a:lnTo>
                </a:path>
                <a:path w="2922904" h="1624330">
                  <a:moveTo>
                    <a:pt x="2922904" y="793115"/>
                  </a:moveTo>
                  <a:lnTo>
                    <a:pt x="2922904" y="794384"/>
                  </a:lnTo>
                </a:path>
                <a:path w="2922904" h="1624330">
                  <a:moveTo>
                    <a:pt x="2922904" y="794384"/>
                  </a:moveTo>
                  <a:lnTo>
                    <a:pt x="2922904" y="796290"/>
                  </a:lnTo>
                </a:path>
                <a:path w="2922904" h="1624330">
                  <a:moveTo>
                    <a:pt x="2922904" y="796290"/>
                  </a:moveTo>
                  <a:lnTo>
                    <a:pt x="2922904" y="797559"/>
                  </a:lnTo>
                </a:path>
                <a:path w="2922904" h="1624330">
                  <a:moveTo>
                    <a:pt x="2922904" y="798195"/>
                  </a:moveTo>
                  <a:lnTo>
                    <a:pt x="2922904" y="799465"/>
                  </a:lnTo>
                </a:path>
                <a:path w="2922904" h="1624330">
                  <a:moveTo>
                    <a:pt x="2922904" y="800100"/>
                  </a:moveTo>
                  <a:lnTo>
                    <a:pt x="2922904" y="801370"/>
                  </a:lnTo>
                </a:path>
                <a:path w="2922904" h="1624330">
                  <a:moveTo>
                    <a:pt x="2922904" y="802004"/>
                  </a:moveTo>
                  <a:lnTo>
                    <a:pt x="2922904" y="803275"/>
                  </a:lnTo>
                </a:path>
                <a:path w="2922904" h="1624330">
                  <a:moveTo>
                    <a:pt x="2922904" y="803275"/>
                  </a:moveTo>
                  <a:lnTo>
                    <a:pt x="2922904" y="805179"/>
                  </a:lnTo>
                </a:path>
                <a:path w="2922904" h="1624330">
                  <a:moveTo>
                    <a:pt x="2922904" y="805179"/>
                  </a:moveTo>
                  <a:lnTo>
                    <a:pt x="2922904" y="806450"/>
                  </a:lnTo>
                </a:path>
                <a:path w="2922904" h="1624330">
                  <a:moveTo>
                    <a:pt x="2922904" y="807084"/>
                  </a:moveTo>
                  <a:lnTo>
                    <a:pt x="2922904" y="808354"/>
                  </a:lnTo>
                </a:path>
                <a:path w="2922904" h="1624330">
                  <a:moveTo>
                    <a:pt x="2922904" y="808990"/>
                  </a:moveTo>
                  <a:lnTo>
                    <a:pt x="2922904" y="810259"/>
                  </a:lnTo>
                </a:path>
                <a:path w="2922904" h="1624330">
                  <a:moveTo>
                    <a:pt x="2922904" y="810895"/>
                  </a:moveTo>
                  <a:lnTo>
                    <a:pt x="2922904" y="812165"/>
                  </a:lnTo>
                </a:path>
                <a:path w="2922904" h="1624330">
                  <a:moveTo>
                    <a:pt x="2922904" y="812165"/>
                  </a:moveTo>
                  <a:lnTo>
                    <a:pt x="2922904" y="814070"/>
                  </a:lnTo>
                </a:path>
                <a:path w="2922904" h="1624330">
                  <a:moveTo>
                    <a:pt x="2922904" y="814070"/>
                  </a:moveTo>
                  <a:lnTo>
                    <a:pt x="2922904" y="815340"/>
                  </a:lnTo>
                </a:path>
                <a:path w="2922904" h="1624330">
                  <a:moveTo>
                    <a:pt x="2922904" y="815975"/>
                  </a:moveTo>
                  <a:lnTo>
                    <a:pt x="2922904" y="817245"/>
                  </a:lnTo>
                </a:path>
                <a:path w="2922904" h="1624330">
                  <a:moveTo>
                    <a:pt x="2922904" y="817879"/>
                  </a:moveTo>
                  <a:lnTo>
                    <a:pt x="2922904" y="819150"/>
                  </a:lnTo>
                </a:path>
                <a:path w="2922904" h="1624330">
                  <a:moveTo>
                    <a:pt x="2922904" y="819784"/>
                  </a:moveTo>
                  <a:lnTo>
                    <a:pt x="2922904" y="821054"/>
                  </a:lnTo>
                </a:path>
                <a:path w="2922904" h="1624330">
                  <a:moveTo>
                    <a:pt x="2922904" y="821054"/>
                  </a:moveTo>
                  <a:lnTo>
                    <a:pt x="2922904" y="822959"/>
                  </a:lnTo>
                </a:path>
                <a:path w="2922904" h="1624330">
                  <a:moveTo>
                    <a:pt x="2922904" y="822959"/>
                  </a:moveTo>
                  <a:lnTo>
                    <a:pt x="2922904" y="824229"/>
                  </a:lnTo>
                </a:path>
                <a:path w="2922904" h="1624330">
                  <a:moveTo>
                    <a:pt x="2922904" y="824865"/>
                  </a:moveTo>
                  <a:lnTo>
                    <a:pt x="2922904" y="826134"/>
                  </a:lnTo>
                </a:path>
                <a:path w="2922904" h="1624330">
                  <a:moveTo>
                    <a:pt x="2922904" y="826770"/>
                  </a:moveTo>
                  <a:lnTo>
                    <a:pt x="2922904" y="828040"/>
                  </a:lnTo>
                </a:path>
                <a:path w="2922904" h="1624330">
                  <a:moveTo>
                    <a:pt x="2922904" y="828675"/>
                  </a:moveTo>
                  <a:lnTo>
                    <a:pt x="2922904" y="829945"/>
                  </a:lnTo>
                </a:path>
                <a:path w="2922904" h="1624330">
                  <a:moveTo>
                    <a:pt x="2922904" y="829945"/>
                  </a:moveTo>
                  <a:lnTo>
                    <a:pt x="2922904" y="831850"/>
                  </a:lnTo>
                </a:path>
                <a:path w="2922904" h="1624330">
                  <a:moveTo>
                    <a:pt x="2922904" y="831850"/>
                  </a:moveTo>
                  <a:lnTo>
                    <a:pt x="2922904" y="833120"/>
                  </a:lnTo>
                </a:path>
                <a:path w="2922904" h="1624330">
                  <a:moveTo>
                    <a:pt x="2922904" y="833754"/>
                  </a:moveTo>
                  <a:lnTo>
                    <a:pt x="2922904" y="835025"/>
                  </a:lnTo>
                </a:path>
                <a:path w="2922904" h="1624330">
                  <a:moveTo>
                    <a:pt x="2922904" y="835659"/>
                  </a:moveTo>
                  <a:lnTo>
                    <a:pt x="2922904" y="836929"/>
                  </a:lnTo>
                </a:path>
                <a:path w="2922904" h="1624330">
                  <a:moveTo>
                    <a:pt x="2922904" y="837565"/>
                  </a:moveTo>
                  <a:lnTo>
                    <a:pt x="2922904" y="838834"/>
                  </a:lnTo>
                </a:path>
                <a:path w="2922904" h="1624330">
                  <a:moveTo>
                    <a:pt x="2922904" y="838834"/>
                  </a:moveTo>
                  <a:lnTo>
                    <a:pt x="2922904" y="840740"/>
                  </a:lnTo>
                </a:path>
                <a:path w="2922904" h="1624330">
                  <a:moveTo>
                    <a:pt x="2922904" y="840740"/>
                  </a:moveTo>
                  <a:lnTo>
                    <a:pt x="2922904" y="842009"/>
                  </a:lnTo>
                </a:path>
                <a:path w="2922904" h="1624330">
                  <a:moveTo>
                    <a:pt x="2922904" y="842645"/>
                  </a:moveTo>
                  <a:lnTo>
                    <a:pt x="2922904" y="843915"/>
                  </a:lnTo>
                </a:path>
                <a:path w="2922904" h="1624330">
                  <a:moveTo>
                    <a:pt x="2922904" y="844550"/>
                  </a:moveTo>
                  <a:lnTo>
                    <a:pt x="2922904" y="845820"/>
                  </a:lnTo>
                </a:path>
                <a:path w="2922904" h="1624330">
                  <a:moveTo>
                    <a:pt x="2922904" y="846454"/>
                  </a:moveTo>
                  <a:lnTo>
                    <a:pt x="2922904" y="847725"/>
                  </a:lnTo>
                </a:path>
                <a:path w="2922904" h="1624330">
                  <a:moveTo>
                    <a:pt x="2922904" y="847725"/>
                  </a:moveTo>
                  <a:lnTo>
                    <a:pt x="2922904" y="849629"/>
                  </a:lnTo>
                </a:path>
                <a:path w="2922904" h="1624330">
                  <a:moveTo>
                    <a:pt x="2922904" y="849629"/>
                  </a:moveTo>
                  <a:lnTo>
                    <a:pt x="2922904" y="850900"/>
                  </a:lnTo>
                </a:path>
                <a:path w="2922904" h="1624330">
                  <a:moveTo>
                    <a:pt x="2922904" y="851534"/>
                  </a:moveTo>
                  <a:lnTo>
                    <a:pt x="2922904" y="852804"/>
                  </a:lnTo>
                </a:path>
                <a:path w="2922904" h="1624330">
                  <a:moveTo>
                    <a:pt x="2922904" y="853440"/>
                  </a:moveTo>
                  <a:lnTo>
                    <a:pt x="2922904" y="854709"/>
                  </a:lnTo>
                </a:path>
                <a:path w="2922904" h="1624330">
                  <a:moveTo>
                    <a:pt x="2922904" y="855345"/>
                  </a:moveTo>
                  <a:lnTo>
                    <a:pt x="2922904" y="856615"/>
                  </a:lnTo>
                </a:path>
                <a:path w="2922904" h="1624330">
                  <a:moveTo>
                    <a:pt x="2922904" y="856615"/>
                  </a:moveTo>
                  <a:lnTo>
                    <a:pt x="2922904" y="858520"/>
                  </a:lnTo>
                </a:path>
                <a:path w="2922904" h="1624330">
                  <a:moveTo>
                    <a:pt x="2922904" y="858520"/>
                  </a:moveTo>
                  <a:lnTo>
                    <a:pt x="2922904" y="859790"/>
                  </a:lnTo>
                </a:path>
                <a:path w="2922904" h="1624330">
                  <a:moveTo>
                    <a:pt x="2922904" y="860425"/>
                  </a:moveTo>
                  <a:lnTo>
                    <a:pt x="2922904" y="861695"/>
                  </a:lnTo>
                </a:path>
                <a:path w="2922904" h="1624330">
                  <a:moveTo>
                    <a:pt x="2922904" y="862329"/>
                  </a:moveTo>
                  <a:lnTo>
                    <a:pt x="2922904" y="863600"/>
                  </a:lnTo>
                </a:path>
                <a:path w="2922904" h="1624330">
                  <a:moveTo>
                    <a:pt x="2922904" y="864234"/>
                  </a:moveTo>
                  <a:lnTo>
                    <a:pt x="2922904" y="865504"/>
                  </a:lnTo>
                </a:path>
                <a:path w="2922904" h="1624330">
                  <a:moveTo>
                    <a:pt x="2922904" y="865504"/>
                  </a:moveTo>
                  <a:lnTo>
                    <a:pt x="2922904" y="867409"/>
                  </a:lnTo>
                </a:path>
                <a:path w="2922904" h="1624330">
                  <a:moveTo>
                    <a:pt x="2922904" y="867409"/>
                  </a:moveTo>
                  <a:lnTo>
                    <a:pt x="2922904" y="868679"/>
                  </a:lnTo>
                </a:path>
                <a:path w="2922904" h="1624330">
                  <a:moveTo>
                    <a:pt x="2922904" y="869315"/>
                  </a:moveTo>
                  <a:lnTo>
                    <a:pt x="2922904" y="870584"/>
                  </a:lnTo>
                </a:path>
                <a:path w="2922904" h="1624330">
                  <a:moveTo>
                    <a:pt x="2922904" y="871220"/>
                  </a:moveTo>
                  <a:lnTo>
                    <a:pt x="2922904" y="872490"/>
                  </a:lnTo>
                </a:path>
                <a:path w="2922904" h="1624330">
                  <a:moveTo>
                    <a:pt x="2922904" y="873125"/>
                  </a:moveTo>
                  <a:lnTo>
                    <a:pt x="2922904" y="874395"/>
                  </a:lnTo>
                </a:path>
                <a:path w="2922904" h="1624330">
                  <a:moveTo>
                    <a:pt x="2922904" y="874395"/>
                  </a:moveTo>
                  <a:lnTo>
                    <a:pt x="2922904" y="876300"/>
                  </a:lnTo>
                </a:path>
                <a:path w="2922904" h="1624330">
                  <a:moveTo>
                    <a:pt x="2922904" y="876300"/>
                  </a:moveTo>
                  <a:lnTo>
                    <a:pt x="2922904" y="877570"/>
                  </a:lnTo>
                </a:path>
                <a:path w="2922904" h="1624330">
                  <a:moveTo>
                    <a:pt x="2922904" y="878204"/>
                  </a:moveTo>
                  <a:lnTo>
                    <a:pt x="2922904" y="879475"/>
                  </a:lnTo>
                </a:path>
                <a:path w="2922904" h="1624330">
                  <a:moveTo>
                    <a:pt x="2922904" y="880109"/>
                  </a:moveTo>
                  <a:lnTo>
                    <a:pt x="2922904" y="881379"/>
                  </a:lnTo>
                </a:path>
                <a:path w="2922904" h="1624330">
                  <a:moveTo>
                    <a:pt x="2922904" y="882015"/>
                  </a:moveTo>
                  <a:lnTo>
                    <a:pt x="2922904" y="883284"/>
                  </a:lnTo>
                </a:path>
                <a:path w="2922904" h="1624330">
                  <a:moveTo>
                    <a:pt x="2922904" y="883284"/>
                  </a:moveTo>
                  <a:lnTo>
                    <a:pt x="2922904" y="885190"/>
                  </a:lnTo>
                </a:path>
                <a:path w="2922904" h="1624330">
                  <a:moveTo>
                    <a:pt x="2922904" y="885190"/>
                  </a:moveTo>
                  <a:lnTo>
                    <a:pt x="2922904" y="886459"/>
                  </a:lnTo>
                </a:path>
                <a:path w="2922904" h="1624330">
                  <a:moveTo>
                    <a:pt x="2922904" y="887095"/>
                  </a:moveTo>
                  <a:lnTo>
                    <a:pt x="2922904" y="888365"/>
                  </a:lnTo>
                </a:path>
                <a:path w="2922904" h="1624330">
                  <a:moveTo>
                    <a:pt x="2922904" y="889000"/>
                  </a:moveTo>
                  <a:lnTo>
                    <a:pt x="2922904" y="890270"/>
                  </a:lnTo>
                </a:path>
                <a:path w="2922904" h="1624330">
                  <a:moveTo>
                    <a:pt x="2922904" y="890904"/>
                  </a:moveTo>
                  <a:lnTo>
                    <a:pt x="2922904" y="892175"/>
                  </a:lnTo>
                </a:path>
                <a:path w="2922904" h="1624330">
                  <a:moveTo>
                    <a:pt x="2922904" y="892175"/>
                  </a:moveTo>
                  <a:lnTo>
                    <a:pt x="2922904" y="894079"/>
                  </a:lnTo>
                </a:path>
                <a:path w="2922904" h="1624330">
                  <a:moveTo>
                    <a:pt x="2922904" y="894079"/>
                  </a:moveTo>
                  <a:lnTo>
                    <a:pt x="2922904" y="895350"/>
                  </a:lnTo>
                </a:path>
                <a:path w="2922904" h="1624330">
                  <a:moveTo>
                    <a:pt x="2922904" y="895984"/>
                  </a:moveTo>
                  <a:lnTo>
                    <a:pt x="2922904" y="897254"/>
                  </a:lnTo>
                </a:path>
                <a:path w="2922904" h="1624330">
                  <a:moveTo>
                    <a:pt x="2922904" y="897890"/>
                  </a:moveTo>
                  <a:lnTo>
                    <a:pt x="2922904" y="899159"/>
                  </a:lnTo>
                </a:path>
                <a:path w="2922904" h="1624330">
                  <a:moveTo>
                    <a:pt x="2922904" y="899795"/>
                  </a:moveTo>
                  <a:lnTo>
                    <a:pt x="2922904" y="901065"/>
                  </a:lnTo>
                </a:path>
                <a:path w="2922904" h="1624330">
                  <a:moveTo>
                    <a:pt x="2922904" y="901065"/>
                  </a:moveTo>
                  <a:lnTo>
                    <a:pt x="2922904" y="902970"/>
                  </a:lnTo>
                </a:path>
                <a:path w="2922904" h="1624330">
                  <a:moveTo>
                    <a:pt x="2922904" y="902970"/>
                  </a:moveTo>
                  <a:lnTo>
                    <a:pt x="2922904" y="904240"/>
                  </a:lnTo>
                </a:path>
                <a:path w="2922904" h="1624330">
                  <a:moveTo>
                    <a:pt x="2922904" y="904875"/>
                  </a:moveTo>
                  <a:lnTo>
                    <a:pt x="2922904" y="906145"/>
                  </a:lnTo>
                </a:path>
                <a:path w="2922904" h="1624330">
                  <a:moveTo>
                    <a:pt x="2922904" y="906779"/>
                  </a:moveTo>
                  <a:lnTo>
                    <a:pt x="2922904" y="908050"/>
                  </a:lnTo>
                </a:path>
                <a:path w="2922904" h="1624330">
                  <a:moveTo>
                    <a:pt x="2922904" y="908684"/>
                  </a:moveTo>
                  <a:lnTo>
                    <a:pt x="2922904" y="909954"/>
                  </a:lnTo>
                </a:path>
                <a:path w="2922904" h="1624330">
                  <a:moveTo>
                    <a:pt x="2922904" y="909954"/>
                  </a:moveTo>
                  <a:lnTo>
                    <a:pt x="2922904" y="911859"/>
                  </a:lnTo>
                </a:path>
                <a:path w="2922904" h="1624330">
                  <a:moveTo>
                    <a:pt x="2922904" y="911859"/>
                  </a:moveTo>
                  <a:lnTo>
                    <a:pt x="2922904" y="913129"/>
                  </a:lnTo>
                </a:path>
                <a:path w="2922904" h="1624330">
                  <a:moveTo>
                    <a:pt x="2922904" y="913765"/>
                  </a:moveTo>
                  <a:lnTo>
                    <a:pt x="2922904" y="915034"/>
                  </a:lnTo>
                </a:path>
                <a:path w="2922904" h="1624330">
                  <a:moveTo>
                    <a:pt x="2922904" y="915670"/>
                  </a:moveTo>
                  <a:lnTo>
                    <a:pt x="2922904" y="916940"/>
                  </a:lnTo>
                </a:path>
                <a:path w="2922904" h="1624330">
                  <a:moveTo>
                    <a:pt x="2922904" y="917575"/>
                  </a:moveTo>
                  <a:lnTo>
                    <a:pt x="2922904" y="918845"/>
                  </a:lnTo>
                </a:path>
                <a:path w="2922904" h="1624330">
                  <a:moveTo>
                    <a:pt x="2922904" y="918845"/>
                  </a:moveTo>
                  <a:lnTo>
                    <a:pt x="2922904" y="920750"/>
                  </a:lnTo>
                </a:path>
                <a:path w="2922904" h="1624330">
                  <a:moveTo>
                    <a:pt x="2922904" y="920750"/>
                  </a:moveTo>
                  <a:lnTo>
                    <a:pt x="2922904" y="922020"/>
                  </a:lnTo>
                </a:path>
                <a:path w="2922904" h="1624330">
                  <a:moveTo>
                    <a:pt x="2922904" y="922654"/>
                  </a:moveTo>
                  <a:lnTo>
                    <a:pt x="2922904" y="923925"/>
                  </a:lnTo>
                </a:path>
                <a:path w="2922904" h="1624330">
                  <a:moveTo>
                    <a:pt x="2922904" y="924559"/>
                  </a:moveTo>
                  <a:lnTo>
                    <a:pt x="2922904" y="925829"/>
                  </a:lnTo>
                </a:path>
                <a:path w="2922904" h="1624330">
                  <a:moveTo>
                    <a:pt x="2922904" y="926465"/>
                  </a:moveTo>
                  <a:lnTo>
                    <a:pt x="2922904" y="927734"/>
                  </a:lnTo>
                </a:path>
                <a:path w="2922904" h="1624330">
                  <a:moveTo>
                    <a:pt x="2922904" y="927734"/>
                  </a:moveTo>
                  <a:lnTo>
                    <a:pt x="2922904" y="929640"/>
                  </a:lnTo>
                </a:path>
                <a:path w="2922904" h="1624330">
                  <a:moveTo>
                    <a:pt x="2922904" y="929640"/>
                  </a:moveTo>
                  <a:lnTo>
                    <a:pt x="2922904" y="930909"/>
                  </a:lnTo>
                </a:path>
                <a:path w="2922904" h="1624330">
                  <a:moveTo>
                    <a:pt x="2922904" y="931545"/>
                  </a:moveTo>
                  <a:lnTo>
                    <a:pt x="2922904" y="932815"/>
                  </a:lnTo>
                </a:path>
                <a:path w="2922904" h="1624330">
                  <a:moveTo>
                    <a:pt x="2922904" y="933450"/>
                  </a:moveTo>
                  <a:lnTo>
                    <a:pt x="2922904" y="934720"/>
                  </a:lnTo>
                </a:path>
                <a:path w="2922904" h="1624330">
                  <a:moveTo>
                    <a:pt x="2922904" y="935354"/>
                  </a:moveTo>
                  <a:lnTo>
                    <a:pt x="2922904" y="936625"/>
                  </a:lnTo>
                </a:path>
                <a:path w="2922904" h="1624330">
                  <a:moveTo>
                    <a:pt x="2922904" y="936625"/>
                  </a:moveTo>
                  <a:lnTo>
                    <a:pt x="2922904" y="938529"/>
                  </a:lnTo>
                </a:path>
                <a:path w="2922904" h="1624330">
                  <a:moveTo>
                    <a:pt x="2922904" y="938529"/>
                  </a:moveTo>
                  <a:lnTo>
                    <a:pt x="2922904" y="939800"/>
                  </a:lnTo>
                </a:path>
                <a:path w="2922904" h="1624330">
                  <a:moveTo>
                    <a:pt x="2922904" y="940434"/>
                  </a:moveTo>
                  <a:lnTo>
                    <a:pt x="2922904" y="941704"/>
                  </a:lnTo>
                </a:path>
                <a:path w="2922904" h="1624330">
                  <a:moveTo>
                    <a:pt x="2922904" y="942340"/>
                  </a:moveTo>
                  <a:lnTo>
                    <a:pt x="2922904" y="943609"/>
                  </a:lnTo>
                </a:path>
                <a:path w="2922904" h="1624330">
                  <a:moveTo>
                    <a:pt x="2922904" y="944245"/>
                  </a:moveTo>
                  <a:lnTo>
                    <a:pt x="2922904" y="945515"/>
                  </a:lnTo>
                </a:path>
                <a:path w="2922904" h="1624330">
                  <a:moveTo>
                    <a:pt x="2922904" y="945515"/>
                  </a:moveTo>
                  <a:lnTo>
                    <a:pt x="2922904" y="947420"/>
                  </a:lnTo>
                </a:path>
                <a:path w="2922904" h="1624330">
                  <a:moveTo>
                    <a:pt x="2922904" y="947420"/>
                  </a:moveTo>
                  <a:lnTo>
                    <a:pt x="2922904" y="948690"/>
                  </a:lnTo>
                </a:path>
                <a:path w="2922904" h="1624330">
                  <a:moveTo>
                    <a:pt x="2922904" y="949325"/>
                  </a:moveTo>
                  <a:lnTo>
                    <a:pt x="2922904" y="950595"/>
                  </a:lnTo>
                </a:path>
                <a:path w="2922904" h="1624330">
                  <a:moveTo>
                    <a:pt x="2922904" y="951229"/>
                  </a:moveTo>
                  <a:lnTo>
                    <a:pt x="2922904" y="952500"/>
                  </a:lnTo>
                </a:path>
                <a:path w="2922904" h="1624330">
                  <a:moveTo>
                    <a:pt x="2922904" y="953134"/>
                  </a:moveTo>
                  <a:lnTo>
                    <a:pt x="2922904" y="954404"/>
                  </a:lnTo>
                </a:path>
                <a:path w="2922904" h="1624330">
                  <a:moveTo>
                    <a:pt x="2922904" y="954404"/>
                  </a:moveTo>
                  <a:lnTo>
                    <a:pt x="2922904" y="956309"/>
                  </a:lnTo>
                </a:path>
                <a:path w="2922904" h="1624330">
                  <a:moveTo>
                    <a:pt x="2922904" y="956309"/>
                  </a:moveTo>
                  <a:lnTo>
                    <a:pt x="2922904" y="957579"/>
                  </a:lnTo>
                </a:path>
                <a:path w="2922904" h="1624330">
                  <a:moveTo>
                    <a:pt x="2922904" y="958215"/>
                  </a:moveTo>
                  <a:lnTo>
                    <a:pt x="2922904" y="959484"/>
                  </a:lnTo>
                </a:path>
                <a:path w="2922904" h="1624330">
                  <a:moveTo>
                    <a:pt x="2922904" y="960120"/>
                  </a:moveTo>
                  <a:lnTo>
                    <a:pt x="2922904" y="961390"/>
                  </a:lnTo>
                </a:path>
                <a:path w="2922904" h="1624330">
                  <a:moveTo>
                    <a:pt x="2922904" y="962025"/>
                  </a:moveTo>
                  <a:lnTo>
                    <a:pt x="2922904" y="963295"/>
                  </a:lnTo>
                </a:path>
                <a:path w="2922904" h="1624330">
                  <a:moveTo>
                    <a:pt x="2922904" y="963295"/>
                  </a:moveTo>
                  <a:lnTo>
                    <a:pt x="2922904" y="965200"/>
                  </a:lnTo>
                </a:path>
                <a:path w="2922904" h="1624330">
                  <a:moveTo>
                    <a:pt x="2922904" y="965200"/>
                  </a:moveTo>
                  <a:lnTo>
                    <a:pt x="2922904" y="966470"/>
                  </a:lnTo>
                </a:path>
                <a:path w="2922904" h="1624330">
                  <a:moveTo>
                    <a:pt x="2922904" y="967104"/>
                  </a:moveTo>
                  <a:lnTo>
                    <a:pt x="2922904" y="968375"/>
                  </a:lnTo>
                </a:path>
                <a:path w="2922904" h="1624330">
                  <a:moveTo>
                    <a:pt x="2922904" y="969009"/>
                  </a:moveTo>
                  <a:lnTo>
                    <a:pt x="2922904" y="970279"/>
                  </a:lnTo>
                </a:path>
                <a:path w="2922904" h="1624330">
                  <a:moveTo>
                    <a:pt x="2922904" y="970915"/>
                  </a:moveTo>
                  <a:lnTo>
                    <a:pt x="2922904" y="972184"/>
                  </a:lnTo>
                </a:path>
                <a:path w="2922904" h="1624330">
                  <a:moveTo>
                    <a:pt x="2922904" y="972184"/>
                  </a:moveTo>
                  <a:lnTo>
                    <a:pt x="2922904" y="974090"/>
                  </a:lnTo>
                </a:path>
                <a:path w="2922904" h="1624330">
                  <a:moveTo>
                    <a:pt x="2922904" y="974090"/>
                  </a:moveTo>
                  <a:lnTo>
                    <a:pt x="2922904" y="975359"/>
                  </a:lnTo>
                </a:path>
                <a:path w="2922904" h="1624330">
                  <a:moveTo>
                    <a:pt x="2922904" y="975995"/>
                  </a:moveTo>
                  <a:lnTo>
                    <a:pt x="2922904" y="977265"/>
                  </a:lnTo>
                </a:path>
                <a:path w="2922904" h="1624330">
                  <a:moveTo>
                    <a:pt x="2922904" y="977900"/>
                  </a:moveTo>
                  <a:lnTo>
                    <a:pt x="2922904" y="979170"/>
                  </a:lnTo>
                </a:path>
                <a:path w="2922904" h="1624330">
                  <a:moveTo>
                    <a:pt x="2922904" y="979804"/>
                  </a:moveTo>
                  <a:lnTo>
                    <a:pt x="2922904" y="981075"/>
                  </a:lnTo>
                </a:path>
                <a:path w="2922904" h="1624330">
                  <a:moveTo>
                    <a:pt x="2922904" y="981075"/>
                  </a:moveTo>
                  <a:lnTo>
                    <a:pt x="2922904" y="982979"/>
                  </a:lnTo>
                </a:path>
                <a:path w="2922904" h="1624330">
                  <a:moveTo>
                    <a:pt x="2922904" y="982979"/>
                  </a:moveTo>
                  <a:lnTo>
                    <a:pt x="2922904" y="984250"/>
                  </a:lnTo>
                </a:path>
                <a:path w="2922904" h="1624330">
                  <a:moveTo>
                    <a:pt x="2922904" y="984884"/>
                  </a:moveTo>
                  <a:lnTo>
                    <a:pt x="2922904" y="986154"/>
                  </a:lnTo>
                </a:path>
                <a:path w="2922904" h="1624330">
                  <a:moveTo>
                    <a:pt x="2922904" y="986790"/>
                  </a:moveTo>
                  <a:lnTo>
                    <a:pt x="2922904" y="988059"/>
                  </a:lnTo>
                </a:path>
                <a:path w="2922904" h="1624330">
                  <a:moveTo>
                    <a:pt x="2922904" y="988695"/>
                  </a:moveTo>
                  <a:lnTo>
                    <a:pt x="2922904" y="989965"/>
                  </a:lnTo>
                </a:path>
                <a:path w="2922904" h="1624330">
                  <a:moveTo>
                    <a:pt x="2922904" y="989965"/>
                  </a:moveTo>
                  <a:lnTo>
                    <a:pt x="2922904" y="991870"/>
                  </a:lnTo>
                </a:path>
                <a:path w="2922904" h="1624330">
                  <a:moveTo>
                    <a:pt x="2922904" y="991870"/>
                  </a:moveTo>
                  <a:lnTo>
                    <a:pt x="2922904" y="993140"/>
                  </a:lnTo>
                </a:path>
                <a:path w="2922904" h="1624330">
                  <a:moveTo>
                    <a:pt x="2922904" y="993775"/>
                  </a:moveTo>
                  <a:lnTo>
                    <a:pt x="2922904" y="995045"/>
                  </a:lnTo>
                </a:path>
                <a:path w="2922904" h="1624330">
                  <a:moveTo>
                    <a:pt x="2922904" y="995679"/>
                  </a:moveTo>
                  <a:lnTo>
                    <a:pt x="2922904" y="996950"/>
                  </a:lnTo>
                </a:path>
                <a:path w="2922904" h="1624330">
                  <a:moveTo>
                    <a:pt x="2922904" y="997584"/>
                  </a:moveTo>
                  <a:lnTo>
                    <a:pt x="2922904" y="998854"/>
                  </a:lnTo>
                </a:path>
                <a:path w="2922904" h="1624330">
                  <a:moveTo>
                    <a:pt x="2922904" y="998854"/>
                  </a:moveTo>
                  <a:lnTo>
                    <a:pt x="2922904" y="1000759"/>
                  </a:lnTo>
                </a:path>
                <a:path w="2922904" h="1624330">
                  <a:moveTo>
                    <a:pt x="2922904" y="1000759"/>
                  </a:moveTo>
                  <a:lnTo>
                    <a:pt x="2922904" y="1002029"/>
                  </a:lnTo>
                </a:path>
                <a:path w="2922904" h="1624330">
                  <a:moveTo>
                    <a:pt x="2922904" y="1002665"/>
                  </a:moveTo>
                  <a:lnTo>
                    <a:pt x="2922904" y="1003934"/>
                  </a:lnTo>
                </a:path>
                <a:path w="2922904" h="1624330">
                  <a:moveTo>
                    <a:pt x="2922904" y="1004570"/>
                  </a:moveTo>
                  <a:lnTo>
                    <a:pt x="2922904" y="1005840"/>
                  </a:lnTo>
                </a:path>
                <a:path w="2922904" h="1624330">
                  <a:moveTo>
                    <a:pt x="2922904" y="1006475"/>
                  </a:moveTo>
                  <a:lnTo>
                    <a:pt x="2922904" y="1007745"/>
                  </a:lnTo>
                </a:path>
                <a:path w="2922904" h="1624330">
                  <a:moveTo>
                    <a:pt x="2922904" y="1007745"/>
                  </a:moveTo>
                  <a:lnTo>
                    <a:pt x="2922904" y="1009650"/>
                  </a:lnTo>
                </a:path>
                <a:path w="2922904" h="1624330">
                  <a:moveTo>
                    <a:pt x="2922904" y="1009650"/>
                  </a:moveTo>
                  <a:lnTo>
                    <a:pt x="2922904" y="1010920"/>
                  </a:lnTo>
                </a:path>
                <a:path w="2922904" h="1624330">
                  <a:moveTo>
                    <a:pt x="2922904" y="1011554"/>
                  </a:moveTo>
                  <a:lnTo>
                    <a:pt x="2922904" y="1012825"/>
                  </a:lnTo>
                </a:path>
                <a:path w="2922904" h="1624330">
                  <a:moveTo>
                    <a:pt x="2922904" y="1013459"/>
                  </a:moveTo>
                  <a:lnTo>
                    <a:pt x="2922904" y="1014729"/>
                  </a:lnTo>
                </a:path>
                <a:path w="2922904" h="1624330">
                  <a:moveTo>
                    <a:pt x="2922904" y="1015365"/>
                  </a:moveTo>
                  <a:lnTo>
                    <a:pt x="2922904" y="1016634"/>
                  </a:lnTo>
                </a:path>
                <a:path w="2922904" h="1624330">
                  <a:moveTo>
                    <a:pt x="2922904" y="1016634"/>
                  </a:moveTo>
                  <a:lnTo>
                    <a:pt x="2922904" y="1018540"/>
                  </a:lnTo>
                </a:path>
                <a:path w="2922904" h="1624330">
                  <a:moveTo>
                    <a:pt x="2922904" y="1018540"/>
                  </a:moveTo>
                  <a:lnTo>
                    <a:pt x="2922904" y="1019809"/>
                  </a:lnTo>
                </a:path>
                <a:path w="2922904" h="1624330">
                  <a:moveTo>
                    <a:pt x="2922904" y="1020445"/>
                  </a:moveTo>
                  <a:lnTo>
                    <a:pt x="2922904" y="1021715"/>
                  </a:lnTo>
                </a:path>
                <a:path w="2922904" h="1624330">
                  <a:moveTo>
                    <a:pt x="2922904" y="1022350"/>
                  </a:moveTo>
                  <a:lnTo>
                    <a:pt x="2922904" y="1023620"/>
                  </a:lnTo>
                </a:path>
                <a:path w="2922904" h="1624330">
                  <a:moveTo>
                    <a:pt x="2922904" y="1024254"/>
                  </a:moveTo>
                  <a:lnTo>
                    <a:pt x="2922904" y="1025525"/>
                  </a:lnTo>
                </a:path>
                <a:path w="2922904" h="1624330">
                  <a:moveTo>
                    <a:pt x="2922904" y="1025525"/>
                  </a:moveTo>
                  <a:lnTo>
                    <a:pt x="2922904" y="1027429"/>
                  </a:lnTo>
                </a:path>
                <a:path w="2922904" h="1624330">
                  <a:moveTo>
                    <a:pt x="2922904" y="1027429"/>
                  </a:moveTo>
                  <a:lnTo>
                    <a:pt x="2922904" y="1028700"/>
                  </a:lnTo>
                </a:path>
                <a:path w="2922904" h="1624330">
                  <a:moveTo>
                    <a:pt x="2922904" y="1029334"/>
                  </a:moveTo>
                  <a:lnTo>
                    <a:pt x="2922904" y="1030604"/>
                  </a:lnTo>
                </a:path>
                <a:path w="2922904" h="1624330">
                  <a:moveTo>
                    <a:pt x="2922904" y="1031240"/>
                  </a:moveTo>
                  <a:lnTo>
                    <a:pt x="2922904" y="1032509"/>
                  </a:lnTo>
                </a:path>
                <a:path w="2922904" h="1624330">
                  <a:moveTo>
                    <a:pt x="2922904" y="1033145"/>
                  </a:moveTo>
                  <a:lnTo>
                    <a:pt x="2922904" y="1034415"/>
                  </a:lnTo>
                </a:path>
                <a:path w="2922904" h="1624330">
                  <a:moveTo>
                    <a:pt x="2922904" y="1034415"/>
                  </a:moveTo>
                  <a:lnTo>
                    <a:pt x="2922904" y="1036320"/>
                  </a:lnTo>
                </a:path>
                <a:path w="2922904" h="1624330">
                  <a:moveTo>
                    <a:pt x="2922904" y="1036320"/>
                  </a:moveTo>
                  <a:lnTo>
                    <a:pt x="2922904" y="1037590"/>
                  </a:lnTo>
                </a:path>
                <a:path w="2922904" h="1624330">
                  <a:moveTo>
                    <a:pt x="2922904" y="1038225"/>
                  </a:moveTo>
                  <a:lnTo>
                    <a:pt x="2922904" y="1039495"/>
                  </a:lnTo>
                </a:path>
                <a:path w="2922904" h="1624330">
                  <a:moveTo>
                    <a:pt x="2922904" y="1040129"/>
                  </a:moveTo>
                  <a:lnTo>
                    <a:pt x="2922904" y="1041400"/>
                  </a:lnTo>
                </a:path>
                <a:path w="2922904" h="1624330">
                  <a:moveTo>
                    <a:pt x="2922904" y="1042034"/>
                  </a:moveTo>
                  <a:lnTo>
                    <a:pt x="2922904" y="1043304"/>
                  </a:lnTo>
                </a:path>
                <a:path w="2922904" h="1624330">
                  <a:moveTo>
                    <a:pt x="2922904" y="1043304"/>
                  </a:moveTo>
                  <a:lnTo>
                    <a:pt x="2922904" y="1045209"/>
                  </a:lnTo>
                </a:path>
                <a:path w="2922904" h="1624330">
                  <a:moveTo>
                    <a:pt x="2922904" y="1045209"/>
                  </a:moveTo>
                  <a:lnTo>
                    <a:pt x="2922904" y="1046479"/>
                  </a:lnTo>
                </a:path>
                <a:path w="2922904" h="1624330">
                  <a:moveTo>
                    <a:pt x="2922904" y="1047115"/>
                  </a:moveTo>
                  <a:lnTo>
                    <a:pt x="2922904" y="1048384"/>
                  </a:lnTo>
                </a:path>
                <a:path w="2922904" h="1624330">
                  <a:moveTo>
                    <a:pt x="2922904" y="1049020"/>
                  </a:moveTo>
                  <a:lnTo>
                    <a:pt x="2922904" y="1050290"/>
                  </a:lnTo>
                </a:path>
                <a:path w="2922904" h="1624330">
                  <a:moveTo>
                    <a:pt x="2922904" y="1050925"/>
                  </a:moveTo>
                  <a:lnTo>
                    <a:pt x="2922904" y="1052195"/>
                  </a:lnTo>
                </a:path>
                <a:path w="2922904" h="1624330">
                  <a:moveTo>
                    <a:pt x="2922904" y="1052195"/>
                  </a:moveTo>
                  <a:lnTo>
                    <a:pt x="2922904" y="1054100"/>
                  </a:lnTo>
                </a:path>
                <a:path w="2922904" h="1624330">
                  <a:moveTo>
                    <a:pt x="2922904" y="1054100"/>
                  </a:moveTo>
                  <a:lnTo>
                    <a:pt x="2922904" y="1055370"/>
                  </a:lnTo>
                </a:path>
                <a:path w="2922904" h="1624330">
                  <a:moveTo>
                    <a:pt x="2922904" y="1056004"/>
                  </a:moveTo>
                  <a:lnTo>
                    <a:pt x="2922904" y="1057275"/>
                  </a:lnTo>
                </a:path>
                <a:path w="2922904" h="1624330">
                  <a:moveTo>
                    <a:pt x="2922904" y="1057909"/>
                  </a:moveTo>
                  <a:lnTo>
                    <a:pt x="2922904" y="1059179"/>
                  </a:lnTo>
                </a:path>
                <a:path w="2922904" h="1624330">
                  <a:moveTo>
                    <a:pt x="2922904" y="1059815"/>
                  </a:moveTo>
                  <a:lnTo>
                    <a:pt x="2922904" y="1061084"/>
                  </a:lnTo>
                </a:path>
                <a:path w="2922904" h="1624330">
                  <a:moveTo>
                    <a:pt x="2922904" y="1061084"/>
                  </a:moveTo>
                  <a:lnTo>
                    <a:pt x="2922904" y="1062990"/>
                  </a:lnTo>
                </a:path>
                <a:path w="2922904" h="1624330">
                  <a:moveTo>
                    <a:pt x="2922904" y="1062990"/>
                  </a:moveTo>
                  <a:lnTo>
                    <a:pt x="2922904" y="1064259"/>
                  </a:lnTo>
                </a:path>
                <a:path w="2922904" h="1624330">
                  <a:moveTo>
                    <a:pt x="2922904" y="1064895"/>
                  </a:moveTo>
                  <a:lnTo>
                    <a:pt x="2922904" y="1066165"/>
                  </a:lnTo>
                </a:path>
                <a:path w="2922904" h="1624330">
                  <a:moveTo>
                    <a:pt x="2922904" y="1066800"/>
                  </a:moveTo>
                  <a:lnTo>
                    <a:pt x="2922904" y="1068070"/>
                  </a:lnTo>
                </a:path>
                <a:path w="2922904" h="1624330">
                  <a:moveTo>
                    <a:pt x="2922904" y="1068704"/>
                  </a:moveTo>
                  <a:lnTo>
                    <a:pt x="2922904" y="1069975"/>
                  </a:lnTo>
                </a:path>
                <a:path w="2922904" h="1624330">
                  <a:moveTo>
                    <a:pt x="2922904" y="1069975"/>
                  </a:moveTo>
                  <a:lnTo>
                    <a:pt x="2922904" y="1071879"/>
                  </a:lnTo>
                </a:path>
                <a:path w="2922904" h="1624330">
                  <a:moveTo>
                    <a:pt x="2922904" y="1071879"/>
                  </a:moveTo>
                  <a:lnTo>
                    <a:pt x="2922904" y="1073150"/>
                  </a:lnTo>
                </a:path>
                <a:path w="2922904" h="1624330">
                  <a:moveTo>
                    <a:pt x="2922904" y="1073784"/>
                  </a:moveTo>
                  <a:lnTo>
                    <a:pt x="2922904" y="1075054"/>
                  </a:lnTo>
                </a:path>
                <a:path w="2922904" h="1624330">
                  <a:moveTo>
                    <a:pt x="2922904" y="1075690"/>
                  </a:moveTo>
                  <a:lnTo>
                    <a:pt x="2922904" y="1076959"/>
                  </a:lnTo>
                </a:path>
                <a:path w="2922904" h="1624330">
                  <a:moveTo>
                    <a:pt x="2922904" y="1077595"/>
                  </a:moveTo>
                  <a:lnTo>
                    <a:pt x="2922904" y="1078865"/>
                  </a:lnTo>
                </a:path>
                <a:path w="2922904" h="1624330">
                  <a:moveTo>
                    <a:pt x="2922904" y="1078865"/>
                  </a:moveTo>
                  <a:lnTo>
                    <a:pt x="2922904" y="1080770"/>
                  </a:lnTo>
                </a:path>
                <a:path w="2922904" h="1624330">
                  <a:moveTo>
                    <a:pt x="2922904" y="1080770"/>
                  </a:moveTo>
                  <a:lnTo>
                    <a:pt x="2922904" y="1082040"/>
                  </a:lnTo>
                </a:path>
                <a:path w="2922904" h="1624330">
                  <a:moveTo>
                    <a:pt x="2922904" y="1082675"/>
                  </a:moveTo>
                  <a:lnTo>
                    <a:pt x="2922904" y="1083945"/>
                  </a:lnTo>
                </a:path>
                <a:path w="2922904" h="1624330">
                  <a:moveTo>
                    <a:pt x="2922904" y="1084579"/>
                  </a:moveTo>
                  <a:lnTo>
                    <a:pt x="2922904" y="1085850"/>
                  </a:lnTo>
                </a:path>
                <a:path w="2922904" h="1624330">
                  <a:moveTo>
                    <a:pt x="2922904" y="1086484"/>
                  </a:moveTo>
                  <a:lnTo>
                    <a:pt x="2922904" y="1087754"/>
                  </a:lnTo>
                </a:path>
                <a:path w="2922904" h="1624330">
                  <a:moveTo>
                    <a:pt x="2922904" y="1087754"/>
                  </a:moveTo>
                  <a:lnTo>
                    <a:pt x="2922904" y="1089659"/>
                  </a:lnTo>
                </a:path>
                <a:path w="2922904" h="1624330">
                  <a:moveTo>
                    <a:pt x="2922904" y="1089659"/>
                  </a:moveTo>
                  <a:lnTo>
                    <a:pt x="2922904" y="1090929"/>
                  </a:lnTo>
                </a:path>
                <a:path w="2922904" h="1624330">
                  <a:moveTo>
                    <a:pt x="2922904" y="1091565"/>
                  </a:moveTo>
                  <a:lnTo>
                    <a:pt x="2922904" y="1092834"/>
                  </a:lnTo>
                </a:path>
                <a:path w="2922904" h="1624330">
                  <a:moveTo>
                    <a:pt x="2922904" y="1093470"/>
                  </a:moveTo>
                  <a:lnTo>
                    <a:pt x="2922904" y="1094740"/>
                  </a:lnTo>
                </a:path>
                <a:path w="2922904" h="1624330">
                  <a:moveTo>
                    <a:pt x="2922904" y="1095375"/>
                  </a:moveTo>
                  <a:lnTo>
                    <a:pt x="2922904" y="1096645"/>
                  </a:lnTo>
                </a:path>
                <a:path w="2922904" h="1624330">
                  <a:moveTo>
                    <a:pt x="2922904" y="1096645"/>
                  </a:moveTo>
                  <a:lnTo>
                    <a:pt x="2922904" y="1098550"/>
                  </a:lnTo>
                </a:path>
                <a:path w="2922904" h="1624330">
                  <a:moveTo>
                    <a:pt x="2922904" y="1098550"/>
                  </a:moveTo>
                  <a:lnTo>
                    <a:pt x="2922904" y="1099820"/>
                  </a:lnTo>
                </a:path>
                <a:path w="2922904" h="1624330">
                  <a:moveTo>
                    <a:pt x="2922904" y="1100454"/>
                  </a:moveTo>
                  <a:lnTo>
                    <a:pt x="2922904" y="1101725"/>
                  </a:lnTo>
                </a:path>
                <a:path w="2922904" h="1624330">
                  <a:moveTo>
                    <a:pt x="2922904" y="1102359"/>
                  </a:moveTo>
                  <a:lnTo>
                    <a:pt x="2922904" y="1103629"/>
                  </a:lnTo>
                </a:path>
                <a:path w="2922904" h="1624330">
                  <a:moveTo>
                    <a:pt x="2922904" y="1104265"/>
                  </a:moveTo>
                  <a:lnTo>
                    <a:pt x="2922904" y="1105534"/>
                  </a:lnTo>
                </a:path>
                <a:path w="2922904" h="1624330">
                  <a:moveTo>
                    <a:pt x="2922904" y="1105534"/>
                  </a:moveTo>
                  <a:lnTo>
                    <a:pt x="2922904" y="1107440"/>
                  </a:lnTo>
                </a:path>
                <a:path w="2922904" h="1624330">
                  <a:moveTo>
                    <a:pt x="2922904" y="1107440"/>
                  </a:moveTo>
                  <a:lnTo>
                    <a:pt x="2922904" y="1108709"/>
                  </a:lnTo>
                </a:path>
                <a:path w="2922904" h="1624330">
                  <a:moveTo>
                    <a:pt x="2922904" y="1109345"/>
                  </a:moveTo>
                  <a:lnTo>
                    <a:pt x="2922904" y="1110615"/>
                  </a:lnTo>
                </a:path>
                <a:path w="2922904" h="1624330">
                  <a:moveTo>
                    <a:pt x="2922904" y="1111250"/>
                  </a:moveTo>
                  <a:lnTo>
                    <a:pt x="2922904" y="1112520"/>
                  </a:lnTo>
                </a:path>
                <a:path w="2922904" h="1624330">
                  <a:moveTo>
                    <a:pt x="2922904" y="1113154"/>
                  </a:moveTo>
                  <a:lnTo>
                    <a:pt x="2922904" y="1114425"/>
                  </a:lnTo>
                </a:path>
                <a:path w="2922904" h="1624330">
                  <a:moveTo>
                    <a:pt x="2922904" y="1114425"/>
                  </a:moveTo>
                  <a:lnTo>
                    <a:pt x="2922904" y="1116329"/>
                  </a:lnTo>
                </a:path>
                <a:path w="2922904" h="1624330">
                  <a:moveTo>
                    <a:pt x="2922904" y="1116329"/>
                  </a:moveTo>
                  <a:lnTo>
                    <a:pt x="2922904" y="1117600"/>
                  </a:lnTo>
                </a:path>
                <a:path w="2922904" h="1624330">
                  <a:moveTo>
                    <a:pt x="2922904" y="1118234"/>
                  </a:moveTo>
                  <a:lnTo>
                    <a:pt x="2922904" y="1119504"/>
                  </a:lnTo>
                </a:path>
                <a:path w="2922904" h="1624330">
                  <a:moveTo>
                    <a:pt x="2922904" y="1120140"/>
                  </a:moveTo>
                  <a:lnTo>
                    <a:pt x="2922904" y="1121409"/>
                  </a:lnTo>
                </a:path>
                <a:path w="2922904" h="1624330">
                  <a:moveTo>
                    <a:pt x="2922904" y="1122045"/>
                  </a:moveTo>
                  <a:lnTo>
                    <a:pt x="2922904" y="1123315"/>
                  </a:lnTo>
                </a:path>
                <a:path w="2922904" h="1624330">
                  <a:moveTo>
                    <a:pt x="2922904" y="1123315"/>
                  </a:moveTo>
                  <a:lnTo>
                    <a:pt x="2922904" y="1125220"/>
                  </a:lnTo>
                </a:path>
                <a:path w="2922904" h="1624330">
                  <a:moveTo>
                    <a:pt x="2922904" y="1125220"/>
                  </a:moveTo>
                  <a:lnTo>
                    <a:pt x="2922904" y="1126490"/>
                  </a:lnTo>
                </a:path>
                <a:path w="2922904" h="1624330">
                  <a:moveTo>
                    <a:pt x="2922904" y="1127125"/>
                  </a:moveTo>
                  <a:lnTo>
                    <a:pt x="2922904" y="1128395"/>
                  </a:lnTo>
                </a:path>
                <a:path w="2922904" h="1624330">
                  <a:moveTo>
                    <a:pt x="2922904" y="1129029"/>
                  </a:moveTo>
                  <a:lnTo>
                    <a:pt x="2922904" y="1130300"/>
                  </a:lnTo>
                </a:path>
                <a:path w="2922904" h="1624330">
                  <a:moveTo>
                    <a:pt x="2922904" y="1130934"/>
                  </a:moveTo>
                  <a:lnTo>
                    <a:pt x="2922904" y="1132204"/>
                  </a:lnTo>
                </a:path>
                <a:path w="2922904" h="1624330">
                  <a:moveTo>
                    <a:pt x="2922904" y="1132204"/>
                  </a:moveTo>
                  <a:lnTo>
                    <a:pt x="2922904" y="1134109"/>
                  </a:lnTo>
                </a:path>
                <a:path w="2922904" h="1624330">
                  <a:moveTo>
                    <a:pt x="2922904" y="1134109"/>
                  </a:moveTo>
                  <a:lnTo>
                    <a:pt x="2922904" y="1135379"/>
                  </a:lnTo>
                </a:path>
                <a:path w="2922904" h="1624330">
                  <a:moveTo>
                    <a:pt x="2922904" y="1136015"/>
                  </a:moveTo>
                  <a:lnTo>
                    <a:pt x="2922904" y="1137284"/>
                  </a:lnTo>
                </a:path>
                <a:path w="2922904" h="1624330">
                  <a:moveTo>
                    <a:pt x="2922904" y="1137920"/>
                  </a:moveTo>
                  <a:lnTo>
                    <a:pt x="2922904" y="1139190"/>
                  </a:lnTo>
                </a:path>
                <a:path w="2922904" h="1624330">
                  <a:moveTo>
                    <a:pt x="2922904" y="1139825"/>
                  </a:moveTo>
                  <a:lnTo>
                    <a:pt x="2922904" y="1141095"/>
                  </a:lnTo>
                </a:path>
                <a:path w="2922904" h="1624330">
                  <a:moveTo>
                    <a:pt x="2922904" y="1141095"/>
                  </a:moveTo>
                  <a:lnTo>
                    <a:pt x="2922904" y="1143000"/>
                  </a:lnTo>
                </a:path>
                <a:path w="2922904" h="1624330">
                  <a:moveTo>
                    <a:pt x="2922904" y="1143000"/>
                  </a:moveTo>
                  <a:lnTo>
                    <a:pt x="2922904" y="1144270"/>
                  </a:lnTo>
                </a:path>
                <a:path w="2922904" h="1624330">
                  <a:moveTo>
                    <a:pt x="2922904" y="1144904"/>
                  </a:moveTo>
                  <a:lnTo>
                    <a:pt x="2922904" y="1146175"/>
                  </a:lnTo>
                </a:path>
                <a:path w="2922904" h="1624330">
                  <a:moveTo>
                    <a:pt x="2922904" y="1146809"/>
                  </a:moveTo>
                  <a:lnTo>
                    <a:pt x="2922904" y="1148079"/>
                  </a:lnTo>
                </a:path>
                <a:path w="2922904" h="1624330">
                  <a:moveTo>
                    <a:pt x="2922904" y="1148715"/>
                  </a:moveTo>
                  <a:lnTo>
                    <a:pt x="2922904" y="1149984"/>
                  </a:lnTo>
                </a:path>
                <a:path w="2922904" h="1624330">
                  <a:moveTo>
                    <a:pt x="2922904" y="1149984"/>
                  </a:moveTo>
                  <a:lnTo>
                    <a:pt x="2922904" y="1151890"/>
                  </a:lnTo>
                </a:path>
                <a:path w="2922904" h="1624330">
                  <a:moveTo>
                    <a:pt x="2922904" y="1151890"/>
                  </a:moveTo>
                  <a:lnTo>
                    <a:pt x="2922904" y="1153159"/>
                  </a:lnTo>
                </a:path>
                <a:path w="2922904" h="1624330">
                  <a:moveTo>
                    <a:pt x="2922904" y="1153795"/>
                  </a:moveTo>
                  <a:lnTo>
                    <a:pt x="2922904" y="1155065"/>
                  </a:lnTo>
                </a:path>
                <a:path w="2922904" h="1624330">
                  <a:moveTo>
                    <a:pt x="2922904" y="1155700"/>
                  </a:moveTo>
                  <a:lnTo>
                    <a:pt x="2922904" y="1156970"/>
                  </a:lnTo>
                </a:path>
                <a:path w="2922904" h="1624330">
                  <a:moveTo>
                    <a:pt x="2922904" y="1157604"/>
                  </a:moveTo>
                  <a:lnTo>
                    <a:pt x="2922904" y="1158875"/>
                  </a:lnTo>
                </a:path>
                <a:path w="2922904" h="1624330">
                  <a:moveTo>
                    <a:pt x="2922904" y="1158875"/>
                  </a:moveTo>
                  <a:lnTo>
                    <a:pt x="2922904" y="1160779"/>
                  </a:lnTo>
                </a:path>
                <a:path w="2922904" h="1624330">
                  <a:moveTo>
                    <a:pt x="2922904" y="1160779"/>
                  </a:moveTo>
                  <a:lnTo>
                    <a:pt x="2922904" y="1162050"/>
                  </a:lnTo>
                </a:path>
                <a:path w="2922904" h="1624330">
                  <a:moveTo>
                    <a:pt x="2922904" y="1162684"/>
                  </a:moveTo>
                  <a:lnTo>
                    <a:pt x="2922904" y="1163954"/>
                  </a:lnTo>
                </a:path>
                <a:path w="2922904" h="1624330">
                  <a:moveTo>
                    <a:pt x="2922904" y="1164590"/>
                  </a:moveTo>
                  <a:lnTo>
                    <a:pt x="2922904" y="1165859"/>
                  </a:lnTo>
                </a:path>
                <a:path w="2922904" h="1624330">
                  <a:moveTo>
                    <a:pt x="2922904" y="1166495"/>
                  </a:moveTo>
                  <a:lnTo>
                    <a:pt x="2922904" y="1167765"/>
                  </a:lnTo>
                </a:path>
                <a:path w="2922904" h="1624330">
                  <a:moveTo>
                    <a:pt x="2922904" y="1167765"/>
                  </a:moveTo>
                  <a:lnTo>
                    <a:pt x="2922904" y="1169670"/>
                  </a:lnTo>
                </a:path>
                <a:path w="2922904" h="1624330">
                  <a:moveTo>
                    <a:pt x="2922904" y="1169670"/>
                  </a:moveTo>
                  <a:lnTo>
                    <a:pt x="2922904" y="1170940"/>
                  </a:lnTo>
                </a:path>
                <a:path w="2922904" h="1624330">
                  <a:moveTo>
                    <a:pt x="2922904" y="1171575"/>
                  </a:moveTo>
                  <a:lnTo>
                    <a:pt x="2922904" y="1172845"/>
                  </a:lnTo>
                </a:path>
                <a:path w="2922904" h="1624330">
                  <a:moveTo>
                    <a:pt x="2922904" y="1173479"/>
                  </a:moveTo>
                  <a:lnTo>
                    <a:pt x="2922904" y="1174750"/>
                  </a:lnTo>
                </a:path>
                <a:path w="2922904" h="1624330">
                  <a:moveTo>
                    <a:pt x="2922904" y="1175384"/>
                  </a:moveTo>
                  <a:lnTo>
                    <a:pt x="2922904" y="1176654"/>
                  </a:lnTo>
                </a:path>
                <a:path w="2922904" h="1624330">
                  <a:moveTo>
                    <a:pt x="2922904" y="1176654"/>
                  </a:moveTo>
                  <a:lnTo>
                    <a:pt x="2922904" y="1178559"/>
                  </a:lnTo>
                </a:path>
                <a:path w="2922904" h="1624330">
                  <a:moveTo>
                    <a:pt x="2922904" y="1178559"/>
                  </a:moveTo>
                  <a:lnTo>
                    <a:pt x="2922904" y="1179829"/>
                  </a:lnTo>
                </a:path>
                <a:path w="2922904" h="1624330">
                  <a:moveTo>
                    <a:pt x="2922904" y="1180465"/>
                  </a:moveTo>
                  <a:lnTo>
                    <a:pt x="2922904" y="1181734"/>
                  </a:lnTo>
                </a:path>
                <a:path w="2922904" h="1624330">
                  <a:moveTo>
                    <a:pt x="2922904" y="1182370"/>
                  </a:moveTo>
                  <a:lnTo>
                    <a:pt x="2922904" y="1183640"/>
                  </a:lnTo>
                </a:path>
                <a:path w="2922904" h="1624330">
                  <a:moveTo>
                    <a:pt x="2922904" y="1184275"/>
                  </a:moveTo>
                  <a:lnTo>
                    <a:pt x="2922904" y="1185545"/>
                  </a:lnTo>
                </a:path>
                <a:path w="2922904" h="1624330">
                  <a:moveTo>
                    <a:pt x="2922904" y="1185545"/>
                  </a:moveTo>
                  <a:lnTo>
                    <a:pt x="2922904" y="1187450"/>
                  </a:lnTo>
                </a:path>
                <a:path w="2922904" h="1624330">
                  <a:moveTo>
                    <a:pt x="2922904" y="1187450"/>
                  </a:moveTo>
                  <a:lnTo>
                    <a:pt x="2922904" y="1188720"/>
                  </a:lnTo>
                </a:path>
                <a:path w="2922904" h="1624330">
                  <a:moveTo>
                    <a:pt x="2922904" y="1189354"/>
                  </a:moveTo>
                  <a:lnTo>
                    <a:pt x="2922904" y="1190625"/>
                  </a:lnTo>
                </a:path>
                <a:path w="2922904" h="1624330">
                  <a:moveTo>
                    <a:pt x="2922904" y="1191259"/>
                  </a:moveTo>
                  <a:lnTo>
                    <a:pt x="2922904" y="1192529"/>
                  </a:lnTo>
                </a:path>
                <a:path w="2922904" h="1624330">
                  <a:moveTo>
                    <a:pt x="2922904" y="1193165"/>
                  </a:moveTo>
                  <a:lnTo>
                    <a:pt x="2922904" y="1194434"/>
                  </a:lnTo>
                </a:path>
                <a:path w="2922904" h="1624330">
                  <a:moveTo>
                    <a:pt x="2922904" y="1194434"/>
                  </a:moveTo>
                  <a:lnTo>
                    <a:pt x="2922904" y="1196340"/>
                  </a:lnTo>
                </a:path>
                <a:path w="2922904" h="1624330">
                  <a:moveTo>
                    <a:pt x="2922904" y="1196340"/>
                  </a:moveTo>
                  <a:lnTo>
                    <a:pt x="2922904" y="1197609"/>
                  </a:lnTo>
                </a:path>
                <a:path w="2922904" h="1624330">
                  <a:moveTo>
                    <a:pt x="2922904" y="1198245"/>
                  </a:moveTo>
                  <a:lnTo>
                    <a:pt x="2922904" y="1199515"/>
                  </a:lnTo>
                </a:path>
                <a:path w="2922904" h="1624330">
                  <a:moveTo>
                    <a:pt x="2922904" y="1200150"/>
                  </a:moveTo>
                  <a:lnTo>
                    <a:pt x="2922904" y="1201420"/>
                  </a:lnTo>
                </a:path>
                <a:path w="2922904" h="1624330">
                  <a:moveTo>
                    <a:pt x="2922904" y="1202054"/>
                  </a:moveTo>
                  <a:lnTo>
                    <a:pt x="2922904" y="1203325"/>
                  </a:lnTo>
                </a:path>
                <a:path w="2922904" h="1624330">
                  <a:moveTo>
                    <a:pt x="2922904" y="1203325"/>
                  </a:moveTo>
                  <a:lnTo>
                    <a:pt x="2922904" y="1205229"/>
                  </a:lnTo>
                </a:path>
                <a:path w="2922904" h="1624330">
                  <a:moveTo>
                    <a:pt x="2922904" y="1205229"/>
                  </a:moveTo>
                  <a:lnTo>
                    <a:pt x="2922904" y="1206500"/>
                  </a:lnTo>
                </a:path>
                <a:path w="2922904" h="1624330">
                  <a:moveTo>
                    <a:pt x="2922904" y="1207134"/>
                  </a:moveTo>
                  <a:lnTo>
                    <a:pt x="2922904" y="1208404"/>
                  </a:lnTo>
                </a:path>
                <a:path w="2922904" h="1624330">
                  <a:moveTo>
                    <a:pt x="2922904" y="1209040"/>
                  </a:moveTo>
                  <a:lnTo>
                    <a:pt x="2922904" y="1210309"/>
                  </a:lnTo>
                </a:path>
                <a:path w="2922904" h="1624330">
                  <a:moveTo>
                    <a:pt x="2922904" y="1210945"/>
                  </a:moveTo>
                  <a:lnTo>
                    <a:pt x="2922904" y="1212215"/>
                  </a:lnTo>
                </a:path>
                <a:path w="2922904" h="1624330">
                  <a:moveTo>
                    <a:pt x="2922904" y="1212215"/>
                  </a:moveTo>
                  <a:lnTo>
                    <a:pt x="2922904" y="1214120"/>
                  </a:lnTo>
                </a:path>
                <a:path w="2922904" h="1624330">
                  <a:moveTo>
                    <a:pt x="2922904" y="1214120"/>
                  </a:moveTo>
                  <a:lnTo>
                    <a:pt x="2922904" y="1215390"/>
                  </a:lnTo>
                </a:path>
                <a:path w="2922904" h="1624330">
                  <a:moveTo>
                    <a:pt x="2922904" y="1216025"/>
                  </a:moveTo>
                  <a:lnTo>
                    <a:pt x="2922904" y="1217295"/>
                  </a:lnTo>
                </a:path>
                <a:path w="2922904" h="1624330">
                  <a:moveTo>
                    <a:pt x="2922904" y="1217929"/>
                  </a:moveTo>
                  <a:lnTo>
                    <a:pt x="2922904" y="1219200"/>
                  </a:lnTo>
                </a:path>
                <a:path w="2922904" h="1624330">
                  <a:moveTo>
                    <a:pt x="2922904" y="1219834"/>
                  </a:moveTo>
                  <a:lnTo>
                    <a:pt x="2922904" y="1221104"/>
                  </a:lnTo>
                </a:path>
                <a:path w="2922904" h="1624330">
                  <a:moveTo>
                    <a:pt x="2922904" y="1221104"/>
                  </a:moveTo>
                  <a:lnTo>
                    <a:pt x="2922904" y="1223009"/>
                  </a:lnTo>
                </a:path>
                <a:path w="2922904" h="1624330">
                  <a:moveTo>
                    <a:pt x="2922904" y="1223009"/>
                  </a:moveTo>
                  <a:lnTo>
                    <a:pt x="2922904" y="1224279"/>
                  </a:lnTo>
                </a:path>
                <a:path w="2922904" h="1624330">
                  <a:moveTo>
                    <a:pt x="2922904" y="1224915"/>
                  </a:moveTo>
                  <a:lnTo>
                    <a:pt x="2922904" y="1226184"/>
                  </a:lnTo>
                </a:path>
                <a:path w="2922904" h="1624330">
                  <a:moveTo>
                    <a:pt x="2922904" y="1226820"/>
                  </a:moveTo>
                  <a:lnTo>
                    <a:pt x="2922904" y="1228090"/>
                  </a:lnTo>
                </a:path>
                <a:path w="2922904" h="1624330">
                  <a:moveTo>
                    <a:pt x="2922904" y="1228725"/>
                  </a:moveTo>
                  <a:lnTo>
                    <a:pt x="2922904" y="1229995"/>
                  </a:lnTo>
                </a:path>
                <a:path w="2922904" h="1624330">
                  <a:moveTo>
                    <a:pt x="2922904" y="1229995"/>
                  </a:moveTo>
                  <a:lnTo>
                    <a:pt x="2922904" y="1231900"/>
                  </a:lnTo>
                </a:path>
                <a:path w="2922904" h="1624330">
                  <a:moveTo>
                    <a:pt x="2922904" y="1231900"/>
                  </a:moveTo>
                  <a:lnTo>
                    <a:pt x="2922904" y="1233170"/>
                  </a:lnTo>
                </a:path>
                <a:path w="2922904" h="1624330">
                  <a:moveTo>
                    <a:pt x="2922904" y="1233804"/>
                  </a:moveTo>
                  <a:lnTo>
                    <a:pt x="2922904" y="1235075"/>
                  </a:lnTo>
                </a:path>
                <a:path w="2922904" h="1624330">
                  <a:moveTo>
                    <a:pt x="2922904" y="1235709"/>
                  </a:moveTo>
                  <a:lnTo>
                    <a:pt x="2922904" y="1236979"/>
                  </a:lnTo>
                </a:path>
                <a:path w="2922904" h="1624330">
                  <a:moveTo>
                    <a:pt x="2922904" y="1237615"/>
                  </a:moveTo>
                  <a:lnTo>
                    <a:pt x="2922904" y="1238884"/>
                  </a:lnTo>
                </a:path>
                <a:path w="2922904" h="1624330">
                  <a:moveTo>
                    <a:pt x="2922904" y="1238884"/>
                  </a:moveTo>
                  <a:lnTo>
                    <a:pt x="2922904" y="1240790"/>
                  </a:lnTo>
                </a:path>
                <a:path w="2922904" h="1624330">
                  <a:moveTo>
                    <a:pt x="2922904" y="1240790"/>
                  </a:moveTo>
                  <a:lnTo>
                    <a:pt x="2922904" y="1242059"/>
                  </a:lnTo>
                </a:path>
                <a:path w="2922904" h="1624330">
                  <a:moveTo>
                    <a:pt x="2922904" y="1242695"/>
                  </a:moveTo>
                  <a:lnTo>
                    <a:pt x="2922904" y="1243965"/>
                  </a:lnTo>
                </a:path>
                <a:path w="2922904" h="1624330">
                  <a:moveTo>
                    <a:pt x="2922904" y="1244600"/>
                  </a:moveTo>
                  <a:lnTo>
                    <a:pt x="2922904" y="1245870"/>
                  </a:lnTo>
                </a:path>
                <a:path w="2922904" h="1624330">
                  <a:moveTo>
                    <a:pt x="2922904" y="1246504"/>
                  </a:moveTo>
                  <a:lnTo>
                    <a:pt x="2922904" y="1247775"/>
                  </a:lnTo>
                </a:path>
                <a:path w="2922904" h="1624330">
                  <a:moveTo>
                    <a:pt x="2922904" y="1247775"/>
                  </a:moveTo>
                  <a:lnTo>
                    <a:pt x="2922904" y="1249679"/>
                  </a:lnTo>
                </a:path>
                <a:path w="2922904" h="1624330">
                  <a:moveTo>
                    <a:pt x="2922904" y="1249679"/>
                  </a:moveTo>
                  <a:lnTo>
                    <a:pt x="2922904" y="1250950"/>
                  </a:lnTo>
                </a:path>
                <a:path w="2922904" h="1624330">
                  <a:moveTo>
                    <a:pt x="2922904" y="1251584"/>
                  </a:moveTo>
                  <a:lnTo>
                    <a:pt x="2922904" y="1252854"/>
                  </a:lnTo>
                </a:path>
                <a:path w="2922904" h="1624330">
                  <a:moveTo>
                    <a:pt x="2922904" y="1253490"/>
                  </a:moveTo>
                  <a:lnTo>
                    <a:pt x="2922904" y="1254759"/>
                  </a:lnTo>
                </a:path>
                <a:path w="2922904" h="1624330">
                  <a:moveTo>
                    <a:pt x="2922904" y="1255395"/>
                  </a:moveTo>
                  <a:lnTo>
                    <a:pt x="2922904" y="1256665"/>
                  </a:lnTo>
                </a:path>
                <a:path w="2922904" h="1624330">
                  <a:moveTo>
                    <a:pt x="2922904" y="1256665"/>
                  </a:moveTo>
                  <a:lnTo>
                    <a:pt x="2922904" y="1258570"/>
                  </a:lnTo>
                </a:path>
                <a:path w="2922904" h="1624330">
                  <a:moveTo>
                    <a:pt x="2922904" y="1258570"/>
                  </a:moveTo>
                  <a:lnTo>
                    <a:pt x="2922904" y="1259840"/>
                  </a:lnTo>
                </a:path>
                <a:path w="2922904" h="1624330">
                  <a:moveTo>
                    <a:pt x="2922904" y="1260475"/>
                  </a:moveTo>
                  <a:lnTo>
                    <a:pt x="2922904" y="1261745"/>
                  </a:lnTo>
                </a:path>
                <a:path w="2922904" h="1624330">
                  <a:moveTo>
                    <a:pt x="2922904" y="1262379"/>
                  </a:moveTo>
                  <a:lnTo>
                    <a:pt x="2922904" y="1263650"/>
                  </a:lnTo>
                </a:path>
                <a:path w="2922904" h="1624330">
                  <a:moveTo>
                    <a:pt x="2922904" y="1264284"/>
                  </a:moveTo>
                  <a:lnTo>
                    <a:pt x="2922904" y="1265554"/>
                  </a:lnTo>
                </a:path>
                <a:path w="2922904" h="1624330">
                  <a:moveTo>
                    <a:pt x="2922904" y="1265554"/>
                  </a:moveTo>
                  <a:lnTo>
                    <a:pt x="2922904" y="1267459"/>
                  </a:lnTo>
                </a:path>
                <a:path w="2922904" h="1624330">
                  <a:moveTo>
                    <a:pt x="2922904" y="1267459"/>
                  </a:moveTo>
                  <a:lnTo>
                    <a:pt x="2922904" y="1268729"/>
                  </a:lnTo>
                </a:path>
                <a:path w="2922904" h="1624330">
                  <a:moveTo>
                    <a:pt x="2922904" y="1269365"/>
                  </a:moveTo>
                  <a:lnTo>
                    <a:pt x="2922904" y="1270634"/>
                  </a:lnTo>
                </a:path>
                <a:path w="2922904" h="1624330">
                  <a:moveTo>
                    <a:pt x="2922904" y="1271270"/>
                  </a:moveTo>
                  <a:lnTo>
                    <a:pt x="2922904" y="1272540"/>
                  </a:lnTo>
                </a:path>
                <a:path w="2922904" h="1624330">
                  <a:moveTo>
                    <a:pt x="2922904" y="1273175"/>
                  </a:moveTo>
                  <a:lnTo>
                    <a:pt x="2922904" y="1274445"/>
                  </a:lnTo>
                </a:path>
                <a:path w="2922904" h="1624330">
                  <a:moveTo>
                    <a:pt x="2922904" y="1274445"/>
                  </a:moveTo>
                  <a:lnTo>
                    <a:pt x="2922904" y="1276350"/>
                  </a:lnTo>
                </a:path>
                <a:path w="2922904" h="1624330">
                  <a:moveTo>
                    <a:pt x="2922904" y="1276350"/>
                  </a:moveTo>
                  <a:lnTo>
                    <a:pt x="2922904" y="1277620"/>
                  </a:lnTo>
                </a:path>
                <a:path w="2922904" h="1624330">
                  <a:moveTo>
                    <a:pt x="2922904" y="1278254"/>
                  </a:moveTo>
                  <a:lnTo>
                    <a:pt x="2922904" y="1279525"/>
                  </a:lnTo>
                </a:path>
                <a:path w="2922904" h="1624330">
                  <a:moveTo>
                    <a:pt x="2922904" y="1280159"/>
                  </a:moveTo>
                  <a:lnTo>
                    <a:pt x="2922904" y="1281429"/>
                  </a:lnTo>
                </a:path>
                <a:path w="2922904" h="1624330">
                  <a:moveTo>
                    <a:pt x="2922904" y="1282065"/>
                  </a:moveTo>
                  <a:lnTo>
                    <a:pt x="2922904" y="1283334"/>
                  </a:lnTo>
                </a:path>
                <a:path w="2922904" h="1624330">
                  <a:moveTo>
                    <a:pt x="2922904" y="1283334"/>
                  </a:moveTo>
                  <a:lnTo>
                    <a:pt x="2922904" y="1285240"/>
                  </a:lnTo>
                </a:path>
                <a:path w="2922904" h="1624330">
                  <a:moveTo>
                    <a:pt x="2922904" y="1285240"/>
                  </a:moveTo>
                  <a:lnTo>
                    <a:pt x="2922904" y="1286509"/>
                  </a:lnTo>
                </a:path>
                <a:path w="2922904" h="1624330">
                  <a:moveTo>
                    <a:pt x="2922904" y="1287145"/>
                  </a:moveTo>
                  <a:lnTo>
                    <a:pt x="2922904" y="1288415"/>
                  </a:lnTo>
                </a:path>
                <a:path w="2922904" h="1624330">
                  <a:moveTo>
                    <a:pt x="2922904" y="1289050"/>
                  </a:moveTo>
                  <a:lnTo>
                    <a:pt x="2922904" y="1290320"/>
                  </a:lnTo>
                </a:path>
                <a:path w="2922904" h="1624330">
                  <a:moveTo>
                    <a:pt x="2922904" y="1290954"/>
                  </a:moveTo>
                  <a:lnTo>
                    <a:pt x="2922904" y="1292225"/>
                  </a:lnTo>
                </a:path>
                <a:path w="2922904" h="1624330">
                  <a:moveTo>
                    <a:pt x="2922904" y="1292225"/>
                  </a:moveTo>
                  <a:lnTo>
                    <a:pt x="2922904" y="1294129"/>
                  </a:lnTo>
                </a:path>
                <a:path w="2922904" h="1624330">
                  <a:moveTo>
                    <a:pt x="2922904" y="1294129"/>
                  </a:moveTo>
                  <a:lnTo>
                    <a:pt x="2922904" y="1295400"/>
                  </a:lnTo>
                </a:path>
                <a:path w="2922904" h="1624330">
                  <a:moveTo>
                    <a:pt x="2922904" y="1296034"/>
                  </a:moveTo>
                  <a:lnTo>
                    <a:pt x="2922904" y="1297304"/>
                  </a:lnTo>
                </a:path>
                <a:path w="2922904" h="1624330">
                  <a:moveTo>
                    <a:pt x="2922904" y="1297940"/>
                  </a:moveTo>
                  <a:lnTo>
                    <a:pt x="2922904" y="1299209"/>
                  </a:lnTo>
                </a:path>
                <a:path w="2922904" h="1624330">
                  <a:moveTo>
                    <a:pt x="2922904" y="1299845"/>
                  </a:moveTo>
                  <a:lnTo>
                    <a:pt x="2922904" y="1301115"/>
                  </a:lnTo>
                </a:path>
                <a:path w="2922904" h="1624330">
                  <a:moveTo>
                    <a:pt x="2922904" y="1301115"/>
                  </a:moveTo>
                  <a:lnTo>
                    <a:pt x="2922904" y="1303020"/>
                  </a:lnTo>
                </a:path>
                <a:path w="2922904" h="1624330">
                  <a:moveTo>
                    <a:pt x="2922904" y="1303020"/>
                  </a:moveTo>
                  <a:lnTo>
                    <a:pt x="2922904" y="1304290"/>
                  </a:lnTo>
                </a:path>
                <a:path w="2922904" h="1624330">
                  <a:moveTo>
                    <a:pt x="2922904" y="1304925"/>
                  </a:moveTo>
                  <a:lnTo>
                    <a:pt x="2922904" y="1306195"/>
                  </a:lnTo>
                </a:path>
                <a:path w="2922904" h="1624330">
                  <a:moveTo>
                    <a:pt x="2922904" y="1306829"/>
                  </a:moveTo>
                  <a:lnTo>
                    <a:pt x="2922904" y="1308100"/>
                  </a:lnTo>
                </a:path>
                <a:path w="2922904" h="1624330">
                  <a:moveTo>
                    <a:pt x="2922904" y="1308734"/>
                  </a:moveTo>
                  <a:lnTo>
                    <a:pt x="2922904" y="1310004"/>
                  </a:lnTo>
                </a:path>
                <a:path w="2922904" h="1624330">
                  <a:moveTo>
                    <a:pt x="2922904" y="1310004"/>
                  </a:moveTo>
                  <a:lnTo>
                    <a:pt x="2922904" y="1311909"/>
                  </a:lnTo>
                </a:path>
                <a:path w="2922904" h="1624330">
                  <a:moveTo>
                    <a:pt x="2922904" y="1311909"/>
                  </a:moveTo>
                  <a:lnTo>
                    <a:pt x="2922904" y="1313179"/>
                  </a:lnTo>
                </a:path>
                <a:path w="2922904" h="1624330">
                  <a:moveTo>
                    <a:pt x="2922904" y="1313815"/>
                  </a:moveTo>
                  <a:lnTo>
                    <a:pt x="2922904" y="1315084"/>
                  </a:lnTo>
                </a:path>
                <a:path w="2922904" h="1624330">
                  <a:moveTo>
                    <a:pt x="2922904" y="1315720"/>
                  </a:moveTo>
                  <a:lnTo>
                    <a:pt x="2922904" y="1316990"/>
                  </a:lnTo>
                </a:path>
                <a:path w="2922904" h="1624330">
                  <a:moveTo>
                    <a:pt x="2922904" y="1317625"/>
                  </a:moveTo>
                  <a:lnTo>
                    <a:pt x="2922904" y="1318895"/>
                  </a:lnTo>
                </a:path>
                <a:path w="2922904" h="1624330">
                  <a:moveTo>
                    <a:pt x="2922904" y="1318895"/>
                  </a:moveTo>
                  <a:lnTo>
                    <a:pt x="2922904" y="1320800"/>
                  </a:lnTo>
                </a:path>
                <a:path w="2922904" h="1624330">
                  <a:moveTo>
                    <a:pt x="2922904" y="1320800"/>
                  </a:moveTo>
                  <a:lnTo>
                    <a:pt x="2922904" y="1322070"/>
                  </a:lnTo>
                </a:path>
                <a:path w="2922904" h="1624330">
                  <a:moveTo>
                    <a:pt x="2922904" y="1322704"/>
                  </a:moveTo>
                  <a:lnTo>
                    <a:pt x="2922904" y="1323975"/>
                  </a:lnTo>
                </a:path>
                <a:path w="2922904" h="1624330">
                  <a:moveTo>
                    <a:pt x="2922904" y="1324609"/>
                  </a:moveTo>
                  <a:lnTo>
                    <a:pt x="2922904" y="1325879"/>
                  </a:lnTo>
                </a:path>
                <a:path w="2922904" h="1624330">
                  <a:moveTo>
                    <a:pt x="2922904" y="1326515"/>
                  </a:moveTo>
                  <a:lnTo>
                    <a:pt x="2922904" y="1327784"/>
                  </a:lnTo>
                </a:path>
                <a:path w="2922904" h="1624330">
                  <a:moveTo>
                    <a:pt x="2922904" y="1327784"/>
                  </a:moveTo>
                  <a:lnTo>
                    <a:pt x="2922904" y="1329690"/>
                  </a:lnTo>
                </a:path>
                <a:path w="2922904" h="1624330">
                  <a:moveTo>
                    <a:pt x="2922904" y="1329690"/>
                  </a:moveTo>
                  <a:lnTo>
                    <a:pt x="2922904" y="1330959"/>
                  </a:lnTo>
                </a:path>
                <a:path w="2922904" h="1624330">
                  <a:moveTo>
                    <a:pt x="2922904" y="1331595"/>
                  </a:moveTo>
                  <a:lnTo>
                    <a:pt x="2922904" y="1332865"/>
                  </a:lnTo>
                </a:path>
                <a:path w="2922904" h="1624330">
                  <a:moveTo>
                    <a:pt x="2922904" y="1333500"/>
                  </a:moveTo>
                  <a:lnTo>
                    <a:pt x="2922904" y="1334770"/>
                  </a:lnTo>
                </a:path>
                <a:path w="2922904" h="1624330">
                  <a:moveTo>
                    <a:pt x="2922904" y="1335404"/>
                  </a:moveTo>
                  <a:lnTo>
                    <a:pt x="2922904" y="1336675"/>
                  </a:lnTo>
                </a:path>
                <a:path w="2922904" h="1624330">
                  <a:moveTo>
                    <a:pt x="2922904" y="1336675"/>
                  </a:moveTo>
                  <a:lnTo>
                    <a:pt x="2922904" y="1338579"/>
                  </a:lnTo>
                </a:path>
                <a:path w="2922904" h="1624330">
                  <a:moveTo>
                    <a:pt x="2922904" y="1338579"/>
                  </a:moveTo>
                  <a:lnTo>
                    <a:pt x="2922904" y="1339850"/>
                  </a:lnTo>
                </a:path>
                <a:path w="2922904" h="1624330">
                  <a:moveTo>
                    <a:pt x="2922904" y="1340484"/>
                  </a:moveTo>
                  <a:lnTo>
                    <a:pt x="2922904" y="1341754"/>
                  </a:lnTo>
                </a:path>
                <a:path w="2922904" h="1624330">
                  <a:moveTo>
                    <a:pt x="2922904" y="1342390"/>
                  </a:moveTo>
                  <a:lnTo>
                    <a:pt x="2922904" y="1343659"/>
                  </a:lnTo>
                </a:path>
                <a:path w="2922904" h="1624330">
                  <a:moveTo>
                    <a:pt x="2922904" y="1344295"/>
                  </a:moveTo>
                  <a:lnTo>
                    <a:pt x="2922904" y="1345565"/>
                  </a:lnTo>
                </a:path>
                <a:path w="2922904" h="1624330">
                  <a:moveTo>
                    <a:pt x="2922904" y="1345565"/>
                  </a:moveTo>
                  <a:lnTo>
                    <a:pt x="2922904" y="1347470"/>
                  </a:lnTo>
                </a:path>
                <a:path w="2922904" h="1624330">
                  <a:moveTo>
                    <a:pt x="2922904" y="1347470"/>
                  </a:moveTo>
                  <a:lnTo>
                    <a:pt x="2922904" y="1348740"/>
                  </a:lnTo>
                </a:path>
                <a:path w="2922904" h="1624330">
                  <a:moveTo>
                    <a:pt x="2922904" y="1349375"/>
                  </a:moveTo>
                  <a:lnTo>
                    <a:pt x="2922904" y="1350645"/>
                  </a:lnTo>
                </a:path>
                <a:path w="2922904" h="1624330">
                  <a:moveTo>
                    <a:pt x="2922904" y="1351279"/>
                  </a:moveTo>
                  <a:lnTo>
                    <a:pt x="2922904" y="1352550"/>
                  </a:lnTo>
                </a:path>
                <a:path w="2922904" h="1624330">
                  <a:moveTo>
                    <a:pt x="2922904" y="1353184"/>
                  </a:moveTo>
                  <a:lnTo>
                    <a:pt x="2922904" y="1354454"/>
                  </a:lnTo>
                </a:path>
                <a:path w="2922904" h="1624330">
                  <a:moveTo>
                    <a:pt x="2922904" y="1354454"/>
                  </a:moveTo>
                  <a:lnTo>
                    <a:pt x="2922904" y="1356359"/>
                  </a:lnTo>
                </a:path>
                <a:path w="2922904" h="1624330">
                  <a:moveTo>
                    <a:pt x="2922904" y="1356359"/>
                  </a:moveTo>
                  <a:lnTo>
                    <a:pt x="2922904" y="1357629"/>
                  </a:lnTo>
                </a:path>
                <a:path w="2922904" h="1624330">
                  <a:moveTo>
                    <a:pt x="2922904" y="1358265"/>
                  </a:moveTo>
                  <a:lnTo>
                    <a:pt x="2922904" y="1359534"/>
                  </a:lnTo>
                </a:path>
                <a:path w="2922904" h="1624330">
                  <a:moveTo>
                    <a:pt x="2922904" y="1360170"/>
                  </a:moveTo>
                  <a:lnTo>
                    <a:pt x="2922904" y="1361440"/>
                  </a:lnTo>
                </a:path>
                <a:path w="2922904" h="1624330">
                  <a:moveTo>
                    <a:pt x="2922904" y="1362075"/>
                  </a:moveTo>
                  <a:lnTo>
                    <a:pt x="2922904" y="1363345"/>
                  </a:lnTo>
                </a:path>
                <a:path w="2922904" h="1624330">
                  <a:moveTo>
                    <a:pt x="2922904" y="1363345"/>
                  </a:moveTo>
                  <a:lnTo>
                    <a:pt x="2922904" y="1365250"/>
                  </a:lnTo>
                </a:path>
                <a:path w="2922904" h="1624330">
                  <a:moveTo>
                    <a:pt x="2922904" y="1365250"/>
                  </a:moveTo>
                  <a:lnTo>
                    <a:pt x="2922904" y="1366520"/>
                  </a:lnTo>
                </a:path>
                <a:path w="2922904" h="1624330">
                  <a:moveTo>
                    <a:pt x="2922904" y="1367154"/>
                  </a:moveTo>
                  <a:lnTo>
                    <a:pt x="2922904" y="1368425"/>
                  </a:lnTo>
                </a:path>
                <a:path w="2922904" h="1624330">
                  <a:moveTo>
                    <a:pt x="2922904" y="1369059"/>
                  </a:moveTo>
                  <a:lnTo>
                    <a:pt x="2922904" y="1370329"/>
                  </a:lnTo>
                </a:path>
                <a:path w="2922904" h="1624330">
                  <a:moveTo>
                    <a:pt x="2922904" y="1370965"/>
                  </a:moveTo>
                  <a:lnTo>
                    <a:pt x="2922904" y="1372234"/>
                  </a:lnTo>
                </a:path>
                <a:path w="2922904" h="1624330">
                  <a:moveTo>
                    <a:pt x="2922904" y="1372234"/>
                  </a:moveTo>
                  <a:lnTo>
                    <a:pt x="2922904" y="1374140"/>
                  </a:lnTo>
                </a:path>
                <a:path w="2922904" h="1624330">
                  <a:moveTo>
                    <a:pt x="2922904" y="1374140"/>
                  </a:moveTo>
                  <a:lnTo>
                    <a:pt x="2922904" y="1375409"/>
                  </a:lnTo>
                </a:path>
                <a:path w="2922904" h="1624330">
                  <a:moveTo>
                    <a:pt x="2922904" y="1376045"/>
                  </a:moveTo>
                  <a:lnTo>
                    <a:pt x="2922904" y="1377315"/>
                  </a:lnTo>
                </a:path>
                <a:path w="2922904" h="1624330">
                  <a:moveTo>
                    <a:pt x="2922904" y="1377950"/>
                  </a:moveTo>
                  <a:lnTo>
                    <a:pt x="2922904" y="1379220"/>
                  </a:lnTo>
                </a:path>
                <a:path w="2922904" h="1624330">
                  <a:moveTo>
                    <a:pt x="2922904" y="1379854"/>
                  </a:moveTo>
                  <a:lnTo>
                    <a:pt x="2922904" y="1381125"/>
                  </a:lnTo>
                </a:path>
                <a:path w="2922904" h="1624330">
                  <a:moveTo>
                    <a:pt x="2922904" y="1381125"/>
                  </a:moveTo>
                  <a:lnTo>
                    <a:pt x="2922904" y="1383029"/>
                  </a:lnTo>
                </a:path>
                <a:path w="2922904" h="1624330">
                  <a:moveTo>
                    <a:pt x="2922904" y="1383029"/>
                  </a:moveTo>
                  <a:lnTo>
                    <a:pt x="2922904" y="1384300"/>
                  </a:lnTo>
                </a:path>
                <a:path w="2922904" h="1624330">
                  <a:moveTo>
                    <a:pt x="2922904" y="1384934"/>
                  </a:moveTo>
                  <a:lnTo>
                    <a:pt x="2922904" y="1386204"/>
                  </a:lnTo>
                </a:path>
                <a:path w="2922904" h="1624330">
                  <a:moveTo>
                    <a:pt x="2922904" y="1386840"/>
                  </a:moveTo>
                  <a:lnTo>
                    <a:pt x="2922904" y="1388109"/>
                  </a:lnTo>
                </a:path>
                <a:path w="2922904" h="1624330">
                  <a:moveTo>
                    <a:pt x="2922904" y="1388745"/>
                  </a:moveTo>
                  <a:lnTo>
                    <a:pt x="2922904" y="1390015"/>
                  </a:lnTo>
                </a:path>
                <a:path w="2922904" h="1624330">
                  <a:moveTo>
                    <a:pt x="2922904" y="1390015"/>
                  </a:moveTo>
                  <a:lnTo>
                    <a:pt x="2922904" y="1391920"/>
                  </a:lnTo>
                </a:path>
                <a:path w="2922904" h="1624330">
                  <a:moveTo>
                    <a:pt x="2922904" y="1391920"/>
                  </a:moveTo>
                  <a:lnTo>
                    <a:pt x="2922904" y="1393190"/>
                  </a:lnTo>
                </a:path>
                <a:path w="2922904" h="1624330">
                  <a:moveTo>
                    <a:pt x="2922904" y="1393825"/>
                  </a:moveTo>
                  <a:lnTo>
                    <a:pt x="2922904" y="1395095"/>
                  </a:lnTo>
                </a:path>
                <a:path w="2922904" h="1624330">
                  <a:moveTo>
                    <a:pt x="2922904" y="1395729"/>
                  </a:moveTo>
                  <a:lnTo>
                    <a:pt x="2922904" y="1397000"/>
                  </a:lnTo>
                </a:path>
                <a:path w="2922904" h="1624330">
                  <a:moveTo>
                    <a:pt x="2922904" y="1397634"/>
                  </a:moveTo>
                  <a:lnTo>
                    <a:pt x="2922904" y="1398904"/>
                  </a:lnTo>
                </a:path>
                <a:path w="2922904" h="1624330">
                  <a:moveTo>
                    <a:pt x="2922904" y="1398904"/>
                  </a:moveTo>
                  <a:lnTo>
                    <a:pt x="2922904" y="1400809"/>
                  </a:lnTo>
                </a:path>
                <a:path w="2922904" h="1624330">
                  <a:moveTo>
                    <a:pt x="2922904" y="1400809"/>
                  </a:moveTo>
                  <a:lnTo>
                    <a:pt x="2922904" y="1402079"/>
                  </a:lnTo>
                </a:path>
                <a:path w="2922904" h="1624330">
                  <a:moveTo>
                    <a:pt x="2922904" y="1402715"/>
                  </a:moveTo>
                  <a:lnTo>
                    <a:pt x="2922904" y="1403984"/>
                  </a:lnTo>
                </a:path>
                <a:path w="2922904" h="1624330">
                  <a:moveTo>
                    <a:pt x="2922904" y="1404620"/>
                  </a:moveTo>
                  <a:lnTo>
                    <a:pt x="2922904" y="1405890"/>
                  </a:lnTo>
                </a:path>
                <a:path w="2922904" h="1624330">
                  <a:moveTo>
                    <a:pt x="2922904" y="1406525"/>
                  </a:moveTo>
                  <a:lnTo>
                    <a:pt x="2922904" y="1407795"/>
                  </a:lnTo>
                </a:path>
                <a:path w="2922904" h="1624330">
                  <a:moveTo>
                    <a:pt x="2922904" y="1407795"/>
                  </a:moveTo>
                  <a:lnTo>
                    <a:pt x="2922904" y="1409700"/>
                  </a:lnTo>
                </a:path>
                <a:path w="2922904" h="1624330">
                  <a:moveTo>
                    <a:pt x="2922904" y="1409700"/>
                  </a:moveTo>
                  <a:lnTo>
                    <a:pt x="2922904" y="1410970"/>
                  </a:lnTo>
                </a:path>
                <a:path w="2922904" h="1624330">
                  <a:moveTo>
                    <a:pt x="2922904" y="1411604"/>
                  </a:moveTo>
                  <a:lnTo>
                    <a:pt x="2922904" y="1412875"/>
                  </a:lnTo>
                </a:path>
                <a:path w="2922904" h="1624330">
                  <a:moveTo>
                    <a:pt x="2922904" y="1413509"/>
                  </a:moveTo>
                  <a:lnTo>
                    <a:pt x="2922904" y="1414779"/>
                  </a:lnTo>
                </a:path>
                <a:path w="2922904" h="1624330">
                  <a:moveTo>
                    <a:pt x="2922904" y="1415415"/>
                  </a:moveTo>
                  <a:lnTo>
                    <a:pt x="2922904" y="1416684"/>
                  </a:lnTo>
                </a:path>
                <a:path w="2922904" h="1624330">
                  <a:moveTo>
                    <a:pt x="2922904" y="1416684"/>
                  </a:moveTo>
                  <a:lnTo>
                    <a:pt x="2922904" y="1418590"/>
                  </a:lnTo>
                </a:path>
                <a:path w="2922904" h="1624330">
                  <a:moveTo>
                    <a:pt x="2922904" y="1418590"/>
                  </a:moveTo>
                  <a:lnTo>
                    <a:pt x="2922904" y="1419859"/>
                  </a:lnTo>
                </a:path>
                <a:path w="2922904" h="1624330">
                  <a:moveTo>
                    <a:pt x="2922904" y="1420495"/>
                  </a:moveTo>
                  <a:lnTo>
                    <a:pt x="2922904" y="1421765"/>
                  </a:lnTo>
                </a:path>
                <a:path w="2922904" h="1624330">
                  <a:moveTo>
                    <a:pt x="2922904" y="1422400"/>
                  </a:moveTo>
                  <a:lnTo>
                    <a:pt x="2922904" y="1423670"/>
                  </a:lnTo>
                </a:path>
                <a:path w="2922904" h="1624330">
                  <a:moveTo>
                    <a:pt x="2922904" y="1424304"/>
                  </a:moveTo>
                  <a:lnTo>
                    <a:pt x="2922904" y="1425575"/>
                  </a:lnTo>
                </a:path>
                <a:path w="2922904" h="1624330">
                  <a:moveTo>
                    <a:pt x="2922904" y="1425575"/>
                  </a:moveTo>
                  <a:lnTo>
                    <a:pt x="2922904" y="1427479"/>
                  </a:lnTo>
                </a:path>
                <a:path w="2922904" h="1624330">
                  <a:moveTo>
                    <a:pt x="2922904" y="1427479"/>
                  </a:moveTo>
                  <a:lnTo>
                    <a:pt x="2922904" y="1428750"/>
                  </a:lnTo>
                </a:path>
                <a:path w="2922904" h="1624330">
                  <a:moveTo>
                    <a:pt x="2922904" y="1429384"/>
                  </a:moveTo>
                  <a:lnTo>
                    <a:pt x="2922904" y="1430654"/>
                  </a:lnTo>
                </a:path>
                <a:path w="2922904" h="1624330">
                  <a:moveTo>
                    <a:pt x="2922904" y="1431290"/>
                  </a:moveTo>
                  <a:lnTo>
                    <a:pt x="2922904" y="1432559"/>
                  </a:lnTo>
                </a:path>
                <a:path w="2922904" h="1624330">
                  <a:moveTo>
                    <a:pt x="2922904" y="1433195"/>
                  </a:moveTo>
                  <a:lnTo>
                    <a:pt x="2922904" y="1434465"/>
                  </a:lnTo>
                </a:path>
                <a:path w="2922904" h="1624330">
                  <a:moveTo>
                    <a:pt x="2922904" y="1434465"/>
                  </a:moveTo>
                  <a:lnTo>
                    <a:pt x="2922904" y="1436370"/>
                  </a:lnTo>
                </a:path>
                <a:path w="2922904" h="1624330">
                  <a:moveTo>
                    <a:pt x="2922904" y="1436370"/>
                  </a:moveTo>
                  <a:lnTo>
                    <a:pt x="2922904" y="1437640"/>
                  </a:lnTo>
                </a:path>
                <a:path w="2922904" h="1624330">
                  <a:moveTo>
                    <a:pt x="2922904" y="1438275"/>
                  </a:moveTo>
                  <a:lnTo>
                    <a:pt x="2922904" y="1439545"/>
                  </a:lnTo>
                </a:path>
                <a:path w="2922904" h="1624330">
                  <a:moveTo>
                    <a:pt x="2922904" y="1440179"/>
                  </a:moveTo>
                  <a:lnTo>
                    <a:pt x="2922904" y="1441450"/>
                  </a:lnTo>
                </a:path>
                <a:path w="2922904" h="1624330">
                  <a:moveTo>
                    <a:pt x="2922904" y="1442084"/>
                  </a:moveTo>
                  <a:lnTo>
                    <a:pt x="2922904" y="1443354"/>
                  </a:lnTo>
                </a:path>
                <a:path w="2922904" h="1624330">
                  <a:moveTo>
                    <a:pt x="2922904" y="1443354"/>
                  </a:moveTo>
                  <a:lnTo>
                    <a:pt x="2922904" y="1445259"/>
                  </a:lnTo>
                </a:path>
                <a:path w="2922904" h="1624330">
                  <a:moveTo>
                    <a:pt x="2922904" y="1445259"/>
                  </a:moveTo>
                  <a:lnTo>
                    <a:pt x="2922904" y="1446529"/>
                  </a:lnTo>
                </a:path>
                <a:path w="2922904" h="1624330">
                  <a:moveTo>
                    <a:pt x="2922904" y="1447165"/>
                  </a:moveTo>
                  <a:lnTo>
                    <a:pt x="2922904" y="1448434"/>
                  </a:lnTo>
                </a:path>
                <a:path w="2922904" h="1624330">
                  <a:moveTo>
                    <a:pt x="2922904" y="1449070"/>
                  </a:moveTo>
                  <a:lnTo>
                    <a:pt x="2922904" y="1450340"/>
                  </a:lnTo>
                </a:path>
                <a:path w="2922904" h="1624330">
                  <a:moveTo>
                    <a:pt x="2922904" y="1450975"/>
                  </a:moveTo>
                  <a:lnTo>
                    <a:pt x="2922904" y="1452245"/>
                  </a:lnTo>
                </a:path>
                <a:path w="2922904" h="1624330">
                  <a:moveTo>
                    <a:pt x="2922904" y="1452245"/>
                  </a:moveTo>
                  <a:lnTo>
                    <a:pt x="2922904" y="1454150"/>
                  </a:lnTo>
                </a:path>
                <a:path w="2922904" h="1624330">
                  <a:moveTo>
                    <a:pt x="2922904" y="1454150"/>
                  </a:moveTo>
                  <a:lnTo>
                    <a:pt x="2922904" y="1455420"/>
                  </a:lnTo>
                </a:path>
                <a:path w="2922904" h="1624330">
                  <a:moveTo>
                    <a:pt x="2922904" y="1456054"/>
                  </a:moveTo>
                  <a:lnTo>
                    <a:pt x="2922904" y="1457325"/>
                  </a:lnTo>
                </a:path>
                <a:path w="2922904" h="1624330">
                  <a:moveTo>
                    <a:pt x="2922904" y="1457959"/>
                  </a:moveTo>
                  <a:lnTo>
                    <a:pt x="2922904" y="1459229"/>
                  </a:lnTo>
                </a:path>
                <a:path w="2922904" h="1624330">
                  <a:moveTo>
                    <a:pt x="2922904" y="1459865"/>
                  </a:moveTo>
                  <a:lnTo>
                    <a:pt x="2922904" y="1461134"/>
                  </a:lnTo>
                </a:path>
                <a:path w="2922904" h="1624330">
                  <a:moveTo>
                    <a:pt x="2922904" y="1461134"/>
                  </a:moveTo>
                  <a:lnTo>
                    <a:pt x="2922904" y="1463040"/>
                  </a:lnTo>
                </a:path>
                <a:path w="2922904" h="1624330">
                  <a:moveTo>
                    <a:pt x="2922904" y="1463040"/>
                  </a:moveTo>
                  <a:lnTo>
                    <a:pt x="2922904" y="1464309"/>
                  </a:lnTo>
                </a:path>
                <a:path w="2922904" h="1624330">
                  <a:moveTo>
                    <a:pt x="2922904" y="1464945"/>
                  </a:moveTo>
                  <a:lnTo>
                    <a:pt x="2922904" y="1466215"/>
                  </a:lnTo>
                </a:path>
                <a:path w="2922904" h="1624330">
                  <a:moveTo>
                    <a:pt x="2922904" y="1466850"/>
                  </a:moveTo>
                  <a:lnTo>
                    <a:pt x="2922904" y="1468120"/>
                  </a:lnTo>
                </a:path>
                <a:path w="2922904" h="1624330">
                  <a:moveTo>
                    <a:pt x="2922904" y="1468754"/>
                  </a:moveTo>
                  <a:lnTo>
                    <a:pt x="2922904" y="1470025"/>
                  </a:lnTo>
                </a:path>
                <a:path w="2922904" h="1624330">
                  <a:moveTo>
                    <a:pt x="2922904" y="1470025"/>
                  </a:moveTo>
                  <a:lnTo>
                    <a:pt x="2922904" y="1471929"/>
                  </a:lnTo>
                </a:path>
                <a:path w="2922904" h="1624330">
                  <a:moveTo>
                    <a:pt x="2922904" y="1471929"/>
                  </a:moveTo>
                  <a:lnTo>
                    <a:pt x="2922904" y="1473200"/>
                  </a:lnTo>
                </a:path>
                <a:path w="2922904" h="1624330">
                  <a:moveTo>
                    <a:pt x="2922904" y="1473834"/>
                  </a:moveTo>
                  <a:lnTo>
                    <a:pt x="2922904" y="1475104"/>
                  </a:lnTo>
                </a:path>
                <a:path w="2922904" h="1624330">
                  <a:moveTo>
                    <a:pt x="2922904" y="1475740"/>
                  </a:moveTo>
                  <a:lnTo>
                    <a:pt x="2922904" y="1477009"/>
                  </a:lnTo>
                </a:path>
                <a:path w="2922904" h="1624330">
                  <a:moveTo>
                    <a:pt x="2922904" y="1477645"/>
                  </a:moveTo>
                  <a:lnTo>
                    <a:pt x="2922904" y="1478915"/>
                  </a:lnTo>
                </a:path>
                <a:path w="2922904" h="1624330">
                  <a:moveTo>
                    <a:pt x="2922904" y="1478915"/>
                  </a:moveTo>
                  <a:lnTo>
                    <a:pt x="2922904" y="1480820"/>
                  </a:lnTo>
                </a:path>
                <a:path w="2922904" h="1624330">
                  <a:moveTo>
                    <a:pt x="2922904" y="1480820"/>
                  </a:moveTo>
                  <a:lnTo>
                    <a:pt x="2922904" y="1482090"/>
                  </a:lnTo>
                </a:path>
                <a:path w="2922904" h="1624330">
                  <a:moveTo>
                    <a:pt x="2922904" y="1482725"/>
                  </a:moveTo>
                  <a:lnTo>
                    <a:pt x="2922904" y="1483995"/>
                  </a:lnTo>
                </a:path>
                <a:path w="2922904" h="1624330">
                  <a:moveTo>
                    <a:pt x="2922904" y="1484629"/>
                  </a:moveTo>
                  <a:lnTo>
                    <a:pt x="2922904" y="1485900"/>
                  </a:lnTo>
                </a:path>
                <a:path w="2922904" h="1624330">
                  <a:moveTo>
                    <a:pt x="2922904" y="1486534"/>
                  </a:moveTo>
                  <a:lnTo>
                    <a:pt x="2922904" y="1487804"/>
                  </a:lnTo>
                </a:path>
                <a:path w="2922904" h="1624330">
                  <a:moveTo>
                    <a:pt x="2922904" y="1487804"/>
                  </a:moveTo>
                  <a:lnTo>
                    <a:pt x="2922904" y="1489709"/>
                  </a:lnTo>
                </a:path>
                <a:path w="2922904" h="1624330">
                  <a:moveTo>
                    <a:pt x="2922904" y="1489709"/>
                  </a:moveTo>
                  <a:lnTo>
                    <a:pt x="2922904" y="1490979"/>
                  </a:lnTo>
                </a:path>
                <a:path w="2922904" h="1624330">
                  <a:moveTo>
                    <a:pt x="2922904" y="1491615"/>
                  </a:moveTo>
                  <a:lnTo>
                    <a:pt x="2922904" y="1492884"/>
                  </a:lnTo>
                </a:path>
                <a:path w="2922904" h="1624330">
                  <a:moveTo>
                    <a:pt x="2922904" y="1493520"/>
                  </a:moveTo>
                  <a:lnTo>
                    <a:pt x="2922904" y="1494790"/>
                  </a:lnTo>
                </a:path>
                <a:path w="2922904" h="1624330">
                  <a:moveTo>
                    <a:pt x="2922904" y="1495425"/>
                  </a:moveTo>
                  <a:lnTo>
                    <a:pt x="2922904" y="1496695"/>
                  </a:lnTo>
                </a:path>
                <a:path w="2922904" h="1624330">
                  <a:moveTo>
                    <a:pt x="2922904" y="1496695"/>
                  </a:moveTo>
                  <a:lnTo>
                    <a:pt x="2922904" y="1498600"/>
                  </a:lnTo>
                </a:path>
                <a:path w="2922904" h="1624330">
                  <a:moveTo>
                    <a:pt x="2922904" y="1498600"/>
                  </a:moveTo>
                  <a:lnTo>
                    <a:pt x="2922904" y="1499870"/>
                  </a:lnTo>
                </a:path>
                <a:path w="2922904" h="1624330">
                  <a:moveTo>
                    <a:pt x="2922904" y="1500504"/>
                  </a:moveTo>
                  <a:lnTo>
                    <a:pt x="2922904" y="1501775"/>
                  </a:lnTo>
                </a:path>
                <a:path w="2922904" h="1624330">
                  <a:moveTo>
                    <a:pt x="2922904" y="1502409"/>
                  </a:moveTo>
                  <a:lnTo>
                    <a:pt x="2922904" y="1503679"/>
                  </a:lnTo>
                </a:path>
                <a:path w="2922904" h="1624330">
                  <a:moveTo>
                    <a:pt x="2922904" y="1504315"/>
                  </a:moveTo>
                  <a:lnTo>
                    <a:pt x="2922904" y="1505584"/>
                  </a:lnTo>
                </a:path>
                <a:path w="2922904" h="1624330">
                  <a:moveTo>
                    <a:pt x="2922904" y="1505584"/>
                  </a:moveTo>
                  <a:lnTo>
                    <a:pt x="2922904" y="1507490"/>
                  </a:lnTo>
                </a:path>
                <a:path w="2922904" h="1624330">
                  <a:moveTo>
                    <a:pt x="2922904" y="1507490"/>
                  </a:moveTo>
                  <a:lnTo>
                    <a:pt x="2922904" y="1508759"/>
                  </a:lnTo>
                </a:path>
                <a:path w="2922904" h="1624330">
                  <a:moveTo>
                    <a:pt x="2922904" y="1509395"/>
                  </a:moveTo>
                  <a:lnTo>
                    <a:pt x="2922904" y="1510665"/>
                  </a:lnTo>
                </a:path>
                <a:path w="2922904" h="1624330">
                  <a:moveTo>
                    <a:pt x="2922904" y="1511300"/>
                  </a:moveTo>
                  <a:lnTo>
                    <a:pt x="2922904" y="1512570"/>
                  </a:lnTo>
                </a:path>
                <a:path w="2922904" h="1624330">
                  <a:moveTo>
                    <a:pt x="2922904" y="1513204"/>
                  </a:moveTo>
                  <a:lnTo>
                    <a:pt x="2922904" y="1514475"/>
                  </a:lnTo>
                </a:path>
                <a:path w="2922904" h="1624330">
                  <a:moveTo>
                    <a:pt x="2922904" y="1514475"/>
                  </a:moveTo>
                  <a:lnTo>
                    <a:pt x="2922904" y="1516379"/>
                  </a:lnTo>
                </a:path>
                <a:path w="2922904" h="1624330">
                  <a:moveTo>
                    <a:pt x="2922904" y="1516379"/>
                  </a:moveTo>
                  <a:lnTo>
                    <a:pt x="2922904" y="1517650"/>
                  </a:lnTo>
                </a:path>
                <a:path w="2922904" h="1624330">
                  <a:moveTo>
                    <a:pt x="2922904" y="1518284"/>
                  </a:moveTo>
                  <a:lnTo>
                    <a:pt x="2922904" y="1519554"/>
                  </a:lnTo>
                </a:path>
                <a:path w="2922904" h="1624330">
                  <a:moveTo>
                    <a:pt x="2922904" y="1520190"/>
                  </a:moveTo>
                  <a:lnTo>
                    <a:pt x="2922904" y="1521459"/>
                  </a:lnTo>
                </a:path>
                <a:path w="2922904" h="1624330">
                  <a:moveTo>
                    <a:pt x="2922904" y="1522095"/>
                  </a:moveTo>
                  <a:lnTo>
                    <a:pt x="2922904" y="1523365"/>
                  </a:lnTo>
                </a:path>
                <a:path w="2922904" h="1624330">
                  <a:moveTo>
                    <a:pt x="2922904" y="1523365"/>
                  </a:moveTo>
                  <a:lnTo>
                    <a:pt x="2922904" y="1525270"/>
                  </a:lnTo>
                </a:path>
                <a:path w="2922904" h="1624330">
                  <a:moveTo>
                    <a:pt x="2922904" y="1525270"/>
                  </a:moveTo>
                  <a:lnTo>
                    <a:pt x="2922904" y="1526540"/>
                  </a:lnTo>
                </a:path>
                <a:path w="2922904" h="1624330">
                  <a:moveTo>
                    <a:pt x="2922904" y="1527175"/>
                  </a:moveTo>
                  <a:lnTo>
                    <a:pt x="2922904" y="1528445"/>
                  </a:lnTo>
                </a:path>
                <a:path w="2922904" h="1624330">
                  <a:moveTo>
                    <a:pt x="2922904" y="1529079"/>
                  </a:moveTo>
                  <a:lnTo>
                    <a:pt x="2922904" y="1530350"/>
                  </a:lnTo>
                </a:path>
                <a:path w="2922904" h="1624330">
                  <a:moveTo>
                    <a:pt x="2922904" y="1530984"/>
                  </a:moveTo>
                  <a:lnTo>
                    <a:pt x="2922904" y="1532254"/>
                  </a:lnTo>
                </a:path>
                <a:path w="2922904" h="1624330">
                  <a:moveTo>
                    <a:pt x="2922904" y="1532254"/>
                  </a:moveTo>
                  <a:lnTo>
                    <a:pt x="2922904" y="1534159"/>
                  </a:lnTo>
                </a:path>
                <a:path w="2922904" h="1624330">
                  <a:moveTo>
                    <a:pt x="2922904" y="1534159"/>
                  </a:moveTo>
                  <a:lnTo>
                    <a:pt x="2922904" y="1535429"/>
                  </a:lnTo>
                </a:path>
                <a:path w="2922904" h="1624330">
                  <a:moveTo>
                    <a:pt x="2922904" y="1536065"/>
                  </a:moveTo>
                  <a:lnTo>
                    <a:pt x="2922904" y="1537334"/>
                  </a:lnTo>
                </a:path>
                <a:path w="2922904" h="1624330">
                  <a:moveTo>
                    <a:pt x="2922904" y="1537970"/>
                  </a:moveTo>
                  <a:lnTo>
                    <a:pt x="2922904" y="1539240"/>
                  </a:lnTo>
                </a:path>
                <a:path w="2922904" h="1624330">
                  <a:moveTo>
                    <a:pt x="2922904" y="1539875"/>
                  </a:moveTo>
                  <a:lnTo>
                    <a:pt x="2922904" y="1541145"/>
                  </a:lnTo>
                </a:path>
                <a:path w="2922904" h="1624330">
                  <a:moveTo>
                    <a:pt x="2922904" y="1541145"/>
                  </a:moveTo>
                  <a:lnTo>
                    <a:pt x="2922904" y="1543050"/>
                  </a:lnTo>
                </a:path>
                <a:path w="2922904" h="1624330">
                  <a:moveTo>
                    <a:pt x="2922904" y="1543050"/>
                  </a:moveTo>
                  <a:lnTo>
                    <a:pt x="2922904" y="1544320"/>
                  </a:lnTo>
                </a:path>
                <a:path w="2922904" h="1624330">
                  <a:moveTo>
                    <a:pt x="2922904" y="1544954"/>
                  </a:moveTo>
                  <a:lnTo>
                    <a:pt x="2922904" y="1546225"/>
                  </a:lnTo>
                </a:path>
                <a:path w="2922904" h="1624330">
                  <a:moveTo>
                    <a:pt x="2922904" y="1546859"/>
                  </a:moveTo>
                  <a:lnTo>
                    <a:pt x="2922904" y="1548129"/>
                  </a:lnTo>
                </a:path>
                <a:path w="2922904" h="1624330">
                  <a:moveTo>
                    <a:pt x="2922904" y="1548765"/>
                  </a:moveTo>
                  <a:lnTo>
                    <a:pt x="2922904" y="1550034"/>
                  </a:lnTo>
                </a:path>
                <a:path w="2922904" h="1624330">
                  <a:moveTo>
                    <a:pt x="2922904" y="1550034"/>
                  </a:moveTo>
                  <a:lnTo>
                    <a:pt x="2922904" y="1551304"/>
                  </a:lnTo>
                </a:path>
                <a:path w="2922904" h="1624330">
                  <a:moveTo>
                    <a:pt x="2922904" y="1551940"/>
                  </a:moveTo>
                  <a:lnTo>
                    <a:pt x="2922904" y="1553209"/>
                  </a:lnTo>
                </a:path>
                <a:path w="2922904" h="1624330">
                  <a:moveTo>
                    <a:pt x="2922904" y="1553845"/>
                  </a:moveTo>
                  <a:lnTo>
                    <a:pt x="2922904" y="1555115"/>
                  </a:lnTo>
                </a:path>
                <a:path w="2922904" h="1624330">
                  <a:moveTo>
                    <a:pt x="2922904" y="1555750"/>
                  </a:moveTo>
                  <a:lnTo>
                    <a:pt x="2922904" y="1557020"/>
                  </a:lnTo>
                </a:path>
                <a:path w="2922904" h="1624330">
                  <a:moveTo>
                    <a:pt x="2922904" y="1557654"/>
                  </a:moveTo>
                  <a:lnTo>
                    <a:pt x="2922904" y="1558925"/>
                  </a:lnTo>
                </a:path>
                <a:path w="2922904" h="1624330">
                  <a:moveTo>
                    <a:pt x="2922904" y="1558925"/>
                  </a:moveTo>
                  <a:lnTo>
                    <a:pt x="2922904" y="1560195"/>
                  </a:lnTo>
                </a:path>
                <a:path w="2922904" h="1624330">
                  <a:moveTo>
                    <a:pt x="2922904" y="1560829"/>
                  </a:moveTo>
                  <a:lnTo>
                    <a:pt x="2922904" y="1562100"/>
                  </a:lnTo>
                </a:path>
                <a:path w="2922904" h="1624330">
                  <a:moveTo>
                    <a:pt x="2922904" y="1562734"/>
                  </a:moveTo>
                  <a:lnTo>
                    <a:pt x="2922904" y="1564004"/>
                  </a:lnTo>
                </a:path>
                <a:path w="2922904" h="1624330">
                  <a:moveTo>
                    <a:pt x="2922904" y="1564640"/>
                  </a:moveTo>
                  <a:lnTo>
                    <a:pt x="2922904" y="1565909"/>
                  </a:lnTo>
                </a:path>
                <a:path w="2922904" h="1624330">
                  <a:moveTo>
                    <a:pt x="2922904" y="1566545"/>
                  </a:moveTo>
                  <a:lnTo>
                    <a:pt x="2922904" y="1567815"/>
                  </a:lnTo>
                </a:path>
                <a:path w="2922904" h="1624330">
                  <a:moveTo>
                    <a:pt x="2922904" y="1567815"/>
                  </a:moveTo>
                  <a:lnTo>
                    <a:pt x="2922904" y="1569084"/>
                  </a:lnTo>
                </a:path>
                <a:path w="2922904" h="1624330">
                  <a:moveTo>
                    <a:pt x="2922904" y="1569720"/>
                  </a:moveTo>
                  <a:lnTo>
                    <a:pt x="2922904" y="1570990"/>
                  </a:lnTo>
                </a:path>
                <a:path w="2922904" h="1624330">
                  <a:moveTo>
                    <a:pt x="2922904" y="1571625"/>
                  </a:moveTo>
                  <a:lnTo>
                    <a:pt x="2922904" y="1572895"/>
                  </a:lnTo>
                </a:path>
                <a:path w="2922904" h="1624330">
                  <a:moveTo>
                    <a:pt x="2922904" y="1573529"/>
                  </a:moveTo>
                  <a:lnTo>
                    <a:pt x="2922904" y="1574800"/>
                  </a:lnTo>
                </a:path>
                <a:path w="2922904" h="1624330">
                  <a:moveTo>
                    <a:pt x="2922904" y="1575434"/>
                  </a:moveTo>
                  <a:lnTo>
                    <a:pt x="2922904" y="1576704"/>
                  </a:lnTo>
                </a:path>
                <a:path w="2922904" h="1624330">
                  <a:moveTo>
                    <a:pt x="2922904" y="1576704"/>
                  </a:moveTo>
                  <a:lnTo>
                    <a:pt x="2922904" y="1577975"/>
                  </a:lnTo>
                </a:path>
                <a:path w="2922904" h="1624330">
                  <a:moveTo>
                    <a:pt x="2922904" y="1578609"/>
                  </a:moveTo>
                  <a:lnTo>
                    <a:pt x="2922904" y="1579879"/>
                  </a:lnTo>
                </a:path>
                <a:path w="2922904" h="1624330">
                  <a:moveTo>
                    <a:pt x="2922904" y="1580515"/>
                  </a:moveTo>
                  <a:lnTo>
                    <a:pt x="2922904" y="1581784"/>
                  </a:lnTo>
                </a:path>
                <a:path w="2922904" h="1624330">
                  <a:moveTo>
                    <a:pt x="2922904" y="1582420"/>
                  </a:moveTo>
                  <a:lnTo>
                    <a:pt x="2922904" y="1583690"/>
                  </a:lnTo>
                </a:path>
                <a:path w="2922904" h="1624330">
                  <a:moveTo>
                    <a:pt x="2922904" y="1584325"/>
                  </a:moveTo>
                  <a:lnTo>
                    <a:pt x="2922904" y="1585595"/>
                  </a:lnTo>
                </a:path>
                <a:path w="2922904" h="1624330">
                  <a:moveTo>
                    <a:pt x="2922904" y="1585595"/>
                  </a:moveTo>
                  <a:lnTo>
                    <a:pt x="2922904" y="1586865"/>
                  </a:lnTo>
                </a:path>
                <a:path w="2922904" h="1624330">
                  <a:moveTo>
                    <a:pt x="2922904" y="1587500"/>
                  </a:moveTo>
                  <a:lnTo>
                    <a:pt x="2922904" y="1588770"/>
                  </a:lnTo>
                </a:path>
                <a:path w="2922904" h="1624330">
                  <a:moveTo>
                    <a:pt x="2922904" y="1589404"/>
                  </a:moveTo>
                  <a:lnTo>
                    <a:pt x="2922904" y="1590675"/>
                  </a:lnTo>
                </a:path>
                <a:path w="2922904" h="1624330">
                  <a:moveTo>
                    <a:pt x="2922904" y="1591309"/>
                  </a:moveTo>
                  <a:lnTo>
                    <a:pt x="2922904" y="1592579"/>
                  </a:lnTo>
                </a:path>
                <a:path w="2922904" h="1624330">
                  <a:moveTo>
                    <a:pt x="2922904" y="1593215"/>
                  </a:moveTo>
                  <a:lnTo>
                    <a:pt x="2922904" y="1594484"/>
                  </a:lnTo>
                </a:path>
                <a:path w="2922904" h="1624330">
                  <a:moveTo>
                    <a:pt x="2922904" y="1594484"/>
                  </a:moveTo>
                  <a:lnTo>
                    <a:pt x="2922904" y="1595754"/>
                  </a:lnTo>
                </a:path>
                <a:path w="2922904" h="1624330">
                  <a:moveTo>
                    <a:pt x="2922904" y="1596390"/>
                  </a:moveTo>
                  <a:lnTo>
                    <a:pt x="2922904" y="1597659"/>
                  </a:lnTo>
                </a:path>
                <a:path w="2922904" h="1624330">
                  <a:moveTo>
                    <a:pt x="2922904" y="1598295"/>
                  </a:moveTo>
                  <a:lnTo>
                    <a:pt x="2922904" y="1599565"/>
                  </a:lnTo>
                </a:path>
                <a:path w="2922904" h="1624330">
                  <a:moveTo>
                    <a:pt x="2922904" y="1600200"/>
                  </a:moveTo>
                  <a:lnTo>
                    <a:pt x="2922904" y="1601470"/>
                  </a:lnTo>
                </a:path>
                <a:path w="2922904" h="1624330">
                  <a:moveTo>
                    <a:pt x="2922904" y="1602104"/>
                  </a:moveTo>
                  <a:lnTo>
                    <a:pt x="2922904" y="1603375"/>
                  </a:lnTo>
                </a:path>
                <a:path w="2922904" h="1624330">
                  <a:moveTo>
                    <a:pt x="2922904" y="1603375"/>
                  </a:moveTo>
                  <a:lnTo>
                    <a:pt x="2922904" y="1604645"/>
                  </a:lnTo>
                </a:path>
                <a:path w="2922904" h="1624330">
                  <a:moveTo>
                    <a:pt x="2922904" y="1605279"/>
                  </a:moveTo>
                  <a:lnTo>
                    <a:pt x="2922904" y="1606550"/>
                  </a:lnTo>
                </a:path>
                <a:path w="2922904" h="1624330">
                  <a:moveTo>
                    <a:pt x="2922904" y="1607184"/>
                  </a:moveTo>
                  <a:lnTo>
                    <a:pt x="2922904" y="1608454"/>
                  </a:lnTo>
                </a:path>
                <a:path w="2922904" h="1624330">
                  <a:moveTo>
                    <a:pt x="2922904" y="1609090"/>
                  </a:moveTo>
                  <a:lnTo>
                    <a:pt x="2922904" y="1610359"/>
                  </a:lnTo>
                </a:path>
                <a:path w="2922904" h="1624330">
                  <a:moveTo>
                    <a:pt x="2922904" y="1610995"/>
                  </a:moveTo>
                  <a:lnTo>
                    <a:pt x="2922904" y="1612265"/>
                  </a:lnTo>
                </a:path>
                <a:path w="2922904" h="1624330">
                  <a:moveTo>
                    <a:pt x="2922904" y="1612265"/>
                  </a:moveTo>
                  <a:lnTo>
                    <a:pt x="2922904" y="1613534"/>
                  </a:lnTo>
                </a:path>
                <a:path w="2922904" h="1624330">
                  <a:moveTo>
                    <a:pt x="2922904" y="1614170"/>
                  </a:moveTo>
                  <a:lnTo>
                    <a:pt x="2922904" y="1615440"/>
                  </a:lnTo>
                </a:path>
                <a:path w="2922904" h="1624330">
                  <a:moveTo>
                    <a:pt x="2922904" y="1616075"/>
                  </a:moveTo>
                  <a:lnTo>
                    <a:pt x="2922904" y="1617345"/>
                  </a:lnTo>
                </a:path>
                <a:path w="2922904" h="1624330">
                  <a:moveTo>
                    <a:pt x="2922904" y="1617979"/>
                  </a:moveTo>
                  <a:lnTo>
                    <a:pt x="2922904" y="1619250"/>
                  </a:lnTo>
                </a:path>
                <a:path w="2922904" h="1624330">
                  <a:moveTo>
                    <a:pt x="2922904" y="1619884"/>
                  </a:moveTo>
                  <a:lnTo>
                    <a:pt x="2922904" y="1621154"/>
                  </a:lnTo>
                </a:path>
                <a:path w="2922904" h="1624330">
                  <a:moveTo>
                    <a:pt x="2922904" y="1621154"/>
                  </a:moveTo>
                  <a:lnTo>
                    <a:pt x="2922904" y="1622425"/>
                  </a:lnTo>
                </a:path>
                <a:path w="2922904" h="1624330">
                  <a:moveTo>
                    <a:pt x="2922904" y="1623059"/>
                  </a:moveTo>
                  <a:lnTo>
                    <a:pt x="2922904" y="1624329"/>
                  </a:lnTo>
                </a:path>
                <a:path w="2922904" h="1624330">
                  <a:moveTo>
                    <a:pt x="2575560" y="1075690"/>
                  </a:moveTo>
                  <a:lnTo>
                    <a:pt x="2510154" y="1075690"/>
                  </a:lnTo>
                </a:path>
                <a:path w="2922904" h="1624330">
                  <a:moveTo>
                    <a:pt x="2355850" y="1075690"/>
                  </a:moveTo>
                  <a:lnTo>
                    <a:pt x="2423160" y="107569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5290185" y="2643517"/>
              <a:ext cx="42545" cy="15240"/>
            </a:xfrm>
            <a:custGeom>
              <a:avLst/>
              <a:gdLst/>
              <a:ahLst/>
              <a:cxnLst/>
              <a:rect l="l" t="t" r="r" b="b"/>
              <a:pathLst>
                <a:path w="42545" h="15239">
                  <a:moveTo>
                    <a:pt x="0" y="0"/>
                  </a:moveTo>
                  <a:lnTo>
                    <a:pt x="0" y="15240"/>
                  </a:lnTo>
                  <a:lnTo>
                    <a:pt x="42544" y="76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5290185" y="2643517"/>
              <a:ext cx="42545" cy="15240"/>
            </a:xfrm>
            <a:custGeom>
              <a:avLst/>
              <a:gdLst/>
              <a:ahLst/>
              <a:cxnLst/>
              <a:rect l="l" t="t" r="r" b="b"/>
              <a:pathLst>
                <a:path w="42545" h="15239">
                  <a:moveTo>
                    <a:pt x="0" y="0"/>
                  </a:moveTo>
                  <a:lnTo>
                    <a:pt x="0" y="15240"/>
                  </a:lnTo>
                  <a:lnTo>
                    <a:pt x="42544" y="762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5027929" y="2643517"/>
              <a:ext cx="42545" cy="15240"/>
            </a:xfrm>
            <a:custGeom>
              <a:avLst/>
              <a:gdLst/>
              <a:ahLst/>
              <a:cxnLst/>
              <a:rect l="l" t="t" r="r" b="b"/>
              <a:pathLst>
                <a:path w="42545" h="15239">
                  <a:moveTo>
                    <a:pt x="42545" y="0"/>
                  </a:moveTo>
                  <a:lnTo>
                    <a:pt x="0" y="7620"/>
                  </a:lnTo>
                  <a:lnTo>
                    <a:pt x="42545" y="15240"/>
                  </a:lnTo>
                  <a:lnTo>
                    <a:pt x="4254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5027929" y="2621927"/>
              <a:ext cx="178435" cy="57785"/>
            </a:xfrm>
            <a:custGeom>
              <a:avLst/>
              <a:gdLst/>
              <a:ahLst/>
              <a:cxnLst/>
              <a:rect l="l" t="t" r="r" b="b"/>
              <a:pathLst>
                <a:path w="178435" h="57785">
                  <a:moveTo>
                    <a:pt x="42545" y="20954"/>
                  </a:moveTo>
                  <a:lnTo>
                    <a:pt x="42545" y="36194"/>
                  </a:lnTo>
                  <a:lnTo>
                    <a:pt x="0" y="28575"/>
                  </a:lnTo>
                  <a:lnTo>
                    <a:pt x="42545" y="20954"/>
                  </a:lnTo>
                  <a:close/>
                </a:path>
                <a:path w="178435" h="57785">
                  <a:moveTo>
                    <a:pt x="135890" y="0"/>
                  </a:moveTo>
                  <a:lnTo>
                    <a:pt x="135890" y="57784"/>
                  </a:lnTo>
                </a:path>
                <a:path w="178435" h="57785">
                  <a:moveTo>
                    <a:pt x="137160" y="0"/>
                  </a:moveTo>
                  <a:lnTo>
                    <a:pt x="170815" y="51434"/>
                  </a:lnTo>
                </a:path>
                <a:path w="178435" h="57785">
                  <a:moveTo>
                    <a:pt x="137160" y="5714"/>
                  </a:moveTo>
                  <a:lnTo>
                    <a:pt x="170815" y="57784"/>
                  </a:lnTo>
                  <a:lnTo>
                    <a:pt x="170815" y="0"/>
                  </a:lnTo>
                </a:path>
                <a:path w="178435" h="57785">
                  <a:moveTo>
                    <a:pt x="126365" y="0"/>
                  </a:moveTo>
                  <a:lnTo>
                    <a:pt x="137160" y="0"/>
                  </a:lnTo>
                </a:path>
                <a:path w="178435" h="57785">
                  <a:moveTo>
                    <a:pt x="161925" y="0"/>
                  </a:moveTo>
                  <a:lnTo>
                    <a:pt x="178435" y="0"/>
                  </a:lnTo>
                </a:path>
                <a:path w="178435" h="57785">
                  <a:moveTo>
                    <a:pt x="126365" y="57784"/>
                  </a:moveTo>
                  <a:lnTo>
                    <a:pt x="143510" y="5778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5027282" y="2649880"/>
              <a:ext cx="306705" cy="113030"/>
            </a:xfrm>
            <a:custGeom>
              <a:avLst/>
              <a:gdLst/>
              <a:ahLst/>
              <a:cxnLst/>
              <a:rect l="l" t="t" r="r" b="b"/>
              <a:pathLst>
                <a:path w="306704" h="113030">
                  <a:moveTo>
                    <a:pt x="1282" y="104762"/>
                  </a:moveTo>
                  <a:lnTo>
                    <a:pt x="1092" y="104317"/>
                  </a:lnTo>
                  <a:lnTo>
                    <a:pt x="647" y="104127"/>
                  </a:lnTo>
                  <a:lnTo>
                    <a:pt x="190" y="104317"/>
                  </a:lnTo>
                  <a:lnTo>
                    <a:pt x="0" y="104762"/>
                  </a:lnTo>
                  <a:lnTo>
                    <a:pt x="190" y="105219"/>
                  </a:lnTo>
                  <a:lnTo>
                    <a:pt x="647" y="105397"/>
                  </a:lnTo>
                  <a:lnTo>
                    <a:pt x="1092" y="105219"/>
                  </a:lnTo>
                  <a:lnTo>
                    <a:pt x="1282" y="104762"/>
                  </a:lnTo>
                  <a:close/>
                </a:path>
                <a:path w="306704" h="113030">
                  <a:moveTo>
                    <a:pt x="1282" y="622"/>
                  </a:moveTo>
                  <a:lnTo>
                    <a:pt x="1092" y="177"/>
                  </a:lnTo>
                  <a:lnTo>
                    <a:pt x="647" y="0"/>
                  </a:lnTo>
                  <a:lnTo>
                    <a:pt x="190" y="177"/>
                  </a:lnTo>
                  <a:lnTo>
                    <a:pt x="0" y="622"/>
                  </a:lnTo>
                  <a:lnTo>
                    <a:pt x="190" y="1079"/>
                  </a:lnTo>
                  <a:lnTo>
                    <a:pt x="647" y="1257"/>
                  </a:lnTo>
                  <a:lnTo>
                    <a:pt x="1092" y="1079"/>
                  </a:lnTo>
                  <a:lnTo>
                    <a:pt x="1282" y="622"/>
                  </a:lnTo>
                  <a:close/>
                </a:path>
                <a:path w="306704" h="113030">
                  <a:moveTo>
                    <a:pt x="306082" y="112382"/>
                  </a:moveTo>
                  <a:lnTo>
                    <a:pt x="305892" y="111937"/>
                  </a:lnTo>
                  <a:lnTo>
                    <a:pt x="305447" y="111747"/>
                  </a:lnTo>
                  <a:lnTo>
                    <a:pt x="304990" y="111937"/>
                  </a:lnTo>
                  <a:lnTo>
                    <a:pt x="304800" y="112382"/>
                  </a:lnTo>
                  <a:lnTo>
                    <a:pt x="304990" y="112839"/>
                  </a:lnTo>
                  <a:lnTo>
                    <a:pt x="305447" y="113017"/>
                  </a:lnTo>
                  <a:lnTo>
                    <a:pt x="305892" y="112839"/>
                  </a:lnTo>
                  <a:lnTo>
                    <a:pt x="306082" y="11238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5375275" y="2297442"/>
              <a:ext cx="220345" cy="0"/>
            </a:xfrm>
            <a:custGeom>
              <a:avLst/>
              <a:gdLst/>
              <a:ahLst/>
              <a:cxnLst/>
              <a:rect l="l" t="t" r="r" b="b"/>
              <a:pathLst>
                <a:path w="220345" h="0">
                  <a:moveTo>
                    <a:pt x="220345" y="0"/>
                  </a:moveTo>
                  <a:lnTo>
                    <a:pt x="154304" y="0"/>
                  </a:lnTo>
                </a:path>
                <a:path w="220345" h="0">
                  <a:moveTo>
                    <a:pt x="0" y="0"/>
                  </a:moveTo>
                  <a:lnTo>
                    <a:pt x="6603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5594985" y="2289187"/>
              <a:ext cx="42545" cy="13335"/>
            </a:xfrm>
            <a:custGeom>
              <a:avLst/>
              <a:gdLst/>
              <a:ahLst/>
              <a:cxnLst/>
              <a:rect l="l" t="t" r="r" b="b"/>
              <a:pathLst>
                <a:path w="42545" h="13335">
                  <a:moveTo>
                    <a:pt x="0" y="0"/>
                  </a:moveTo>
                  <a:lnTo>
                    <a:pt x="0" y="13334"/>
                  </a:lnTo>
                  <a:lnTo>
                    <a:pt x="42544" y="76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5594985" y="2289187"/>
              <a:ext cx="42545" cy="13335"/>
            </a:xfrm>
            <a:custGeom>
              <a:avLst/>
              <a:gdLst/>
              <a:ahLst/>
              <a:cxnLst/>
              <a:rect l="l" t="t" r="r" b="b"/>
              <a:pathLst>
                <a:path w="42545" h="13335">
                  <a:moveTo>
                    <a:pt x="0" y="0"/>
                  </a:moveTo>
                  <a:lnTo>
                    <a:pt x="0" y="13334"/>
                  </a:lnTo>
                  <a:lnTo>
                    <a:pt x="42544" y="762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5333365" y="2289187"/>
              <a:ext cx="42545" cy="13335"/>
            </a:xfrm>
            <a:custGeom>
              <a:avLst/>
              <a:gdLst/>
              <a:ahLst/>
              <a:cxnLst/>
              <a:rect l="l" t="t" r="r" b="b"/>
              <a:pathLst>
                <a:path w="42545" h="13335">
                  <a:moveTo>
                    <a:pt x="42545" y="0"/>
                  </a:moveTo>
                  <a:lnTo>
                    <a:pt x="0" y="7620"/>
                  </a:lnTo>
                  <a:lnTo>
                    <a:pt x="42545" y="13334"/>
                  </a:lnTo>
                  <a:lnTo>
                    <a:pt x="4254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5332729" y="2267597"/>
              <a:ext cx="178435" cy="56515"/>
            </a:xfrm>
            <a:custGeom>
              <a:avLst/>
              <a:gdLst/>
              <a:ahLst/>
              <a:cxnLst/>
              <a:rect l="l" t="t" r="r" b="b"/>
              <a:pathLst>
                <a:path w="178435" h="56514">
                  <a:moveTo>
                    <a:pt x="42545" y="21590"/>
                  </a:moveTo>
                  <a:lnTo>
                    <a:pt x="42545" y="34925"/>
                  </a:lnTo>
                  <a:lnTo>
                    <a:pt x="0" y="29210"/>
                  </a:lnTo>
                  <a:lnTo>
                    <a:pt x="42545" y="21590"/>
                  </a:lnTo>
                  <a:close/>
                </a:path>
                <a:path w="178435" h="56514">
                  <a:moveTo>
                    <a:pt x="133985" y="0"/>
                  </a:moveTo>
                  <a:lnTo>
                    <a:pt x="133985" y="56515"/>
                  </a:lnTo>
                </a:path>
                <a:path w="178435" h="56514">
                  <a:moveTo>
                    <a:pt x="137160" y="0"/>
                  </a:moveTo>
                  <a:lnTo>
                    <a:pt x="170815" y="52070"/>
                  </a:lnTo>
                </a:path>
                <a:path w="178435" h="56514">
                  <a:moveTo>
                    <a:pt x="137160" y="6350"/>
                  </a:moveTo>
                  <a:lnTo>
                    <a:pt x="170815" y="56515"/>
                  </a:lnTo>
                  <a:lnTo>
                    <a:pt x="170815" y="0"/>
                  </a:lnTo>
                </a:path>
                <a:path w="178435" h="56514">
                  <a:moveTo>
                    <a:pt x="126365" y="0"/>
                  </a:moveTo>
                  <a:lnTo>
                    <a:pt x="137160" y="0"/>
                  </a:lnTo>
                </a:path>
                <a:path w="178435" h="56514">
                  <a:moveTo>
                    <a:pt x="161925" y="0"/>
                  </a:moveTo>
                  <a:lnTo>
                    <a:pt x="178435" y="0"/>
                  </a:lnTo>
                </a:path>
                <a:path w="178435" h="56514">
                  <a:moveTo>
                    <a:pt x="126365" y="56515"/>
                  </a:moveTo>
                  <a:lnTo>
                    <a:pt x="143510" y="5651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5332082" y="2296172"/>
              <a:ext cx="307340" cy="113030"/>
            </a:xfrm>
            <a:custGeom>
              <a:avLst/>
              <a:gdLst/>
              <a:ahLst/>
              <a:cxnLst/>
              <a:rect l="l" t="t" r="r" b="b"/>
              <a:pathLst>
                <a:path w="307339" h="113030">
                  <a:moveTo>
                    <a:pt x="1282" y="104140"/>
                  </a:moveTo>
                  <a:lnTo>
                    <a:pt x="1092" y="103695"/>
                  </a:lnTo>
                  <a:lnTo>
                    <a:pt x="647" y="103505"/>
                  </a:lnTo>
                  <a:lnTo>
                    <a:pt x="190" y="103695"/>
                  </a:lnTo>
                  <a:lnTo>
                    <a:pt x="0" y="104140"/>
                  </a:lnTo>
                  <a:lnTo>
                    <a:pt x="190" y="104597"/>
                  </a:lnTo>
                  <a:lnTo>
                    <a:pt x="647" y="104775"/>
                  </a:lnTo>
                  <a:lnTo>
                    <a:pt x="1092" y="104597"/>
                  </a:lnTo>
                  <a:lnTo>
                    <a:pt x="1282" y="104140"/>
                  </a:lnTo>
                  <a:close/>
                </a:path>
                <a:path w="307339" h="113030">
                  <a:moveTo>
                    <a:pt x="1282" y="635"/>
                  </a:moveTo>
                  <a:lnTo>
                    <a:pt x="1092" y="190"/>
                  </a:lnTo>
                  <a:lnTo>
                    <a:pt x="647" y="0"/>
                  </a:lnTo>
                  <a:lnTo>
                    <a:pt x="190" y="190"/>
                  </a:lnTo>
                  <a:lnTo>
                    <a:pt x="0" y="635"/>
                  </a:lnTo>
                  <a:lnTo>
                    <a:pt x="190" y="1092"/>
                  </a:lnTo>
                  <a:lnTo>
                    <a:pt x="647" y="1270"/>
                  </a:lnTo>
                  <a:lnTo>
                    <a:pt x="1092" y="1092"/>
                  </a:lnTo>
                  <a:lnTo>
                    <a:pt x="1282" y="635"/>
                  </a:lnTo>
                  <a:close/>
                </a:path>
                <a:path w="307339" h="113030">
                  <a:moveTo>
                    <a:pt x="306717" y="112395"/>
                  </a:moveTo>
                  <a:lnTo>
                    <a:pt x="306527" y="111950"/>
                  </a:lnTo>
                  <a:lnTo>
                    <a:pt x="306082" y="111760"/>
                  </a:lnTo>
                  <a:lnTo>
                    <a:pt x="305625" y="111950"/>
                  </a:lnTo>
                  <a:lnTo>
                    <a:pt x="305447" y="112395"/>
                  </a:lnTo>
                  <a:lnTo>
                    <a:pt x="305625" y="112852"/>
                  </a:lnTo>
                  <a:lnTo>
                    <a:pt x="306082" y="113030"/>
                  </a:lnTo>
                  <a:lnTo>
                    <a:pt x="306527" y="112852"/>
                  </a:lnTo>
                  <a:lnTo>
                    <a:pt x="306717" y="11239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 descr=""/>
            <p:cNvSpPr/>
            <p:nvPr/>
          </p:nvSpPr>
          <p:spPr>
            <a:xfrm>
              <a:off x="4308475" y="1760232"/>
              <a:ext cx="981710" cy="0"/>
            </a:xfrm>
            <a:custGeom>
              <a:avLst/>
              <a:gdLst/>
              <a:ahLst/>
              <a:cxnLst/>
              <a:rect l="l" t="t" r="r" b="b"/>
              <a:pathLst>
                <a:path w="981710" h="0">
                  <a:moveTo>
                    <a:pt x="981710" y="0"/>
                  </a:moveTo>
                  <a:lnTo>
                    <a:pt x="547370" y="0"/>
                  </a:lnTo>
                </a:path>
                <a:path w="981710" h="0">
                  <a:moveTo>
                    <a:pt x="0" y="0"/>
                  </a:moveTo>
                  <a:lnTo>
                    <a:pt x="43307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5290185" y="1751977"/>
              <a:ext cx="42545" cy="13335"/>
            </a:xfrm>
            <a:custGeom>
              <a:avLst/>
              <a:gdLst/>
              <a:ahLst/>
              <a:cxnLst/>
              <a:rect l="l" t="t" r="r" b="b"/>
              <a:pathLst>
                <a:path w="42545" h="13335">
                  <a:moveTo>
                    <a:pt x="0" y="0"/>
                  </a:moveTo>
                  <a:lnTo>
                    <a:pt x="0" y="13334"/>
                  </a:lnTo>
                  <a:lnTo>
                    <a:pt x="42544" y="76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 descr=""/>
            <p:cNvSpPr/>
            <p:nvPr/>
          </p:nvSpPr>
          <p:spPr>
            <a:xfrm>
              <a:off x="5290185" y="1751977"/>
              <a:ext cx="42545" cy="13335"/>
            </a:xfrm>
            <a:custGeom>
              <a:avLst/>
              <a:gdLst/>
              <a:ahLst/>
              <a:cxnLst/>
              <a:rect l="l" t="t" r="r" b="b"/>
              <a:pathLst>
                <a:path w="42545" h="13335">
                  <a:moveTo>
                    <a:pt x="0" y="0"/>
                  </a:moveTo>
                  <a:lnTo>
                    <a:pt x="0" y="13334"/>
                  </a:lnTo>
                  <a:lnTo>
                    <a:pt x="42544" y="7619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 descr=""/>
            <p:cNvSpPr/>
            <p:nvPr/>
          </p:nvSpPr>
          <p:spPr>
            <a:xfrm>
              <a:off x="4264025" y="1751977"/>
              <a:ext cx="43815" cy="13335"/>
            </a:xfrm>
            <a:custGeom>
              <a:avLst/>
              <a:gdLst/>
              <a:ahLst/>
              <a:cxnLst/>
              <a:rect l="l" t="t" r="r" b="b"/>
              <a:pathLst>
                <a:path w="43814" h="13335">
                  <a:moveTo>
                    <a:pt x="43814" y="0"/>
                  </a:moveTo>
                  <a:lnTo>
                    <a:pt x="0" y="7619"/>
                  </a:lnTo>
                  <a:lnTo>
                    <a:pt x="43814" y="13334"/>
                  </a:lnTo>
                  <a:lnTo>
                    <a:pt x="4381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 descr=""/>
            <p:cNvSpPr/>
            <p:nvPr/>
          </p:nvSpPr>
          <p:spPr>
            <a:xfrm>
              <a:off x="4264025" y="1731022"/>
              <a:ext cx="574675" cy="56515"/>
            </a:xfrm>
            <a:custGeom>
              <a:avLst/>
              <a:gdLst/>
              <a:ahLst/>
              <a:cxnLst/>
              <a:rect l="l" t="t" r="r" b="b"/>
              <a:pathLst>
                <a:path w="574675" h="56514">
                  <a:moveTo>
                    <a:pt x="43814" y="21590"/>
                  </a:moveTo>
                  <a:lnTo>
                    <a:pt x="43814" y="34925"/>
                  </a:lnTo>
                  <a:lnTo>
                    <a:pt x="0" y="29210"/>
                  </a:lnTo>
                  <a:lnTo>
                    <a:pt x="43814" y="21590"/>
                  </a:lnTo>
                  <a:close/>
                </a:path>
                <a:path w="574675" h="56514">
                  <a:moveTo>
                    <a:pt x="502920" y="0"/>
                  </a:moveTo>
                  <a:lnTo>
                    <a:pt x="502920" y="56515"/>
                  </a:lnTo>
                </a:path>
                <a:path w="574675" h="56514">
                  <a:moveTo>
                    <a:pt x="506095" y="0"/>
                  </a:moveTo>
                  <a:lnTo>
                    <a:pt x="506095" y="56515"/>
                  </a:lnTo>
                </a:path>
                <a:path w="574675" h="56514">
                  <a:moveTo>
                    <a:pt x="495300" y="0"/>
                  </a:moveTo>
                  <a:lnTo>
                    <a:pt x="513714" y="0"/>
                  </a:lnTo>
                </a:path>
                <a:path w="574675" h="56514">
                  <a:moveTo>
                    <a:pt x="495300" y="56515"/>
                  </a:moveTo>
                  <a:lnTo>
                    <a:pt x="536575" y="56515"/>
                  </a:lnTo>
                  <a:lnTo>
                    <a:pt x="536575" y="41275"/>
                  </a:lnTo>
                  <a:lnTo>
                    <a:pt x="533400" y="56515"/>
                  </a:lnTo>
                </a:path>
                <a:path w="574675" h="56514">
                  <a:moveTo>
                    <a:pt x="551814" y="0"/>
                  </a:moveTo>
                  <a:lnTo>
                    <a:pt x="551814" y="45720"/>
                  </a:lnTo>
                  <a:lnTo>
                    <a:pt x="554354" y="55245"/>
                  </a:lnTo>
                  <a:lnTo>
                    <a:pt x="560704" y="56515"/>
                  </a:lnTo>
                  <a:lnTo>
                    <a:pt x="565150" y="56515"/>
                  </a:lnTo>
                  <a:lnTo>
                    <a:pt x="571500" y="55245"/>
                  </a:lnTo>
                  <a:lnTo>
                    <a:pt x="574675" y="48895"/>
                  </a:lnTo>
                </a:path>
                <a:path w="574675" h="56514">
                  <a:moveTo>
                    <a:pt x="554354" y="0"/>
                  </a:moveTo>
                  <a:lnTo>
                    <a:pt x="554354" y="45720"/>
                  </a:lnTo>
                  <a:lnTo>
                    <a:pt x="557529" y="55245"/>
                  </a:lnTo>
                  <a:lnTo>
                    <a:pt x="560704" y="56515"/>
                  </a:lnTo>
                </a:path>
                <a:path w="574675" h="56514">
                  <a:moveTo>
                    <a:pt x="544195" y="19685"/>
                  </a:moveTo>
                  <a:lnTo>
                    <a:pt x="565150" y="1968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 descr=""/>
            <p:cNvSpPr/>
            <p:nvPr/>
          </p:nvSpPr>
          <p:spPr>
            <a:xfrm>
              <a:off x="4263390" y="1759597"/>
              <a:ext cx="1069340" cy="466725"/>
            </a:xfrm>
            <a:custGeom>
              <a:avLst/>
              <a:gdLst/>
              <a:ahLst/>
              <a:cxnLst/>
              <a:rect l="l" t="t" r="r" b="b"/>
              <a:pathLst>
                <a:path w="1069339" h="466725">
                  <a:moveTo>
                    <a:pt x="1270" y="87630"/>
                  </a:moveTo>
                  <a:lnTo>
                    <a:pt x="1079" y="87185"/>
                  </a:lnTo>
                  <a:lnTo>
                    <a:pt x="635" y="87007"/>
                  </a:lnTo>
                  <a:lnTo>
                    <a:pt x="177" y="87185"/>
                  </a:lnTo>
                  <a:lnTo>
                    <a:pt x="0" y="87630"/>
                  </a:lnTo>
                  <a:lnTo>
                    <a:pt x="177" y="88087"/>
                  </a:lnTo>
                  <a:lnTo>
                    <a:pt x="635" y="88265"/>
                  </a:lnTo>
                  <a:lnTo>
                    <a:pt x="1079" y="88087"/>
                  </a:lnTo>
                  <a:lnTo>
                    <a:pt x="1270" y="87630"/>
                  </a:lnTo>
                  <a:close/>
                </a:path>
                <a:path w="1069339" h="466725">
                  <a:moveTo>
                    <a:pt x="1270" y="635"/>
                  </a:moveTo>
                  <a:lnTo>
                    <a:pt x="1079" y="190"/>
                  </a:lnTo>
                  <a:lnTo>
                    <a:pt x="635" y="0"/>
                  </a:lnTo>
                  <a:lnTo>
                    <a:pt x="177" y="190"/>
                  </a:lnTo>
                  <a:lnTo>
                    <a:pt x="0" y="635"/>
                  </a:lnTo>
                  <a:lnTo>
                    <a:pt x="177" y="1092"/>
                  </a:lnTo>
                  <a:lnTo>
                    <a:pt x="635" y="1270"/>
                  </a:lnTo>
                  <a:lnTo>
                    <a:pt x="1079" y="1092"/>
                  </a:lnTo>
                  <a:lnTo>
                    <a:pt x="1270" y="635"/>
                  </a:lnTo>
                  <a:close/>
                </a:path>
                <a:path w="1069339" h="466725">
                  <a:moveTo>
                    <a:pt x="1069340" y="466090"/>
                  </a:moveTo>
                  <a:lnTo>
                    <a:pt x="1069149" y="465645"/>
                  </a:lnTo>
                  <a:lnTo>
                    <a:pt x="1068705" y="465455"/>
                  </a:lnTo>
                  <a:lnTo>
                    <a:pt x="1068247" y="465645"/>
                  </a:lnTo>
                  <a:lnTo>
                    <a:pt x="1068070" y="466090"/>
                  </a:lnTo>
                  <a:lnTo>
                    <a:pt x="1068247" y="466547"/>
                  </a:lnTo>
                  <a:lnTo>
                    <a:pt x="1068705" y="466725"/>
                  </a:lnTo>
                  <a:lnTo>
                    <a:pt x="1069149" y="466547"/>
                  </a:lnTo>
                  <a:lnTo>
                    <a:pt x="1069340" y="46609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 descr=""/>
            <p:cNvSpPr/>
            <p:nvPr/>
          </p:nvSpPr>
          <p:spPr>
            <a:xfrm>
              <a:off x="2512695" y="1812937"/>
              <a:ext cx="0" cy="615950"/>
            </a:xfrm>
            <a:custGeom>
              <a:avLst/>
              <a:gdLst/>
              <a:ahLst/>
              <a:cxnLst/>
              <a:rect l="l" t="t" r="r" b="b"/>
              <a:pathLst>
                <a:path w="0" h="615950">
                  <a:moveTo>
                    <a:pt x="0" y="0"/>
                  </a:moveTo>
                  <a:lnTo>
                    <a:pt x="0" y="1270"/>
                  </a:lnTo>
                </a:path>
                <a:path w="0" h="615950">
                  <a:moveTo>
                    <a:pt x="0" y="1270"/>
                  </a:moveTo>
                  <a:lnTo>
                    <a:pt x="0" y="2540"/>
                  </a:lnTo>
                </a:path>
                <a:path w="0" h="615950">
                  <a:moveTo>
                    <a:pt x="0" y="3175"/>
                  </a:moveTo>
                  <a:lnTo>
                    <a:pt x="0" y="4445"/>
                  </a:lnTo>
                </a:path>
                <a:path w="0" h="615950">
                  <a:moveTo>
                    <a:pt x="0" y="5079"/>
                  </a:moveTo>
                  <a:lnTo>
                    <a:pt x="0" y="6350"/>
                  </a:lnTo>
                </a:path>
                <a:path w="0" h="615950">
                  <a:moveTo>
                    <a:pt x="0" y="6984"/>
                  </a:moveTo>
                  <a:lnTo>
                    <a:pt x="0" y="8254"/>
                  </a:lnTo>
                </a:path>
                <a:path w="0" h="615950">
                  <a:moveTo>
                    <a:pt x="0" y="8890"/>
                  </a:moveTo>
                  <a:lnTo>
                    <a:pt x="0" y="10159"/>
                  </a:lnTo>
                </a:path>
                <a:path w="0" h="615950">
                  <a:moveTo>
                    <a:pt x="0" y="10159"/>
                  </a:moveTo>
                  <a:lnTo>
                    <a:pt x="0" y="11429"/>
                  </a:lnTo>
                </a:path>
                <a:path w="0" h="615950">
                  <a:moveTo>
                    <a:pt x="0" y="12065"/>
                  </a:moveTo>
                  <a:lnTo>
                    <a:pt x="0" y="13334"/>
                  </a:lnTo>
                </a:path>
                <a:path w="0" h="615950">
                  <a:moveTo>
                    <a:pt x="0" y="13970"/>
                  </a:moveTo>
                  <a:lnTo>
                    <a:pt x="0" y="15240"/>
                  </a:lnTo>
                </a:path>
                <a:path w="0" h="615950">
                  <a:moveTo>
                    <a:pt x="0" y="15875"/>
                  </a:moveTo>
                  <a:lnTo>
                    <a:pt x="0" y="17145"/>
                  </a:lnTo>
                </a:path>
                <a:path w="0" h="615950">
                  <a:moveTo>
                    <a:pt x="0" y="17779"/>
                  </a:moveTo>
                  <a:lnTo>
                    <a:pt x="0" y="19050"/>
                  </a:lnTo>
                </a:path>
                <a:path w="0" h="615950">
                  <a:moveTo>
                    <a:pt x="0" y="19050"/>
                  </a:moveTo>
                  <a:lnTo>
                    <a:pt x="0" y="20320"/>
                  </a:lnTo>
                </a:path>
                <a:path w="0" h="615950">
                  <a:moveTo>
                    <a:pt x="0" y="20954"/>
                  </a:moveTo>
                  <a:lnTo>
                    <a:pt x="0" y="22225"/>
                  </a:lnTo>
                </a:path>
                <a:path w="0" h="615950">
                  <a:moveTo>
                    <a:pt x="0" y="22859"/>
                  </a:moveTo>
                  <a:lnTo>
                    <a:pt x="0" y="24129"/>
                  </a:lnTo>
                </a:path>
                <a:path w="0" h="615950">
                  <a:moveTo>
                    <a:pt x="0" y="24765"/>
                  </a:moveTo>
                  <a:lnTo>
                    <a:pt x="0" y="26034"/>
                  </a:lnTo>
                </a:path>
                <a:path w="0" h="615950">
                  <a:moveTo>
                    <a:pt x="0" y="26670"/>
                  </a:moveTo>
                  <a:lnTo>
                    <a:pt x="0" y="27940"/>
                  </a:lnTo>
                </a:path>
                <a:path w="0" h="615950">
                  <a:moveTo>
                    <a:pt x="0" y="27940"/>
                  </a:moveTo>
                  <a:lnTo>
                    <a:pt x="0" y="29209"/>
                  </a:lnTo>
                </a:path>
                <a:path w="0" h="615950">
                  <a:moveTo>
                    <a:pt x="0" y="29845"/>
                  </a:moveTo>
                  <a:lnTo>
                    <a:pt x="0" y="31115"/>
                  </a:lnTo>
                </a:path>
                <a:path w="0" h="615950">
                  <a:moveTo>
                    <a:pt x="0" y="31750"/>
                  </a:moveTo>
                  <a:lnTo>
                    <a:pt x="0" y="33020"/>
                  </a:lnTo>
                </a:path>
                <a:path w="0" h="615950">
                  <a:moveTo>
                    <a:pt x="0" y="33654"/>
                  </a:moveTo>
                  <a:lnTo>
                    <a:pt x="0" y="34925"/>
                  </a:lnTo>
                </a:path>
                <a:path w="0" h="615950">
                  <a:moveTo>
                    <a:pt x="0" y="35559"/>
                  </a:moveTo>
                  <a:lnTo>
                    <a:pt x="0" y="36829"/>
                  </a:lnTo>
                </a:path>
                <a:path w="0" h="615950">
                  <a:moveTo>
                    <a:pt x="0" y="36829"/>
                  </a:moveTo>
                  <a:lnTo>
                    <a:pt x="0" y="38100"/>
                  </a:lnTo>
                </a:path>
                <a:path w="0" h="615950">
                  <a:moveTo>
                    <a:pt x="0" y="38734"/>
                  </a:moveTo>
                  <a:lnTo>
                    <a:pt x="0" y="40004"/>
                  </a:lnTo>
                </a:path>
                <a:path w="0" h="615950">
                  <a:moveTo>
                    <a:pt x="0" y="40640"/>
                  </a:moveTo>
                  <a:lnTo>
                    <a:pt x="0" y="41909"/>
                  </a:lnTo>
                </a:path>
                <a:path w="0" h="615950">
                  <a:moveTo>
                    <a:pt x="0" y="42545"/>
                  </a:moveTo>
                  <a:lnTo>
                    <a:pt x="0" y="43815"/>
                  </a:lnTo>
                </a:path>
                <a:path w="0" h="615950">
                  <a:moveTo>
                    <a:pt x="0" y="44450"/>
                  </a:moveTo>
                  <a:lnTo>
                    <a:pt x="0" y="45720"/>
                  </a:lnTo>
                </a:path>
                <a:path w="0" h="615950">
                  <a:moveTo>
                    <a:pt x="0" y="45720"/>
                  </a:moveTo>
                  <a:lnTo>
                    <a:pt x="0" y="46990"/>
                  </a:lnTo>
                </a:path>
                <a:path w="0" h="615950">
                  <a:moveTo>
                    <a:pt x="0" y="47625"/>
                  </a:moveTo>
                  <a:lnTo>
                    <a:pt x="0" y="48895"/>
                  </a:lnTo>
                </a:path>
                <a:path w="0" h="615950">
                  <a:moveTo>
                    <a:pt x="0" y="49529"/>
                  </a:moveTo>
                  <a:lnTo>
                    <a:pt x="0" y="50800"/>
                  </a:lnTo>
                </a:path>
                <a:path w="0" h="615950">
                  <a:moveTo>
                    <a:pt x="0" y="51434"/>
                  </a:moveTo>
                  <a:lnTo>
                    <a:pt x="0" y="52704"/>
                  </a:lnTo>
                </a:path>
                <a:path w="0" h="615950">
                  <a:moveTo>
                    <a:pt x="0" y="53340"/>
                  </a:moveTo>
                  <a:lnTo>
                    <a:pt x="0" y="54609"/>
                  </a:lnTo>
                </a:path>
                <a:path w="0" h="615950">
                  <a:moveTo>
                    <a:pt x="0" y="54609"/>
                  </a:moveTo>
                  <a:lnTo>
                    <a:pt x="0" y="55879"/>
                  </a:lnTo>
                </a:path>
                <a:path w="0" h="615950">
                  <a:moveTo>
                    <a:pt x="0" y="56515"/>
                  </a:moveTo>
                  <a:lnTo>
                    <a:pt x="0" y="57784"/>
                  </a:lnTo>
                </a:path>
                <a:path w="0" h="615950">
                  <a:moveTo>
                    <a:pt x="0" y="58420"/>
                  </a:moveTo>
                  <a:lnTo>
                    <a:pt x="0" y="59690"/>
                  </a:lnTo>
                </a:path>
                <a:path w="0" h="615950">
                  <a:moveTo>
                    <a:pt x="0" y="60325"/>
                  </a:moveTo>
                  <a:lnTo>
                    <a:pt x="0" y="61595"/>
                  </a:lnTo>
                </a:path>
                <a:path w="0" h="615950">
                  <a:moveTo>
                    <a:pt x="0" y="62229"/>
                  </a:moveTo>
                  <a:lnTo>
                    <a:pt x="0" y="63500"/>
                  </a:lnTo>
                </a:path>
                <a:path w="0" h="615950">
                  <a:moveTo>
                    <a:pt x="0" y="63500"/>
                  </a:moveTo>
                  <a:lnTo>
                    <a:pt x="0" y="64770"/>
                  </a:lnTo>
                </a:path>
                <a:path w="0" h="615950">
                  <a:moveTo>
                    <a:pt x="0" y="65404"/>
                  </a:moveTo>
                  <a:lnTo>
                    <a:pt x="0" y="66675"/>
                  </a:lnTo>
                </a:path>
                <a:path w="0" h="615950">
                  <a:moveTo>
                    <a:pt x="0" y="67309"/>
                  </a:moveTo>
                  <a:lnTo>
                    <a:pt x="0" y="68579"/>
                  </a:lnTo>
                </a:path>
                <a:path w="0" h="615950">
                  <a:moveTo>
                    <a:pt x="0" y="69215"/>
                  </a:moveTo>
                  <a:lnTo>
                    <a:pt x="0" y="70484"/>
                  </a:lnTo>
                </a:path>
                <a:path w="0" h="615950">
                  <a:moveTo>
                    <a:pt x="0" y="71120"/>
                  </a:moveTo>
                  <a:lnTo>
                    <a:pt x="0" y="72390"/>
                  </a:lnTo>
                </a:path>
                <a:path w="0" h="615950">
                  <a:moveTo>
                    <a:pt x="0" y="72390"/>
                  </a:moveTo>
                  <a:lnTo>
                    <a:pt x="0" y="73659"/>
                  </a:lnTo>
                </a:path>
                <a:path w="0" h="615950">
                  <a:moveTo>
                    <a:pt x="0" y="74295"/>
                  </a:moveTo>
                  <a:lnTo>
                    <a:pt x="0" y="75565"/>
                  </a:lnTo>
                </a:path>
                <a:path w="0" h="615950">
                  <a:moveTo>
                    <a:pt x="0" y="76200"/>
                  </a:moveTo>
                  <a:lnTo>
                    <a:pt x="0" y="77470"/>
                  </a:lnTo>
                </a:path>
                <a:path w="0" h="615950">
                  <a:moveTo>
                    <a:pt x="0" y="78104"/>
                  </a:moveTo>
                  <a:lnTo>
                    <a:pt x="0" y="79375"/>
                  </a:lnTo>
                </a:path>
                <a:path w="0" h="615950">
                  <a:moveTo>
                    <a:pt x="0" y="80009"/>
                  </a:moveTo>
                  <a:lnTo>
                    <a:pt x="0" y="81279"/>
                  </a:lnTo>
                </a:path>
                <a:path w="0" h="615950">
                  <a:moveTo>
                    <a:pt x="0" y="81279"/>
                  </a:moveTo>
                  <a:lnTo>
                    <a:pt x="0" y="82550"/>
                  </a:lnTo>
                </a:path>
                <a:path w="0" h="615950">
                  <a:moveTo>
                    <a:pt x="0" y="83184"/>
                  </a:moveTo>
                  <a:lnTo>
                    <a:pt x="0" y="84454"/>
                  </a:lnTo>
                </a:path>
                <a:path w="0" h="615950">
                  <a:moveTo>
                    <a:pt x="0" y="85090"/>
                  </a:moveTo>
                  <a:lnTo>
                    <a:pt x="0" y="86359"/>
                  </a:lnTo>
                </a:path>
                <a:path w="0" h="615950">
                  <a:moveTo>
                    <a:pt x="0" y="86995"/>
                  </a:moveTo>
                  <a:lnTo>
                    <a:pt x="0" y="88265"/>
                  </a:lnTo>
                </a:path>
                <a:path w="0" h="615950">
                  <a:moveTo>
                    <a:pt x="0" y="88900"/>
                  </a:moveTo>
                  <a:lnTo>
                    <a:pt x="0" y="90170"/>
                  </a:lnTo>
                </a:path>
                <a:path w="0" h="615950">
                  <a:moveTo>
                    <a:pt x="0" y="90170"/>
                  </a:moveTo>
                  <a:lnTo>
                    <a:pt x="0" y="91440"/>
                  </a:lnTo>
                </a:path>
                <a:path w="0" h="615950">
                  <a:moveTo>
                    <a:pt x="0" y="92075"/>
                  </a:moveTo>
                  <a:lnTo>
                    <a:pt x="0" y="93345"/>
                  </a:lnTo>
                </a:path>
                <a:path w="0" h="615950">
                  <a:moveTo>
                    <a:pt x="0" y="93979"/>
                  </a:moveTo>
                  <a:lnTo>
                    <a:pt x="0" y="95250"/>
                  </a:lnTo>
                </a:path>
                <a:path w="0" h="615950">
                  <a:moveTo>
                    <a:pt x="0" y="95884"/>
                  </a:moveTo>
                  <a:lnTo>
                    <a:pt x="0" y="97154"/>
                  </a:lnTo>
                </a:path>
                <a:path w="0" h="615950">
                  <a:moveTo>
                    <a:pt x="0" y="97790"/>
                  </a:moveTo>
                  <a:lnTo>
                    <a:pt x="0" y="99059"/>
                  </a:lnTo>
                </a:path>
                <a:path w="0" h="615950">
                  <a:moveTo>
                    <a:pt x="0" y="99059"/>
                  </a:moveTo>
                  <a:lnTo>
                    <a:pt x="0" y="100329"/>
                  </a:lnTo>
                </a:path>
                <a:path w="0" h="615950">
                  <a:moveTo>
                    <a:pt x="0" y="100965"/>
                  </a:moveTo>
                  <a:lnTo>
                    <a:pt x="0" y="102234"/>
                  </a:lnTo>
                </a:path>
                <a:path w="0" h="615950">
                  <a:moveTo>
                    <a:pt x="0" y="102870"/>
                  </a:moveTo>
                  <a:lnTo>
                    <a:pt x="0" y="104140"/>
                  </a:lnTo>
                </a:path>
                <a:path w="0" h="615950">
                  <a:moveTo>
                    <a:pt x="0" y="104775"/>
                  </a:moveTo>
                  <a:lnTo>
                    <a:pt x="0" y="106045"/>
                  </a:lnTo>
                </a:path>
                <a:path w="0" h="615950">
                  <a:moveTo>
                    <a:pt x="0" y="106679"/>
                  </a:moveTo>
                  <a:lnTo>
                    <a:pt x="0" y="107950"/>
                  </a:lnTo>
                </a:path>
                <a:path w="0" h="615950">
                  <a:moveTo>
                    <a:pt x="0" y="107950"/>
                  </a:moveTo>
                  <a:lnTo>
                    <a:pt x="0" y="109220"/>
                  </a:lnTo>
                </a:path>
                <a:path w="0" h="615950">
                  <a:moveTo>
                    <a:pt x="0" y="109854"/>
                  </a:moveTo>
                  <a:lnTo>
                    <a:pt x="0" y="111125"/>
                  </a:lnTo>
                </a:path>
                <a:path w="0" h="615950">
                  <a:moveTo>
                    <a:pt x="0" y="111759"/>
                  </a:moveTo>
                  <a:lnTo>
                    <a:pt x="0" y="113029"/>
                  </a:lnTo>
                </a:path>
                <a:path w="0" h="615950">
                  <a:moveTo>
                    <a:pt x="0" y="113665"/>
                  </a:moveTo>
                  <a:lnTo>
                    <a:pt x="0" y="114934"/>
                  </a:lnTo>
                </a:path>
                <a:path w="0" h="615950">
                  <a:moveTo>
                    <a:pt x="0" y="115570"/>
                  </a:moveTo>
                  <a:lnTo>
                    <a:pt x="0" y="116840"/>
                  </a:lnTo>
                </a:path>
                <a:path w="0" h="615950">
                  <a:moveTo>
                    <a:pt x="0" y="116840"/>
                  </a:moveTo>
                  <a:lnTo>
                    <a:pt x="0" y="118109"/>
                  </a:lnTo>
                </a:path>
                <a:path w="0" h="615950">
                  <a:moveTo>
                    <a:pt x="0" y="118745"/>
                  </a:moveTo>
                  <a:lnTo>
                    <a:pt x="0" y="120015"/>
                  </a:lnTo>
                </a:path>
                <a:path w="0" h="615950">
                  <a:moveTo>
                    <a:pt x="0" y="120650"/>
                  </a:moveTo>
                  <a:lnTo>
                    <a:pt x="0" y="121920"/>
                  </a:lnTo>
                </a:path>
                <a:path w="0" h="615950">
                  <a:moveTo>
                    <a:pt x="0" y="122554"/>
                  </a:moveTo>
                  <a:lnTo>
                    <a:pt x="0" y="123825"/>
                  </a:lnTo>
                </a:path>
                <a:path w="0" h="615950">
                  <a:moveTo>
                    <a:pt x="0" y="124459"/>
                  </a:moveTo>
                  <a:lnTo>
                    <a:pt x="0" y="125729"/>
                  </a:lnTo>
                </a:path>
                <a:path w="0" h="615950">
                  <a:moveTo>
                    <a:pt x="0" y="125729"/>
                  </a:moveTo>
                  <a:lnTo>
                    <a:pt x="0" y="127000"/>
                  </a:lnTo>
                </a:path>
                <a:path w="0" h="615950">
                  <a:moveTo>
                    <a:pt x="0" y="127634"/>
                  </a:moveTo>
                  <a:lnTo>
                    <a:pt x="0" y="128904"/>
                  </a:lnTo>
                </a:path>
                <a:path w="0" h="615950">
                  <a:moveTo>
                    <a:pt x="0" y="129540"/>
                  </a:moveTo>
                  <a:lnTo>
                    <a:pt x="0" y="130809"/>
                  </a:lnTo>
                </a:path>
                <a:path w="0" h="615950">
                  <a:moveTo>
                    <a:pt x="0" y="131445"/>
                  </a:moveTo>
                  <a:lnTo>
                    <a:pt x="0" y="132715"/>
                  </a:lnTo>
                </a:path>
                <a:path w="0" h="615950">
                  <a:moveTo>
                    <a:pt x="0" y="133350"/>
                  </a:moveTo>
                  <a:lnTo>
                    <a:pt x="0" y="134620"/>
                  </a:lnTo>
                </a:path>
                <a:path w="0" h="615950">
                  <a:moveTo>
                    <a:pt x="0" y="134620"/>
                  </a:moveTo>
                  <a:lnTo>
                    <a:pt x="0" y="135890"/>
                  </a:lnTo>
                </a:path>
                <a:path w="0" h="615950">
                  <a:moveTo>
                    <a:pt x="0" y="136525"/>
                  </a:moveTo>
                  <a:lnTo>
                    <a:pt x="0" y="137795"/>
                  </a:lnTo>
                </a:path>
                <a:path w="0" h="615950">
                  <a:moveTo>
                    <a:pt x="0" y="138429"/>
                  </a:moveTo>
                  <a:lnTo>
                    <a:pt x="0" y="139700"/>
                  </a:lnTo>
                </a:path>
                <a:path w="0" h="615950">
                  <a:moveTo>
                    <a:pt x="0" y="140334"/>
                  </a:moveTo>
                  <a:lnTo>
                    <a:pt x="0" y="141604"/>
                  </a:lnTo>
                </a:path>
                <a:path w="0" h="615950">
                  <a:moveTo>
                    <a:pt x="0" y="142240"/>
                  </a:moveTo>
                  <a:lnTo>
                    <a:pt x="0" y="143509"/>
                  </a:lnTo>
                </a:path>
                <a:path w="0" h="615950">
                  <a:moveTo>
                    <a:pt x="0" y="143509"/>
                  </a:moveTo>
                  <a:lnTo>
                    <a:pt x="0" y="144779"/>
                  </a:lnTo>
                </a:path>
                <a:path w="0" h="615950">
                  <a:moveTo>
                    <a:pt x="0" y="145415"/>
                  </a:moveTo>
                  <a:lnTo>
                    <a:pt x="0" y="146684"/>
                  </a:lnTo>
                </a:path>
                <a:path w="0" h="615950">
                  <a:moveTo>
                    <a:pt x="0" y="147320"/>
                  </a:moveTo>
                  <a:lnTo>
                    <a:pt x="0" y="148590"/>
                  </a:lnTo>
                </a:path>
                <a:path w="0" h="615950">
                  <a:moveTo>
                    <a:pt x="0" y="149225"/>
                  </a:moveTo>
                  <a:lnTo>
                    <a:pt x="0" y="150495"/>
                  </a:lnTo>
                </a:path>
                <a:path w="0" h="615950">
                  <a:moveTo>
                    <a:pt x="0" y="151129"/>
                  </a:moveTo>
                  <a:lnTo>
                    <a:pt x="0" y="152400"/>
                  </a:lnTo>
                </a:path>
                <a:path w="0" h="615950">
                  <a:moveTo>
                    <a:pt x="0" y="152400"/>
                  </a:moveTo>
                  <a:lnTo>
                    <a:pt x="0" y="153670"/>
                  </a:lnTo>
                </a:path>
                <a:path w="0" h="615950">
                  <a:moveTo>
                    <a:pt x="0" y="154304"/>
                  </a:moveTo>
                  <a:lnTo>
                    <a:pt x="0" y="155575"/>
                  </a:lnTo>
                </a:path>
                <a:path w="0" h="615950">
                  <a:moveTo>
                    <a:pt x="0" y="156209"/>
                  </a:moveTo>
                  <a:lnTo>
                    <a:pt x="0" y="157479"/>
                  </a:lnTo>
                </a:path>
                <a:path w="0" h="615950">
                  <a:moveTo>
                    <a:pt x="0" y="158115"/>
                  </a:moveTo>
                  <a:lnTo>
                    <a:pt x="0" y="159384"/>
                  </a:lnTo>
                </a:path>
                <a:path w="0" h="615950">
                  <a:moveTo>
                    <a:pt x="0" y="160020"/>
                  </a:moveTo>
                  <a:lnTo>
                    <a:pt x="0" y="161290"/>
                  </a:lnTo>
                </a:path>
                <a:path w="0" h="615950">
                  <a:moveTo>
                    <a:pt x="0" y="161290"/>
                  </a:moveTo>
                  <a:lnTo>
                    <a:pt x="0" y="162559"/>
                  </a:lnTo>
                </a:path>
                <a:path w="0" h="615950">
                  <a:moveTo>
                    <a:pt x="0" y="163195"/>
                  </a:moveTo>
                  <a:lnTo>
                    <a:pt x="0" y="164465"/>
                  </a:lnTo>
                </a:path>
                <a:path w="0" h="615950">
                  <a:moveTo>
                    <a:pt x="0" y="165100"/>
                  </a:moveTo>
                  <a:lnTo>
                    <a:pt x="0" y="166370"/>
                  </a:lnTo>
                </a:path>
                <a:path w="0" h="615950">
                  <a:moveTo>
                    <a:pt x="0" y="167004"/>
                  </a:moveTo>
                  <a:lnTo>
                    <a:pt x="0" y="168275"/>
                  </a:lnTo>
                </a:path>
                <a:path w="0" h="615950">
                  <a:moveTo>
                    <a:pt x="0" y="168909"/>
                  </a:moveTo>
                  <a:lnTo>
                    <a:pt x="0" y="170179"/>
                  </a:lnTo>
                </a:path>
                <a:path w="0" h="615950">
                  <a:moveTo>
                    <a:pt x="0" y="170179"/>
                  </a:moveTo>
                  <a:lnTo>
                    <a:pt x="0" y="171450"/>
                  </a:lnTo>
                </a:path>
                <a:path w="0" h="615950">
                  <a:moveTo>
                    <a:pt x="0" y="172084"/>
                  </a:moveTo>
                  <a:lnTo>
                    <a:pt x="0" y="173354"/>
                  </a:lnTo>
                </a:path>
                <a:path w="0" h="615950">
                  <a:moveTo>
                    <a:pt x="0" y="173990"/>
                  </a:moveTo>
                  <a:lnTo>
                    <a:pt x="0" y="175259"/>
                  </a:lnTo>
                </a:path>
                <a:path w="0" h="615950">
                  <a:moveTo>
                    <a:pt x="0" y="175895"/>
                  </a:moveTo>
                  <a:lnTo>
                    <a:pt x="0" y="177165"/>
                  </a:lnTo>
                </a:path>
                <a:path w="0" h="615950">
                  <a:moveTo>
                    <a:pt x="0" y="177800"/>
                  </a:moveTo>
                  <a:lnTo>
                    <a:pt x="0" y="179070"/>
                  </a:lnTo>
                </a:path>
                <a:path w="0" h="615950">
                  <a:moveTo>
                    <a:pt x="0" y="179070"/>
                  </a:moveTo>
                  <a:lnTo>
                    <a:pt x="0" y="180340"/>
                  </a:lnTo>
                </a:path>
                <a:path w="0" h="615950">
                  <a:moveTo>
                    <a:pt x="0" y="180975"/>
                  </a:moveTo>
                  <a:lnTo>
                    <a:pt x="0" y="182245"/>
                  </a:lnTo>
                </a:path>
                <a:path w="0" h="615950">
                  <a:moveTo>
                    <a:pt x="0" y="182879"/>
                  </a:moveTo>
                  <a:lnTo>
                    <a:pt x="0" y="184150"/>
                  </a:lnTo>
                </a:path>
                <a:path w="0" h="615950">
                  <a:moveTo>
                    <a:pt x="0" y="184784"/>
                  </a:moveTo>
                  <a:lnTo>
                    <a:pt x="0" y="186054"/>
                  </a:lnTo>
                </a:path>
                <a:path w="0" h="615950">
                  <a:moveTo>
                    <a:pt x="0" y="186690"/>
                  </a:moveTo>
                  <a:lnTo>
                    <a:pt x="0" y="187959"/>
                  </a:lnTo>
                </a:path>
                <a:path w="0" h="615950">
                  <a:moveTo>
                    <a:pt x="0" y="187959"/>
                  </a:moveTo>
                  <a:lnTo>
                    <a:pt x="0" y="189229"/>
                  </a:lnTo>
                </a:path>
                <a:path w="0" h="615950">
                  <a:moveTo>
                    <a:pt x="0" y="189865"/>
                  </a:moveTo>
                  <a:lnTo>
                    <a:pt x="0" y="191134"/>
                  </a:lnTo>
                </a:path>
                <a:path w="0" h="615950">
                  <a:moveTo>
                    <a:pt x="0" y="191770"/>
                  </a:moveTo>
                  <a:lnTo>
                    <a:pt x="0" y="193040"/>
                  </a:lnTo>
                </a:path>
                <a:path w="0" h="615950">
                  <a:moveTo>
                    <a:pt x="0" y="193675"/>
                  </a:moveTo>
                  <a:lnTo>
                    <a:pt x="0" y="194945"/>
                  </a:lnTo>
                </a:path>
                <a:path w="0" h="615950">
                  <a:moveTo>
                    <a:pt x="0" y="195579"/>
                  </a:moveTo>
                  <a:lnTo>
                    <a:pt x="0" y="196850"/>
                  </a:lnTo>
                </a:path>
                <a:path w="0" h="615950">
                  <a:moveTo>
                    <a:pt x="0" y="196850"/>
                  </a:moveTo>
                  <a:lnTo>
                    <a:pt x="0" y="198120"/>
                  </a:lnTo>
                </a:path>
                <a:path w="0" h="615950">
                  <a:moveTo>
                    <a:pt x="0" y="198754"/>
                  </a:moveTo>
                  <a:lnTo>
                    <a:pt x="0" y="200025"/>
                  </a:lnTo>
                </a:path>
                <a:path w="0" h="615950">
                  <a:moveTo>
                    <a:pt x="0" y="200659"/>
                  </a:moveTo>
                  <a:lnTo>
                    <a:pt x="0" y="201929"/>
                  </a:lnTo>
                </a:path>
                <a:path w="0" h="615950">
                  <a:moveTo>
                    <a:pt x="0" y="202565"/>
                  </a:moveTo>
                  <a:lnTo>
                    <a:pt x="0" y="203834"/>
                  </a:lnTo>
                </a:path>
                <a:path w="0" h="615950">
                  <a:moveTo>
                    <a:pt x="0" y="204470"/>
                  </a:moveTo>
                  <a:lnTo>
                    <a:pt x="0" y="205740"/>
                  </a:lnTo>
                </a:path>
                <a:path w="0" h="615950">
                  <a:moveTo>
                    <a:pt x="0" y="205740"/>
                  </a:moveTo>
                  <a:lnTo>
                    <a:pt x="0" y="207009"/>
                  </a:lnTo>
                </a:path>
                <a:path w="0" h="615950">
                  <a:moveTo>
                    <a:pt x="0" y="207645"/>
                  </a:moveTo>
                  <a:lnTo>
                    <a:pt x="0" y="208915"/>
                  </a:lnTo>
                </a:path>
                <a:path w="0" h="615950">
                  <a:moveTo>
                    <a:pt x="0" y="209550"/>
                  </a:moveTo>
                  <a:lnTo>
                    <a:pt x="0" y="210820"/>
                  </a:lnTo>
                </a:path>
                <a:path w="0" h="615950">
                  <a:moveTo>
                    <a:pt x="0" y="211454"/>
                  </a:moveTo>
                  <a:lnTo>
                    <a:pt x="0" y="212725"/>
                  </a:lnTo>
                </a:path>
                <a:path w="0" h="615950">
                  <a:moveTo>
                    <a:pt x="0" y="213359"/>
                  </a:moveTo>
                  <a:lnTo>
                    <a:pt x="0" y="214629"/>
                  </a:lnTo>
                </a:path>
                <a:path w="0" h="615950">
                  <a:moveTo>
                    <a:pt x="0" y="214629"/>
                  </a:moveTo>
                  <a:lnTo>
                    <a:pt x="0" y="215900"/>
                  </a:lnTo>
                </a:path>
                <a:path w="0" h="615950">
                  <a:moveTo>
                    <a:pt x="0" y="216534"/>
                  </a:moveTo>
                  <a:lnTo>
                    <a:pt x="0" y="217804"/>
                  </a:lnTo>
                </a:path>
                <a:path w="0" h="615950">
                  <a:moveTo>
                    <a:pt x="0" y="218440"/>
                  </a:moveTo>
                  <a:lnTo>
                    <a:pt x="0" y="219709"/>
                  </a:lnTo>
                </a:path>
                <a:path w="0" h="615950">
                  <a:moveTo>
                    <a:pt x="0" y="220345"/>
                  </a:moveTo>
                  <a:lnTo>
                    <a:pt x="0" y="221615"/>
                  </a:lnTo>
                </a:path>
                <a:path w="0" h="615950">
                  <a:moveTo>
                    <a:pt x="0" y="222250"/>
                  </a:moveTo>
                  <a:lnTo>
                    <a:pt x="0" y="223520"/>
                  </a:lnTo>
                </a:path>
                <a:path w="0" h="615950">
                  <a:moveTo>
                    <a:pt x="0" y="223520"/>
                  </a:moveTo>
                  <a:lnTo>
                    <a:pt x="0" y="224790"/>
                  </a:lnTo>
                </a:path>
                <a:path w="0" h="615950">
                  <a:moveTo>
                    <a:pt x="0" y="225425"/>
                  </a:moveTo>
                  <a:lnTo>
                    <a:pt x="0" y="226695"/>
                  </a:lnTo>
                </a:path>
                <a:path w="0" h="615950">
                  <a:moveTo>
                    <a:pt x="0" y="227329"/>
                  </a:moveTo>
                  <a:lnTo>
                    <a:pt x="0" y="228600"/>
                  </a:lnTo>
                </a:path>
                <a:path w="0" h="615950">
                  <a:moveTo>
                    <a:pt x="0" y="229234"/>
                  </a:moveTo>
                  <a:lnTo>
                    <a:pt x="0" y="230504"/>
                  </a:lnTo>
                </a:path>
                <a:path w="0" h="615950">
                  <a:moveTo>
                    <a:pt x="0" y="231140"/>
                  </a:moveTo>
                  <a:lnTo>
                    <a:pt x="0" y="232409"/>
                  </a:lnTo>
                </a:path>
                <a:path w="0" h="615950">
                  <a:moveTo>
                    <a:pt x="0" y="232409"/>
                  </a:moveTo>
                  <a:lnTo>
                    <a:pt x="0" y="233679"/>
                  </a:lnTo>
                </a:path>
                <a:path w="0" h="615950">
                  <a:moveTo>
                    <a:pt x="0" y="234315"/>
                  </a:moveTo>
                  <a:lnTo>
                    <a:pt x="0" y="235584"/>
                  </a:lnTo>
                </a:path>
                <a:path w="0" h="615950">
                  <a:moveTo>
                    <a:pt x="0" y="236220"/>
                  </a:moveTo>
                  <a:lnTo>
                    <a:pt x="0" y="237490"/>
                  </a:lnTo>
                </a:path>
                <a:path w="0" h="615950">
                  <a:moveTo>
                    <a:pt x="0" y="238125"/>
                  </a:moveTo>
                  <a:lnTo>
                    <a:pt x="0" y="239395"/>
                  </a:lnTo>
                </a:path>
                <a:path w="0" h="615950">
                  <a:moveTo>
                    <a:pt x="0" y="240029"/>
                  </a:moveTo>
                  <a:lnTo>
                    <a:pt x="0" y="241300"/>
                  </a:lnTo>
                </a:path>
                <a:path w="0" h="615950">
                  <a:moveTo>
                    <a:pt x="0" y="241300"/>
                  </a:moveTo>
                  <a:lnTo>
                    <a:pt x="0" y="242570"/>
                  </a:lnTo>
                </a:path>
                <a:path w="0" h="615950">
                  <a:moveTo>
                    <a:pt x="0" y="243204"/>
                  </a:moveTo>
                  <a:lnTo>
                    <a:pt x="0" y="244475"/>
                  </a:lnTo>
                </a:path>
                <a:path w="0" h="615950">
                  <a:moveTo>
                    <a:pt x="0" y="245109"/>
                  </a:moveTo>
                  <a:lnTo>
                    <a:pt x="0" y="246379"/>
                  </a:lnTo>
                </a:path>
                <a:path w="0" h="615950">
                  <a:moveTo>
                    <a:pt x="0" y="247015"/>
                  </a:moveTo>
                  <a:lnTo>
                    <a:pt x="0" y="248284"/>
                  </a:lnTo>
                </a:path>
                <a:path w="0" h="615950">
                  <a:moveTo>
                    <a:pt x="0" y="248920"/>
                  </a:moveTo>
                  <a:lnTo>
                    <a:pt x="0" y="250190"/>
                  </a:lnTo>
                </a:path>
                <a:path w="0" h="615950">
                  <a:moveTo>
                    <a:pt x="0" y="250190"/>
                  </a:moveTo>
                  <a:lnTo>
                    <a:pt x="0" y="251459"/>
                  </a:lnTo>
                </a:path>
                <a:path w="0" h="615950">
                  <a:moveTo>
                    <a:pt x="0" y="252095"/>
                  </a:moveTo>
                  <a:lnTo>
                    <a:pt x="0" y="253365"/>
                  </a:lnTo>
                </a:path>
                <a:path w="0" h="615950">
                  <a:moveTo>
                    <a:pt x="0" y="254000"/>
                  </a:moveTo>
                  <a:lnTo>
                    <a:pt x="0" y="255270"/>
                  </a:lnTo>
                </a:path>
                <a:path w="0" h="615950">
                  <a:moveTo>
                    <a:pt x="0" y="255904"/>
                  </a:moveTo>
                  <a:lnTo>
                    <a:pt x="0" y="257175"/>
                  </a:lnTo>
                </a:path>
                <a:path w="0" h="615950">
                  <a:moveTo>
                    <a:pt x="0" y="257809"/>
                  </a:moveTo>
                  <a:lnTo>
                    <a:pt x="0" y="259079"/>
                  </a:lnTo>
                </a:path>
                <a:path w="0" h="615950">
                  <a:moveTo>
                    <a:pt x="0" y="259079"/>
                  </a:moveTo>
                  <a:lnTo>
                    <a:pt x="0" y="260350"/>
                  </a:lnTo>
                </a:path>
                <a:path w="0" h="615950">
                  <a:moveTo>
                    <a:pt x="0" y="260984"/>
                  </a:moveTo>
                  <a:lnTo>
                    <a:pt x="0" y="262254"/>
                  </a:lnTo>
                </a:path>
                <a:path w="0" h="615950">
                  <a:moveTo>
                    <a:pt x="0" y="262890"/>
                  </a:moveTo>
                  <a:lnTo>
                    <a:pt x="0" y="264159"/>
                  </a:lnTo>
                </a:path>
                <a:path w="0" h="615950">
                  <a:moveTo>
                    <a:pt x="0" y="264795"/>
                  </a:moveTo>
                  <a:lnTo>
                    <a:pt x="0" y="266065"/>
                  </a:lnTo>
                </a:path>
                <a:path w="0" h="615950">
                  <a:moveTo>
                    <a:pt x="0" y="266700"/>
                  </a:moveTo>
                  <a:lnTo>
                    <a:pt x="0" y="267970"/>
                  </a:lnTo>
                </a:path>
                <a:path w="0" h="615950">
                  <a:moveTo>
                    <a:pt x="0" y="267970"/>
                  </a:moveTo>
                  <a:lnTo>
                    <a:pt x="0" y="269240"/>
                  </a:lnTo>
                </a:path>
                <a:path w="0" h="615950">
                  <a:moveTo>
                    <a:pt x="0" y="269875"/>
                  </a:moveTo>
                  <a:lnTo>
                    <a:pt x="0" y="271145"/>
                  </a:lnTo>
                </a:path>
                <a:path w="0" h="615950">
                  <a:moveTo>
                    <a:pt x="0" y="271779"/>
                  </a:moveTo>
                  <a:lnTo>
                    <a:pt x="0" y="273050"/>
                  </a:lnTo>
                </a:path>
                <a:path w="0" h="615950">
                  <a:moveTo>
                    <a:pt x="0" y="273684"/>
                  </a:moveTo>
                  <a:lnTo>
                    <a:pt x="0" y="274954"/>
                  </a:lnTo>
                </a:path>
                <a:path w="0" h="615950">
                  <a:moveTo>
                    <a:pt x="0" y="275590"/>
                  </a:moveTo>
                  <a:lnTo>
                    <a:pt x="0" y="276859"/>
                  </a:lnTo>
                </a:path>
                <a:path w="0" h="615950">
                  <a:moveTo>
                    <a:pt x="0" y="276859"/>
                  </a:moveTo>
                  <a:lnTo>
                    <a:pt x="0" y="278129"/>
                  </a:lnTo>
                </a:path>
                <a:path w="0" h="615950">
                  <a:moveTo>
                    <a:pt x="0" y="278765"/>
                  </a:moveTo>
                  <a:lnTo>
                    <a:pt x="0" y="280034"/>
                  </a:lnTo>
                </a:path>
                <a:path w="0" h="615950">
                  <a:moveTo>
                    <a:pt x="0" y="280670"/>
                  </a:moveTo>
                  <a:lnTo>
                    <a:pt x="0" y="281940"/>
                  </a:lnTo>
                </a:path>
                <a:path w="0" h="615950">
                  <a:moveTo>
                    <a:pt x="0" y="282575"/>
                  </a:moveTo>
                  <a:lnTo>
                    <a:pt x="0" y="283845"/>
                  </a:lnTo>
                </a:path>
                <a:path w="0" h="615950">
                  <a:moveTo>
                    <a:pt x="0" y="284479"/>
                  </a:moveTo>
                  <a:lnTo>
                    <a:pt x="0" y="285750"/>
                  </a:lnTo>
                </a:path>
                <a:path w="0" h="615950">
                  <a:moveTo>
                    <a:pt x="0" y="285750"/>
                  </a:moveTo>
                  <a:lnTo>
                    <a:pt x="0" y="287020"/>
                  </a:lnTo>
                </a:path>
                <a:path w="0" h="615950">
                  <a:moveTo>
                    <a:pt x="0" y="287654"/>
                  </a:moveTo>
                  <a:lnTo>
                    <a:pt x="0" y="288925"/>
                  </a:lnTo>
                </a:path>
                <a:path w="0" h="615950">
                  <a:moveTo>
                    <a:pt x="0" y="289559"/>
                  </a:moveTo>
                  <a:lnTo>
                    <a:pt x="0" y="290829"/>
                  </a:lnTo>
                </a:path>
                <a:path w="0" h="615950">
                  <a:moveTo>
                    <a:pt x="0" y="291465"/>
                  </a:moveTo>
                  <a:lnTo>
                    <a:pt x="0" y="292734"/>
                  </a:lnTo>
                </a:path>
                <a:path w="0" h="615950">
                  <a:moveTo>
                    <a:pt x="0" y="293370"/>
                  </a:moveTo>
                  <a:lnTo>
                    <a:pt x="0" y="294640"/>
                  </a:lnTo>
                </a:path>
                <a:path w="0" h="615950">
                  <a:moveTo>
                    <a:pt x="0" y="294640"/>
                  </a:moveTo>
                  <a:lnTo>
                    <a:pt x="0" y="295909"/>
                  </a:lnTo>
                </a:path>
                <a:path w="0" h="615950">
                  <a:moveTo>
                    <a:pt x="0" y="296545"/>
                  </a:moveTo>
                  <a:lnTo>
                    <a:pt x="0" y="297815"/>
                  </a:lnTo>
                </a:path>
                <a:path w="0" h="615950">
                  <a:moveTo>
                    <a:pt x="0" y="298450"/>
                  </a:moveTo>
                  <a:lnTo>
                    <a:pt x="0" y="299720"/>
                  </a:lnTo>
                </a:path>
                <a:path w="0" h="615950">
                  <a:moveTo>
                    <a:pt x="0" y="300354"/>
                  </a:moveTo>
                  <a:lnTo>
                    <a:pt x="0" y="301625"/>
                  </a:lnTo>
                </a:path>
                <a:path w="0" h="615950">
                  <a:moveTo>
                    <a:pt x="0" y="302259"/>
                  </a:moveTo>
                  <a:lnTo>
                    <a:pt x="0" y="303529"/>
                  </a:lnTo>
                </a:path>
                <a:path w="0" h="615950">
                  <a:moveTo>
                    <a:pt x="0" y="303529"/>
                  </a:moveTo>
                  <a:lnTo>
                    <a:pt x="0" y="304800"/>
                  </a:lnTo>
                </a:path>
                <a:path w="0" h="615950">
                  <a:moveTo>
                    <a:pt x="0" y="305434"/>
                  </a:moveTo>
                  <a:lnTo>
                    <a:pt x="0" y="306704"/>
                  </a:lnTo>
                </a:path>
                <a:path w="0" h="615950">
                  <a:moveTo>
                    <a:pt x="0" y="307340"/>
                  </a:moveTo>
                  <a:lnTo>
                    <a:pt x="0" y="308609"/>
                  </a:lnTo>
                </a:path>
                <a:path w="0" h="615950">
                  <a:moveTo>
                    <a:pt x="0" y="309245"/>
                  </a:moveTo>
                  <a:lnTo>
                    <a:pt x="0" y="310515"/>
                  </a:lnTo>
                </a:path>
                <a:path w="0" h="615950">
                  <a:moveTo>
                    <a:pt x="0" y="311150"/>
                  </a:moveTo>
                  <a:lnTo>
                    <a:pt x="0" y="312420"/>
                  </a:lnTo>
                </a:path>
                <a:path w="0" h="615950">
                  <a:moveTo>
                    <a:pt x="0" y="312420"/>
                  </a:moveTo>
                  <a:lnTo>
                    <a:pt x="0" y="313690"/>
                  </a:lnTo>
                </a:path>
                <a:path w="0" h="615950">
                  <a:moveTo>
                    <a:pt x="0" y="314325"/>
                  </a:moveTo>
                  <a:lnTo>
                    <a:pt x="0" y="315595"/>
                  </a:lnTo>
                </a:path>
                <a:path w="0" h="615950">
                  <a:moveTo>
                    <a:pt x="0" y="316229"/>
                  </a:moveTo>
                  <a:lnTo>
                    <a:pt x="0" y="317500"/>
                  </a:lnTo>
                </a:path>
                <a:path w="0" h="615950">
                  <a:moveTo>
                    <a:pt x="0" y="318134"/>
                  </a:moveTo>
                  <a:lnTo>
                    <a:pt x="0" y="319404"/>
                  </a:lnTo>
                </a:path>
                <a:path w="0" h="615950">
                  <a:moveTo>
                    <a:pt x="0" y="320040"/>
                  </a:moveTo>
                  <a:lnTo>
                    <a:pt x="0" y="321309"/>
                  </a:lnTo>
                </a:path>
                <a:path w="0" h="615950">
                  <a:moveTo>
                    <a:pt x="0" y="321309"/>
                  </a:moveTo>
                  <a:lnTo>
                    <a:pt x="0" y="322579"/>
                  </a:lnTo>
                </a:path>
                <a:path w="0" h="615950">
                  <a:moveTo>
                    <a:pt x="0" y="323215"/>
                  </a:moveTo>
                  <a:lnTo>
                    <a:pt x="0" y="324484"/>
                  </a:lnTo>
                </a:path>
                <a:path w="0" h="615950">
                  <a:moveTo>
                    <a:pt x="0" y="325120"/>
                  </a:moveTo>
                  <a:lnTo>
                    <a:pt x="0" y="326390"/>
                  </a:lnTo>
                </a:path>
                <a:path w="0" h="615950">
                  <a:moveTo>
                    <a:pt x="0" y="327025"/>
                  </a:moveTo>
                  <a:lnTo>
                    <a:pt x="0" y="328295"/>
                  </a:lnTo>
                </a:path>
                <a:path w="0" h="615950">
                  <a:moveTo>
                    <a:pt x="0" y="328929"/>
                  </a:moveTo>
                  <a:lnTo>
                    <a:pt x="0" y="330200"/>
                  </a:lnTo>
                </a:path>
                <a:path w="0" h="615950">
                  <a:moveTo>
                    <a:pt x="0" y="330200"/>
                  </a:moveTo>
                  <a:lnTo>
                    <a:pt x="0" y="331470"/>
                  </a:lnTo>
                </a:path>
                <a:path w="0" h="615950">
                  <a:moveTo>
                    <a:pt x="0" y="332104"/>
                  </a:moveTo>
                  <a:lnTo>
                    <a:pt x="0" y="333375"/>
                  </a:lnTo>
                </a:path>
                <a:path w="0" h="615950">
                  <a:moveTo>
                    <a:pt x="0" y="334009"/>
                  </a:moveTo>
                  <a:lnTo>
                    <a:pt x="0" y="335279"/>
                  </a:lnTo>
                </a:path>
                <a:path w="0" h="615950">
                  <a:moveTo>
                    <a:pt x="0" y="335915"/>
                  </a:moveTo>
                  <a:lnTo>
                    <a:pt x="0" y="337184"/>
                  </a:lnTo>
                </a:path>
                <a:path w="0" h="615950">
                  <a:moveTo>
                    <a:pt x="0" y="337820"/>
                  </a:moveTo>
                  <a:lnTo>
                    <a:pt x="0" y="339090"/>
                  </a:lnTo>
                </a:path>
                <a:path w="0" h="615950">
                  <a:moveTo>
                    <a:pt x="0" y="339090"/>
                  </a:moveTo>
                  <a:lnTo>
                    <a:pt x="0" y="340359"/>
                  </a:lnTo>
                </a:path>
                <a:path w="0" h="615950">
                  <a:moveTo>
                    <a:pt x="0" y="340995"/>
                  </a:moveTo>
                  <a:lnTo>
                    <a:pt x="0" y="342265"/>
                  </a:lnTo>
                </a:path>
                <a:path w="0" h="615950">
                  <a:moveTo>
                    <a:pt x="0" y="342900"/>
                  </a:moveTo>
                  <a:lnTo>
                    <a:pt x="0" y="344170"/>
                  </a:lnTo>
                </a:path>
                <a:path w="0" h="615950">
                  <a:moveTo>
                    <a:pt x="0" y="344804"/>
                  </a:moveTo>
                  <a:lnTo>
                    <a:pt x="0" y="346075"/>
                  </a:lnTo>
                </a:path>
                <a:path w="0" h="615950">
                  <a:moveTo>
                    <a:pt x="0" y="346709"/>
                  </a:moveTo>
                  <a:lnTo>
                    <a:pt x="0" y="347979"/>
                  </a:lnTo>
                </a:path>
                <a:path w="0" h="615950">
                  <a:moveTo>
                    <a:pt x="0" y="347979"/>
                  </a:moveTo>
                  <a:lnTo>
                    <a:pt x="0" y="349250"/>
                  </a:lnTo>
                </a:path>
                <a:path w="0" h="615950">
                  <a:moveTo>
                    <a:pt x="0" y="349884"/>
                  </a:moveTo>
                  <a:lnTo>
                    <a:pt x="0" y="351154"/>
                  </a:lnTo>
                </a:path>
                <a:path w="0" h="615950">
                  <a:moveTo>
                    <a:pt x="0" y="351790"/>
                  </a:moveTo>
                  <a:lnTo>
                    <a:pt x="0" y="353059"/>
                  </a:lnTo>
                </a:path>
                <a:path w="0" h="615950">
                  <a:moveTo>
                    <a:pt x="0" y="353695"/>
                  </a:moveTo>
                  <a:lnTo>
                    <a:pt x="0" y="354965"/>
                  </a:lnTo>
                </a:path>
                <a:path w="0" h="615950">
                  <a:moveTo>
                    <a:pt x="0" y="355600"/>
                  </a:moveTo>
                  <a:lnTo>
                    <a:pt x="0" y="356870"/>
                  </a:lnTo>
                </a:path>
                <a:path w="0" h="615950">
                  <a:moveTo>
                    <a:pt x="0" y="356870"/>
                  </a:moveTo>
                  <a:lnTo>
                    <a:pt x="0" y="358140"/>
                  </a:lnTo>
                </a:path>
                <a:path w="0" h="615950">
                  <a:moveTo>
                    <a:pt x="0" y="358775"/>
                  </a:moveTo>
                  <a:lnTo>
                    <a:pt x="0" y="360045"/>
                  </a:lnTo>
                </a:path>
                <a:path w="0" h="615950">
                  <a:moveTo>
                    <a:pt x="0" y="360679"/>
                  </a:moveTo>
                  <a:lnTo>
                    <a:pt x="0" y="361950"/>
                  </a:lnTo>
                </a:path>
                <a:path w="0" h="615950">
                  <a:moveTo>
                    <a:pt x="0" y="362584"/>
                  </a:moveTo>
                  <a:lnTo>
                    <a:pt x="0" y="363854"/>
                  </a:lnTo>
                </a:path>
                <a:path w="0" h="615950">
                  <a:moveTo>
                    <a:pt x="0" y="364490"/>
                  </a:moveTo>
                  <a:lnTo>
                    <a:pt x="0" y="365759"/>
                  </a:lnTo>
                </a:path>
                <a:path w="0" h="615950">
                  <a:moveTo>
                    <a:pt x="0" y="365759"/>
                  </a:moveTo>
                  <a:lnTo>
                    <a:pt x="0" y="367029"/>
                  </a:lnTo>
                </a:path>
                <a:path w="0" h="615950">
                  <a:moveTo>
                    <a:pt x="0" y="367665"/>
                  </a:moveTo>
                  <a:lnTo>
                    <a:pt x="0" y="368934"/>
                  </a:lnTo>
                </a:path>
                <a:path w="0" h="615950">
                  <a:moveTo>
                    <a:pt x="0" y="369570"/>
                  </a:moveTo>
                  <a:lnTo>
                    <a:pt x="0" y="370840"/>
                  </a:lnTo>
                </a:path>
                <a:path w="0" h="615950">
                  <a:moveTo>
                    <a:pt x="0" y="371475"/>
                  </a:moveTo>
                  <a:lnTo>
                    <a:pt x="0" y="372745"/>
                  </a:lnTo>
                </a:path>
                <a:path w="0" h="615950">
                  <a:moveTo>
                    <a:pt x="0" y="373379"/>
                  </a:moveTo>
                  <a:lnTo>
                    <a:pt x="0" y="374650"/>
                  </a:lnTo>
                </a:path>
                <a:path w="0" h="615950">
                  <a:moveTo>
                    <a:pt x="0" y="374650"/>
                  </a:moveTo>
                  <a:lnTo>
                    <a:pt x="0" y="375920"/>
                  </a:lnTo>
                </a:path>
                <a:path w="0" h="615950">
                  <a:moveTo>
                    <a:pt x="0" y="376554"/>
                  </a:moveTo>
                  <a:lnTo>
                    <a:pt x="0" y="377825"/>
                  </a:lnTo>
                </a:path>
                <a:path w="0" h="615950">
                  <a:moveTo>
                    <a:pt x="0" y="378459"/>
                  </a:moveTo>
                  <a:lnTo>
                    <a:pt x="0" y="379729"/>
                  </a:lnTo>
                </a:path>
                <a:path w="0" h="615950">
                  <a:moveTo>
                    <a:pt x="0" y="380365"/>
                  </a:moveTo>
                  <a:lnTo>
                    <a:pt x="0" y="381634"/>
                  </a:lnTo>
                </a:path>
                <a:path w="0" h="615950">
                  <a:moveTo>
                    <a:pt x="0" y="382270"/>
                  </a:moveTo>
                  <a:lnTo>
                    <a:pt x="0" y="383540"/>
                  </a:lnTo>
                </a:path>
                <a:path w="0" h="615950">
                  <a:moveTo>
                    <a:pt x="0" y="383540"/>
                  </a:moveTo>
                  <a:lnTo>
                    <a:pt x="0" y="384809"/>
                  </a:lnTo>
                </a:path>
                <a:path w="0" h="615950">
                  <a:moveTo>
                    <a:pt x="0" y="385445"/>
                  </a:moveTo>
                  <a:lnTo>
                    <a:pt x="0" y="386715"/>
                  </a:lnTo>
                </a:path>
                <a:path w="0" h="615950">
                  <a:moveTo>
                    <a:pt x="0" y="387350"/>
                  </a:moveTo>
                  <a:lnTo>
                    <a:pt x="0" y="388620"/>
                  </a:lnTo>
                </a:path>
                <a:path w="0" h="615950">
                  <a:moveTo>
                    <a:pt x="0" y="389254"/>
                  </a:moveTo>
                  <a:lnTo>
                    <a:pt x="0" y="390525"/>
                  </a:lnTo>
                </a:path>
                <a:path w="0" h="615950">
                  <a:moveTo>
                    <a:pt x="0" y="391159"/>
                  </a:moveTo>
                  <a:lnTo>
                    <a:pt x="0" y="392429"/>
                  </a:lnTo>
                </a:path>
                <a:path w="0" h="615950">
                  <a:moveTo>
                    <a:pt x="0" y="392429"/>
                  </a:moveTo>
                  <a:lnTo>
                    <a:pt x="0" y="393700"/>
                  </a:lnTo>
                </a:path>
                <a:path w="0" h="615950">
                  <a:moveTo>
                    <a:pt x="0" y="394334"/>
                  </a:moveTo>
                  <a:lnTo>
                    <a:pt x="0" y="395604"/>
                  </a:lnTo>
                </a:path>
                <a:path w="0" h="615950">
                  <a:moveTo>
                    <a:pt x="0" y="396240"/>
                  </a:moveTo>
                  <a:lnTo>
                    <a:pt x="0" y="397509"/>
                  </a:lnTo>
                </a:path>
                <a:path w="0" h="615950">
                  <a:moveTo>
                    <a:pt x="0" y="398145"/>
                  </a:moveTo>
                  <a:lnTo>
                    <a:pt x="0" y="399415"/>
                  </a:lnTo>
                </a:path>
                <a:path w="0" h="615950">
                  <a:moveTo>
                    <a:pt x="0" y="400050"/>
                  </a:moveTo>
                  <a:lnTo>
                    <a:pt x="0" y="401320"/>
                  </a:lnTo>
                </a:path>
                <a:path w="0" h="615950">
                  <a:moveTo>
                    <a:pt x="0" y="401320"/>
                  </a:moveTo>
                  <a:lnTo>
                    <a:pt x="0" y="402590"/>
                  </a:lnTo>
                </a:path>
                <a:path w="0" h="615950">
                  <a:moveTo>
                    <a:pt x="0" y="403225"/>
                  </a:moveTo>
                  <a:lnTo>
                    <a:pt x="0" y="404495"/>
                  </a:lnTo>
                </a:path>
                <a:path w="0" h="615950">
                  <a:moveTo>
                    <a:pt x="0" y="405129"/>
                  </a:moveTo>
                  <a:lnTo>
                    <a:pt x="0" y="406400"/>
                  </a:lnTo>
                </a:path>
                <a:path w="0" h="615950">
                  <a:moveTo>
                    <a:pt x="0" y="407034"/>
                  </a:moveTo>
                  <a:lnTo>
                    <a:pt x="0" y="408304"/>
                  </a:lnTo>
                </a:path>
                <a:path w="0" h="615950">
                  <a:moveTo>
                    <a:pt x="0" y="408940"/>
                  </a:moveTo>
                  <a:lnTo>
                    <a:pt x="0" y="410209"/>
                  </a:lnTo>
                </a:path>
                <a:path w="0" h="615950">
                  <a:moveTo>
                    <a:pt x="0" y="410209"/>
                  </a:moveTo>
                  <a:lnTo>
                    <a:pt x="0" y="411479"/>
                  </a:lnTo>
                </a:path>
                <a:path w="0" h="615950">
                  <a:moveTo>
                    <a:pt x="0" y="412115"/>
                  </a:moveTo>
                  <a:lnTo>
                    <a:pt x="0" y="413384"/>
                  </a:lnTo>
                </a:path>
                <a:path w="0" h="615950">
                  <a:moveTo>
                    <a:pt x="0" y="414020"/>
                  </a:moveTo>
                  <a:lnTo>
                    <a:pt x="0" y="415290"/>
                  </a:lnTo>
                </a:path>
                <a:path w="0" h="615950">
                  <a:moveTo>
                    <a:pt x="0" y="415925"/>
                  </a:moveTo>
                  <a:lnTo>
                    <a:pt x="0" y="417195"/>
                  </a:lnTo>
                </a:path>
                <a:path w="0" h="615950">
                  <a:moveTo>
                    <a:pt x="0" y="417829"/>
                  </a:moveTo>
                  <a:lnTo>
                    <a:pt x="0" y="419100"/>
                  </a:lnTo>
                </a:path>
                <a:path w="0" h="615950">
                  <a:moveTo>
                    <a:pt x="0" y="419100"/>
                  </a:moveTo>
                  <a:lnTo>
                    <a:pt x="0" y="420370"/>
                  </a:lnTo>
                </a:path>
                <a:path w="0" h="615950">
                  <a:moveTo>
                    <a:pt x="0" y="421004"/>
                  </a:moveTo>
                  <a:lnTo>
                    <a:pt x="0" y="422275"/>
                  </a:lnTo>
                </a:path>
                <a:path w="0" h="615950">
                  <a:moveTo>
                    <a:pt x="0" y="422909"/>
                  </a:moveTo>
                  <a:lnTo>
                    <a:pt x="0" y="424179"/>
                  </a:lnTo>
                </a:path>
                <a:path w="0" h="615950">
                  <a:moveTo>
                    <a:pt x="0" y="424815"/>
                  </a:moveTo>
                  <a:lnTo>
                    <a:pt x="0" y="426084"/>
                  </a:lnTo>
                </a:path>
                <a:path w="0" h="615950">
                  <a:moveTo>
                    <a:pt x="0" y="426720"/>
                  </a:moveTo>
                  <a:lnTo>
                    <a:pt x="0" y="427990"/>
                  </a:lnTo>
                </a:path>
                <a:path w="0" h="615950">
                  <a:moveTo>
                    <a:pt x="0" y="427990"/>
                  </a:moveTo>
                  <a:lnTo>
                    <a:pt x="0" y="429259"/>
                  </a:lnTo>
                </a:path>
                <a:path w="0" h="615950">
                  <a:moveTo>
                    <a:pt x="0" y="429895"/>
                  </a:moveTo>
                  <a:lnTo>
                    <a:pt x="0" y="431165"/>
                  </a:lnTo>
                </a:path>
                <a:path w="0" h="615950">
                  <a:moveTo>
                    <a:pt x="0" y="431800"/>
                  </a:moveTo>
                  <a:lnTo>
                    <a:pt x="0" y="433070"/>
                  </a:lnTo>
                </a:path>
                <a:path w="0" h="615950">
                  <a:moveTo>
                    <a:pt x="0" y="433704"/>
                  </a:moveTo>
                  <a:lnTo>
                    <a:pt x="0" y="434975"/>
                  </a:lnTo>
                </a:path>
                <a:path w="0" h="615950">
                  <a:moveTo>
                    <a:pt x="0" y="435609"/>
                  </a:moveTo>
                  <a:lnTo>
                    <a:pt x="0" y="436879"/>
                  </a:lnTo>
                </a:path>
                <a:path w="0" h="615950">
                  <a:moveTo>
                    <a:pt x="0" y="436879"/>
                  </a:moveTo>
                  <a:lnTo>
                    <a:pt x="0" y="438150"/>
                  </a:lnTo>
                </a:path>
                <a:path w="0" h="615950">
                  <a:moveTo>
                    <a:pt x="0" y="438784"/>
                  </a:moveTo>
                  <a:lnTo>
                    <a:pt x="0" y="440054"/>
                  </a:lnTo>
                </a:path>
                <a:path w="0" h="615950">
                  <a:moveTo>
                    <a:pt x="0" y="440690"/>
                  </a:moveTo>
                  <a:lnTo>
                    <a:pt x="0" y="441959"/>
                  </a:lnTo>
                </a:path>
                <a:path w="0" h="615950">
                  <a:moveTo>
                    <a:pt x="0" y="442595"/>
                  </a:moveTo>
                  <a:lnTo>
                    <a:pt x="0" y="443865"/>
                  </a:lnTo>
                </a:path>
                <a:path w="0" h="615950">
                  <a:moveTo>
                    <a:pt x="0" y="444500"/>
                  </a:moveTo>
                  <a:lnTo>
                    <a:pt x="0" y="445770"/>
                  </a:lnTo>
                </a:path>
                <a:path w="0" h="615950">
                  <a:moveTo>
                    <a:pt x="0" y="445770"/>
                  </a:moveTo>
                  <a:lnTo>
                    <a:pt x="0" y="447040"/>
                  </a:lnTo>
                </a:path>
                <a:path w="0" h="615950">
                  <a:moveTo>
                    <a:pt x="0" y="447675"/>
                  </a:moveTo>
                  <a:lnTo>
                    <a:pt x="0" y="448945"/>
                  </a:lnTo>
                </a:path>
                <a:path w="0" h="615950">
                  <a:moveTo>
                    <a:pt x="0" y="449579"/>
                  </a:moveTo>
                  <a:lnTo>
                    <a:pt x="0" y="450850"/>
                  </a:lnTo>
                </a:path>
                <a:path w="0" h="615950">
                  <a:moveTo>
                    <a:pt x="0" y="451484"/>
                  </a:moveTo>
                  <a:lnTo>
                    <a:pt x="0" y="452754"/>
                  </a:lnTo>
                </a:path>
                <a:path w="0" h="615950">
                  <a:moveTo>
                    <a:pt x="0" y="453390"/>
                  </a:moveTo>
                  <a:lnTo>
                    <a:pt x="0" y="454659"/>
                  </a:lnTo>
                </a:path>
                <a:path w="0" h="615950">
                  <a:moveTo>
                    <a:pt x="0" y="454659"/>
                  </a:moveTo>
                  <a:lnTo>
                    <a:pt x="0" y="455929"/>
                  </a:lnTo>
                </a:path>
                <a:path w="0" h="615950">
                  <a:moveTo>
                    <a:pt x="0" y="456565"/>
                  </a:moveTo>
                  <a:lnTo>
                    <a:pt x="0" y="457834"/>
                  </a:lnTo>
                </a:path>
                <a:path w="0" h="615950">
                  <a:moveTo>
                    <a:pt x="0" y="458470"/>
                  </a:moveTo>
                  <a:lnTo>
                    <a:pt x="0" y="459740"/>
                  </a:lnTo>
                </a:path>
                <a:path w="0" h="615950">
                  <a:moveTo>
                    <a:pt x="0" y="460375"/>
                  </a:moveTo>
                  <a:lnTo>
                    <a:pt x="0" y="461645"/>
                  </a:lnTo>
                </a:path>
                <a:path w="0" h="615950">
                  <a:moveTo>
                    <a:pt x="0" y="462279"/>
                  </a:moveTo>
                  <a:lnTo>
                    <a:pt x="0" y="463550"/>
                  </a:lnTo>
                </a:path>
                <a:path w="0" h="615950">
                  <a:moveTo>
                    <a:pt x="0" y="463550"/>
                  </a:moveTo>
                  <a:lnTo>
                    <a:pt x="0" y="464820"/>
                  </a:lnTo>
                </a:path>
                <a:path w="0" h="615950">
                  <a:moveTo>
                    <a:pt x="0" y="465454"/>
                  </a:moveTo>
                  <a:lnTo>
                    <a:pt x="0" y="466725"/>
                  </a:lnTo>
                </a:path>
                <a:path w="0" h="615950">
                  <a:moveTo>
                    <a:pt x="0" y="467359"/>
                  </a:moveTo>
                  <a:lnTo>
                    <a:pt x="0" y="468629"/>
                  </a:lnTo>
                </a:path>
                <a:path w="0" h="615950">
                  <a:moveTo>
                    <a:pt x="0" y="469265"/>
                  </a:moveTo>
                  <a:lnTo>
                    <a:pt x="0" y="470534"/>
                  </a:lnTo>
                </a:path>
                <a:path w="0" h="615950">
                  <a:moveTo>
                    <a:pt x="0" y="471170"/>
                  </a:moveTo>
                  <a:lnTo>
                    <a:pt x="0" y="472440"/>
                  </a:lnTo>
                </a:path>
                <a:path w="0" h="615950">
                  <a:moveTo>
                    <a:pt x="0" y="472440"/>
                  </a:moveTo>
                  <a:lnTo>
                    <a:pt x="0" y="473709"/>
                  </a:lnTo>
                </a:path>
                <a:path w="0" h="615950">
                  <a:moveTo>
                    <a:pt x="0" y="474345"/>
                  </a:moveTo>
                  <a:lnTo>
                    <a:pt x="0" y="475615"/>
                  </a:lnTo>
                </a:path>
                <a:path w="0" h="615950">
                  <a:moveTo>
                    <a:pt x="0" y="476250"/>
                  </a:moveTo>
                  <a:lnTo>
                    <a:pt x="0" y="477520"/>
                  </a:lnTo>
                </a:path>
                <a:path w="0" h="615950">
                  <a:moveTo>
                    <a:pt x="0" y="478154"/>
                  </a:moveTo>
                  <a:lnTo>
                    <a:pt x="0" y="479425"/>
                  </a:lnTo>
                </a:path>
                <a:path w="0" h="615950">
                  <a:moveTo>
                    <a:pt x="0" y="480059"/>
                  </a:moveTo>
                  <a:lnTo>
                    <a:pt x="0" y="481329"/>
                  </a:lnTo>
                </a:path>
                <a:path w="0" h="615950">
                  <a:moveTo>
                    <a:pt x="0" y="481329"/>
                  </a:moveTo>
                  <a:lnTo>
                    <a:pt x="0" y="482600"/>
                  </a:lnTo>
                </a:path>
                <a:path w="0" h="615950">
                  <a:moveTo>
                    <a:pt x="0" y="483234"/>
                  </a:moveTo>
                  <a:lnTo>
                    <a:pt x="0" y="484504"/>
                  </a:lnTo>
                </a:path>
                <a:path w="0" h="615950">
                  <a:moveTo>
                    <a:pt x="0" y="485140"/>
                  </a:moveTo>
                  <a:lnTo>
                    <a:pt x="0" y="486409"/>
                  </a:lnTo>
                </a:path>
                <a:path w="0" h="615950">
                  <a:moveTo>
                    <a:pt x="0" y="487045"/>
                  </a:moveTo>
                  <a:lnTo>
                    <a:pt x="0" y="488315"/>
                  </a:lnTo>
                </a:path>
                <a:path w="0" h="615950">
                  <a:moveTo>
                    <a:pt x="0" y="488950"/>
                  </a:moveTo>
                  <a:lnTo>
                    <a:pt x="0" y="490220"/>
                  </a:lnTo>
                </a:path>
                <a:path w="0" h="615950">
                  <a:moveTo>
                    <a:pt x="0" y="490220"/>
                  </a:moveTo>
                  <a:lnTo>
                    <a:pt x="0" y="491490"/>
                  </a:lnTo>
                </a:path>
                <a:path w="0" h="615950">
                  <a:moveTo>
                    <a:pt x="0" y="492125"/>
                  </a:moveTo>
                  <a:lnTo>
                    <a:pt x="0" y="493395"/>
                  </a:lnTo>
                </a:path>
                <a:path w="0" h="615950">
                  <a:moveTo>
                    <a:pt x="0" y="494029"/>
                  </a:moveTo>
                  <a:lnTo>
                    <a:pt x="0" y="495300"/>
                  </a:lnTo>
                </a:path>
                <a:path w="0" h="615950">
                  <a:moveTo>
                    <a:pt x="0" y="495934"/>
                  </a:moveTo>
                  <a:lnTo>
                    <a:pt x="0" y="497204"/>
                  </a:lnTo>
                </a:path>
                <a:path w="0" h="615950">
                  <a:moveTo>
                    <a:pt x="0" y="497840"/>
                  </a:moveTo>
                  <a:lnTo>
                    <a:pt x="0" y="499109"/>
                  </a:lnTo>
                </a:path>
                <a:path w="0" h="615950">
                  <a:moveTo>
                    <a:pt x="0" y="499109"/>
                  </a:moveTo>
                  <a:lnTo>
                    <a:pt x="0" y="500379"/>
                  </a:lnTo>
                </a:path>
                <a:path w="0" h="615950">
                  <a:moveTo>
                    <a:pt x="0" y="501015"/>
                  </a:moveTo>
                  <a:lnTo>
                    <a:pt x="0" y="502284"/>
                  </a:lnTo>
                </a:path>
                <a:path w="0" h="615950">
                  <a:moveTo>
                    <a:pt x="0" y="502920"/>
                  </a:moveTo>
                  <a:lnTo>
                    <a:pt x="0" y="504190"/>
                  </a:lnTo>
                </a:path>
                <a:path w="0" h="615950">
                  <a:moveTo>
                    <a:pt x="0" y="504825"/>
                  </a:moveTo>
                  <a:lnTo>
                    <a:pt x="0" y="506095"/>
                  </a:lnTo>
                </a:path>
                <a:path w="0" h="615950">
                  <a:moveTo>
                    <a:pt x="0" y="506729"/>
                  </a:moveTo>
                  <a:lnTo>
                    <a:pt x="0" y="508000"/>
                  </a:lnTo>
                </a:path>
                <a:path w="0" h="615950">
                  <a:moveTo>
                    <a:pt x="0" y="508000"/>
                  </a:moveTo>
                  <a:lnTo>
                    <a:pt x="0" y="509270"/>
                  </a:lnTo>
                </a:path>
                <a:path w="0" h="615950">
                  <a:moveTo>
                    <a:pt x="0" y="509904"/>
                  </a:moveTo>
                  <a:lnTo>
                    <a:pt x="0" y="511175"/>
                  </a:lnTo>
                </a:path>
                <a:path w="0" h="615950">
                  <a:moveTo>
                    <a:pt x="0" y="511809"/>
                  </a:moveTo>
                  <a:lnTo>
                    <a:pt x="0" y="513079"/>
                  </a:lnTo>
                </a:path>
                <a:path w="0" h="615950">
                  <a:moveTo>
                    <a:pt x="0" y="513715"/>
                  </a:moveTo>
                  <a:lnTo>
                    <a:pt x="0" y="514984"/>
                  </a:lnTo>
                </a:path>
                <a:path w="0" h="615950">
                  <a:moveTo>
                    <a:pt x="0" y="515620"/>
                  </a:moveTo>
                  <a:lnTo>
                    <a:pt x="0" y="516890"/>
                  </a:lnTo>
                </a:path>
                <a:path w="0" h="615950">
                  <a:moveTo>
                    <a:pt x="0" y="516890"/>
                  </a:moveTo>
                  <a:lnTo>
                    <a:pt x="0" y="518159"/>
                  </a:lnTo>
                </a:path>
                <a:path w="0" h="615950">
                  <a:moveTo>
                    <a:pt x="0" y="518795"/>
                  </a:moveTo>
                  <a:lnTo>
                    <a:pt x="0" y="520065"/>
                  </a:lnTo>
                </a:path>
                <a:path w="0" h="615950">
                  <a:moveTo>
                    <a:pt x="0" y="520700"/>
                  </a:moveTo>
                  <a:lnTo>
                    <a:pt x="0" y="521970"/>
                  </a:lnTo>
                </a:path>
                <a:path w="0" h="615950">
                  <a:moveTo>
                    <a:pt x="0" y="522604"/>
                  </a:moveTo>
                  <a:lnTo>
                    <a:pt x="0" y="523875"/>
                  </a:lnTo>
                </a:path>
                <a:path w="0" h="615950">
                  <a:moveTo>
                    <a:pt x="0" y="524509"/>
                  </a:moveTo>
                  <a:lnTo>
                    <a:pt x="0" y="525779"/>
                  </a:lnTo>
                </a:path>
                <a:path w="0" h="615950">
                  <a:moveTo>
                    <a:pt x="0" y="525779"/>
                  </a:moveTo>
                  <a:lnTo>
                    <a:pt x="0" y="527050"/>
                  </a:lnTo>
                </a:path>
                <a:path w="0" h="615950">
                  <a:moveTo>
                    <a:pt x="0" y="527684"/>
                  </a:moveTo>
                  <a:lnTo>
                    <a:pt x="0" y="528954"/>
                  </a:lnTo>
                </a:path>
                <a:path w="0" h="615950">
                  <a:moveTo>
                    <a:pt x="0" y="529590"/>
                  </a:moveTo>
                  <a:lnTo>
                    <a:pt x="0" y="530859"/>
                  </a:lnTo>
                </a:path>
                <a:path w="0" h="615950">
                  <a:moveTo>
                    <a:pt x="0" y="531495"/>
                  </a:moveTo>
                  <a:lnTo>
                    <a:pt x="0" y="532765"/>
                  </a:lnTo>
                </a:path>
                <a:path w="0" h="615950">
                  <a:moveTo>
                    <a:pt x="0" y="533400"/>
                  </a:moveTo>
                  <a:lnTo>
                    <a:pt x="0" y="534670"/>
                  </a:lnTo>
                </a:path>
                <a:path w="0" h="615950">
                  <a:moveTo>
                    <a:pt x="0" y="534670"/>
                  </a:moveTo>
                  <a:lnTo>
                    <a:pt x="0" y="535940"/>
                  </a:lnTo>
                </a:path>
                <a:path w="0" h="615950">
                  <a:moveTo>
                    <a:pt x="0" y="536575"/>
                  </a:moveTo>
                  <a:lnTo>
                    <a:pt x="0" y="537845"/>
                  </a:lnTo>
                </a:path>
                <a:path w="0" h="615950">
                  <a:moveTo>
                    <a:pt x="0" y="538479"/>
                  </a:moveTo>
                  <a:lnTo>
                    <a:pt x="0" y="539750"/>
                  </a:lnTo>
                </a:path>
                <a:path w="0" h="615950">
                  <a:moveTo>
                    <a:pt x="0" y="540384"/>
                  </a:moveTo>
                  <a:lnTo>
                    <a:pt x="0" y="541654"/>
                  </a:lnTo>
                </a:path>
                <a:path w="0" h="615950">
                  <a:moveTo>
                    <a:pt x="0" y="542290"/>
                  </a:moveTo>
                  <a:lnTo>
                    <a:pt x="0" y="543559"/>
                  </a:lnTo>
                </a:path>
                <a:path w="0" h="615950">
                  <a:moveTo>
                    <a:pt x="0" y="543559"/>
                  </a:moveTo>
                  <a:lnTo>
                    <a:pt x="0" y="544829"/>
                  </a:lnTo>
                </a:path>
                <a:path w="0" h="615950">
                  <a:moveTo>
                    <a:pt x="0" y="545465"/>
                  </a:moveTo>
                  <a:lnTo>
                    <a:pt x="0" y="546734"/>
                  </a:lnTo>
                </a:path>
                <a:path w="0" h="615950">
                  <a:moveTo>
                    <a:pt x="0" y="547370"/>
                  </a:moveTo>
                  <a:lnTo>
                    <a:pt x="0" y="548640"/>
                  </a:lnTo>
                </a:path>
                <a:path w="0" h="615950">
                  <a:moveTo>
                    <a:pt x="0" y="549275"/>
                  </a:moveTo>
                  <a:lnTo>
                    <a:pt x="0" y="550545"/>
                  </a:lnTo>
                </a:path>
                <a:path w="0" h="615950">
                  <a:moveTo>
                    <a:pt x="0" y="551179"/>
                  </a:moveTo>
                  <a:lnTo>
                    <a:pt x="0" y="552450"/>
                  </a:lnTo>
                </a:path>
                <a:path w="0" h="615950">
                  <a:moveTo>
                    <a:pt x="0" y="552450"/>
                  </a:moveTo>
                  <a:lnTo>
                    <a:pt x="0" y="553720"/>
                  </a:lnTo>
                </a:path>
                <a:path w="0" h="615950">
                  <a:moveTo>
                    <a:pt x="0" y="554354"/>
                  </a:moveTo>
                  <a:lnTo>
                    <a:pt x="0" y="555625"/>
                  </a:lnTo>
                </a:path>
                <a:path w="0" h="615950">
                  <a:moveTo>
                    <a:pt x="0" y="556259"/>
                  </a:moveTo>
                  <a:lnTo>
                    <a:pt x="0" y="557529"/>
                  </a:lnTo>
                </a:path>
                <a:path w="0" h="615950">
                  <a:moveTo>
                    <a:pt x="0" y="558165"/>
                  </a:moveTo>
                  <a:lnTo>
                    <a:pt x="0" y="559434"/>
                  </a:lnTo>
                </a:path>
                <a:path w="0" h="615950">
                  <a:moveTo>
                    <a:pt x="0" y="560070"/>
                  </a:moveTo>
                  <a:lnTo>
                    <a:pt x="0" y="561340"/>
                  </a:lnTo>
                </a:path>
                <a:path w="0" h="615950">
                  <a:moveTo>
                    <a:pt x="0" y="561340"/>
                  </a:moveTo>
                  <a:lnTo>
                    <a:pt x="0" y="562609"/>
                  </a:lnTo>
                </a:path>
                <a:path w="0" h="615950">
                  <a:moveTo>
                    <a:pt x="0" y="563245"/>
                  </a:moveTo>
                  <a:lnTo>
                    <a:pt x="0" y="564515"/>
                  </a:lnTo>
                </a:path>
                <a:path w="0" h="615950">
                  <a:moveTo>
                    <a:pt x="0" y="565150"/>
                  </a:moveTo>
                  <a:lnTo>
                    <a:pt x="0" y="566420"/>
                  </a:lnTo>
                </a:path>
                <a:path w="0" h="615950">
                  <a:moveTo>
                    <a:pt x="0" y="567054"/>
                  </a:moveTo>
                  <a:lnTo>
                    <a:pt x="0" y="568325"/>
                  </a:lnTo>
                </a:path>
                <a:path w="0" h="615950">
                  <a:moveTo>
                    <a:pt x="0" y="568959"/>
                  </a:moveTo>
                  <a:lnTo>
                    <a:pt x="0" y="570229"/>
                  </a:lnTo>
                </a:path>
                <a:path w="0" h="615950">
                  <a:moveTo>
                    <a:pt x="0" y="570229"/>
                  </a:moveTo>
                  <a:lnTo>
                    <a:pt x="0" y="571500"/>
                  </a:lnTo>
                </a:path>
                <a:path w="0" h="615950">
                  <a:moveTo>
                    <a:pt x="0" y="572134"/>
                  </a:moveTo>
                  <a:lnTo>
                    <a:pt x="0" y="573404"/>
                  </a:lnTo>
                </a:path>
                <a:path w="0" h="615950">
                  <a:moveTo>
                    <a:pt x="0" y="574040"/>
                  </a:moveTo>
                  <a:lnTo>
                    <a:pt x="0" y="575309"/>
                  </a:lnTo>
                </a:path>
                <a:path w="0" h="615950">
                  <a:moveTo>
                    <a:pt x="0" y="575945"/>
                  </a:moveTo>
                  <a:lnTo>
                    <a:pt x="0" y="577215"/>
                  </a:lnTo>
                </a:path>
                <a:path w="0" h="615950">
                  <a:moveTo>
                    <a:pt x="0" y="577850"/>
                  </a:moveTo>
                  <a:lnTo>
                    <a:pt x="0" y="579120"/>
                  </a:lnTo>
                </a:path>
                <a:path w="0" h="615950">
                  <a:moveTo>
                    <a:pt x="0" y="579120"/>
                  </a:moveTo>
                  <a:lnTo>
                    <a:pt x="0" y="580390"/>
                  </a:lnTo>
                </a:path>
                <a:path w="0" h="615950">
                  <a:moveTo>
                    <a:pt x="0" y="581025"/>
                  </a:moveTo>
                  <a:lnTo>
                    <a:pt x="0" y="582295"/>
                  </a:lnTo>
                </a:path>
                <a:path w="0" h="615950">
                  <a:moveTo>
                    <a:pt x="0" y="582929"/>
                  </a:moveTo>
                  <a:lnTo>
                    <a:pt x="0" y="584200"/>
                  </a:lnTo>
                </a:path>
                <a:path w="0" h="615950">
                  <a:moveTo>
                    <a:pt x="0" y="584834"/>
                  </a:moveTo>
                  <a:lnTo>
                    <a:pt x="0" y="586104"/>
                  </a:lnTo>
                </a:path>
                <a:path w="0" h="615950">
                  <a:moveTo>
                    <a:pt x="0" y="586740"/>
                  </a:moveTo>
                  <a:lnTo>
                    <a:pt x="0" y="588009"/>
                  </a:lnTo>
                </a:path>
                <a:path w="0" h="615950">
                  <a:moveTo>
                    <a:pt x="0" y="588009"/>
                  </a:moveTo>
                  <a:lnTo>
                    <a:pt x="0" y="589279"/>
                  </a:lnTo>
                </a:path>
                <a:path w="0" h="615950">
                  <a:moveTo>
                    <a:pt x="0" y="589915"/>
                  </a:moveTo>
                  <a:lnTo>
                    <a:pt x="0" y="591184"/>
                  </a:lnTo>
                </a:path>
                <a:path w="0" h="615950">
                  <a:moveTo>
                    <a:pt x="0" y="591820"/>
                  </a:moveTo>
                  <a:lnTo>
                    <a:pt x="0" y="593090"/>
                  </a:lnTo>
                </a:path>
                <a:path w="0" h="615950">
                  <a:moveTo>
                    <a:pt x="0" y="593725"/>
                  </a:moveTo>
                  <a:lnTo>
                    <a:pt x="0" y="594995"/>
                  </a:lnTo>
                </a:path>
                <a:path w="0" h="615950">
                  <a:moveTo>
                    <a:pt x="0" y="595629"/>
                  </a:moveTo>
                  <a:lnTo>
                    <a:pt x="0" y="596900"/>
                  </a:lnTo>
                </a:path>
                <a:path w="0" h="615950">
                  <a:moveTo>
                    <a:pt x="0" y="596900"/>
                  </a:moveTo>
                  <a:lnTo>
                    <a:pt x="0" y="598170"/>
                  </a:lnTo>
                </a:path>
                <a:path w="0" h="615950">
                  <a:moveTo>
                    <a:pt x="0" y="598804"/>
                  </a:moveTo>
                  <a:lnTo>
                    <a:pt x="0" y="600075"/>
                  </a:lnTo>
                </a:path>
                <a:path w="0" h="615950">
                  <a:moveTo>
                    <a:pt x="0" y="600709"/>
                  </a:moveTo>
                  <a:lnTo>
                    <a:pt x="0" y="601979"/>
                  </a:lnTo>
                </a:path>
                <a:path w="0" h="615950">
                  <a:moveTo>
                    <a:pt x="0" y="602615"/>
                  </a:moveTo>
                  <a:lnTo>
                    <a:pt x="0" y="603884"/>
                  </a:lnTo>
                </a:path>
                <a:path w="0" h="615950">
                  <a:moveTo>
                    <a:pt x="0" y="604520"/>
                  </a:moveTo>
                  <a:lnTo>
                    <a:pt x="0" y="605790"/>
                  </a:lnTo>
                </a:path>
                <a:path w="0" h="615950">
                  <a:moveTo>
                    <a:pt x="0" y="605790"/>
                  </a:moveTo>
                  <a:lnTo>
                    <a:pt x="0" y="607059"/>
                  </a:lnTo>
                </a:path>
                <a:path w="0" h="615950">
                  <a:moveTo>
                    <a:pt x="0" y="607695"/>
                  </a:moveTo>
                  <a:lnTo>
                    <a:pt x="0" y="608965"/>
                  </a:lnTo>
                </a:path>
                <a:path w="0" h="615950">
                  <a:moveTo>
                    <a:pt x="0" y="609600"/>
                  </a:moveTo>
                  <a:lnTo>
                    <a:pt x="0" y="610870"/>
                  </a:lnTo>
                </a:path>
                <a:path w="0" h="615950">
                  <a:moveTo>
                    <a:pt x="0" y="611504"/>
                  </a:moveTo>
                  <a:lnTo>
                    <a:pt x="0" y="612775"/>
                  </a:lnTo>
                </a:path>
                <a:path w="0" h="615950">
                  <a:moveTo>
                    <a:pt x="0" y="613409"/>
                  </a:moveTo>
                  <a:lnTo>
                    <a:pt x="0" y="614679"/>
                  </a:lnTo>
                </a:path>
                <a:path w="0" h="615950">
                  <a:moveTo>
                    <a:pt x="0" y="614679"/>
                  </a:moveTo>
                  <a:lnTo>
                    <a:pt x="0" y="61595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7" name="object 6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031490" y="1967877"/>
              <a:ext cx="119380" cy="73025"/>
            </a:xfrm>
            <a:prstGeom prst="rect">
              <a:avLst/>
            </a:prstGeom>
          </p:spPr>
        </p:pic>
        <p:sp>
          <p:nvSpPr>
            <p:cNvPr id="68" name="object 68" descr=""/>
            <p:cNvSpPr/>
            <p:nvPr/>
          </p:nvSpPr>
          <p:spPr>
            <a:xfrm>
              <a:off x="3131185" y="2951492"/>
              <a:ext cx="271145" cy="0"/>
            </a:xfrm>
            <a:custGeom>
              <a:avLst/>
              <a:gdLst/>
              <a:ahLst/>
              <a:cxnLst/>
              <a:rect l="l" t="t" r="r" b="b"/>
              <a:pathLst>
                <a:path w="271145" h="0">
                  <a:moveTo>
                    <a:pt x="0" y="0"/>
                  </a:moveTo>
                  <a:lnTo>
                    <a:pt x="22859" y="0"/>
                  </a:lnTo>
                </a:path>
                <a:path w="271145" h="0">
                  <a:moveTo>
                    <a:pt x="271144" y="0"/>
                  </a:moveTo>
                  <a:lnTo>
                    <a:pt x="24828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 descr=""/>
            <p:cNvSpPr/>
            <p:nvPr/>
          </p:nvSpPr>
          <p:spPr>
            <a:xfrm>
              <a:off x="3088640" y="2945142"/>
              <a:ext cx="43180" cy="13335"/>
            </a:xfrm>
            <a:custGeom>
              <a:avLst/>
              <a:gdLst/>
              <a:ahLst/>
              <a:cxnLst/>
              <a:rect l="l" t="t" r="r" b="b"/>
              <a:pathLst>
                <a:path w="43180" h="13335">
                  <a:moveTo>
                    <a:pt x="43180" y="0"/>
                  </a:moveTo>
                  <a:lnTo>
                    <a:pt x="0" y="5715"/>
                  </a:lnTo>
                  <a:lnTo>
                    <a:pt x="43180" y="13335"/>
                  </a:lnTo>
                  <a:lnTo>
                    <a:pt x="431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 descr=""/>
            <p:cNvSpPr/>
            <p:nvPr/>
          </p:nvSpPr>
          <p:spPr>
            <a:xfrm>
              <a:off x="3088640" y="2945142"/>
              <a:ext cx="43180" cy="13335"/>
            </a:xfrm>
            <a:custGeom>
              <a:avLst/>
              <a:gdLst/>
              <a:ahLst/>
              <a:cxnLst/>
              <a:rect l="l" t="t" r="r" b="b"/>
              <a:pathLst>
                <a:path w="43180" h="13335">
                  <a:moveTo>
                    <a:pt x="43180" y="0"/>
                  </a:moveTo>
                  <a:lnTo>
                    <a:pt x="43180" y="13335"/>
                  </a:lnTo>
                  <a:lnTo>
                    <a:pt x="0" y="5715"/>
                  </a:lnTo>
                  <a:lnTo>
                    <a:pt x="4318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 descr=""/>
            <p:cNvSpPr/>
            <p:nvPr/>
          </p:nvSpPr>
          <p:spPr>
            <a:xfrm>
              <a:off x="3402330" y="2945142"/>
              <a:ext cx="42545" cy="13335"/>
            </a:xfrm>
            <a:custGeom>
              <a:avLst/>
              <a:gdLst/>
              <a:ahLst/>
              <a:cxnLst/>
              <a:rect l="l" t="t" r="r" b="b"/>
              <a:pathLst>
                <a:path w="42545" h="13335">
                  <a:moveTo>
                    <a:pt x="0" y="0"/>
                  </a:moveTo>
                  <a:lnTo>
                    <a:pt x="0" y="13335"/>
                  </a:lnTo>
                  <a:lnTo>
                    <a:pt x="42545" y="57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 descr=""/>
            <p:cNvSpPr/>
            <p:nvPr/>
          </p:nvSpPr>
          <p:spPr>
            <a:xfrm>
              <a:off x="3172460" y="2901962"/>
              <a:ext cx="273050" cy="88900"/>
            </a:xfrm>
            <a:custGeom>
              <a:avLst/>
              <a:gdLst/>
              <a:ahLst/>
              <a:cxnLst/>
              <a:rect l="l" t="t" r="r" b="b"/>
              <a:pathLst>
                <a:path w="273050" h="88900">
                  <a:moveTo>
                    <a:pt x="230504" y="43179"/>
                  </a:moveTo>
                  <a:lnTo>
                    <a:pt x="230504" y="56515"/>
                  </a:lnTo>
                  <a:lnTo>
                    <a:pt x="273050" y="48895"/>
                  </a:lnTo>
                  <a:lnTo>
                    <a:pt x="230504" y="43179"/>
                  </a:lnTo>
                  <a:close/>
                </a:path>
                <a:path w="273050" h="88900">
                  <a:moveTo>
                    <a:pt x="7619" y="10795"/>
                  </a:moveTo>
                  <a:lnTo>
                    <a:pt x="7619" y="68579"/>
                  </a:lnTo>
                </a:path>
                <a:path w="273050" h="88900">
                  <a:moveTo>
                    <a:pt x="10794" y="10795"/>
                  </a:moveTo>
                  <a:lnTo>
                    <a:pt x="10794" y="68579"/>
                  </a:lnTo>
                </a:path>
                <a:path w="273050" h="88900">
                  <a:moveTo>
                    <a:pt x="0" y="10795"/>
                  </a:moveTo>
                  <a:lnTo>
                    <a:pt x="18414" y="10795"/>
                  </a:lnTo>
                </a:path>
                <a:path w="273050" h="88900">
                  <a:moveTo>
                    <a:pt x="0" y="68579"/>
                  </a:moveTo>
                  <a:lnTo>
                    <a:pt x="40004" y="68579"/>
                  </a:lnTo>
                  <a:lnTo>
                    <a:pt x="40004" y="52070"/>
                  </a:lnTo>
                  <a:lnTo>
                    <a:pt x="38100" y="68579"/>
                  </a:lnTo>
                </a:path>
                <a:path w="273050" h="88900">
                  <a:moveTo>
                    <a:pt x="56514" y="10795"/>
                  </a:moveTo>
                  <a:lnTo>
                    <a:pt x="56514" y="58420"/>
                  </a:lnTo>
                  <a:lnTo>
                    <a:pt x="59689" y="66040"/>
                  </a:lnTo>
                  <a:lnTo>
                    <a:pt x="64134" y="68579"/>
                  </a:lnTo>
                  <a:lnTo>
                    <a:pt x="70484" y="68579"/>
                  </a:lnTo>
                  <a:lnTo>
                    <a:pt x="76200" y="66040"/>
                  </a:lnTo>
                  <a:lnTo>
                    <a:pt x="78104" y="60959"/>
                  </a:lnTo>
                </a:path>
                <a:path w="273050" h="88900">
                  <a:moveTo>
                    <a:pt x="59689" y="10795"/>
                  </a:moveTo>
                  <a:lnTo>
                    <a:pt x="59689" y="58420"/>
                  </a:lnTo>
                  <a:lnTo>
                    <a:pt x="62864" y="66040"/>
                  </a:lnTo>
                  <a:lnTo>
                    <a:pt x="64134" y="68579"/>
                  </a:lnTo>
                </a:path>
                <a:path w="273050" h="88900">
                  <a:moveTo>
                    <a:pt x="48894" y="30479"/>
                  </a:moveTo>
                  <a:lnTo>
                    <a:pt x="70484" y="30479"/>
                  </a:lnTo>
                </a:path>
                <a:path w="273050" h="88900">
                  <a:moveTo>
                    <a:pt x="139064" y="0"/>
                  </a:moveTo>
                  <a:lnTo>
                    <a:pt x="90169" y="88900"/>
                  </a:lnTo>
                </a:path>
                <a:path w="273050" h="88900">
                  <a:moveTo>
                    <a:pt x="154304" y="22859"/>
                  </a:moveTo>
                  <a:lnTo>
                    <a:pt x="157479" y="24765"/>
                  </a:lnTo>
                  <a:lnTo>
                    <a:pt x="154304" y="27940"/>
                  </a:lnTo>
                  <a:lnTo>
                    <a:pt x="151129" y="24765"/>
                  </a:lnTo>
                  <a:lnTo>
                    <a:pt x="151129" y="22859"/>
                  </a:lnTo>
                  <a:lnTo>
                    <a:pt x="154304" y="17145"/>
                  </a:lnTo>
                  <a:lnTo>
                    <a:pt x="157479" y="13970"/>
                  </a:lnTo>
                  <a:lnTo>
                    <a:pt x="165100" y="10795"/>
                  </a:lnTo>
                  <a:lnTo>
                    <a:pt x="177164" y="10795"/>
                  </a:lnTo>
                  <a:lnTo>
                    <a:pt x="184785" y="13970"/>
                  </a:lnTo>
                  <a:lnTo>
                    <a:pt x="187960" y="20320"/>
                  </a:lnTo>
                  <a:lnTo>
                    <a:pt x="187960" y="27940"/>
                  </a:lnTo>
                  <a:lnTo>
                    <a:pt x="184785" y="33654"/>
                  </a:lnTo>
                  <a:lnTo>
                    <a:pt x="177164" y="36829"/>
                  </a:lnTo>
                  <a:lnTo>
                    <a:pt x="167639" y="36829"/>
                  </a:lnTo>
                </a:path>
                <a:path w="273050" h="88900">
                  <a:moveTo>
                    <a:pt x="177164" y="10795"/>
                  </a:moveTo>
                  <a:lnTo>
                    <a:pt x="181610" y="13970"/>
                  </a:lnTo>
                  <a:lnTo>
                    <a:pt x="184785" y="20320"/>
                  </a:lnTo>
                  <a:lnTo>
                    <a:pt x="184785" y="27940"/>
                  </a:lnTo>
                  <a:lnTo>
                    <a:pt x="181610" y="33654"/>
                  </a:lnTo>
                  <a:lnTo>
                    <a:pt x="177164" y="36829"/>
                  </a:lnTo>
                  <a:lnTo>
                    <a:pt x="181610" y="38100"/>
                  </a:lnTo>
                  <a:lnTo>
                    <a:pt x="187960" y="44450"/>
                  </a:lnTo>
                  <a:lnTo>
                    <a:pt x="190500" y="48895"/>
                  </a:lnTo>
                  <a:lnTo>
                    <a:pt x="190500" y="58420"/>
                  </a:lnTo>
                  <a:lnTo>
                    <a:pt x="187960" y="62865"/>
                  </a:lnTo>
                  <a:lnTo>
                    <a:pt x="184785" y="66040"/>
                  </a:lnTo>
                  <a:lnTo>
                    <a:pt x="177164" y="68579"/>
                  </a:lnTo>
                  <a:lnTo>
                    <a:pt x="165100" y="68579"/>
                  </a:lnTo>
                  <a:lnTo>
                    <a:pt x="157479" y="66040"/>
                  </a:lnTo>
                  <a:lnTo>
                    <a:pt x="154304" y="62865"/>
                  </a:lnTo>
                  <a:lnTo>
                    <a:pt x="151129" y="58420"/>
                  </a:lnTo>
                  <a:lnTo>
                    <a:pt x="151129" y="55245"/>
                  </a:lnTo>
                  <a:lnTo>
                    <a:pt x="154304" y="52070"/>
                  </a:lnTo>
                  <a:lnTo>
                    <a:pt x="157479" y="55245"/>
                  </a:lnTo>
                  <a:lnTo>
                    <a:pt x="154304" y="58420"/>
                  </a:lnTo>
                </a:path>
                <a:path w="273050" h="88900">
                  <a:moveTo>
                    <a:pt x="184785" y="41275"/>
                  </a:moveTo>
                  <a:lnTo>
                    <a:pt x="187960" y="48895"/>
                  </a:lnTo>
                  <a:lnTo>
                    <a:pt x="187960" y="58420"/>
                  </a:lnTo>
                  <a:lnTo>
                    <a:pt x="184785" y="62865"/>
                  </a:lnTo>
                  <a:lnTo>
                    <a:pt x="181610" y="66040"/>
                  </a:lnTo>
                  <a:lnTo>
                    <a:pt x="177164" y="6857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 descr=""/>
            <p:cNvSpPr/>
            <p:nvPr/>
          </p:nvSpPr>
          <p:spPr>
            <a:xfrm>
              <a:off x="3087992" y="2714002"/>
              <a:ext cx="358775" cy="237490"/>
            </a:xfrm>
            <a:custGeom>
              <a:avLst/>
              <a:gdLst/>
              <a:ahLst/>
              <a:cxnLst/>
              <a:rect l="l" t="t" r="r" b="b"/>
              <a:pathLst>
                <a:path w="358775" h="237489">
                  <a:moveTo>
                    <a:pt x="1282" y="635"/>
                  </a:moveTo>
                  <a:lnTo>
                    <a:pt x="1092" y="190"/>
                  </a:lnTo>
                  <a:lnTo>
                    <a:pt x="647" y="0"/>
                  </a:lnTo>
                  <a:lnTo>
                    <a:pt x="190" y="190"/>
                  </a:lnTo>
                  <a:lnTo>
                    <a:pt x="0" y="635"/>
                  </a:lnTo>
                  <a:lnTo>
                    <a:pt x="190" y="1092"/>
                  </a:lnTo>
                  <a:lnTo>
                    <a:pt x="647" y="1270"/>
                  </a:lnTo>
                  <a:lnTo>
                    <a:pt x="1092" y="1092"/>
                  </a:lnTo>
                  <a:lnTo>
                    <a:pt x="1282" y="635"/>
                  </a:lnTo>
                  <a:close/>
                </a:path>
                <a:path w="358775" h="237489">
                  <a:moveTo>
                    <a:pt x="358152" y="236855"/>
                  </a:moveTo>
                  <a:lnTo>
                    <a:pt x="357962" y="236410"/>
                  </a:lnTo>
                  <a:lnTo>
                    <a:pt x="357517" y="236220"/>
                  </a:lnTo>
                  <a:lnTo>
                    <a:pt x="357060" y="236410"/>
                  </a:lnTo>
                  <a:lnTo>
                    <a:pt x="356882" y="236855"/>
                  </a:lnTo>
                  <a:lnTo>
                    <a:pt x="357060" y="237312"/>
                  </a:lnTo>
                  <a:lnTo>
                    <a:pt x="357517" y="237490"/>
                  </a:lnTo>
                  <a:lnTo>
                    <a:pt x="357962" y="237312"/>
                  </a:lnTo>
                  <a:lnTo>
                    <a:pt x="358152" y="236855"/>
                  </a:lnTo>
                  <a:close/>
                </a:path>
                <a:path w="358775" h="237489">
                  <a:moveTo>
                    <a:pt x="358152" y="12700"/>
                  </a:moveTo>
                  <a:lnTo>
                    <a:pt x="357962" y="12255"/>
                  </a:lnTo>
                  <a:lnTo>
                    <a:pt x="357517" y="12077"/>
                  </a:lnTo>
                  <a:lnTo>
                    <a:pt x="357060" y="12255"/>
                  </a:lnTo>
                  <a:lnTo>
                    <a:pt x="356882" y="12700"/>
                  </a:lnTo>
                  <a:lnTo>
                    <a:pt x="357060" y="13157"/>
                  </a:lnTo>
                  <a:lnTo>
                    <a:pt x="357517" y="13335"/>
                  </a:lnTo>
                  <a:lnTo>
                    <a:pt x="357962" y="13157"/>
                  </a:lnTo>
                  <a:lnTo>
                    <a:pt x="358152" y="127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 descr=""/>
            <p:cNvSpPr/>
            <p:nvPr/>
          </p:nvSpPr>
          <p:spPr>
            <a:xfrm>
              <a:off x="4307840" y="2950857"/>
              <a:ext cx="270510" cy="0"/>
            </a:xfrm>
            <a:custGeom>
              <a:avLst/>
              <a:gdLst/>
              <a:ahLst/>
              <a:cxnLst/>
              <a:rect l="l" t="t" r="r" b="b"/>
              <a:pathLst>
                <a:path w="270510" h="0">
                  <a:moveTo>
                    <a:pt x="270510" y="0"/>
                  </a:moveTo>
                  <a:lnTo>
                    <a:pt x="247014" y="0"/>
                  </a:lnTo>
                </a:path>
                <a:path w="270510" h="0">
                  <a:moveTo>
                    <a:pt x="0" y="0"/>
                  </a:moveTo>
                  <a:lnTo>
                    <a:pt x="2158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 descr=""/>
            <p:cNvSpPr/>
            <p:nvPr/>
          </p:nvSpPr>
          <p:spPr>
            <a:xfrm>
              <a:off x="4578350" y="2945142"/>
              <a:ext cx="42545" cy="13335"/>
            </a:xfrm>
            <a:custGeom>
              <a:avLst/>
              <a:gdLst/>
              <a:ahLst/>
              <a:cxnLst/>
              <a:rect l="l" t="t" r="r" b="b"/>
              <a:pathLst>
                <a:path w="42545" h="13335">
                  <a:moveTo>
                    <a:pt x="0" y="0"/>
                  </a:moveTo>
                  <a:lnTo>
                    <a:pt x="0" y="13335"/>
                  </a:lnTo>
                  <a:lnTo>
                    <a:pt x="42545" y="57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 descr=""/>
            <p:cNvSpPr/>
            <p:nvPr/>
          </p:nvSpPr>
          <p:spPr>
            <a:xfrm>
              <a:off x="4578350" y="2945142"/>
              <a:ext cx="42545" cy="13335"/>
            </a:xfrm>
            <a:custGeom>
              <a:avLst/>
              <a:gdLst/>
              <a:ahLst/>
              <a:cxnLst/>
              <a:rect l="l" t="t" r="r" b="b"/>
              <a:pathLst>
                <a:path w="42545" h="13335">
                  <a:moveTo>
                    <a:pt x="0" y="0"/>
                  </a:moveTo>
                  <a:lnTo>
                    <a:pt x="0" y="13335"/>
                  </a:lnTo>
                  <a:lnTo>
                    <a:pt x="42545" y="5715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 descr=""/>
            <p:cNvSpPr/>
            <p:nvPr/>
          </p:nvSpPr>
          <p:spPr>
            <a:xfrm>
              <a:off x="4264025" y="2945142"/>
              <a:ext cx="43815" cy="13335"/>
            </a:xfrm>
            <a:custGeom>
              <a:avLst/>
              <a:gdLst/>
              <a:ahLst/>
              <a:cxnLst/>
              <a:rect l="l" t="t" r="r" b="b"/>
              <a:pathLst>
                <a:path w="43814" h="13335">
                  <a:moveTo>
                    <a:pt x="43814" y="0"/>
                  </a:moveTo>
                  <a:lnTo>
                    <a:pt x="0" y="5715"/>
                  </a:lnTo>
                  <a:lnTo>
                    <a:pt x="43814" y="13335"/>
                  </a:lnTo>
                  <a:lnTo>
                    <a:pt x="4381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 descr=""/>
            <p:cNvSpPr/>
            <p:nvPr/>
          </p:nvSpPr>
          <p:spPr>
            <a:xfrm>
              <a:off x="4264025" y="2901962"/>
              <a:ext cx="274320" cy="88900"/>
            </a:xfrm>
            <a:custGeom>
              <a:avLst/>
              <a:gdLst/>
              <a:ahLst/>
              <a:cxnLst/>
              <a:rect l="l" t="t" r="r" b="b"/>
              <a:pathLst>
                <a:path w="274320" h="88900">
                  <a:moveTo>
                    <a:pt x="43814" y="43179"/>
                  </a:moveTo>
                  <a:lnTo>
                    <a:pt x="43814" y="56515"/>
                  </a:lnTo>
                  <a:lnTo>
                    <a:pt x="0" y="48895"/>
                  </a:lnTo>
                  <a:lnTo>
                    <a:pt x="43814" y="43179"/>
                  </a:lnTo>
                  <a:close/>
                </a:path>
                <a:path w="274320" h="88900">
                  <a:moveTo>
                    <a:pt x="91439" y="10795"/>
                  </a:moveTo>
                  <a:lnTo>
                    <a:pt x="91439" y="68579"/>
                  </a:lnTo>
                </a:path>
                <a:path w="274320" h="88900">
                  <a:moveTo>
                    <a:pt x="94614" y="10795"/>
                  </a:moveTo>
                  <a:lnTo>
                    <a:pt x="94614" y="68579"/>
                  </a:lnTo>
                </a:path>
                <a:path w="274320" h="88900">
                  <a:moveTo>
                    <a:pt x="83820" y="10795"/>
                  </a:moveTo>
                  <a:lnTo>
                    <a:pt x="102235" y="10795"/>
                  </a:lnTo>
                </a:path>
                <a:path w="274320" h="88900">
                  <a:moveTo>
                    <a:pt x="83820" y="68579"/>
                  </a:moveTo>
                  <a:lnTo>
                    <a:pt x="123189" y="68579"/>
                  </a:lnTo>
                  <a:lnTo>
                    <a:pt x="123189" y="52070"/>
                  </a:lnTo>
                  <a:lnTo>
                    <a:pt x="121920" y="68579"/>
                  </a:lnTo>
                </a:path>
                <a:path w="274320" h="88900">
                  <a:moveTo>
                    <a:pt x="140335" y="10795"/>
                  </a:moveTo>
                  <a:lnTo>
                    <a:pt x="140335" y="58420"/>
                  </a:lnTo>
                  <a:lnTo>
                    <a:pt x="142875" y="66040"/>
                  </a:lnTo>
                  <a:lnTo>
                    <a:pt x="149225" y="68579"/>
                  </a:lnTo>
                  <a:lnTo>
                    <a:pt x="153670" y="68579"/>
                  </a:lnTo>
                  <a:lnTo>
                    <a:pt x="160020" y="66040"/>
                  </a:lnTo>
                  <a:lnTo>
                    <a:pt x="163195" y="60959"/>
                  </a:lnTo>
                </a:path>
                <a:path w="274320" h="88900">
                  <a:moveTo>
                    <a:pt x="142875" y="10795"/>
                  </a:moveTo>
                  <a:lnTo>
                    <a:pt x="142875" y="58420"/>
                  </a:lnTo>
                  <a:lnTo>
                    <a:pt x="146050" y="66040"/>
                  </a:lnTo>
                  <a:lnTo>
                    <a:pt x="149225" y="68579"/>
                  </a:lnTo>
                </a:path>
                <a:path w="274320" h="88900">
                  <a:moveTo>
                    <a:pt x="132714" y="30479"/>
                  </a:moveTo>
                  <a:lnTo>
                    <a:pt x="153670" y="30479"/>
                  </a:lnTo>
                </a:path>
                <a:path w="274320" h="88900">
                  <a:moveTo>
                    <a:pt x="222250" y="0"/>
                  </a:moveTo>
                  <a:lnTo>
                    <a:pt x="173354" y="88900"/>
                  </a:lnTo>
                </a:path>
                <a:path w="274320" h="88900">
                  <a:moveTo>
                    <a:pt x="237489" y="22859"/>
                  </a:moveTo>
                  <a:lnTo>
                    <a:pt x="240664" y="24765"/>
                  </a:lnTo>
                  <a:lnTo>
                    <a:pt x="237489" y="27940"/>
                  </a:lnTo>
                  <a:lnTo>
                    <a:pt x="236220" y="24765"/>
                  </a:lnTo>
                  <a:lnTo>
                    <a:pt x="236220" y="22859"/>
                  </a:lnTo>
                  <a:lnTo>
                    <a:pt x="237489" y="17145"/>
                  </a:lnTo>
                  <a:lnTo>
                    <a:pt x="240664" y="13970"/>
                  </a:lnTo>
                  <a:lnTo>
                    <a:pt x="249554" y="10795"/>
                  </a:lnTo>
                  <a:lnTo>
                    <a:pt x="260350" y="10795"/>
                  </a:lnTo>
                  <a:lnTo>
                    <a:pt x="267970" y="13970"/>
                  </a:lnTo>
                  <a:lnTo>
                    <a:pt x="271145" y="20320"/>
                  </a:lnTo>
                  <a:lnTo>
                    <a:pt x="271145" y="27940"/>
                  </a:lnTo>
                  <a:lnTo>
                    <a:pt x="267970" y="33654"/>
                  </a:lnTo>
                  <a:lnTo>
                    <a:pt x="260350" y="36829"/>
                  </a:lnTo>
                  <a:lnTo>
                    <a:pt x="251460" y="36829"/>
                  </a:lnTo>
                </a:path>
                <a:path w="274320" h="88900">
                  <a:moveTo>
                    <a:pt x="260350" y="10795"/>
                  </a:moveTo>
                  <a:lnTo>
                    <a:pt x="264795" y="13970"/>
                  </a:lnTo>
                  <a:lnTo>
                    <a:pt x="267970" y="20320"/>
                  </a:lnTo>
                  <a:lnTo>
                    <a:pt x="267970" y="27940"/>
                  </a:lnTo>
                  <a:lnTo>
                    <a:pt x="264795" y="33654"/>
                  </a:lnTo>
                  <a:lnTo>
                    <a:pt x="260350" y="36829"/>
                  </a:lnTo>
                  <a:lnTo>
                    <a:pt x="264795" y="38100"/>
                  </a:lnTo>
                  <a:lnTo>
                    <a:pt x="271145" y="44450"/>
                  </a:lnTo>
                  <a:lnTo>
                    <a:pt x="274320" y="48895"/>
                  </a:lnTo>
                  <a:lnTo>
                    <a:pt x="274320" y="58420"/>
                  </a:lnTo>
                  <a:lnTo>
                    <a:pt x="271145" y="62865"/>
                  </a:lnTo>
                  <a:lnTo>
                    <a:pt x="267970" y="66040"/>
                  </a:lnTo>
                  <a:lnTo>
                    <a:pt x="260350" y="68579"/>
                  </a:lnTo>
                  <a:lnTo>
                    <a:pt x="249554" y="68579"/>
                  </a:lnTo>
                  <a:lnTo>
                    <a:pt x="240664" y="66040"/>
                  </a:lnTo>
                  <a:lnTo>
                    <a:pt x="237489" y="62865"/>
                  </a:lnTo>
                  <a:lnTo>
                    <a:pt x="236220" y="58420"/>
                  </a:lnTo>
                  <a:lnTo>
                    <a:pt x="236220" y="55245"/>
                  </a:lnTo>
                  <a:lnTo>
                    <a:pt x="237489" y="52070"/>
                  </a:lnTo>
                  <a:lnTo>
                    <a:pt x="240664" y="55245"/>
                  </a:lnTo>
                  <a:lnTo>
                    <a:pt x="237489" y="58420"/>
                  </a:lnTo>
                </a:path>
                <a:path w="274320" h="88900">
                  <a:moveTo>
                    <a:pt x="267970" y="41275"/>
                  </a:moveTo>
                  <a:lnTo>
                    <a:pt x="271145" y="48895"/>
                  </a:lnTo>
                  <a:lnTo>
                    <a:pt x="271145" y="58420"/>
                  </a:lnTo>
                  <a:lnTo>
                    <a:pt x="267970" y="62865"/>
                  </a:lnTo>
                  <a:lnTo>
                    <a:pt x="264795" y="66040"/>
                  </a:lnTo>
                  <a:lnTo>
                    <a:pt x="260350" y="6857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 descr=""/>
            <p:cNvSpPr/>
            <p:nvPr/>
          </p:nvSpPr>
          <p:spPr>
            <a:xfrm>
              <a:off x="4263390" y="2714002"/>
              <a:ext cx="357505" cy="237490"/>
            </a:xfrm>
            <a:custGeom>
              <a:avLst/>
              <a:gdLst/>
              <a:ahLst/>
              <a:cxnLst/>
              <a:rect l="l" t="t" r="r" b="b"/>
              <a:pathLst>
                <a:path w="357504" h="237489">
                  <a:moveTo>
                    <a:pt x="1270" y="236855"/>
                  </a:moveTo>
                  <a:lnTo>
                    <a:pt x="1079" y="236410"/>
                  </a:lnTo>
                  <a:lnTo>
                    <a:pt x="635" y="236220"/>
                  </a:lnTo>
                  <a:lnTo>
                    <a:pt x="177" y="236410"/>
                  </a:lnTo>
                  <a:lnTo>
                    <a:pt x="0" y="236855"/>
                  </a:lnTo>
                  <a:lnTo>
                    <a:pt x="177" y="237312"/>
                  </a:lnTo>
                  <a:lnTo>
                    <a:pt x="635" y="237490"/>
                  </a:lnTo>
                  <a:lnTo>
                    <a:pt x="1079" y="237312"/>
                  </a:lnTo>
                  <a:lnTo>
                    <a:pt x="1270" y="236855"/>
                  </a:lnTo>
                  <a:close/>
                </a:path>
                <a:path w="357504" h="237489">
                  <a:moveTo>
                    <a:pt x="1270" y="12700"/>
                  </a:moveTo>
                  <a:lnTo>
                    <a:pt x="1079" y="12255"/>
                  </a:lnTo>
                  <a:lnTo>
                    <a:pt x="635" y="12077"/>
                  </a:lnTo>
                  <a:lnTo>
                    <a:pt x="177" y="12255"/>
                  </a:lnTo>
                  <a:lnTo>
                    <a:pt x="0" y="12700"/>
                  </a:lnTo>
                  <a:lnTo>
                    <a:pt x="177" y="13157"/>
                  </a:lnTo>
                  <a:lnTo>
                    <a:pt x="635" y="13335"/>
                  </a:lnTo>
                  <a:lnTo>
                    <a:pt x="1079" y="13157"/>
                  </a:lnTo>
                  <a:lnTo>
                    <a:pt x="1270" y="12700"/>
                  </a:lnTo>
                  <a:close/>
                </a:path>
                <a:path w="357504" h="237489">
                  <a:moveTo>
                    <a:pt x="357505" y="635"/>
                  </a:moveTo>
                  <a:lnTo>
                    <a:pt x="357314" y="190"/>
                  </a:lnTo>
                  <a:lnTo>
                    <a:pt x="356870" y="0"/>
                  </a:lnTo>
                  <a:lnTo>
                    <a:pt x="356412" y="190"/>
                  </a:lnTo>
                  <a:lnTo>
                    <a:pt x="356235" y="635"/>
                  </a:lnTo>
                  <a:lnTo>
                    <a:pt x="356412" y="1092"/>
                  </a:lnTo>
                  <a:lnTo>
                    <a:pt x="356870" y="1270"/>
                  </a:lnTo>
                  <a:lnTo>
                    <a:pt x="357314" y="1092"/>
                  </a:lnTo>
                  <a:lnTo>
                    <a:pt x="357505" y="63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 descr=""/>
            <p:cNvSpPr/>
            <p:nvPr/>
          </p:nvSpPr>
          <p:spPr>
            <a:xfrm>
              <a:off x="3381375" y="1812937"/>
              <a:ext cx="1238885" cy="1343660"/>
            </a:xfrm>
            <a:custGeom>
              <a:avLst/>
              <a:gdLst/>
              <a:ahLst/>
              <a:cxnLst/>
              <a:rect l="l" t="t" r="r" b="b"/>
              <a:pathLst>
                <a:path w="1238885" h="1343660">
                  <a:moveTo>
                    <a:pt x="1238885" y="1343659"/>
                  </a:moveTo>
                  <a:lnTo>
                    <a:pt x="1238885" y="1315084"/>
                  </a:lnTo>
                </a:path>
                <a:path w="1238885" h="1343660">
                  <a:moveTo>
                    <a:pt x="0" y="0"/>
                  </a:moveTo>
                  <a:lnTo>
                    <a:pt x="0" y="1270"/>
                  </a:lnTo>
                </a:path>
                <a:path w="1238885" h="1343660">
                  <a:moveTo>
                    <a:pt x="0" y="1270"/>
                  </a:moveTo>
                  <a:lnTo>
                    <a:pt x="0" y="2540"/>
                  </a:lnTo>
                </a:path>
                <a:path w="1238885" h="1343660">
                  <a:moveTo>
                    <a:pt x="0" y="3175"/>
                  </a:moveTo>
                  <a:lnTo>
                    <a:pt x="0" y="4445"/>
                  </a:lnTo>
                </a:path>
                <a:path w="1238885" h="1343660">
                  <a:moveTo>
                    <a:pt x="0" y="5079"/>
                  </a:moveTo>
                  <a:lnTo>
                    <a:pt x="0" y="6350"/>
                  </a:lnTo>
                </a:path>
                <a:path w="1238885" h="1343660">
                  <a:moveTo>
                    <a:pt x="0" y="6984"/>
                  </a:moveTo>
                  <a:lnTo>
                    <a:pt x="0" y="8254"/>
                  </a:lnTo>
                </a:path>
                <a:path w="1238885" h="1343660">
                  <a:moveTo>
                    <a:pt x="0" y="8890"/>
                  </a:moveTo>
                  <a:lnTo>
                    <a:pt x="0" y="10159"/>
                  </a:lnTo>
                </a:path>
                <a:path w="1238885" h="1343660">
                  <a:moveTo>
                    <a:pt x="0" y="10159"/>
                  </a:moveTo>
                  <a:lnTo>
                    <a:pt x="0" y="11429"/>
                  </a:lnTo>
                </a:path>
                <a:path w="1238885" h="1343660">
                  <a:moveTo>
                    <a:pt x="0" y="12065"/>
                  </a:moveTo>
                  <a:lnTo>
                    <a:pt x="0" y="13334"/>
                  </a:lnTo>
                </a:path>
                <a:path w="1238885" h="1343660">
                  <a:moveTo>
                    <a:pt x="0" y="13970"/>
                  </a:moveTo>
                  <a:lnTo>
                    <a:pt x="0" y="15240"/>
                  </a:lnTo>
                </a:path>
                <a:path w="1238885" h="1343660">
                  <a:moveTo>
                    <a:pt x="0" y="15875"/>
                  </a:moveTo>
                  <a:lnTo>
                    <a:pt x="0" y="17145"/>
                  </a:lnTo>
                </a:path>
                <a:path w="1238885" h="1343660">
                  <a:moveTo>
                    <a:pt x="0" y="17779"/>
                  </a:moveTo>
                  <a:lnTo>
                    <a:pt x="0" y="19050"/>
                  </a:lnTo>
                </a:path>
                <a:path w="1238885" h="1343660">
                  <a:moveTo>
                    <a:pt x="0" y="19050"/>
                  </a:moveTo>
                  <a:lnTo>
                    <a:pt x="0" y="20320"/>
                  </a:lnTo>
                </a:path>
                <a:path w="1238885" h="1343660">
                  <a:moveTo>
                    <a:pt x="0" y="20954"/>
                  </a:moveTo>
                  <a:lnTo>
                    <a:pt x="0" y="22225"/>
                  </a:lnTo>
                </a:path>
                <a:path w="1238885" h="1343660">
                  <a:moveTo>
                    <a:pt x="0" y="22859"/>
                  </a:moveTo>
                  <a:lnTo>
                    <a:pt x="0" y="24129"/>
                  </a:lnTo>
                </a:path>
                <a:path w="1238885" h="1343660">
                  <a:moveTo>
                    <a:pt x="0" y="24765"/>
                  </a:moveTo>
                  <a:lnTo>
                    <a:pt x="0" y="26034"/>
                  </a:lnTo>
                </a:path>
                <a:path w="1238885" h="1343660">
                  <a:moveTo>
                    <a:pt x="0" y="26670"/>
                  </a:moveTo>
                  <a:lnTo>
                    <a:pt x="0" y="27940"/>
                  </a:lnTo>
                </a:path>
                <a:path w="1238885" h="1343660">
                  <a:moveTo>
                    <a:pt x="0" y="27940"/>
                  </a:moveTo>
                  <a:lnTo>
                    <a:pt x="0" y="29209"/>
                  </a:lnTo>
                </a:path>
                <a:path w="1238885" h="1343660">
                  <a:moveTo>
                    <a:pt x="0" y="29845"/>
                  </a:moveTo>
                  <a:lnTo>
                    <a:pt x="0" y="31115"/>
                  </a:lnTo>
                </a:path>
                <a:path w="1238885" h="1343660">
                  <a:moveTo>
                    <a:pt x="0" y="31750"/>
                  </a:moveTo>
                  <a:lnTo>
                    <a:pt x="0" y="33020"/>
                  </a:lnTo>
                </a:path>
                <a:path w="1238885" h="1343660">
                  <a:moveTo>
                    <a:pt x="0" y="33654"/>
                  </a:moveTo>
                  <a:lnTo>
                    <a:pt x="0" y="34925"/>
                  </a:lnTo>
                </a:path>
                <a:path w="1238885" h="1343660">
                  <a:moveTo>
                    <a:pt x="0" y="35559"/>
                  </a:moveTo>
                  <a:lnTo>
                    <a:pt x="0" y="36829"/>
                  </a:lnTo>
                </a:path>
                <a:path w="1238885" h="1343660">
                  <a:moveTo>
                    <a:pt x="0" y="36829"/>
                  </a:moveTo>
                  <a:lnTo>
                    <a:pt x="0" y="38100"/>
                  </a:lnTo>
                </a:path>
                <a:path w="1238885" h="1343660">
                  <a:moveTo>
                    <a:pt x="0" y="38734"/>
                  </a:moveTo>
                  <a:lnTo>
                    <a:pt x="0" y="40004"/>
                  </a:lnTo>
                </a:path>
                <a:path w="1238885" h="1343660">
                  <a:moveTo>
                    <a:pt x="0" y="40640"/>
                  </a:moveTo>
                  <a:lnTo>
                    <a:pt x="0" y="41909"/>
                  </a:lnTo>
                </a:path>
                <a:path w="1238885" h="1343660">
                  <a:moveTo>
                    <a:pt x="0" y="42545"/>
                  </a:moveTo>
                  <a:lnTo>
                    <a:pt x="0" y="43815"/>
                  </a:lnTo>
                </a:path>
                <a:path w="1238885" h="1343660">
                  <a:moveTo>
                    <a:pt x="0" y="44450"/>
                  </a:moveTo>
                  <a:lnTo>
                    <a:pt x="0" y="45720"/>
                  </a:lnTo>
                </a:path>
                <a:path w="1238885" h="1343660">
                  <a:moveTo>
                    <a:pt x="0" y="45720"/>
                  </a:moveTo>
                  <a:lnTo>
                    <a:pt x="0" y="46990"/>
                  </a:lnTo>
                </a:path>
                <a:path w="1238885" h="1343660">
                  <a:moveTo>
                    <a:pt x="0" y="47625"/>
                  </a:moveTo>
                  <a:lnTo>
                    <a:pt x="0" y="48895"/>
                  </a:lnTo>
                </a:path>
                <a:path w="1238885" h="1343660">
                  <a:moveTo>
                    <a:pt x="0" y="49529"/>
                  </a:moveTo>
                  <a:lnTo>
                    <a:pt x="0" y="50800"/>
                  </a:lnTo>
                </a:path>
                <a:path w="1238885" h="1343660">
                  <a:moveTo>
                    <a:pt x="0" y="51434"/>
                  </a:moveTo>
                  <a:lnTo>
                    <a:pt x="0" y="52704"/>
                  </a:lnTo>
                </a:path>
                <a:path w="1238885" h="1343660">
                  <a:moveTo>
                    <a:pt x="0" y="53340"/>
                  </a:moveTo>
                  <a:lnTo>
                    <a:pt x="0" y="54609"/>
                  </a:lnTo>
                </a:path>
                <a:path w="1238885" h="1343660">
                  <a:moveTo>
                    <a:pt x="0" y="54609"/>
                  </a:moveTo>
                  <a:lnTo>
                    <a:pt x="0" y="55879"/>
                  </a:lnTo>
                </a:path>
                <a:path w="1238885" h="1343660">
                  <a:moveTo>
                    <a:pt x="0" y="56515"/>
                  </a:moveTo>
                  <a:lnTo>
                    <a:pt x="0" y="57784"/>
                  </a:lnTo>
                </a:path>
                <a:path w="1238885" h="1343660">
                  <a:moveTo>
                    <a:pt x="0" y="58420"/>
                  </a:moveTo>
                  <a:lnTo>
                    <a:pt x="0" y="59690"/>
                  </a:lnTo>
                </a:path>
                <a:path w="1238885" h="1343660">
                  <a:moveTo>
                    <a:pt x="0" y="60325"/>
                  </a:moveTo>
                  <a:lnTo>
                    <a:pt x="0" y="61595"/>
                  </a:lnTo>
                </a:path>
                <a:path w="1238885" h="1343660">
                  <a:moveTo>
                    <a:pt x="0" y="62229"/>
                  </a:moveTo>
                  <a:lnTo>
                    <a:pt x="0" y="63500"/>
                  </a:lnTo>
                </a:path>
                <a:path w="1238885" h="1343660">
                  <a:moveTo>
                    <a:pt x="0" y="63500"/>
                  </a:moveTo>
                  <a:lnTo>
                    <a:pt x="0" y="64770"/>
                  </a:lnTo>
                </a:path>
                <a:path w="1238885" h="1343660">
                  <a:moveTo>
                    <a:pt x="0" y="65404"/>
                  </a:moveTo>
                  <a:lnTo>
                    <a:pt x="0" y="66675"/>
                  </a:lnTo>
                </a:path>
                <a:path w="1238885" h="1343660">
                  <a:moveTo>
                    <a:pt x="0" y="67309"/>
                  </a:moveTo>
                  <a:lnTo>
                    <a:pt x="0" y="68579"/>
                  </a:lnTo>
                </a:path>
                <a:path w="1238885" h="1343660">
                  <a:moveTo>
                    <a:pt x="0" y="69215"/>
                  </a:moveTo>
                  <a:lnTo>
                    <a:pt x="0" y="70484"/>
                  </a:lnTo>
                </a:path>
                <a:path w="1238885" h="1343660">
                  <a:moveTo>
                    <a:pt x="0" y="71120"/>
                  </a:moveTo>
                  <a:lnTo>
                    <a:pt x="0" y="72390"/>
                  </a:lnTo>
                </a:path>
                <a:path w="1238885" h="1343660">
                  <a:moveTo>
                    <a:pt x="0" y="72390"/>
                  </a:moveTo>
                  <a:lnTo>
                    <a:pt x="0" y="73659"/>
                  </a:lnTo>
                </a:path>
                <a:path w="1238885" h="1343660">
                  <a:moveTo>
                    <a:pt x="0" y="74295"/>
                  </a:moveTo>
                  <a:lnTo>
                    <a:pt x="0" y="75565"/>
                  </a:lnTo>
                </a:path>
                <a:path w="1238885" h="1343660">
                  <a:moveTo>
                    <a:pt x="0" y="76200"/>
                  </a:moveTo>
                  <a:lnTo>
                    <a:pt x="0" y="77470"/>
                  </a:lnTo>
                </a:path>
                <a:path w="1238885" h="1343660">
                  <a:moveTo>
                    <a:pt x="0" y="78104"/>
                  </a:moveTo>
                  <a:lnTo>
                    <a:pt x="0" y="79375"/>
                  </a:lnTo>
                </a:path>
                <a:path w="1238885" h="1343660">
                  <a:moveTo>
                    <a:pt x="0" y="80009"/>
                  </a:moveTo>
                  <a:lnTo>
                    <a:pt x="0" y="81279"/>
                  </a:lnTo>
                </a:path>
                <a:path w="1238885" h="1343660">
                  <a:moveTo>
                    <a:pt x="0" y="81279"/>
                  </a:moveTo>
                  <a:lnTo>
                    <a:pt x="0" y="82550"/>
                  </a:lnTo>
                </a:path>
                <a:path w="1238885" h="1343660">
                  <a:moveTo>
                    <a:pt x="0" y="83184"/>
                  </a:moveTo>
                  <a:lnTo>
                    <a:pt x="0" y="84454"/>
                  </a:lnTo>
                </a:path>
                <a:path w="1238885" h="1343660">
                  <a:moveTo>
                    <a:pt x="0" y="85090"/>
                  </a:moveTo>
                  <a:lnTo>
                    <a:pt x="0" y="86359"/>
                  </a:lnTo>
                </a:path>
                <a:path w="1238885" h="1343660">
                  <a:moveTo>
                    <a:pt x="0" y="86995"/>
                  </a:moveTo>
                  <a:lnTo>
                    <a:pt x="0" y="88265"/>
                  </a:lnTo>
                </a:path>
                <a:path w="1238885" h="1343660">
                  <a:moveTo>
                    <a:pt x="0" y="88900"/>
                  </a:moveTo>
                  <a:lnTo>
                    <a:pt x="0" y="90170"/>
                  </a:lnTo>
                </a:path>
                <a:path w="1238885" h="1343660">
                  <a:moveTo>
                    <a:pt x="0" y="90170"/>
                  </a:moveTo>
                  <a:lnTo>
                    <a:pt x="0" y="91440"/>
                  </a:lnTo>
                </a:path>
                <a:path w="1238885" h="1343660">
                  <a:moveTo>
                    <a:pt x="0" y="92075"/>
                  </a:moveTo>
                  <a:lnTo>
                    <a:pt x="0" y="93345"/>
                  </a:lnTo>
                </a:path>
                <a:path w="1238885" h="1343660">
                  <a:moveTo>
                    <a:pt x="0" y="93979"/>
                  </a:moveTo>
                  <a:lnTo>
                    <a:pt x="0" y="95250"/>
                  </a:lnTo>
                </a:path>
                <a:path w="1238885" h="1343660">
                  <a:moveTo>
                    <a:pt x="0" y="95884"/>
                  </a:moveTo>
                  <a:lnTo>
                    <a:pt x="0" y="97154"/>
                  </a:lnTo>
                </a:path>
                <a:path w="1238885" h="1343660">
                  <a:moveTo>
                    <a:pt x="0" y="97790"/>
                  </a:moveTo>
                  <a:lnTo>
                    <a:pt x="0" y="99059"/>
                  </a:lnTo>
                </a:path>
                <a:path w="1238885" h="1343660">
                  <a:moveTo>
                    <a:pt x="0" y="99059"/>
                  </a:moveTo>
                  <a:lnTo>
                    <a:pt x="0" y="100329"/>
                  </a:lnTo>
                </a:path>
                <a:path w="1238885" h="1343660">
                  <a:moveTo>
                    <a:pt x="0" y="100965"/>
                  </a:moveTo>
                  <a:lnTo>
                    <a:pt x="0" y="102234"/>
                  </a:lnTo>
                </a:path>
                <a:path w="1238885" h="1343660">
                  <a:moveTo>
                    <a:pt x="0" y="102870"/>
                  </a:moveTo>
                  <a:lnTo>
                    <a:pt x="0" y="104140"/>
                  </a:lnTo>
                </a:path>
                <a:path w="1238885" h="1343660">
                  <a:moveTo>
                    <a:pt x="0" y="104775"/>
                  </a:moveTo>
                  <a:lnTo>
                    <a:pt x="0" y="106045"/>
                  </a:lnTo>
                </a:path>
                <a:path w="1238885" h="1343660">
                  <a:moveTo>
                    <a:pt x="0" y="106679"/>
                  </a:moveTo>
                  <a:lnTo>
                    <a:pt x="0" y="107950"/>
                  </a:lnTo>
                </a:path>
                <a:path w="1238885" h="1343660">
                  <a:moveTo>
                    <a:pt x="0" y="107950"/>
                  </a:moveTo>
                  <a:lnTo>
                    <a:pt x="0" y="109220"/>
                  </a:lnTo>
                </a:path>
                <a:path w="1238885" h="1343660">
                  <a:moveTo>
                    <a:pt x="0" y="109854"/>
                  </a:moveTo>
                  <a:lnTo>
                    <a:pt x="0" y="111125"/>
                  </a:lnTo>
                </a:path>
                <a:path w="1238885" h="1343660">
                  <a:moveTo>
                    <a:pt x="0" y="111759"/>
                  </a:moveTo>
                  <a:lnTo>
                    <a:pt x="0" y="113029"/>
                  </a:lnTo>
                </a:path>
                <a:path w="1238885" h="1343660">
                  <a:moveTo>
                    <a:pt x="0" y="113665"/>
                  </a:moveTo>
                  <a:lnTo>
                    <a:pt x="0" y="114934"/>
                  </a:lnTo>
                </a:path>
                <a:path w="1238885" h="1343660">
                  <a:moveTo>
                    <a:pt x="0" y="115570"/>
                  </a:moveTo>
                  <a:lnTo>
                    <a:pt x="0" y="116840"/>
                  </a:lnTo>
                </a:path>
                <a:path w="1238885" h="1343660">
                  <a:moveTo>
                    <a:pt x="0" y="116840"/>
                  </a:moveTo>
                  <a:lnTo>
                    <a:pt x="0" y="118109"/>
                  </a:lnTo>
                </a:path>
                <a:path w="1238885" h="1343660">
                  <a:moveTo>
                    <a:pt x="0" y="118745"/>
                  </a:moveTo>
                  <a:lnTo>
                    <a:pt x="0" y="120015"/>
                  </a:lnTo>
                </a:path>
                <a:path w="1238885" h="1343660">
                  <a:moveTo>
                    <a:pt x="0" y="120650"/>
                  </a:moveTo>
                  <a:lnTo>
                    <a:pt x="0" y="121920"/>
                  </a:lnTo>
                </a:path>
                <a:path w="1238885" h="1343660">
                  <a:moveTo>
                    <a:pt x="0" y="122554"/>
                  </a:moveTo>
                  <a:lnTo>
                    <a:pt x="0" y="123825"/>
                  </a:lnTo>
                </a:path>
                <a:path w="1238885" h="1343660">
                  <a:moveTo>
                    <a:pt x="0" y="124459"/>
                  </a:moveTo>
                  <a:lnTo>
                    <a:pt x="0" y="125729"/>
                  </a:lnTo>
                </a:path>
                <a:path w="1238885" h="1343660">
                  <a:moveTo>
                    <a:pt x="0" y="125729"/>
                  </a:moveTo>
                  <a:lnTo>
                    <a:pt x="0" y="127000"/>
                  </a:lnTo>
                </a:path>
                <a:path w="1238885" h="1343660">
                  <a:moveTo>
                    <a:pt x="0" y="127634"/>
                  </a:moveTo>
                  <a:lnTo>
                    <a:pt x="0" y="128904"/>
                  </a:lnTo>
                </a:path>
                <a:path w="1238885" h="1343660">
                  <a:moveTo>
                    <a:pt x="0" y="129540"/>
                  </a:moveTo>
                  <a:lnTo>
                    <a:pt x="0" y="130809"/>
                  </a:lnTo>
                </a:path>
                <a:path w="1238885" h="1343660">
                  <a:moveTo>
                    <a:pt x="0" y="131445"/>
                  </a:moveTo>
                  <a:lnTo>
                    <a:pt x="0" y="132715"/>
                  </a:lnTo>
                </a:path>
                <a:path w="1238885" h="1343660">
                  <a:moveTo>
                    <a:pt x="0" y="133350"/>
                  </a:moveTo>
                  <a:lnTo>
                    <a:pt x="0" y="134620"/>
                  </a:lnTo>
                </a:path>
                <a:path w="1238885" h="1343660">
                  <a:moveTo>
                    <a:pt x="0" y="134620"/>
                  </a:moveTo>
                  <a:lnTo>
                    <a:pt x="0" y="135890"/>
                  </a:lnTo>
                </a:path>
                <a:path w="1238885" h="1343660">
                  <a:moveTo>
                    <a:pt x="0" y="136525"/>
                  </a:moveTo>
                  <a:lnTo>
                    <a:pt x="0" y="137795"/>
                  </a:lnTo>
                </a:path>
                <a:path w="1238885" h="1343660">
                  <a:moveTo>
                    <a:pt x="0" y="138429"/>
                  </a:moveTo>
                  <a:lnTo>
                    <a:pt x="0" y="139700"/>
                  </a:lnTo>
                </a:path>
                <a:path w="1238885" h="1343660">
                  <a:moveTo>
                    <a:pt x="0" y="140334"/>
                  </a:moveTo>
                  <a:lnTo>
                    <a:pt x="0" y="141604"/>
                  </a:lnTo>
                </a:path>
                <a:path w="1238885" h="1343660">
                  <a:moveTo>
                    <a:pt x="0" y="142240"/>
                  </a:moveTo>
                  <a:lnTo>
                    <a:pt x="0" y="143509"/>
                  </a:lnTo>
                </a:path>
                <a:path w="1238885" h="1343660">
                  <a:moveTo>
                    <a:pt x="0" y="143509"/>
                  </a:moveTo>
                  <a:lnTo>
                    <a:pt x="0" y="144779"/>
                  </a:lnTo>
                </a:path>
                <a:path w="1238885" h="1343660">
                  <a:moveTo>
                    <a:pt x="0" y="145415"/>
                  </a:moveTo>
                  <a:lnTo>
                    <a:pt x="0" y="146684"/>
                  </a:lnTo>
                </a:path>
                <a:path w="1238885" h="1343660">
                  <a:moveTo>
                    <a:pt x="0" y="147320"/>
                  </a:moveTo>
                  <a:lnTo>
                    <a:pt x="0" y="148590"/>
                  </a:lnTo>
                </a:path>
                <a:path w="1238885" h="1343660">
                  <a:moveTo>
                    <a:pt x="0" y="149225"/>
                  </a:moveTo>
                  <a:lnTo>
                    <a:pt x="0" y="150495"/>
                  </a:lnTo>
                </a:path>
                <a:path w="1238885" h="1343660">
                  <a:moveTo>
                    <a:pt x="0" y="151129"/>
                  </a:moveTo>
                  <a:lnTo>
                    <a:pt x="0" y="152400"/>
                  </a:lnTo>
                </a:path>
                <a:path w="1238885" h="1343660">
                  <a:moveTo>
                    <a:pt x="0" y="152400"/>
                  </a:moveTo>
                  <a:lnTo>
                    <a:pt x="0" y="153670"/>
                  </a:lnTo>
                </a:path>
                <a:path w="1238885" h="1343660">
                  <a:moveTo>
                    <a:pt x="0" y="154304"/>
                  </a:moveTo>
                  <a:lnTo>
                    <a:pt x="0" y="155575"/>
                  </a:lnTo>
                </a:path>
                <a:path w="1238885" h="1343660">
                  <a:moveTo>
                    <a:pt x="0" y="156209"/>
                  </a:moveTo>
                  <a:lnTo>
                    <a:pt x="0" y="157479"/>
                  </a:lnTo>
                </a:path>
                <a:path w="1238885" h="1343660">
                  <a:moveTo>
                    <a:pt x="0" y="158115"/>
                  </a:moveTo>
                  <a:lnTo>
                    <a:pt x="0" y="159384"/>
                  </a:lnTo>
                </a:path>
                <a:path w="1238885" h="1343660">
                  <a:moveTo>
                    <a:pt x="0" y="160020"/>
                  </a:moveTo>
                  <a:lnTo>
                    <a:pt x="0" y="161290"/>
                  </a:lnTo>
                </a:path>
                <a:path w="1238885" h="1343660">
                  <a:moveTo>
                    <a:pt x="0" y="161290"/>
                  </a:moveTo>
                  <a:lnTo>
                    <a:pt x="0" y="162559"/>
                  </a:lnTo>
                </a:path>
                <a:path w="1238885" h="1343660">
                  <a:moveTo>
                    <a:pt x="0" y="163195"/>
                  </a:moveTo>
                  <a:lnTo>
                    <a:pt x="0" y="164465"/>
                  </a:lnTo>
                </a:path>
                <a:path w="1238885" h="1343660">
                  <a:moveTo>
                    <a:pt x="0" y="165100"/>
                  </a:moveTo>
                  <a:lnTo>
                    <a:pt x="0" y="166370"/>
                  </a:lnTo>
                </a:path>
                <a:path w="1238885" h="1343660">
                  <a:moveTo>
                    <a:pt x="0" y="167004"/>
                  </a:moveTo>
                  <a:lnTo>
                    <a:pt x="0" y="168275"/>
                  </a:lnTo>
                </a:path>
                <a:path w="1238885" h="1343660">
                  <a:moveTo>
                    <a:pt x="0" y="168909"/>
                  </a:moveTo>
                  <a:lnTo>
                    <a:pt x="0" y="170179"/>
                  </a:lnTo>
                </a:path>
                <a:path w="1238885" h="1343660">
                  <a:moveTo>
                    <a:pt x="0" y="170179"/>
                  </a:moveTo>
                  <a:lnTo>
                    <a:pt x="0" y="171450"/>
                  </a:lnTo>
                </a:path>
                <a:path w="1238885" h="1343660">
                  <a:moveTo>
                    <a:pt x="0" y="172084"/>
                  </a:moveTo>
                  <a:lnTo>
                    <a:pt x="0" y="173354"/>
                  </a:lnTo>
                </a:path>
                <a:path w="1238885" h="1343660">
                  <a:moveTo>
                    <a:pt x="0" y="173990"/>
                  </a:moveTo>
                  <a:lnTo>
                    <a:pt x="0" y="175259"/>
                  </a:lnTo>
                </a:path>
                <a:path w="1238885" h="1343660">
                  <a:moveTo>
                    <a:pt x="0" y="175895"/>
                  </a:moveTo>
                  <a:lnTo>
                    <a:pt x="0" y="177165"/>
                  </a:lnTo>
                </a:path>
                <a:path w="1238885" h="1343660">
                  <a:moveTo>
                    <a:pt x="0" y="177800"/>
                  </a:moveTo>
                  <a:lnTo>
                    <a:pt x="0" y="179070"/>
                  </a:lnTo>
                </a:path>
                <a:path w="1238885" h="1343660">
                  <a:moveTo>
                    <a:pt x="0" y="179070"/>
                  </a:moveTo>
                  <a:lnTo>
                    <a:pt x="0" y="180340"/>
                  </a:lnTo>
                </a:path>
                <a:path w="1238885" h="1343660">
                  <a:moveTo>
                    <a:pt x="0" y="180975"/>
                  </a:moveTo>
                  <a:lnTo>
                    <a:pt x="0" y="182245"/>
                  </a:lnTo>
                </a:path>
                <a:path w="1238885" h="1343660">
                  <a:moveTo>
                    <a:pt x="0" y="182879"/>
                  </a:moveTo>
                  <a:lnTo>
                    <a:pt x="0" y="184150"/>
                  </a:lnTo>
                </a:path>
                <a:path w="1238885" h="1343660">
                  <a:moveTo>
                    <a:pt x="0" y="184784"/>
                  </a:moveTo>
                  <a:lnTo>
                    <a:pt x="0" y="186054"/>
                  </a:lnTo>
                </a:path>
                <a:path w="1238885" h="1343660">
                  <a:moveTo>
                    <a:pt x="0" y="186690"/>
                  </a:moveTo>
                  <a:lnTo>
                    <a:pt x="0" y="187959"/>
                  </a:lnTo>
                </a:path>
                <a:path w="1238885" h="1343660">
                  <a:moveTo>
                    <a:pt x="0" y="187959"/>
                  </a:moveTo>
                  <a:lnTo>
                    <a:pt x="0" y="189229"/>
                  </a:lnTo>
                </a:path>
                <a:path w="1238885" h="1343660">
                  <a:moveTo>
                    <a:pt x="0" y="189865"/>
                  </a:moveTo>
                  <a:lnTo>
                    <a:pt x="0" y="191134"/>
                  </a:lnTo>
                </a:path>
                <a:path w="1238885" h="1343660">
                  <a:moveTo>
                    <a:pt x="0" y="191770"/>
                  </a:moveTo>
                  <a:lnTo>
                    <a:pt x="0" y="193040"/>
                  </a:lnTo>
                </a:path>
                <a:path w="1238885" h="1343660">
                  <a:moveTo>
                    <a:pt x="0" y="193675"/>
                  </a:moveTo>
                  <a:lnTo>
                    <a:pt x="0" y="194945"/>
                  </a:lnTo>
                </a:path>
                <a:path w="1238885" h="1343660">
                  <a:moveTo>
                    <a:pt x="0" y="195579"/>
                  </a:moveTo>
                  <a:lnTo>
                    <a:pt x="0" y="196850"/>
                  </a:lnTo>
                </a:path>
                <a:path w="1238885" h="1343660">
                  <a:moveTo>
                    <a:pt x="0" y="196850"/>
                  </a:moveTo>
                  <a:lnTo>
                    <a:pt x="0" y="198120"/>
                  </a:lnTo>
                </a:path>
                <a:path w="1238885" h="1343660">
                  <a:moveTo>
                    <a:pt x="0" y="198754"/>
                  </a:moveTo>
                  <a:lnTo>
                    <a:pt x="0" y="200025"/>
                  </a:lnTo>
                </a:path>
                <a:path w="1238885" h="1343660">
                  <a:moveTo>
                    <a:pt x="0" y="200659"/>
                  </a:moveTo>
                  <a:lnTo>
                    <a:pt x="0" y="201929"/>
                  </a:lnTo>
                </a:path>
                <a:path w="1238885" h="1343660">
                  <a:moveTo>
                    <a:pt x="0" y="202565"/>
                  </a:moveTo>
                  <a:lnTo>
                    <a:pt x="0" y="203834"/>
                  </a:lnTo>
                </a:path>
                <a:path w="1238885" h="1343660">
                  <a:moveTo>
                    <a:pt x="0" y="204470"/>
                  </a:moveTo>
                  <a:lnTo>
                    <a:pt x="0" y="205740"/>
                  </a:lnTo>
                </a:path>
                <a:path w="1238885" h="1343660">
                  <a:moveTo>
                    <a:pt x="0" y="205740"/>
                  </a:moveTo>
                  <a:lnTo>
                    <a:pt x="0" y="207009"/>
                  </a:lnTo>
                </a:path>
                <a:path w="1238885" h="1343660">
                  <a:moveTo>
                    <a:pt x="0" y="207645"/>
                  </a:moveTo>
                  <a:lnTo>
                    <a:pt x="0" y="208915"/>
                  </a:lnTo>
                </a:path>
                <a:path w="1238885" h="1343660">
                  <a:moveTo>
                    <a:pt x="0" y="209550"/>
                  </a:moveTo>
                  <a:lnTo>
                    <a:pt x="0" y="210820"/>
                  </a:lnTo>
                </a:path>
                <a:path w="1238885" h="1343660">
                  <a:moveTo>
                    <a:pt x="0" y="211454"/>
                  </a:moveTo>
                  <a:lnTo>
                    <a:pt x="0" y="212725"/>
                  </a:lnTo>
                </a:path>
                <a:path w="1238885" h="1343660">
                  <a:moveTo>
                    <a:pt x="0" y="213359"/>
                  </a:moveTo>
                  <a:lnTo>
                    <a:pt x="0" y="214629"/>
                  </a:lnTo>
                </a:path>
                <a:path w="1238885" h="1343660">
                  <a:moveTo>
                    <a:pt x="0" y="214629"/>
                  </a:moveTo>
                  <a:lnTo>
                    <a:pt x="0" y="215900"/>
                  </a:lnTo>
                </a:path>
                <a:path w="1238885" h="1343660">
                  <a:moveTo>
                    <a:pt x="0" y="216534"/>
                  </a:moveTo>
                  <a:lnTo>
                    <a:pt x="0" y="217804"/>
                  </a:lnTo>
                </a:path>
                <a:path w="1238885" h="1343660">
                  <a:moveTo>
                    <a:pt x="0" y="218440"/>
                  </a:moveTo>
                  <a:lnTo>
                    <a:pt x="0" y="219709"/>
                  </a:lnTo>
                </a:path>
                <a:path w="1238885" h="1343660">
                  <a:moveTo>
                    <a:pt x="0" y="220345"/>
                  </a:moveTo>
                  <a:lnTo>
                    <a:pt x="0" y="221615"/>
                  </a:lnTo>
                </a:path>
                <a:path w="1238885" h="1343660">
                  <a:moveTo>
                    <a:pt x="0" y="222250"/>
                  </a:moveTo>
                  <a:lnTo>
                    <a:pt x="0" y="223520"/>
                  </a:lnTo>
                </a:path>
                <a:path w="1238885" h="1343660">
                  <a:moveTo>
                    <a:pt x="0" y="223520"/>
                  </a:moveTo>
                  <a:lnTo>
                    <a:pt x="0" y="224790"/>
                  </a:lnTo>
                </a:path>
                <a:path w="1238885" h="1343660">
                  <a:moveTo>
                    <a:pt x="0" y="225425"/>
                  </a:moveTo>
                  <a:lnTo>
                    <a:pt x="0" y="226695"/>
                  </a:lnTo>
                </a:path>
                <a:path w="1238885" h="1343660">
                  <a:moveTo>
                    <a:pt x="0" y="227329"/>
                  </a:moveTo>
                  <a:lnTo>
                    <a:pt x="0" y="228600"/>
                  </a:lnTo>
                </a:path>
                <a:path w="1238885" h="1343660">
                  <a:moveTo>
                    <a:pt x="0" y="229234"/>
                  </a:moveTo>
                  <a:lnTo>
                    <a:pt x="0" y="230504"/>
                  </a:lnTo>
                </a:path>
                <a:path w="1238885" h="1343660">
                  <a:moveTo>
                    <a:pt x="0" y="231140"/>
                  </a:moveTo>
                  <a:lnTo>
                    <a:pt x="0" y="232409"/>
                  </a:lnTo>
                </a:path>
                <a:path w="1238885" h="1343660">
                  <a:moveTo>
                    <a:pt x="0" y="232409"/>
                  </a:moveTo>
                  <a:lnTo>
                    <a:pt x="0" y="233679"/>
                  </a:lnTo>
                </a:path>
                <a:path w="1238885" h="1343660">
                  <a:moveTo>
                    <a:pt x="0" y="234315"/>
                  </a:moveTo>
                  <a:lnTo>
                    <a:pt x="0" y="235584"/>
                  </a:lnTo>
                </a:path>
                <a:path w="1238885" h="1343660">
                  <a:moveTo>
                    <a:pt x="0" y="236220"/>
                  </a:moveTo>
                  <a:lnTo>
                    <a:pt x="0" y="237490"/>
                  </a:lnTo>
                </a:path>
                <a:path w="1238885" h="1343660">
                  <a:moveTo>
                    <a:pt x="0" y="238125"/>
                  </a:moveTo>
                  <a:lnTo>
                    <a:pt x="0" y="239395"/>
                  </a:lnTo>
                </a:path>
                <a:path w="1238885" h="1343660">
                  <a:moveTo>
                    <a:pt x="0" y="240029"/>
                  </a:moveTo>
                  <a:lnTo>
                    <a:pt x="0" y="241300"/>
                  </a:lnTo>
                </a:path>
                <a:path w="1238885" h="1343660">
                  <a:moveTo>
                    <a:pt x="0" y="241300"/>
                  </a:moveTo>
                  <a:lnTo>
                    <a:pt x="0" y="242570"/>
                  </a:lnTo>
                </a:path>
                <a:path w="1238885" h="1343660">
                  <a:moveTo>
                    <a:pt x="0" y="243204"/>
                  </a:moveTo>
                  <a:lnTo>
                    <a:pt x="0" y="244475"/>
                  </a:lnTo>
                </a:path>
                <a:path w="1238885" h="1343660">
                  <a:moveTo>
                    <a:pt x="0" y="245109"/>
                  </a:moveTo>
                  <a:lnTo>
                    <a:pt x="0" y="246379"/>
                  </a:lnTo>
                </a:path>
                <a:path w="1238885" h="1343660">
                  <a:moveTo>
                    <a:pt x="0" y="247015"/>
                  </a:moveTo>
                  <a:lnTo>
                    <a:pt x="0" y="248284"/>
                  </a:lnTo>
                </a:path>
                <a:path w="1238885" h="1343660">
                  <a:moveTo>
                    <a:pt x="0" y="248920"/>
                  </a:moveTo>
                  <a:lnTo>
                    <a:pt x="0" y="250190"/>
                  </a:lnTo>
                </a:path>
                <a:path w="1238885" h="1343660">
                  <a:moveTo>
                    <a:pt x="0" y="250190"/>
                  </a:moveTo>
                  <a:lnTo>
                    <a:pt x="0" y="251459"/>
                  </a:lnTo>
                </a:path>
                <a:path w="1238885" h="1343660">
                  <a:moveTo>
                    <a:pt x="0" y="252095"/>
                  </a:moveTo>
                  <a:lnTo>
                    <a:pt x="0" y="253365"/>
                  </a:lnTo>
                </a:path>
                <a:path w="1238885" h="1343660">
                  <a:moveTo>
                    <a:pt x="0" y="254000"/>
                  </a:moveTo>
                  <a:lnTo>
                    <a:pt x="0" y="255270"/>
                  </a:lnTo>
                </a:path>
                <a:path w="1238885" h="1343660">
                  <a:moveTo>
                    <a:pt x="0" y="255904"/>
                  </a:moveTo>
                  <a:lnTo>
                    <a:pt x="0" y="257175"/>
                  </a:lnTo>
                </a:path>
                <a:path w="1238885" h="1343660">
                  <a:moveTo>
                    <a:pt x="0" y="257809"/>
                  </a:moveTo>
                  <a:lnTo>
                    <a:pt x="0" y="259079"/>
                  </a:lnTo>
                </a:path>
                <a:path w="1238885" h="1343660">
                  <a:moveTo>
                    <a:pt x="0" y="259079"/>
                  </a:moveTo>
                  <a:lnTo>
                    <a:pt x="0" y="260350"/>
                  </a:lnTo>
                </a:path>
                <a:path w="1238885" h="1343660">
                  <a:moveTo>
                    <a:pt x="0" y="260984"/>
                  </a:moveTo>
                  <a:lnTo>
                    <a:pt x="0" y="262254"/>
                  </a:lnTo>
                </a:path>
                <a:path w="1238885" h="1343660">
                  <a:moveTo>
                    <a:pt x="0" y="262890"/>
                  </a:moveTo>
                  <a:lnTo>
                    <a:pt x="0" y="264159"/>
                  </a:lnTo>
                </a:path>
                <a:path w="1238885" h="1343660">
                  <a:moveTo>
                    <a:pt x="0" y="264795"/>
                  </a:moveTo>
                  <a:lnTo>
                    <a:pt x="0" y="266065"/>
                  </a:lnTo>
                </a:path>
                <a:path w="1238885" h="1343660">
                  <a:moveTo>
                    <a:pt x="0" y="266700"/>
                  </a:moveTo>
                  <a:lnTo>
                    <a:pt x="0" y="267970"/>
                  </a:lnTo>
                </a:path>
                <a:path w="1238885" h="1343660">
                  <a:moveTo>
                    <a:pt x="0" y="267970"/>
                  </a:moveTo>
                  <a:lnTo>
                    <a:pt x="0" y="269240"/>
                  </a:lnTo>
                </a:path>
                <a:path w="1238885" h="1343660">
                  <a:moveTo>
                    <a:pt x="0" y="269875"/>
                  </a:moveTo>
                  <a:lnTo>
                    <a:pt x="0" y="271145"/>
                  </a:lnTo>
                </a:path>
                <a:path w="1238885" h="1343660">
                  <a:moveTo>
                    <a:pt x="0" y="271779"/>
                  </a:moveTo>
                  <a:lnTo>
                    <a:pt x="0" y="273050"/>
                  </a:lnTo>
                </a:path>
                <a:path w="1238885" h="1343660">
                  <a:moveTo>
                    <a:pt x="0" y="273684"/>
                  </a:moveTo>
                  <a:lnTo>
                    <a:pt x="0" y="274954"/>
                  </a:lnTo>
                </a:path>
                <a:path w="1238885" h="1343660">
                  <a:moveTo>
                    <a:pt x="0" y="275590"/>
                  </a:moveTo>
                  <a:lnTo>
                    <a:pt x="0" y="276859"/>
                  </a:lnTo>
                </a:path>
                <a:path w="1238885" h="1343660">
                  <a:moveTo>
                    <a:pt x="0" y="276859"/>
                  </a:moveTo>
                  <a:lnTo>
                    <a:pt x="0" y="278129"/>
                  </a:lnTo>
                </a:path>
                <a:path w="1238885" h="1343660">
                  <a:moveTo>
                    <a:pt x="0" y="278765"/>
                  </a:moveTo>
                  <a:lnTo>
                    <a:pt x="0" y="280034"/>
                  </a:lnTo>
                </a:path>
                <a:path w="1238885" h="1343660">
                  <a:moveTo>
                    <a:pt x="0" y="280670"/>
                  </a:moveTo>
                  <a:lnTo>
                    <a:pt x="0" y="281940"/>
                  </a:lnTo>
                </a:path>
                <a:path w="1238885" h="1343660">
                  <a:moveTo>
                    <a:pt x="0" y="282575"/>
                  </a:moveTo>
                  <a:lnTo>
                    <a:pt x="0" y="283845"/>
                  </a:lnTo>
                </a:path>
                <a:path w="1238885" h="1343660">
                  <a:moveTo>
                    <a:pt x="0" y="284479"/>
                  </a:moveTo>
                  <a:lnTo>
                    <a:pt x="0" y="285750"/>
                  </a:lnTo>
                </a:path>
                <a:path w="1238885" h="1343660">
                  <a:moveTo>
                    <a:pt x="0" y="285750"/>
                  </a:moveTo>
                  <a:lnTo>
                    <a:pt x="0" y="287020"/>
                  </a:lnTo>
                </a:path>
                <a:path w="1238885" h="1343660">
                  <a:moveTo>
                    <a:pt x="0" y="287654"/>
                  </a:moveTo>
                  <a:lnTo>
                    <a:pt x="0" y="288925"/>
                  </a:lnTo>
                </a:path>
                <a:path w="1238885" h="1343660">
                  <a:moveTo>
                    <a:pt x="0" y="289559"/>
                  </a:moveTo>
                  <a:lnTo>
                    <a:pt x="0" y="290829"/>
                  </a:lnTo>
                </a:path>
                <a:path w="1238885" h="1343660">
                  <a:moveTo>
                    <a:pt x="0" y="291465"/>
                  </a:moveTo>
                  <a:lnTo>
                    <a:pt x="0" y="292734"/>
                  </a:lnTo>
                </a:path>
                <a:path w="1238885" h="1343660">
                  <a:moveTo>
                    <a:pt x="0" y="293370"/>
                  </a:moveTo>
                  <a:lnTo>
                    <a:pt x="0" y="294640"/>
                  </a:lnTo>
                </a:path>
                <a:path w="1238885" h="1343660">
                  <a:moveTo>
                    <a:pt x="0" y="294640"/>
                  </a:moveTo>
                  <a:lnTo>
                    <a:pt x="0" y="295909"/>
                  </a:lnTo>
                </a:path>
                <a:path w="1238885" h="1343660">
                  <a:moveTo>
                    <a:pt x="0" y="296545"/>
                  </a:moveTo>
                  <a:lnTo>
                    <a:pt x="0" y="297815"/>
                  </a:lnTo>
                </a:path>
                <a:path w="1238885" h="1343660">
                  <a:moveTo>
                    <a:pt x="0" y="298450"/>
                  </a:moveTo>
                  <a:lnTo>
                    <a:pt x="0" y="299720"/>
                  </a:lnTo>
                </a:path>
                <a:path w="1238885" h="1343660">
                  <a:moveTo>
                    <a:pt x="0" y="300354"/>
                  </a:moveTo>
                  <a:lnTo>
                    <a:pt x="0" y="301625"/>
                  </a:lnTo>
                </a:path>
                <a:path w="1238885" h="1343660">
                  <a:moveTo>
                    <a:pt x="0" y="302259"/>
                  </a:moveTo>
                  <a:lnTo>
                    <a:pt x="0" y="303529"/>
                  </a:lnTo>
                </a:path>
                <a:path w="1238885" h="1343660">
                  <a:moveTo>
                    <a:pt x="0" y="303529"/>
                  </a:moveTo>
                  <a:lnTo>
                    <a:pt x="0" y="304800"/>
                  </a:lnTo>
                </a:path>
                <a:path w="1238885" h="1343660">
                  <a:moveTo>
                    <a:pt x="0" y="305434"/>
                  </a:moveTo>
                  <a:lnTo>
                    <a:pt x="0" y="306704"/>
                  </a:lnTo>
                </a:path>
                <a:path w="1238885" h="1343660">
                  <a:moveTo>
                    <a:pt x="0" y="307340"/>
                  </a:moveTo>
                  <a:lnTo>
                    <a:pt x="0" y="308609"/>
                  </a:lnTo>
                </a:path>
                <a:path w="1238885" h="1343660">
                  <a:moveTo>
                    <a:pt x="0" y="309245"/>
                  </a:moveTo>
                  <a:lnTo>
                    <a:pt x="0" y="310515"/>
                  </a:lnTo>
                </a:path>
                <a:path w="1238885" h="1343660">
                  <a:moveTo>
                    <a:pt x="0" y="311150"/>
                  </a:moveTo>
                  <a:lnTo>
                    <a:pt x="0" y="312420"/>
                  </a:lnTo>
                </a:path>
                <a:path w="1238885" h="1343660">
                  <a:moveTo>
                    <a:pt x="0" y="312420"/>
                  </a:moveTo>
                  <a:lnTo>
                    <a:pt x="0" y="313690"/>
                  </a:lnTo>
                </a:path>
                <a:path w="1238885" h="1343660">
                  <a:moveTo>
                    <a:pt x="0" y="314325"/>
                  </a:moveTo>
                  <a:lnTo>
                    <a:pt x="0" y="315595"/>
                  </a:lnTo>
                </a:path>
                <a:path w="1238885" h="1343660">
                  <a:moveTo>
                    <a:pt x="0" y="316229"/>
                  </a:moveTo>
                  <a:lnTo>
                    <a:pt x="0" y="317500"/>
                  </a:lnTo>
                </a:path>
                <a:path w="1238885" h="1343660">
                  <a:moveTo>
                    <a:pt x="0" y="318134"/>
                  </a:moveTo>
                  <a:lnTo>
                    <a:pt x="0" y="319404"/>
                  </a:lnTo>
                </a:path>
                <a:path w="1238885" h="1343660">
                  <a:moveTo>
                    <a:pt x="0" y="320040"/>
                  </a:moveTo>
                  <a:lnTo>
                    <a:pt x="0" y="321309"/>
                  </a:lnTo>
                </a:path>
                <a:path w="1238885" h="1343660">
                  <a:moveTo>
                    <a:pt x="0" y="321309"/>
                  </a:moveTo>
                  <a:lnTo>
                    <a:pt x="0" y="322579"/>
                  </a:lnTo>
                </a:path>
                <a:path w="1238885" h="1343660">
                  <a:moveTo>
                    <a:pt x="0" y="323215"/>
                  </a:moveTo>
                  <a:lnTo>
                    <a:pt x="0" y="324484"/>
                  </a:lnTo>
                </a:path>
                <a:path w="1238885" h="1343660">
                  <a:moveTo>
                    <a:pt x="0" y="325120"/>
                  </a:moveTo>
                  <a:lnTo>
                    <a:pt x="0" y="326390"/>
                  </a:lnTo>
                </a:path>
                <a:path w="1238885" h="1343660">
                  <a:moveTo>
                    <a:pt x="0" y="327025"/>
                  </a:moveTo>
                  <a:lnTo>
                    <a:pt x="0" y="328295"/>
                  </a:lnTo>
                </a:path>
                <a:path w="1238885" h="1343660">
                  <a:moveTo>
                    <a:pt x="0" y="328929"/>
                  </a:moveTo>
                  <a:lnTo>
                    <a:pt x="0" y="330200"/>
                  </a:lnTo>
                </a:path>
                <a:path w="1238885" h="1343660">
                  <a:moveTo>
                    <a:pt x="0" y="330200"/>
                  </a:moveTo>
                  <a:lnTo>
                    <a:pt x="0" y="331470"/>
                  </a:lnTo>
                </a:path>
                <a:path w="1238885" h="1343660">
                  <a:moveTo>
                    <a:pt x="0" y="332104"/>
                  </a:moveTo>
                  <a:lnTo>
                    <a:pt x="0" y="333375"/>
                  </a:lnTo>
                </a:path>
                <a:path w="1238885" h="1343660">
                  <a:moveTo>
                    <a:pt x="0" y="334009"/>
                  </a:moveTo>
                  <a:lnTo>
                    <a:pt x="0" y="335279"/>
                  </a:lnTo>
                </a:path>
                <a:path w="1238885" h="1343660">
                  <a:moveTo>
                    <a:pt x="0" y="335915"/>
                  </a:moveTo>
                  <a:lnTo>
                    <a:pt x="0" y="337184"/>
                  </a:lnTo>
                </a:path>
                <a:path w="1238885" h="1343660">
                  <a:moveTo>
                    <a:pt x="0" y="337820"/>
                  </a:moveTo>
                  <a:lnTo>
                    <a:pt x="0" y="339090"/>
                  </a:lnTo>
                </a:path>
                <a:path w="1238885" h="1343660">
                  <a:moveTo>
                    <a:pt x="0" y="339090"/>
                  </a:moveTo>
                  <a:lnTo>
                    <a:pt x="0" y="340359"/>
                  </a:lnTo>
                </a:path>
                <a:path w="1238885" h="1343660">
                  <a:moveTo>
                    <a:pt x="0" y="340995"/>
                  </a:moveTo>
                  <a:lnTo>
                    <a:pt x="0" y="342265"/>
                  </a:lnTo>
                </a:path>
                <a:path w="1238885" h="1343660">
                  <a:moveTo>
                    <a:pt x="0" y="342900"/>
                  </a:moveTo>
                  <a:lnTo>
                    <a:pt x="0" y="344170"/>
                  </a:lnTo>
                </a:path>
                <a:path w="1238885" h="1343660">
                  <a:moveTo>
                    <a:pt x="0" y="344804"/>
                  </a:moveTo>
                  <a:lnTo>
                    <a:pt x="0" y="346075"/>
                  </a:lnTo>
                </a:path>
                <a:path w="1238885" h="1343660">
                  <a:moveTo>
                    <a:pt x="0" y="346709"/>
                  </a:moveTo>
                  <a:lnTo>
                    <a:pt x="0" y="347979"/>
                  </a:lnTo>
                </a:path>
                <a:path w="1238885" h="1343660">
                  <a:moveTo>
                    <a:pt x="0" y="347979"/>
                  </a:moveTo>
                  <a:lnTo>
                    <a:pt x="0" y="349250"/>
                  </a:lnTo>
                </a:path>
                <a:path w="1238885" h="1343660">
                  <a:moveTo>
                    <a:pt x="0" y="349884"/>
                  </a:moveTo>
                  <a:lnTo>
                    <a:pt x="0" y="351154"/>
                  </a:lnTo>
                </a:path>
                <a:path w="1238885" h="1343660">
                  <a:moveTo>
                    <a:pt x="0" y="351790"/>
                  </a:moveTo>
                  <a:lnTo>
                    <a:pt x="0" y="353059"/>
                  </a:lnTo>
                </a:path>
                <a:path w="1238885" h="1343660">
                  <a:moveTo>
                    <a:pt x="0" y="353695"/>
                  </a:moveTo>
                  <a:lnTo>
                    <a:pt x="0" y="354965"/>
                  </a:lnTo>
                </a:path>
                <a:path w="1238885" h="1343660">
                  <a:moveTo>
                    <a:pt x="0" y="355600"/>
                  </a:moveTo>
                  <a:lnTo>
                    <a:pt x="0" y="356870"/>
                  </a:lnTo>
                </a:path>
                <a:path w="1238885" h="1343660">
                  <a:moveTo>
                    <a:pt x="0" y="356870"/>
                  </a:moveTo>
                  <a:lnTo>
                    <a:pt x="0" y="358140"/>
                  </a:lnTo>
                </a:path>
                <a:path w="1238885" h="1343660">
                  <a:moveTo>
                    <a:pt x="0" y="358775"/>
                  </a:moveTo>
                  <a:lnTo>
                    <a:pt x="0" y="360045"/>
                  </a:lnTo>
                </a:path>
                <a:path w="1238885" h="1343660">
                  <a:moveTo>
                    <a:pt x="0" y="360679"/>
                  </a:moveTo>
                  <a:lnTo>
                    <a:pt x="0" y="361950"/>
                  </a:lnTo>
                </a:path>
                <a:path w="1238885" h="1343660">
                  <a:moveTo>
                    <a:pt x="0" y="362584"/>
                  </a:moveTo>
                  <a:lnTo>
                    <a:pt x="0" y="363854"/>
                  </a:lnTo>
                </a:path>
                <a:path w="1238885" h="1343660">
                  <a:moveTo>
                    <a:pt x="0" y="364490"/>
                  </a:moveTo>
                  <a:lnTo>
                    <a:pt x="0" y="365759"/>
                  </a:lnTo>
                </a:path>
                <a:path w="1238885" h="1343660">
                  <a:moveTo>
                    <a:pt x="0" y="365759"/>
                  </a:moveTo>
                  <a:lnTo>
                    <a:pt x="0" y="367029"/>
                  </a:lnTo>
                </a:path>
                <a:path w="1238885" h="1343660">
                  <a:moveTo>
                    <a:pt x="0" y="367665"/>
                  </a:moveTo>
                  <a:lnTo>
                    <a:pt x="0" y="368934"/>
                  </a:lnTo>
                </a:path>
                <a:path w="1238885" h="1343660">
                  <a:moveTo>
                    <a:pt x="0" y="369570"/>
                  </a:moveTo>
                  <a:lnTo>
                    <a:pt x="0" y="370840"/>
                  </a:lnTo>
                </a:path>
                <a:path w="1238885" h="1343660">
                  <a:moveTo>
                    <a:pt x="0" y="371475"/>
                  </a:moveTo>
                  <a:lnTo>
                    <a:pt x="0" y="372745"/>
                  </a:lnTo>
                </a:path>
                <a:path w="1238885" h="1343660">
                  <a:moveTo>
                    <a:pt x="0" y="373379"/>
                  </a:moveTo>
                  <a:lnTo>
                    <a:pt x="0" y="374650"/>
                  </a:lnTo>
                </a:path>
                <a:path w="1238885" h="1343660">
                  <a:moveTo>
                    <a:pt x="0" y="374650"/>
                  </a:moveTo>
                  <a:lnTo>
                    <a:pt x="0" y="375920"/>
                  </a:lnTo>
                </a:path>
                <a:path w="1238885" h="1343660">
                  <a:moveTo>
                    <a:pt x="0" y="376554"/>
                  </a:moveTo>
                  <a:lnTo>
                    <a:pt x="0" y="377825"/>
                  </a:lnTo>
                </a:path>
                <a:path w="1238885" h="1343660">
                  <a:moveTo>
                    <a:pt x="0" y="378459"/>
                  </a:moveTo>
                  <a:lnTo>
                    <a:pt x="0" y="379729"/>
                  </a:lnTo>
                </a:path>
                <a:path w="1238885" h="1343660">
                  <a:moveTo>
                    <a:pt x="0" y="380365"/>
                  </a:moveTo>
                  <a:lnTo>
                    <a:pt x="0" y="381634"/>
                  </a:lnTo>
                </a:path>
                <a:path w="1238885" h="1343660">
                  <a:moveTo>
                    <a:pt x="0" y="382270"/>
                  </a:moveTo>
                  <a:lnTo>
                    <a:pt x="0" y="383540"/>
                  </a:lnTo>
                </a:path>
                <a:path w="1238885" h="1343660">
                  <a:moveTo>
                    <a:pt x="0" y="383540"/>
                  </a:moveTo>
                  <a:lnTo>
                    <a:pt x="0" y="384809"/>
                  </a:lnTo>
                </a:path>
                <a:path w="1238885" h="1343660">
                  <a:moveTo>
                    <a:pt x="0" y="385445"/>
                  </a:moveTo>
                  <a:lnTo>
                    <a:pt x="0" y="386715"/>
                  </a:lnTo>
                </a:path>
                <a:path w="1238885" h="1343660">
                  <a:moveTo>
                    <a:pt x="0" y="387350"/>
                  </a:moveTo>
                  <a:lnTo>
                    <a:pt x="0" y="388620"/>
                  </a:lnTo>
                </a:path>
                <a:path w="1238885" h="1343660">
                  <a:moveTo>
                    <a:pt x="0" y="389254"/>
                  </a:moveTo>
                  <a:lnTo>
                    <a:pt x="0" y="390525"/>
                  </a:lnTo>
                </a:path>
                <a:path w="1238885" h="1343660">
                  <a:moveTo>
                    <a:pt x="0" y="391159"/>
                  </a:moveTo>
                  <a:lnTo>
                    <a:pt x="0" y="392429"/>
                  </a:lnTo>
                </a:path>
                <a:path w="1238885" h="1343660">
                  <a:moveTo>
                    <a:pt x="0" y="392429"/>
                  </a:moveTo>
                  <a:lnTo>
                    <a:pt x="0" y="393700"/>
                  </a:lnTo>
                </a:path>
                <a:path w="1238885" h="1343660">
                  <a:moveTo>
                    <a:pt x="0" y="394334"/>
                  </a:moveTo>
                  <a:lnTo>
                    <a:pt x="0" y="395604"/>
                  </a:lnTo>
                </a:path>
                <a:path w="1238885" h="1343660">
                  <a:moveTo>
                    <a:pt x="0" y="396240"/>
                  </a:moveTo>
                  <a:lnTo>
                    <a:pt x="0" y="397509"/>
                  </a:lnTo>
                </a:path>
                <a:path w="1238885" h="1343660">
                  <a:moveTo>
                    <a:pt x="0" y="398145"/>
                  </a:moveTo>
                  <a:lnTo>
                    <a:pt x="0" y="399415"/>
                  </a:lnTo>
                </a:path>
                <a:path w="1238885" h="1343660">
                  <a:moveTo>
                    <a:pt x="0" y="400050"/>
                  </a:moveTo>
                  <a:lnTo>
                    <a:pt x="0" y="401320"/>
                  </a:lnTo>
                </a:path>
                <a:path w="1238885" h="1343660">
                  <a:moveTo>
                    <a:pt x="0" y="401320"/>
                  </a:moveTo>
                  <a:lnTo>
                    <a:pt x="0" y="402590"/>
                  </a:lnTo>
                </a:path>
                <a:path w="1238885" h="1343660">
                  <a:moveTo>
                    <a:pt x="0" y="403225"/>
                  </a:moveTo>
                  <a:lnTo>
                    <a:pt x="0" y="404495"/>
                  </a:lnTo>
                </a:path>
                <a:path w="1238885" h="1343660">
                  <a:moveTo>
                    <a:pt x="0" y="405129"/>
                  </a:moveTo>
                  <a:lnTo>
                    <a:pt x="0" y="406400"/>
                  </a:lnTo>
                </a:path>
                <a:path w="1238885" h="1343660">
                  <a:moveTo>
                    <a:pt x="0" y="407034"/>
                  </a:moveTo>
                  <a:lnTo>
                    <a:pt x="0" y="408304"/>
                  </a:lnTo>
                </a:path>
                <a:path w="1238885" h="1343660">
                  <a:moveTo>
                    <a:pt x="0" y="408940"/>
                  </a:moveTo>
                  <a:lnTo>
                    <a:pt x="0" y="410209"/>
                  </a:lnTo>
                </a:path>
                <a:path w="1238885" h="1343660">
                  <a:moveTo>
                    <a:pt x="0" y="410209"/>
                  </a:moveTo>
                  <a:lnTo>
                    <a:pt x="0" y="411479"/>
                  </a:lnTo>
                </a:path>
                <a:path w="1238885" h="1343660">
                  <a:moveTo>
                    <a:pt x="0" y="412115"/>
                  </a:moveTo>
                  <a:lnTo>
                    <a:pt x="0" y="413384"/>
                  </a:lnTo>
                </a:path>
                <a:path w="1238885" h="1343660">
                  <a:moveTo>
                    <a:pt x="0" y="414020"/>
                  </a:moveTo>
                  <a:lnTo>
                    <a:pt x="0" y="415290"/>
                  </a:lnTo>
                </a:path>
                <a:path w="1238885" h="1343660">
                  <a:moveTo>
                    <a:pt x="0" y="415925"/>
                  </a:moveTo>
                  <a:lnTo>
                    <a:pt x="0" y="417195"/>
                  </a:lnTo>
                </a:path>
                <a:path w="1238885" h="1343660">
                  <a:moveTo>
                    <a:pt x="0" y="417829"/>
                  </a:moveTo>
                  <a:lnTo>
                    <a:pt x="0" y="419100"/>
                  </a:lnTo>
                </a:path>
                <a:path w="1238885" h="1343660">
                  <a:moveTo>
                    <a:pt x="0" y="419100"/>
                  </a:moveTo>
                  <a:lnTo>
                    <a:pt x="0" y="420370"/>
                  </a:lnTo>
                </a:path>
                <a:path w="1238885" h="1343660">
                  <a:moveTo>
                    <a:pt x="0" y="421004"/>
                  </a:moveTo>
                  <a:lnTo>
                    <a:pt x="0" y="422275"/>
                  </a:lnTo>
                </a:path>
                <a:path w="1238885" h="1343660">
                  <a:moveTo>
                    <a:pt x="0" y="422909"/>
                  </a:moveTo>
                  <a:lnTo>
                    <a:pt x="0" y="424179"/>
                  </a:lnTo>
                </a:path>
                <a:path w="1238885" h="1343660">
                  <a:moveTo>
                    <a:pt x="0" y="424815"/>
                  </a:moveTo>
                  <a:lnTo>
                    <a:pt x="0" y="426084"/>
                  </a:lnTo>
                </a:path>
                <a:path w="1238885" h="1343660">
                  <a:moveTo>
                    <a:pt x="0" y="426720"/>
                  </a:moveTo>
                  <a:lnTo>
                    <a:pt x="0" y="427990"/>
                  </a:lnTo>
                </a:path>
                <a:path w="1238885" h="1343660">
                  <a:moveTo>
                    <a:pt x="0" y="427990"/>
                  </a:moveTo>
                  <a:lnTo>
                    <a:pt x="0" y="429259"/>
                  </a:lnTo>
                </a:path>
                <a:path w="1238885" h="1343660">
                  <a:moveTo>
                    <a:pt x="0" y="429895"/>
                  </a:moveTo>
                  <a:lnTo>
                    <a:pt x="0" y="431165"/>
                  </a:lnTo>
                </a:path>
                <a:path w="1238885" h="1343660">
                  <a:moveTo>
                    <a:pt x="0" y="431800"/>
                  </a:moveTo>
                  <a:lnTo>
                    <a:pt x="0" y="433070"/>
                  </a:lnTo>
                </a:path>
                <a:path w="1238885" h="1343660">
                  <a:moveTo>
                    <a:pt x="0" y="433704"/>
                  </a:moveTo>
                  <a:lnTo>
                    <a:pt x="0" y="434975"/>
                  </a:lnTo>
                </a:path>
                <a:path w="1238885" h="1343660">
                  <a:moveTo>
                    <a:pt x="0" y="435609"/>
                  </a:moveTo>
                  <a:lnTo>
                    <a:pt x="0" y="436879"/>
                  </a:lnTo>
                </a:path>
                <a:path w="1238885" h="1343660">
                  <a:moveTo>
                    <a:pt x="0" y="436879"/>
                  </a:moveTo>
                  <a:lnTo>
                    <a:pt x="0" y="438150"/>
                  </a:lnTo>
                </a:path>
                <a:path w="1238885" h="1343660">
                  <a:moveTo>
                    <a:pt x="0" y="438784"/>
                  </a:moveTo>
                  <a:lnTo>
                    <a:pt x="0" y="440054"/>
                  </a:lnTo>
                </a:path>
                <a:path w="1238885" h="1343660">
                  <a:moveTo>
                    <a:pt x="0" y="440690"/>
                  </a:moveTo>
                  <a:lnTo>
                    <a:pt x="0" y="441959"/>
                  </a:lnTo>
                </a:path>
                <a:path w="1238885" h="1343660">
                  <a:moveTo>
                    <a:pt x="0" y="442595"/>
                  </a:moveTo>
                  <a:lnTo>
                    <a:pt x="0" y="443865"/>
                  </a:lnTo>
                </a:path>
                <a:path w="1238885" h="1343660">
                  <a:moveTo>
                    <a:pt x="0" y="444500"/>
                  </a:moveTo>
                  <a:lnTo>
                    <a:pt x="0" y="445770"/>
                  </a:lnTo>
                </a:path>
                <a:path w="1238885" h="1343660">
                  <a:moveTo>
                    <a:pt x="0" y="445770"/>
                  </a:moveTo>
                  <a:lnTo>
                    <a:pt x="0" y="447040"/>
                  </a:lnTo>
                </a:path>
                <a:path w="1238885" h="1343660">
                  <a:moveTo>
                    <a:pt x="0" y="447675"/>
                  </a:moveTo>
                  <a:lnTo>
                    <a:pt x="0" y="448945"/>
                  </a:lnTo>
                </a:path>
                <a:path w="1238885" h="1343660">
                  <a:moveTo>
                    <a:pt x="0" y="449579"/>
                  </a:moveTo>
                  <a:lnTo>
                    <a:pt x="0" y="450850"/>
                  </a:lnTo>
                </a:path>
                <a:path w="1238885" h="1343660">
                  <a:moveTo>
                    <a:pt x="0" y="451484"/>
                  </a:moveTo>
                  <a:lnTo>
                    <a:pt x="0" y="452754"/>
                  </a:lnTo>
                </a:path>
                <a:path w="1238885" h="1343660">
                  <a:moveTo>
                    <a:pt x="0" y="453390"/>
                  </a:moveTo>
                  <a:lnTo>
                    <a:pt x="0" y="454659"/>
                  </a:lnTo>
                </a:path>
                <a:path w="1238885" h="1343660">
                  <a:moveTo>
                    <a:pt x="0" y="454659"/>
                  </a:moveTo>
                  <a:lnTo>
                    <a:pt x="0" y="455929"/>
                  </a:lnTo>
                </a:path>
                <a:path w="1238885" h="1343660">
                  <a:moveTo>
                    <a:pt x="0" y="456565"/>
                  </a:moveTo>
                  <a:lnTo>
                    <a:pt x="0" y="457834"/>
                  </a:lnTo>
                </a:path>
                <a:path w="1238885" h="1343660">
                  <a:moveTo>
                    <a:pt x="0" y="458470"/>
                  </a:moveTo>
                  <a:lnTo>
                    <a:pt x="0" y="459740"/>
                  </a:lnTo>
                </a:path>
                <a:path w="1238885" h="1343660">
                  <a:moveTo>
                    <a:pt x="0" y="460375"/>
                  </a:moveTo>
                  <a:lnTo>
                    <a:pt x="0" y="461645"/>
                  </a:lnTo>
                </a:path>
                <a:path w="1238885" h="1343660">
                  <a:moveTo>
                    <a:pt x="0" y="462279"/>
                  </a:moveTo>
                  <a:lnTo>
                    <a:pt x="0" y="463550"/>
                  </a:lnTo>
                </a:path>
                <a:path w="1238885" h="1343660">
                  <a:moveTo>
                    <a:pt x="0" y="463550"/>
                  </a:moveTo>
                  <a:lnTo>
                    <a:pt x="0" y="464820"/>
                  </a:lnTo>
                </a:path>
                <a:path w="1238885" h="1343660">
                  <a:moveTo>
                    <a:pt x="0" y="465454"/>
                  </a:moveTo>
                  <a:lnTo>
                    <a:pt x="0" y="466725"/>
                  </a:lnTo>
                </a:path>
                <a:path w="1238885" h="1343660">
                  <a:moveTo>
                    <a:pt x="0" y="467359"/>
                  </a:moveTo>
                  <a:lnTo>
                    <a:pt x="0" y="468629"/>
                  </a:lnTo>
                </a:path>
                <a:path w="1238885" h="1343660">
                  <a:moveTo>
                    <a:pt x="0" y="469265"/>
                  </a:moveTo>
                  <a:lnTo>
                    <a:pt x="0" y="470534"/>
                  </a:lnTo>
                </a:path>
                <a:path w="1238885" h="1343660">
                  <a:moveTo>
                    <a:pt x="0" y="471170"/>
                  </a:moveTo>
                  <a:lnTo>
                    <a:pt x="0" y="472440"/>
                  </a:lnTo>
                </a:path>
                <a:path w="1238885" h="1343660">
                  <a:moveTo>
                    <a:pt x="0" y="472440"/>
                  </a:moveTo>
                  <a:lnTo>
                    <a:pt x="0" y="473709"/>
                  </a:lnTo>
                </a:path>
                <a:path w="1238885" h="1343660">
                  <a:moveTo>
                    <a:pt x="0" y="474345"/>
                  </a:moveTo>
                  <a:lnTo>
                    <a:pt x="0" y="475615"/>
                  </a:lnTo>
                </a:path>
                <a:path w="1238885" h="1343660">
                  <a:moveTo>
                    <a:pt x="0" y="476250"/>
                  </a:moveTo>
                  <a:lnTo>
                    <a:pt x="0" y="477520"/>
                  </a:lnTo>
                </a:path>
                <a:path w="1238885" h="1343660">
                  <a:moveTo>
                    <a:pt x="0" y="478154"/>
                  </a:moveTo>
                  <a:lnTo>
                    <a:pt x="0" y="479425"/>
                  </a:lnTo>
                </a:path>
                <a:path w="1238885" h="1343660">
                  <a:moveTo>
                    <a:pt x="0" y="480059"/>
                  </a:moveTo>
                  <a:lnTo>
                    <a:pt x="0" y="481329"/>
                  </a:lnTo>
                </a:path>
                <a:path w="1238885" h="1343660">
                  <a:moveTo>
                    <a:pt x="0" y="481329"/>
                  </a:moveTo>
                  <a:lnTo>
                    <a:pt x="0" y="482600"/>
                  </a:lnTo>
                </a:path>
                <a:path w="1238885" h="1343660">
                  <a:moveTo>
                    <a:pt x="0" y="483234"/>
                  </a:moveTo>
                  <a:lnTo>
                    <a:pt x="0" y="484504"/>
                  </a:lnTo>
                </a:path>
                <a:path w="1238885" h="1343660">
                  <a:moveTo>
                    <a:pt x="0" y="485140"/>
                  </a:moveTo>
                  <a:lnTo>
                    <a:pt x="0" y="486409"/>
                  </a:lnTo>
                </a:path>
                <a:path w="1238885" h="1343660">
                  <a:moveTo>
                    <a:pt x="0" y="487045"/>
                  </a:moveTo>
                  <a:lnTo>
                    <a:pt x="0" y="488315"/>
                  </a:lnTo>
                </a:path>
                <a:path w="1238885" h="1343660">
                  <a:moveTo>
                    <a:pt x="0" y="488950"/>
                  </a:moveTo>
                  <a:lnTo>
                    <a:pt x="0" y="490220"/>
                  </a:lnTo>
                </a:path>
                <a:path w="1238885" h="1343660">
                  <a:moveTo>
                    <a:pt x="0" y="490220"/>
                  </a:moveTo>
                  <a:lnTo>
                    <a:pt x="0" y="491490"/>
                  </a:lnTo>
                </a:path>
                <a:path w="1238885" h="1343660">
                  <a:moveTo>
                    <a:pt x="0" y="492125"/>
                  </a:moveTo>
                  <a:lnTo>
                    <a:pt x="0" y="493395"/>
                  </a:lnTo>
                </a:path>
                <a:path w="1238885" h="1343660">
                  <a:moveTo>
                    <a:pt x="0" y="494029"/>
                  </a:moveTo>
                  <a:lnTo>
                    <a:pt x="0" y="495300"/>
                  </a:lnTo>
                </a:path>
                <a:path w="1238885" h="1343660">
                  <a:moveTo>
                    <a:pt x="0" y="495934"/>
                  </a:moveTo>
                  <a:lnTo>
                    <a:pt x="0" y="497204"/>
                  </a:lnTo>
                </a:path>
                <a:path w="1238885" h="1343660">
                  <a:moveTo>
                    <a:pt x="0" y="497840"/>
                  </a:moveTo>
                  <a:lnTo>
                    <a:pt x="0" y="499109"/>
                  </a:lnTo>
                </a:path>
                <a:path w="1238885" h="1343660">
                  <a:moveTo>
                    <a:pt x="0" y="499109"/>
                  </a:moveTo>
                  <a:lnTo>
                    <a:pt x="0" y="500379"/>
                  </a:lnTo>
                </a:path>
                <a:path w="1238885" h="1343660">
                  <a:moveTo>
                    <a:pt x="0" y="501015"/>
                  </a:moveTo>
                  <a:lnTo>
                    <a:pt x="0" y="502284"/>
                  </a:lnTo>
                </a:path>
                <a:path w="1238885" h="1343660">
                  <a:moveTo>
                    <a:pt x="0" y="502920"/>
                  </a:moveTo>
                  <a:lnTo>
                    <a:pt x="0" y="504190"/>
                  </a:lnTo>
                </a:path>
                <a:path w="1238885" h="1343660">
                  <a:moveTo>
                    <a:pt x="0" y="504825"/>
                  </a:moveTo>
                  <a:lnTo>
                    <a:pt x="0" y="506095"/>
                  </a:lnTo>
                </a:path>
                <a:path w="1238885" h="1343660">
                  <a:moveTo>
                    <a:pt x="0" y="506729"/>
                  </a:moveTo>
                  <a:lnTo>
                    <a:pt x="0" y="508000"/>
                  </a:lnTo>
                </a:path>
                <a:path w="1238885" h="1343660">
                  <a:moveTo>
                    <a:pt x="0" y="508000"/>
                  </a:moveTo>
                  <a:lnTo>
                    <a:pt x="0" y="509270"/>
                  </a:lnTo>
                </a:path>
                <a:path w="1238885" h="1343660">
                  <a:moveTo>
                    <a:pt x="0" y="509904"/>
                  </a:moveTo>
                  <a:lnTo>
                    <a:pt x="0" y="511175"/>
                  </a:lnTo>
                </a:path>
                <a:path w="1238885" h="1343660">
                  <a:moveTo>
                    <a:pt x="0" y="511809"/>
                  </a:moveTo>
                  <a:lnTo>
                    <a:pt x="0" y="513079"/>
                  </a:lnTo>
                </a:path>
                <a:path w="1238885" h="1343660">
                  <a:moveTo>
                    <a:pt x="0" y="513715"/>
                  </a:moveTo>
                  <a:lnTo>
                    <a:pt x="0" y="514984"/>
                  </a:lnTo>
                </a:path>
                <a:path w="1238885" h="1343660">
                  <a:moveTo>
                    <a:pt x="0" y="515620"/>
                  </a:moveTo>
                  <a:lnTo>
                    <a:pt x="0" y="516890"/>
                  </a:lnTo>
                </a:path>
                <a:path w="1238885" h="1343660">
                  <a:moveTo>
                    <a:pt x="0" y="516890"/>
                  </a:moveTo>
                  <a:lnTo>
                    <a:pt x="0" y="518159"/>
                  </a:lnTo>
                </a:path>
                <a:path w="1238885" h="1343660">
                  <a:moveTo>
                    <a:pt x="0" y="518795"/>
                  </a:moveTo>
                  <a:lnTo>
                    <a:pt x="0" y="520065"/>
                  </a:lnTo>
                </a:path>
                <a:path w="1238885" h="1343660">
                  <a:moveTo>
                    <a:pt x="0" y="520700"/>
                  </a:moveTo>
                  <a:lnTo>
                    <a:pt x="0" y="521970"/>
                  </a:lnTo>
                </a:path>
                <a:path w="1238885" h="1343660">
                  <a:moveTo>
                    <a:pt x="0" y="522604"/>
                  </a:moveTo>
                  <a:lnTo>
                    <a:pt x="0" y="523875"/>
                  </a:lnTo>
                </a:path>
                <a:path w="1238885" h="1343660">
                  <a:moveTo>
                    <a:pt x="0" y="524509"/>
                  </a:moveTo>
                  <a:lnTo>
                    <a:pt x="0" y="525779"/>
                  </a:lnTo>
                </a:path>
                <a:path w="1238885" h="1343660">
                  <a:moveTo>
                    <a:pt x="0" y="525779"/>
                  </a:moveTo>
                  <a:lnTo>
                    <a:pt x="0" y="527050"/>
                  </a:lnTo>
                </a:path>
                <a:path w="1238885" h="1343660">
                  <a:moveTo>
                    <a:pt x="0" y="527684"/>
                  </a:moveTo>
                  <a:lnTo>
                    <a:pt x="0" y="528954"/>
                  </a:lnTo>
                </a:path>
                <a:path w="1238885" h="1343660">
                  <a:moveTo>
                    <a:pt x="0" y="529590"/>
                  </a:moveTo>
                  <a:lnTo>
                    <a:pt x="0" y="530859"/>
                  </a:lnTo>
                </a:path>
                <a:path w="1238885" h="1343660">
                  <a:moveTo>
                    <a:pt x="0" y="531495"/>
                  </a:moveTo>
                  <a:lnTo>
                    <a:pt x="0" y="532765"/>
                  </a:lnTo>
                </a:path>
                <a:path w="1238885" h="1343660">
                  <a:moveTo>
                    <a:pt x="0" y="533400"/>
                  </a:moveTo>
                  <a:lnTo>
                    <a:pt x="0" y="534670"/>
                  </a:lnTo>
                </a:path>
                <a:path w="1238885" h="1343660">
                  <a:moveTo>
                    <a:pt x="0" y="534670"/>
                  </a:moveTo>
                  <a:lnTo>
                    <a:pt x="0" y="535940"/>
                  </a:lnTo>
                </a:path>
                <a:path w="1238885" h="1343660">
                  <a:moveTo>
                    <a:pt x="0" y="536575"/>
                  </a:moveTo>
                  <a:lnTo>
                    <a:pt x="0" y="537845"/>
                  </a:lnTo>
                </a:path>
                <a:path w="1238885" h="1343660">
                  <a:moveTo>
                    <a:pt x="0" y="538479"/>
                  </a:moveTo>
                  <a:lnTo>
                    <a:pt x="0" y="539750"/>
                  </a:lnTo>
                </a:path>
                <a:path w="1238885" h="1343660">
                  <a:moveTo>
                    <a:pt x="0" y="540384"/>
                  </a:moveTo>
                  <a:lnTo>
                    <a:pt x="0" y="541654"/>
                  </a:lnTo>
                </a:path>
                <a:path w="1238885" h="1343660">
                  <a:moveTo>
                    <a:pt x="0" y="542290"/>
                  </a:moveTo>
                  <a:lnTo>
                    <a:pt x="0" y="543559"/>
                  </a:lnTo>
                </a:path>
                <a:path w="1238885" h="1343660">
                  <a:moveTo>
                    <a:pt x="0" y="543559"/>
                  </a:moveTo>
                  <a:lnTo>
                    <a:pt x="0" y="544829"/>
                  </a:lnTo>
                </a:path>
                <a:path w="1238885" h="1343660">
                  <a:moveTo>
                    <a:pt x="0" y="545465"/>
                  </a:moveTo>
                  <a:lnTo>
                    <a:pt x="0" y="546734"/>
                  </a:lnTo>
                </a:path>
                <a:path w="1238885" h="1343660">
                  <a:moveTo>
                    <a:pt x="0" y="547370"/>
                  </a:moveTo>
                  <a:lnTo>
                    <a:pt x="0" y="548640"/>
                  </a:lnTo>
                </a:path>
                <a:path w="1238885" h="1343660">
                  <a:moveTo>
                    <a:pt x="0" y="549275"/>
                  </a:moveTo>
                  <a:lnTo>
                    <a:pt x="0" y="550545"/>
                  </a:lnTo>
                </a:path>
                <a:path w="1238885" h="1343660">
                  <a:moveTo>
                    <a:pt x="0" y="551179"/>
                  </a:moveTo>
                  <a:lnTo>
                    <a:pt x="0" y="552450"/>
                  </a:lnTo>
                </a:path>
                <a:path w="1238885" h="1343660">
                  <a:moveTo>
                    <a:pt x="0" y="552450"/>
                  </a:moveTo>
                  <a:lnTo>
                    <a:pt x="0" y="553720"/>
                  </a:lnTo>
                </a:path>
                <a:path w="1238885" h="1343660">
                  <a:moveTo>
                    <a:pt x="0" y="554354"/>
                  </a:moveTo>
                  <a:lnTo>
                    <a:pt x="0" y="555625"/>
                  </a:lnTo>
                </a:path>
                <a:path w="1238885" h="1343660">
                  <a:moveTo>
                    <a:pt x="0" y="556259"/>
                  </a:moveTo>
                  <a:lnTo>
                    <a:pt x="0" y="557529"/>
                  </a:lnTo>
                </a:path>
                <a:path w="1238885" h="1343660">
                  <a:moveTo>
                    <a:pt x="0" y="558165"/>
                  </a:moveTo>
                  <a:lnTo>
                    <a:pt x="0" y="559434"/>
                  </a:lnTo>
                </a:path>
                <a:path w="1238885" h="1343660">
                  <a:moveTo>
                    <a:pt x="0" y="560070"/>
                  </a:moveTo>
                  <a:lnTo>
                    <a:pt x="0" y="561340"/>
                  </a:lnTo>
                </a:path>
                <a:path w="1238885" h="1343660">
                  <a:moveTo>
                    <a:pt x="0" y="561340"/>
                  </a:moveTo>
                  <a:lnTo>
                    <a:pt x="0" y="562609"/>
                  </a:lnTo>
                </a:path>
                <a:path w="1238885" h="1343660">
                  <a:moveTo>
                    <a:pt x="0" y="563245"/>
                  </a:moveTo>
                  <a:lnTo>
                    <a:pt x="0" y="564515"/>
                  </a:lnTo>
                </a:path>
                <a:path w="1238885" h="1343660">
                  <a:moveTo>
                    <a:pt x="0" y="565150"/>
                  </a:moveTo>
                  <a:lnTo>
                    <a:pt x="0" y="566420"/>
                  </a:lnTo>
                </a:path>
                <a:path w="1238885" h="1343660">
                  <a:moveTo>
                    <a:pt x="0" y="567054"/>
                  </a:moveTo>
                  <a:lnTo>
                    <a:pt x="0" y="568325"/>
                  </a:lnTo>
                </a:path>
                <a:path w="1238885" h="1343660">
                  <a:moveTo>
                    <a:pt x="0" y="568959"/>
                  </a:moveTo>
                  <a:lnTo>
                    <a:pt x="0" y="570229"/>
                  </a:lnTo>
                </a:path>
                <a:path w="1238885" h="1343660">
                  <a:moveTo>
                    <a:pt x="0" y="570229"/>
                  </a:moveTo>
                  <a:lnTo>
                    <a:pt x="0" y="571500"/>
                  </a:lnTo>
                </a:path>
                <a:path w="1238885" h="1343660">
                  <a:moveTo>
                    <a:pt x="0" y="572134"/>
                  </a:moveTo>
                  <a:lnTo>
                    <a:pt x="0" y="573404"/>
                  </a:lnTo>
                </a:path>
                <a:path w="1238885" h="1343660">
                  <a:moveTo>
                    <a:pt x="0" y="574040"/>
                  </a:moveTo>
                  <a:lnTo>
                    <a:pt x="0" y="575309"/>
                  </a:lnTo>
                </a:path>
                <a:path w="1238885" h="1343660">
                  <a:moveTo>
                    <a:pt x="0" y="575945"/>
                  </a:moveTo>
                  <a:lnTo>
                    <a:pt x="0" y="577215"/>
                  </a:lnTo>
                </a:path>
                <a:path w="1238885" h="1343660">
                  <a:moveTo>
                    <a:pt x="0" y="577850"/>
                  </a:moveTo>
                  <a:lnTo>
                    <a:pt x="0" y="579120"/>
                  </a:lnTo>
                </a:path>
                <a:path w="1238885" h="1343660">
                  <a:moveTo>
                    <a:pt x="0" y="579120"/>
                  </a:moveTo>
                  <a:lnTo>
                    <a:pt x="0" y="580390"/>
                  </a:lnTo>
                </a:path>
                <a:path w="1238885" h="1343660">
                  <a:moveTo>
                    <a:pt x="0" y="581025"/>
                  </a:moveTo>
                  <a:lnTo>
                    <a:pt x="0" y="582295"/>
                  </a:lnTo>
                </a:path>
                <a:path w="1238885" h="1343660">
                  <a:moveTo>
                    <a:pt x="0" y="582929"/>
                  </a:moveTo>
                  <a:lnTo>
                    <a:pt x="0" y="584200"/>
                  </a:lnTo>
                </a:path>
                <a:path w="1238885" h="1343660">
                  <a:moveTo>
                    <a:pt x="0" y="584834"/>
                  </a:moveTo>
                  <a:lnTo>
                    <a:pt x="0" y="58610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1" name="object 81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565015" y="1955812"/>
              <a:ext cx="108585" cy="95884"/>
            </a:xfrm>
            <a:prstGeom prst="rect">
              <a:avLst/>
            </a:prstGeom>
          </p:spPr>
        </p:pic>
        <p:sp>
          <p:nvSpPr>
            <p:cNvPr id="82" name="object 82" descr=""/>
            <p:cNvSpPr/>
            <p:nvPr/>
          </p:nvSpPr>
          <p:spPr>
            <a:xfrm>
              <a:off x="3131820" y="3086747"/>
              <a:ext cx="1445895" cy="0"/>
            </a:xfrm>
            <a:custGeom>
              <a:avLst/>
              <a:gdLst/>
              <a:ahLst/>
              <a:cxnLst/>
              <a:rect l="l" t="t" r="r" b="b"/>
              <a:pathLst>
                <a:path w="1445895" h="0">
                  <a:moveTo>
                    <a:pt x="0" y="0"/>
                  </a:moveTo>
                  <a:lnTo>
                    <a:pt x="661034" y="0"/>
                  </a:lnTo>
                </a:path>
                <a:path w="1445895" h="0">
                  <a:moveTo>
                    <a:pt x="1445895" y="0"/>
                  </a:moveTo>
                  <a:lnTo>
                    <a:pt x="78485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 descr=""/>
            <p:cNvSpPr/>
            <p:nvPr/>
          </p:nvSpPr>
          <p:spPr>
            <a:xfrm>
              <a:off x="3088640" y="3079127"/>
              <a:ext cx="43180" cy="15240"/>
            </a:xfrm>
            <a:custGeom>
              <a:avLst/>
              <a:gdLst/>
              <a:ahLst/>
              <a:cxnLst/>
              <a:rect l="l" t="t" r="r" b="b"/>
              <a:pathLst>
                <a:path w="43180" h="15239">
                  <a:moveTo>
                    <a:pt x="43180" y="0"/>
                  </a:moveTo>
                  <a:lnTo>
                    <a:pt x="0" y="7619"/>
                  </a:lnTo>
                  <a:lnTo>
                    <a:pt x="43180" y="15239"/>
                  </a:lnTo>
                  <a:lnTo>
                    <a:pt x="431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 descr=""/>
            <p:cNvSpPr/>
            <p:nvPr/>
          </p:nvSpPr>
          <p:spPr>
            <a:xfrm>
              <a:off x="3088640" y="3079127"/>
              <a:ext cx="43180" cy="15240"/>
            </a:xfrm>
            <a:custGeom>
              <a:avLst/>
              <a:gdLst/>
              <a:ahLst/>
              <a:cxnLst/>
              <a:rect l="l" t="t" r="r" b="b"/>
              <a:pathLst>
                <a:path w="43180" h="15239">
                  <a:moveTo>
                    <a:pt x="43180" y="0"/>
                  </a:moveTo>
                  <a:lnTo>
                    <a:pt x="43180" y="15239"/>
                  </a:lnTo>
                  <a:lnTo>
                    <a:pt x="0" y="7619"/>
                  </a:lnTo>
                  <a:lnTo>
                    <a:pt x="4318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 descr=""/>
            <p:cNvSpPr/>
            <p:nvPr/>
          </p:nvSpPr>
          <p:spPr>
            <a:xfrm>
              <a:off x="4578350" y="3079127"/>
              <a:ext cx="42545" cy="15240"/>
            </a:xfrm>
            <a:custGeom>
              <a:avLst/>
              <a:gdLst/>
              <a:ahLst/>
              <a:cxnLst/>
              <a:rect l="l" t="t" r="r" b="b"/>
              <a:pathLst>
                <a:path w="42545" h="15239">
                  <a:moveTo>
                    <a:pt x="0" y="0"/>
                  </a:moveTo>
                  <a:lnTo>
                    <a:pt x="0" y="15239"/>
                  </a:lnTo>
                  <a:lnTo>
                    <a:pt x="42545" y="76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 descr=""/>
            <p:cNvSpPr/>
            <p:nvPr/>
          </p:nvSpPr>
          <p:spPr>
            <a:xfrm>
              <a:off x="3811270" y="3058807"/>
              <a:ext cx="809625" cy="57785"/>
            </a:xfrm>
            <a:custGeom>
              <a:avLst/>
              <a:gdLst/>
              <a:ahLst/>
              <a:cxnLst/>
              <a:rect l="l" t="t" r="r" b="b"/>
              <a:pathLst>
                <a:path w="809625" h="57785">
                  <a:moveTo>
                    <a:pt x="767079" y="21589"/>
                  </a:moveTo>
                  <a:lnTo>
                    <a:pt x="767079" y="36829"/>
                  </a:lnTo>
                  <a:lnTo>
                    <a:pt x="809625" y="29209"/>
                  </a:lnTo>
                  <a:lnTo>
                    <a:pt x="767079" y="21589"/>
                  </a:lnTo>
                  <a:close/>
                </a:path>
                <a:path w="809625" h="57785">
                  <a:moveTo>
                    <a:pt x="7619" y="0"/>
                  </a:moveTo>
                  <a:lnTo>
                    <a:pt x="7619" y="57784"/>
                  </a:lnTo>
                </a:path>
                <a:path w="809625" h="57785">
                  <a:moveTo>
                    <a:pt x="10794" y="0"/>
                  </a:moveTo>
                  <a:lnTo>
                    <a:pt x="10794" y="57784"/>
                  </a:lnTo>
                </a:path>
                <a:path w="809625" h="57785">
                  <a:moveTo>
                    <a:pt x="0" y="0"/>
                  </a:moveTo>
                  <a:lnTo>
                    <a:pt x="19684" y="0"/>
                  </a:lnTo>
                </a:path>
                <a:path w="809625" h="57785">
                  <a:moveTo>
                    <a:pt x="0" y="57784"/>
                  </a:moveTo>
                  <a:lnTo>
                    <a:pt x="41275" y="57784"/>
                  </a:lnTo>
                  <a:lnTo>
                    <a:pt x="41275" y="41275"/>
                  </a:lnTo>
                  <a:lnTo>
                    <a:pt x="38100" y="57784"/>
                  </a:lnTo>
                </a:path>
                <a:path w="809625" h="57785">
                  <a:moveTo>
                    <a:pt x="83819" y="27304"/>
                  </a:moveTo>
                  <a:lnTo>
                    <a:pt x="82550" y="30479"/>
                  </a:lnTo>
                  <a:lnTo>
                    <a:pt x="83819" y="33654"/>
                  </a:lnTo>
                  <a:lnTo>
                    <a:pt x="86994" y="30479"/>
                  </a:lnTo>
                  <a:lnTo>
                    <a:pt x="86994" y="27304"/>
                  </a:lnTo>
                  <a:lnTo>
                    <a:pt x="82550" y="22859"/>
                  </a:lnTo>
                  <a:lnTo>
                    <a:pt x="76200" y="19684"/>
                  </a:lnTo>
                  <a:lnTo>
                    <a:pt x="68579" y="19684"/>
                  </a:lnTo>
                  <a:lnTo>
                    <a:pt x="59689" y="22859"/>
                  </a:lnTo>
                  <a:lnTo>
                    <a:pt x="54609" y="27304"/>
                  </a:lnTo>
                  <a:lnTo>
                    <a:pt x="52069" y="34925"/>
                  </a:lnTo>
                  <a:lnTo>
                    <a:pt x="52069" y="41275"/>
                  </a:lnTo>
                  <a:lnTo>
                    <a:pt x="54609" y="48895"/>
                  </a:lnTo>
                  <a:lnTo>
                    <a:pt x="59689" y="55245"/>
                  </a:lnTo>
                  <a:lnTo>
                    <a:pt x="68579" y="57784"/>
                  </a:lnTo>
                  <a:lnTo>
                    <a:pt x="73025" y="57784"/>
                  </a:lnTo>
                  <a:lnTo>
                    <a:pt x="82550" y="55245"/>
                  </a:lnTo>
                  <a:lnTo>
                    <a:pt x="86994" y="48895"/>
                  </a:lnTo>
                </a:path>
                <a:path w="809625" h="57785">
                  <a:moveTo>
                    <a:pt x="68579" y="19684"/>
                  </a:moveTo>
                  <a:lnTo>
                    <a:pt x="62229" y="22859"/>
                  </a:lnTo>
                  <a:lnTo>
                    <a:pt x="57784" y="27304"/>
                  </a:lnTo>
                  <a:lnTo>
                    <a:pt x="54609" y="34925"/>
                  </a:lnTo>
                  <a:lnTo>
                    <a:pt x="54609" y="41275"/>
                  </a:lnTo>
                  <a:lnTo>
                    <a:pt x="57784" y="48895"/>
                  </a:lnTo>
                  <a:lnTo>
                    <a:pt x="62229" y="55245"/>
                  </a:lnTo>
                  <a:lnTo>
                    <a:pt x="68579" y="5778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 descr=""/>
            <p:cNvSpPr/>
            <p:nvPr/>
          </p:nvSpPr>
          <p:spPr>
            <a:xfrm>
              <a:off x="3087370" y="3087382"/>
              <a:ext cx="1534160" cy="39370"/>
            </a:xfrm>
            <a:custGeom>
              <a:avLst/>
              <a:gdLst/>
              <a:ahLst/>
              <a:cxnLst/>
              <a:rect l="l" t="t" r="r" b="b"/>
              <a:pathLst>
                <a:path w="1534160" h="39369">
                  <a:moveTo>
                    <a:pt x="1270" y="38735"/>
                  </a:moveTo>
                  <a:lnTo>
                    <a:pt x="1079" y="38290"/>
                  </a:lnTo>
                  <a:lnTo>
                    <a:pt x="635" y="38100"/>
                  </a:lnTo>
                  <a:lnTo>
                    <a:pt x="177" y="38290"/>
                  </a:lnTo>
                  <a:lnTo>
                    <a:pt x="0" y="38735"/>
                  </a:lnTo>
                  <a:lnTo>
                    <a:pt x="177" y="39192"/>
                  </a:lnTo>
                  <a:lnTo>
                    <a:pt x="635" y="39370"/>
                  </a:lnTo>
                  <a:lnTo>
                    <a:pt x="1079" y="39192"/>
                  </a:lnTo>
                  <a:lnTo>
                    <a:pt x="1270" y="38735"/>
                  </a:lnTo>
                  <a:close/>
                </a:path>
                <a:path w="1534160" h="39369">
                  <a:moveTo>
                    <a:pt x="1534160" y="38735"/>
                  </a:moveTo>
                  <a:lnTo>
                    <a:pt x="1533969" y="38290"/>
                  </a:lnTo>
                  <a:lnTo>
                    <a:pt x="1533525" y="38100"/>
                  </a:lnTo>
                  <a:lnTo>
                    <a:pt x="1533067" y="38290"/>
                  </a:lnTo>
                  <a:lnTo>
                    <a:pt x="1532890" y="38735"/>
                  </a:lnTo>
                  <a:lnTo>
                    <a:pt x="1533067" y="39192"/>
                  </a:lnTo>
                  <a:lnTo>
                    <a:pt x="1533525" y="39370"/>
                  </a:lnTo>
                  <a:lnTo>
                    <a:pt x="1533969" y="39192"/>
                  </a:lnTo>
                  <a:lnTo>
                    <a:pt x="1534160" y="38735"/>
                  </a:lnTo>
                  <a:close/>
                </a:path>
                <a:path w="1534160" h="39369">
                  <a:moveTo>
                    <a:pt x="1534160" y="635"/>
                  </a:moveTo>
                  <a:lnTo>
                    <a:pt x="1533969" y="190"/>
                  </a:lnTo>
                  <a:lnTo>
                    <a:pt x="1533525" y="0"/>
                  </a:lnTo>
                  <a:lnTo>
                    <a:pt x="1533067" y="190"/>
                  </a:lnTo>
                  <a:lnTo>
                    <a:pt x="1532890" y="635"/>
                  </a:lnTo>
                  <a:lnTo>
                    <a:pt x="1533067" y="1092"/>
                  </a:lnTo>
                  <a:lnTo>
                    <a:pt x="1533525" y="1270"/>
                  </a:lnTo>
                  <a:lnTo>
                    <a:pt x="1533969" y="1092"/>
                  </a:lnTo>
                  <a:lnTo>
                    <a:pt x="1534160" y="63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 descr=""/>
            <p:cNvSpPr/>
            <p:nvPr/>
          </p:nvSpPr>
          <p:spPr>
            <a:xfrm>
              <a:off x="2044065" y="3237243"/>
              <a:ext cx="3624579" cy="88900"/>
            </a:xfrm>
            <a:custGeom>
              <a:avLst/>
              <a:gdLst/>
              <a:ahLst/>
              <a:cxnLst/>
              <a:rect l="l" t="t" r="r" b="b"/>
              <a:pathLst>
                <a:path w="3624579" h="88900">
                  <a:moveTo>
                    <a:pt x="6350" y="73025"/>
                  </a:moveTo>
                  <a:lnTo>
                    <a:pt x="24765" y="16510"/>
                  </a:lnTo>
                  <a:lnTo>
                    <a:pt x="44450" y="73025"/>
                  </a:lnTo>
                </a:path>
                <a:path w="3624579" h="88900">
                  <a:moveTo>
                    <a:pt x="24765" y="24129"/>
                  </a:moveTo>
                  <a:lnTo>
                    <a:pt x="41275" y="73025"/>
                  </a:lnTo>
                </a:path>
                <a:path w="3624579" h="88900">
                  <a:moveTo>
                    <a:pt x="10795" y="57785"/>
                  </a:moveTo>
                  <a:lnTo>
                    <a:pt x="35560" y="57785"/>
                  </a:lnTo>
                </a:path>
                <a:path w="3624579" h="88900">
                  <a:moveTo>
                    <a:pt x="0" y="73025"/>
                  </a:moveTo>
                  <a:lnTo>
                    <a:pt x="17145" y="73025"/>
                  </a:lnTo>
                </a:path>
                <a:path w="3624579" h="88900">
                  <a:moveTo>
                    <a:pt x="32385" y="73025"/>
                  </a:moveTo>
                  <a:lnTo>
                    <a:pt x="48895" y="73025"/>
                  </a:lnTo>
                </a:path>
                <a:path w="3624579" h="88900">
                  <a:moveTo>
                    <a:pt x="323215" y="19685"/>
                  </a:moveTo>
                  <a:lnTo>
                    <a:pt x="323215" y="76200"/>
                  </a:lnTo>
                </a:path>
                <a:path w="3624579" h="88900">
                  <a:moveTo>
                    <a:pt x="326390" y="19685"/>
                  </a:moveTo>
                  <a:lnTo>
                    <a:pt x="326390" y="76200"/>
                  </a:lnTo>
                </a:path>
                <a:path w="3624579" h="88900">
                  <a:moveTo>
                    <a:pt x="315595" y="19685"/>
                  </a:moveTo>
                  <a:lnTo>
                    <a:pt x="347980" y="19685"/>
                  </a:lnTo>
                  <a:lnTo>
                    <a:pt x="355600" y="21590"/>
                  </a:lnTo>
                  <a:lnTo>
                    <a:pt x="358140" y="24129"/>
                  </a:lnTo>
                  <a:lnTo>
                    <a:pt x="361315" y="30479"/>
                  </a:lnTo>
                  <a:lnTo>
                    <a:pt x="361315" y="34925"/>
                  </a:lnTo>
                  <a:lnTo>
                    <a:pt x="358140" y="41275"/>
                  </a:lnTo>
                  <a:lnTo>
                    <a:pt x="355600" y="44450"/>
                  </a:lnTo>
                  <a:lnTo>
                    <a:pt x="347980" y="45720"/>
                  </a:lnTo>
                </a:path>
                <a:path w="3624579" h="88900">
                  <a:moveTo>
                    <a:pt x="347980" y="19685"/>
                  </a:moveTo>
                  <a:lnTo>
                    <a:pt x="353695" y="21590"/>
                  </a:lnTo>
                  <a:lnTo>
                    <a:pt x="355600" y="24129"/>
                  </a:lnTo>
                  <a:lnTo>
                    <a:pt x="358140" y="30479"/>
                  </a:lnTo>
                  <a:lnTo>
                    <a:pt x="358140" y="34925"/>
                  </a:lnTo>
                  <a:lnTo>
                    <a:pt x="355600" y="41275"/>
                  </a:lnTo>
                  <a:lnTo>
                    <a:pt x="353695" y="44450"/>
                  </a:lnTo>
                  <a:lnTo>
                    <a:pt x="347980" y="45720"/>
                  </a:lnTo>
                  <a:lnTo>
                    <a:pt x="326390" y="45720"/>
                  </a:lnTo>
                </a:path>
                <a:path w="3624579" h="88900">
                  <a:moveTo>
                    <a:pt x="347980" y="45720"/>
                  </a:moveTo>
                  <a:lnTo>
                    <a:pt x="355600" y="48895"/>
                  </a:lnTo>
                  <a:lnTo>
                    <a:pt x="358140" y="52070"/>
                  </a:lnTo>
                  <a:lnTo>
                    <a:pt x="361315" y="57785"/>
                  </a:lnTo>
                  <a:lnTo>
                    <a:pt x="361315" y="65404"/>
                  </a:lnTo>
                  <a:lnTo>
                    <a:pt x="358140" y="69850"/>
                  </a:lnTo>
                  <a:lnTo>
                    <a:pt x="355600" y="73025"/>
                  </a:lnTo>
                  <a:lnTo>
                    <a:pt x="347980" y="76200"/>
                  </a:lnTo>
                  <a:lnTo>
                    <a:pt x="315595" y="76200"/>
                  </a:lnTo>
                </a:path>
                <a:path w="3624579" h="88900">
                  <a:moveTo>
                    <a:pt x="347980" y="45720"/>
                  </a:moveTo>
                  <a:lnTo>
                    <a:pt x="353695" y="48895"/>
                  </a:lnTo>
                  <a:lnTo>
                    <a:pt x="355600" y="52070"/>
                  </a:lnTo>
                  <a:lnTo>
                    <a:pt x="358140" y="57785"/>
                  </a:lnTo>
                  <a:lnTo>
                    <a:pt x="358140" y="65404"/>
                  </a:lnTo>
                  <a:lnTo>
                    <a:pt x="355600" y="69850"/>
                  </a:lnTo>
                  <a:lnTo>
                    <a:pt x="353695" y="73025"/>
                  </a:lnTo>
                  <a:lnTo>
                    <a:pt x="347980" y="76200"/>
                  </a:lnTo>
                </a:path>
                <a:path w="3624579" h="88900">
                  <a:moveTo>
                    <a:pt x="661670" y="24129"/>
                  </a:moveTo>
                  <a:lnTo>
                    <a:pt x="664845" y="33654"/>
                  </a:lnTo>
                  <a:lnTo>
                    <a:pt x="664845" y="16510"/>
                  </a:lnTo>
                  <a:lnTo>
                    <a:pt x="661670" y="24129"/>
                  </a:lnTo>
                  <a:lnTo>
                    <a:pt x="655320" y="19685"/>
                  </a:lnTo>
                  <a:lnTo>
                    <a:pt x="647700" y="16510"/>
                  </a:lnTo>
                  <a:lnTo>
                    <a:pt x="641985" y="16510"/>
                  </a:lnTo>
                  <a:lnTo>
                    <a:pt x="634365" y="19685"/>
                  </a:lnTo>
                  <a:lnTo>
                    <a:pt x="628015" y="24129"/>
                  </a:lnTo>
                  <a:lnTo>
                    <a:pt x="624840" y="30479"/>
                  </a:lnTo>
                  <a:lnTo>
                    <a:pt x="623570" y="38100"/>
                  </a:lnTo>
                  <a:lnTo>
                    <a:pt x="623570" y="52070"/>
                  </a:lnTo>
                  <a:lnTo>
                    <a:pt x="624840" y="60960"/>
                  </a:lnTo>
                  <a:lnTo>
                    <a:pt x="628015" y="65404"/>
                  </a:lnTo>
                  <a:lnTo>
                    <a:pt x="634365" y="71754"/>
                  </a:lnTo>
                  <a:lnTo>
                    <a:pt x="641985" y="73025"/>
                  </a:lnTo>
                  <a:lnTo>
                    <a:pt x="647700" y="73025"/>
                  </a:lnTo>
                  <a:lnTo>
                    <a:pt x="655320" y="71754"/>
                  </a:lnTo>
                  <a:lnTo>
                    <a:pt x="661670" y="65404"/>
                  </a:lnTo>
                  <a:lnTo>
                    <a:pt x="664845" y="60960"/>
                  </a:lnTo>
                </a:path>
                <a:path w="3624579" h="88900">
                  <a:moveTo>
                    <a:pt x="641985" y="16510"/>
                  </a:moveTo>
                  <a:lnTo>
                    <a:pt x="637540" y="19685"/>
                  </a:lnTo>
                  <a:lnTo>
                    <a:pt x="631190" y="24129"/>
                  </a:lnTo>
                  <a:lnTo>
                    <a:pt x="628015" y="30479"/>
                  </a:lnTo>
                  <a:lnTo>
                    <a:pt x="624840" y="38100"/>
                  </a:lnTo>
                  <a:lnTo>
                    <a:pt x="624840" y="52070"/>
                  </a:lnTo>
                  <a:lnTo>
                    <a:pt x="628015" y="60960"/>
                  </a:lnTo>
                  <a:lnTo>
                    <a:pt x="631190" y="65404"/>
                  </a:lnTo>
                  <a:lnTo>
                    <a:pt x="637540" y="71754"/>
                  </a:lnTo>
                  <a:lnTo>
                    <a:pt x="641985" y="73025"/>
                  </a:lnTo>
                </a:path>
                <a:path w="3624579" h="88900">
                  <a:moveTo>
                    <a:pt x="1144905" y="12065"/>
                  </a:moveTo>
                  <a:lnTo>
                    <a:pt x="1144905" y="68579"/>
                  </a:lnTo>
                </a:path>
                <a:path w="3624579" h="88900">
                  <a:moveTo>
                    <a:pt x="1148080" y="12065"/>
                  </a:moveTo>
                  <a:lnTo>
                    <a:pt x="1148080" y="68579"/>
                  </a:lnTo>
                </a:path>
                <a:path w="3624579" h="88900">
                  <a:moveTo>
                    <a:pt x="1137285" y="12065"/>
                  </a:moveTo>
                  <a:lnTo>
                    <a:pt x="1163320" y="12065"/>
                  </a:lnTo>
                  <a:lnTo>
                    <a:pt x="1172210" y="13970"/>
                  </a:lnTo>
                  <a:lnTo>
                    <a:pt x="1176655" y="19685"/>
                  </a:lnTo>
                  <a:lnTo>
                    <a:pt x="1179830" y="26035"/>
                  </a:lnTo>
                  <a:lnTo>
                    <a:pt x="1183005" y="33654"/>
                  </a:lnTo>
                  <a:lnTo>
                    <a:pt x="1183005" y="46990"/>
                  </a:lnTo>
                  <a:lnTo>
                    <a:pt x="1179830" y="54610"/>
                  </a:lnTo>
                  <a:lnTo>
                    <a:pt x="1176655" y="60960"/>
                  </a:lnTo>
                  <a:lnTo>
                    <a:pt x="1172210" y="65404"/>
                  </a:lnTo>
                  <a:lnTo>
                    <a:pt x="1163320" y="68579"/>
                  </a:lnTo>
                  <a:lnTo>
                    <a:pt x="1137285" y="68579"/>
                  </a:lnTo>
                </a:path>
                <a:path w="3624579" h="88900">
                  <a:moveTo>
                    <a:pt x="1163320" y="12065"/>
                  </a:moveTo>
                  <a:lnTo>
                    <a:pt x="1169035" y="13970"/>
                  </a:lnTo>
                  <a:lnTo>
                    <a:pt x="1175385" y="19685"/>
                  </a:lnTo>
                  <a:lnTo>
                    <a:pt x="1176655" y="26035"/>
                  </a:lnTo>
                  <a:lnTo>
                    <a:pt x="1179830" y="33654"/>
                  </a:lnTo>
                  <a:lnTo>
                    <a:pt x="1179830" y="46990"/>
                  </a:lnTo>
                  <a:lnTo>
                    <a:pt x="1176655" y="54610"/>
                  </a:lnTo>
                  <a:lnTo>
                    <a:pt x="1175385" y="60960"/>
                  </a:lnTo>
                  <a:lnTo>
                    <a:pt x="1169035" y="65404"/>
                  </a:lnTo>
                  <a:lnTo>
                    <a:pt x="1163320" y="68579"/>
                  </a:lnTo>
                </a:path>
                <a:path w="3624579" h="88900">
                  <a:moveTo>
                    <a:pt x="1201420" y="36829"/>
                  </a:moveTo>
                  <a:lnTo>
                    <a:pt x="1252220" y="36829"/>
                  </a:lnTo>
                </a:path>
                <a:path w="3624579" h="88900">
                  <a:moveTo>
                    <a:pt x="1201420" y="52070"/>
                  </a:moveTo>
                  <a:lnTo>
                    <a:pt x="1252220" y="52070"/>
                  </a:lnTo>
                </a:path>
                <a:path w="3624579" h="88900">
                  <a:moveTo>
                    <a:pt x="1276350" y="12065"/>
                  </a:moveTo>
                  <a:lnTo>
                    <a:pt x="1276350" y="68579"/>
                  </a:lnTo>
                </a:path>
                <a:path w="3624579" h="88900">
                  <a:moveTo>
                    <a:pt x="1278255" y="12065"/>
                  </a:moveTo>
                  <a:lnTo>
                    <a:pt x="1278255" y="68579"/>
                  </a:lnTo>
                </a:path>
                <a:path w="3624579" h="88900">
                  <a:moveTo>
                    <a:pt x="1267460" y="12065"/>
                  </a:moveTo>
                  <a:lnTo>
                    <a:pt x="1301114" y="12065"/>
                  </a:lnTo>
                  <a:lnTo>
                    <a:pt x="1308735" y="13970"/>
                  </a:lnTo>
                  <a:lnTo>
                    <a:pt x="1311275" y="16510"/>
                  </a:lnTo>
                  <a:lnTo>
                    <a:pt x="1314450" y="22860"/>
                  </a:lnTo>
                  <a:lnTo>
                    <a:pt x="1314450" y="30479"/>
                  </a:lnTo>
                  <a:lnTo>
                    <a:pt x="1311275" y="36829"/>
                  </a:lnTo>
                  <a:lnTo>
                    <a:pt x="1308735" y="38100"/>
                  </a:lnTo>
                  <a:lnTo>
                    <a:pt x="1301114" y="41275"/>
                  </a:lnTo>
                  <a:lnTo>
                    <a:pt x="1278255" y="41275"/>
                  </a:lnTo>
                </a:path>
                <a:path w="3624579" h="88900">
                  <a:moveTo>
                    <a:pt x="1301114" y="12065"/>
                  </a:moveTo>
                  <a:lnTo>
                    <a:pt x="1305560" y="13970"/>
                  </a:lnTo>
                  <a:lnTo>
                    <a:pt x="1308735" y="16510"/>
                  </a:lnTo>
                  <a:lnTo>
                    <a:pt x="1311275" y="22860"/>
                  </a:lnTo>
                  <a:lnTo>
                    <a:pt x="1311275" y="30479"/>
                  </a:lnTo>
                  <a:lnTo>
                    <a:pt x="1308735" y="36829"/>
                  </a:lnTo>
                  <a:lnTo>
                    <a:pt x="1305560" y="38100"/>
                  </a:lnTo>
                  <a:lnTo>
                    <a:pt x="1301114" y="41275"/>
                  </a:lnTo>
                </a:path>
                <a:path w="3624579" h="88900">
                  <a:moveTo>
                    <a:pt x="1267460" y="68579"/>
                  </a:moveTo>
                  <a:lnTo>
                    <a:pt x="1287145" y="68579"/>
                  </a:lnTo>
                </a:path>
                <a:path w="3624579" h="88900">
                  <a:moveTo>
                    <a:pt x="1367789" y="19685"/>
                  </a:moveTo>
                  <a:lnTo>
                    <a:pt x="1370964" y="27304"/>
                  </a:lnTo>
                  <a:lnTo>
                    <a:pt x="1370964" y="12065"/>
                  </a:lnTo>
                  <a:lnTo>
                    <a:pt x="1367789" y="19685"/>
                  </a:lnTo>
                  <a:lnTo>
                    <a:pt x="1363345" y="13970"/>
                  </a:lnTo>
                  <a:lnTo>
                    <a:pt x="1354455" y="12065"/>
                  </a:lnTo>
                  <a:lnTo>
                    <a:pt x="1349375" y="12065"/>
                  </a:lnTo>
                  <a:lnTo>
                    <a:pt x="1340485" y="13970"/>
                  </a:lnTo>
                  <a:lnTo>
                    <a:pt x="1336039" y="19685"/>
                  </a:lnTo>
                  <a:lnTo>
                    <a:pt x="1332864" y="26035"/>
                  </a:lnTo>
                  <a:lnTo>
                    <a:pt x="1329689" y="33654"/>
                  </a:lnTo>
                  <a:lnTo>
                    <a:pt x="1329689" y="46990"/>
                  </a:lnTo>
                  <a:lnTo>
                    <a:pt x="1332864" y="54610"/>
                  </a:lnTo>
                  <a:lnTo>
                    <a:pt x="1336039" y="60960"/>
                  </a:lnTo>
                  <a:lnTo>
                    <a:pt x="1340485" y="65404"/>
                  </a:lnTo>
                  <a:lnTo>
                    <a:pt x="1349375" y="68579"/>
                  </a:lnTo>
                  <a:lnTo>
                    <a:pt x="1354455" y="68579"/>
                  </a:lnTo>
                  <a:lnTo>
                    <a:pt x="1363345" y="65404"/>
                  </a:lnTo>
                  <a:lnTo>
                    <a:pt x="1367789" y="60960"/>
                  </a:lnTo>
                  <a:lnTo>
                    <a:pt x="1370964" y="54610"/>
                  </a:lnTo>
                </a:path>
                <a:path w="3624579" h="88900">
                  <a:moveTo>
                    <a:pt x="1349375" y="12065"/>
                  </a:moveTo>
                  <a:lnTo>
                    <a:pt x="1343660" y="13970"/>
                  </a:lnTo>
                  <a:lnTo>
                    <a:pt x="1339214" y="19685"/>
                  </a:lnTo>
                  <a:lnTo>
                    <a:pt x="1336039" y="26035"/>
                  </a:lnTo>
                  <a:lnTo>
                    <a:pt x="1332864" y="33654"/>
                  </a:lnTo>
                  <a:lnTo>
                    <a:pt x="1332864" y="46990"/>
                  </a:lnTo>
                  <a:lnTo>
                    <a:pt x="1336039" y="54610"/>
                  </a:lnTo>
                  <a:lnTo>
                    <a:pt x="1339214" y="60960"/>
                  </a:lnTo>
                  <a:lnTo>
                    <a:pt x="1343660" y="65404"/>
                  </a:lnTo>
                  <a:lnTo>
                    <a:pt x="1349375" y="68579"/>
                  </a:lnTo>
                </a:path>
                <a:path w="3624579" h="88900">
                  <a:moveTo>
                    <a:pt x="1415414" y="19685"/>
                  </a:moveTo>
                  <a:lnTo>
                    <a:pt x="1415414" y="68579"/>
                  </a:lnTo>
                </a:path>
                <a:path w="3624579" h="88900">
                  <a:moveTo>
                    <a:pt x="1389380" y="44450"/>
                  </a:moveTo>
                  <a:lnTo>
                    <a:pt x="1439545" y="44450"/>
                  </a:lnTo>
                </a:path>
                <a:path w="3624579" h="88900">
                  <a:moveTo>
                    <a:pt x="1463675" y="12065"/>
                  </a:moveTo>
                  <a:lnTo>
                    <a:pt x="1463675" y="68579"/>
                  </a:lnTo>
                </a:path>
                <a:path w="3624579" h="88900">
                  <a:moveTo>
                    <a:pt x="1465580" y="12065"/>
                  </a:moveTo>
                  <a:lnTo>
                    <a:pt x="1465580" y="68579"/>
                  </a:lnTo>
                </a:path>
                <a:path w="3624579" h="88900">
                  <a:moveTo>
                    <a:pt x="1454785" y="12065"/>
                  </a:moveTo>
                  <a:lnTo>
                    <a:pt x="1474470" y="12065"/>
                  </a:lnTo>
                </a:path>
                <a:path w="3624579" h="88900">
                  <a:moveTo>
                    <a:pt x="1454785" y="68579"/>
                  </a:moveTo>
                  <a:lnTo>
                    <a:pt x="1496060" y="68579"/>
                  </a:lnTo>
                  <a:lnTo>
                    <a:pt x="1496060" y="52070"/>
                  </a:lnTo>
                  <a:lnTo>
                    <a:pt x="1492885" y="68579"/>
                  </a:lnTo>
                </a:path>
                <a:path w="3624579" h="88900">
                  <a:moveTo>
                    <a:pt x="1512570" y="12065"/>
                  </a:moveTo>
                  <a:lnTo>
                    <a:pt x="1512570" y="57785"/>
                  </a:lnTo>
                  <a:lnTo>
                    <a:pt x="1515745" y="65404"/>
                  </a:lnTo>
                  <a:lnTo>
                    <a:pt x="1520189" y="68579"/>
                  </a:lnTo>
                  <a:lnTo>
                    <a:pt x="1526539" y="68579"/>
                  </a:lnTo>
                  <a:lnTo>
                    <a:pt x="1530985" y="65404"/>
                  </a:lnTo>
                  <a:lnTo>
                    <a:pt x="1534160" y="60960"/>
                  </a:lnTo>
                </a:path>
                <a:path w="3624579" h="88900">
                  <a:moveTo>
                    <a:pt x="1515745" y="12065"/>
                  </a:moveTo>
                  <a:lnTo>
                    <a:pt x="1515745" y="57785"/>
                  </a:lnTo>
                  <a:lnTo>
                    <a:pt x="1517014" y="65404"/>
                  </a:lnTo>
                  <a:lnTo>
                    <a:pt x="1520189" y="68579"/>
                  </a:lnTo>
                </a:path>
                <a:path w="3624579" h="88900">
                  <a:moveTo>
                    <a:pt x="1503680" y="30479"/>
                  </a:moveTo>
                  <a:lnTo>
                    <a:pt x="1526539" y="30479"/>
                  </a:lnTo>
                </a:path>
                <a:path w="3624579" h="88900">
                  <a:moveTo>
                    <a:pt x="1593214" y="0"/>
                  </a:moveTo>
                  <a:lnTo>
                    <a:pt x="1544955" y="88900"/>
                  </a:lnTo>
                </a:path>
                <a:path w="3624579" h="88900">
                  <a:moveTo>
                    <a:pt x="1610360" y="22860"/>
                  </a:moveTo>
                  <a:lnTo>
                    <a:pt x="1613535" y="26035"/>
                  </a:lnTo>
                  <a:lnTo>
                    <a:pt x="1610360" y="27304"/>
                  </a:lnTo>
                  <a:lnTo>
                    <a:pt x="1607185" y="26035"/>
                  </a:lnTo>
                  <a:lnTo>
                    <a:pt x="1607185" y="22860"/>
                  </a:lnTo>
                  <a:lnTo>
                    <a:pt x="1610360" y="16510"/>
                  </a:lnTo>
                  <a:lnTo>
                    <a:pt x="1613535" y="13970"/>
                  </a:lnTo>
                  <a:lnTo>
                    <a:pt x="1621155" y="12065"/>
                  </a:lnTo>
                  <a:lnTo>
                    <a:pt x="1631314" y="12065"/>
                  </a:lnTo>
                  <a:lnTo>
                    <a:pt x="1640839" y="13970"/>
                  </a:lnTo>
                  <a:lnTo>
                    <a:pt x="1642110" y="19685"/>
                  </a:lnTo>
                  <a:lnTo>
                    <a:pt x="1642110" y="27304"/>
                  </a:lnTo>
                  <a:lnTo>
                    <a:pt x="1640839" y="33654"/>
                  </a:lnTo>
                  <a:lnTo>
                    <a:pt x="1631314" y="36829"/>
                  </a:lnTo>
                  <a:lnTo>
                    <a:pt x="1623695" y="36829"/>
                  </a:lnTo>
                </a:path>
                <a:path w="3624579" h="88900">
                  <a:moveTo>
                    <a:pt x="1631314" y="12065"/>
                  </a:moveTo>
                  <a:lnTo>
                    <a:pt x="1637664" y="13970"/>
                  </a:lnTo>
                  <a:lnTo>
                    <a:pt x="1640839" y="19685"/>
                  </a:lnTo>
                  <a:lnTo>
                    <a:pt x="1640839" y="27304"/>
                  </a:lnTo>
                  <a:lnTo>
                    <a:pt x="1637664" y="33654"/>
                  </a:lnTo>
                  <a:lnTo>
                    <a:pt x="1631314" y="36829"/>
                  </a:lnTo>
                  <a:lnTo>
                    <a:pt x="1637664" y="38100"/>
                  </a:lnTo>
                  <a:lnTo>
                    <a:pt x="1642110" y="44450"/>
                  </a:lnTo>
                  <a:lnTo>
                    <a:pt x="1645285" y="50165"/>
                  </a:lnTo>
                  <a:lnTo>
                    <a:pt x="1645285" y="57785"/>
                  </a:lnTo>
                  <a:lnTo>
                    <a:pt x="1642110" y="62229"/>
                  </a:lnTo>
                  <a:lnTo>
                    <a:pt x="1640839" y="65404"/>
                  </a:lnTo>
                  <a:lnTo>
                    <a:pt x="1631314" y="68579"/>
                  </a:lnTo>
                  <a:lnTo>
                    <a:pt x="1621155" y="68579"/>
                  </a:lnTo>
                  <a:lnTo>
                    <a:pt x="1613535" y="65404"/>
                  </a:lnTo>
                  <a:lnTo>
                    <a:pt x="1610360" y="62229"/>
                  </a:lnTo>
                  <a:lnTo>
                    <a:pt x="1607185" y="57785"/>
                  </a:lnTo>
                  <a:lnTo>
                    <a:pt x="1607185" y="54610"/>
                  </a:lnTo>
                  <a:lnTo>
                    <a:pt x="1610360" y="52070"/>
                  </a:lnTo>
                  <a:lnTo>
                    <a:pt x="1613535" y="54610"/>
                  </a:lnTo>
                  <a:lnTo>
                    <a:pt x="1610360" y="57785"/>
                  </a:lnTo>
                </a:path>
                <a:path w="3624579" h="88900">
                  <a:moveTo>
                    <a:pt x="1640839" y="41275"/>
                  </a:moveTo>
                  <a:lnTo>
                    <a:pt x="1642110" y="50165"/>
                  </a:lnTo>
                  <a:lnTo>
                    <a:pt x="1642110" y="57785"/>
                  </a:lnTo>
                  <a:lnTo>
                    <a:pt x="1640839" y="62229"/>
                  </a:lnTo>
                  <a:lnTo>
                    <a:pt x="1637664" y="65404"/>
                  </a:lnTo>
                  <a:lnTo>
                    <a:pt x="1631314" y="68579"/>
                  </a:lnTo>
                </a:path>
                <a:path w="3624579" h="88900">
                  <a:moveTo>
                    <a:pt x="2964180" y="16510"/>
                  </a:moveTo>
                  <a:lnTo>
                    <a:pt x="2964180" y="73025"/>
                  </a:lnTo>
                </a:path>
                <a:path w="3624579" h="88900">
                  <a:moveTo>
                    <a:pt x="2967355" y="16510"/>
                  </a:moveTo>
                  <a:lnTo>
                    <a:pt x="2967355" y="73025"/>
                  </a:lnTo>
                </a:path>
                <a:path w="3624579" h="88900">
                  <a:moveTo>
                    <a:pt x="2983865" y="33654"/>
                  </a:moveTo>
                  <a:lnTo>
                    <a:pt x="2983865" y="54610"/>
                  </a:lnTo>
                </a:path>
                <a:path w="3624579" h="88900">
                  <a:moveTo>
                    <a:pt x="2956560" y="16510"/>
                  </a:moveTo>
                  <a:lnTo>
                    <a:pt x="2999105" y="16510"/>
                  </a:lnTo>
                  <a:lnTo>
                    <a:pt x="2999105" y="33654"/>
                  </a:lnTo>
                  <a:lnTo>
                    <a:pt x="2997835" y="16510"/>
                  </a:lnTo>
                </a:path>
                <a:path w="3624579" h="88900">
                  <a:moveTo>
                    <a:pt x="2967355" y="44450"/>
                  </a:moveTo>
                  <a:lnTo>
                    <a:pt x="2983865" y="44450"/>
                  </a:lnTo>
                </a:path>
                <a:path w="3624579" h="88900">
                  <a:moveTo>
                    <a:pt x="2956560" y="73025"/>
                  </a:moveTo>
                  <a:lnTo>
                    <a:pt x="2974975" y="73025"/>
                  </a:lnTo>
                </a:path>
                <a:path w="3624579" h="88900">
                  <a:moveTo>
                    <a:pt x="3296285" y="24129"/>
                  </a:moveTo>
                  <a:lnTo>
                    <a:pt x="3299460" y="33654"/>
                  </a:lnTo>
                  <a:lnTo>
                    <a:pt x="3299460" y="16510"/>
                  </a:lnTo>
                  <a:lnTo>
                    <a:pt x="3296285" y="24129"/>
                  </a:lnTo>
                  <a:lnTo>
                    <a:pt x="3291840" y="19685"/>
                  </a:lnTo>
                  <a:lnTo>
                    <a:pt x="3282950" y="16510"/>
                  </a:lnTo>
                  <a:lnTo>
                    <a:pt x="3277870" y="16510"/>
                  </a:lnTo>
                  <a:lnTo>
                    <a:pt x="3268980" y="19685"/>
                  </a:lnTo>
                  <a:lnTo>
                    <a:pt x="3264535" y="24129"/>
                  </a:lnTo>
                  <a:lnTo>
                    <a:pt x="3261360" y="30479"/>
                  </a:lnTo>
                  <a:lnTo>
                    <a:pt x="3258185" y="38100"/>
                  </a:lnTo>
                  <a:lnTo>
                    <a:pt x="3258185" y="52070"/>
                  </a:lnTo>
                  <a:lnTo>
                    <a:pt x="3261360" y="60960"/>
                  </a:lnTo>
                  <a:lnTo>
                    <a:pt x="3264535" y="65404"/>
                  </a:lnTo>
                  <a:lnTo>
                    <a:pt x="3268980" y="71754"/>
                  </a:lnTo>
                  <a:lnTo>
                    <a:pt x="3277870" y="73025"/>
                  </a:lnTo>
                  <a:lnTo>
                    <a:pt x="3282950" y="73025"/>
                  </a:lnTo>
                  <a:lnTo>
                    <a:pt x="3291840" y="71754"/>
                  </a:lnTo>
                  <a:lnTo>
                    <a:pt x="3296285" y="65404"/>
                  </a:lnTo>
                </a:path>
                <a:path w="3624579" h="88900">
                  <a:moveTo>
                    <a:pt x="3277870" y="16510"/>
                  </a:moveTo>
                  <a:lnTo>
                    <a:pt x="3272155" y="19685"/>
                  </a:lnTo>
                  <a:lnTo>
                    <a:pt x="3267710" y="24129"/>
                  </a:lnTo>
                  <a:lnTo>
                    <a:pt x="3264535" y="30479"/>
                  </a:lnTo>
                  <a:lnTo>
                    <a:pt x="3261360" y="38100"/>
                  </a:lnTo>
                  <a:lnTo>
                    <a:pt x="3261360" y="52070"/>
                  </a:lnTo>
                  <a:lnTo>
                    <a:pt x="3264535" y="60960"/>
                  </a:lnTo>
                  <a:lnTo>
                    <a:pt x="3267710" y="65404"/>
                  </a:lnTo>
                  <a:lnTo>
                    <a:pt x="3272155" y="71754"/>
                  </a:lnTo>
                  <a:lnTo>
                    <a:pt x="3277870" y="73025"/>
                  </a:lnTo>
                </a:path>
                <a:path w="3624579" h="88900">
                  <a:moveTo>
                    <a:pt x="3296285" y="52070"/>
                  </a:moveTo>
                  <a:lnTo>
                    <a:pt x="3296285" y="73025"/>
                  </a:lnTo>
                </a:path>
                <a:path w="3624579" h="88900">
                  <a:moveTo>
                    <a:pt x="3299460" y="52070"/>
                  </a:moveTo>
                  <a:lnTo>
                    <a:pt x="3299460" y="73025"/>
                  </a:lnTo>
                </a:path>
                <a:path w="3624579" h="88900">
                  <a:moveTo>
                    <a:pt x="3288665" y="52070"/>
                  </a:moveTo>
                  <a:lnTo>
                    <a:pt x="3307080" y="52070"/>
                  </a:lnTo>
                </a:path>
                <a:path w="3624579" h="88900">
                  <a:moveTo>
                    <a:pt x="3578225" y="16510"/>
                  </a:moveTo>
                  <a:lnTo>
                    <a:pt x="3578225" y="73025"/>
                  </a:lnTo>
                </a:path>
                <a:path w="3624579" h="88900">
                  <a:moveTo>
                    <a:pt x="3580130" y="16510"/>
                  </a:moveTo>
                  <a:lnTo>
                    <a:pt x="3580130" y="73025"/>
                  </a:lnTo>
                </a:path>
                <a:path w="3624579" h="88900">
                  <a:moveTo>
                    <a:pt x="3613150" y="16510"/>
                  </a:moveTo>
                  <a:lnTo>
                    <a:pt x="3613150" y="73025"/>
                  </a:lnTo>
                </a:path>
                <a:path w="3624579" h="88900">
                  <a:moveTo>
                    <a:pt x="3616325" y="16510"/>
                  </a:moveTo>
                  <a:lnTo>
                    <a:pt x="3616325" y="73025"/>
                  </a:lnTo>
                </a:path>
                <a:path w="3624579" h="88900">
                  <a:moveTo>
                    <a:pt x="3569335" y="16510"/>
                  </a:moveTo>
                  <a:lnTo>
                    <a:pt x="3589020" y="16510"/>
                  </a:lnTo>
                </a:path>
                <a:path w="3624579" h="88900">
                  <a:moveTo>
                    <a:pt x="3604260" y="16510"/>
                  </a:moveTo>
                  <a:lnTo>
                    <a:pt x="3624580" y="16510"/>
                  </a:lnTo>
                </a:path>
                <a:path w="3624579" h="88900">
                  <a:moveTo>
                    <a:pt x="3580130" y="44450"/>
                  </a:moveTo>
                  <a:lnTo>
                    <a:pt x="3613150" y="44450"/>
                  </a:lnTo>
                </a:path>
                <a:path w="3624579" h="88900">
                  <a:moveTo>
                    <a:pt x="3569335" y="73025"/>
                  </a:moveTo>
                  <a:lnTo>
                    <a:pt x="3589020" y="73025"/>
                  </a:lnTo>
                </a:path>
                <a:path w="3624579" h="88900">
                  <a:moveTo>
                    <a:pt x="3604260" y="73025"/>
                  </a:moveTo>
                  <a:lnTo>
                    <a:pt x="3624580" y="7302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9" name="object 89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020185" y="3237243"/>
              <a:ext cx="501014" cy="88900"/>
            </a:xfrm>
            <a:prstGeom prst="rect">
              <a:avLst/>
            </a:prstGeom>
          </p:spPr>
        </p:pic>
        <p:sp>
          <p:nvSpPr>
            <p:cNvPr id="90" name="object 90" descr=""/>
            <p:cNvSpPr/>
            <p:nvPr/>
          </p:nvSpPr>
          <p:spPr>
            <a:xfrm>
              <a:off x="4923790" y="3257562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70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 descr=""/>
            <p:cNvSpPr/>
            <p:nvPr/>
          </p:nvSpPr>
          <p:spPr>
            <a:xfrm>
              <a:off x="1757680" y="1471307"/>
              <a:ext cx="4138929" cy="2089150"/>
            </a:xfrm>
            <a:custGeom>
              <a:avLst/>
              <a:gdLst/>
              <a:ahLst/>
              <a:cxnLst/>
              <a:rect l="l" t="t" r="r" b="b"/>
              <a:pathLst>
                <a:path w="4138929" h="2089150">
                  <a:moveTo>
                    <a:pt x="0" y="2089150"/>
                  </a:moveTo>
                  <a:lnTo>
                    <a:pt x="4138929" y="2089150"/>
                  </a:lnTo>
                  <a:lnTo>
                    <a:pt x="4138929" y="0"/>
                  </a:lnTo>
                  <a:lnTo>
                    <a:pt x="0" y="0"/>
                  </a:lnTo>
                  <a:lnTo>
                    <a:pt x="0" y="208915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17700" y="1431937"/>
            <a:ext cx="3768725" cy="2038350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1040130" y="3484892"/>
            <a:ext cx="4451985" cy="49910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041400"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latin typeface="Times New Roman"/>
                <a:cs typeface="Times New Roman"/>
              </a:rPr>
              <a:t>FIGURA</a:t>
            </a:r>
            <a:r>
              <a:rPr dirty="0" sz="1050" spc="-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8.14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–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UN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PUNTO</a:t>
            </a:r>
            <a:r>
              <a:rPr dirty="0" sz="1050" spc="-30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CUALQUIERA </a:t>
            </a:r>
            <a:r>
              <a:rPr dirty="0" sz="1050" spc="-50" i="1">
                <a:latin typeface="Times New Roman"/>
                <a:cs typeface="Times New Roman"/>
              </a:rPr>
              <a:t>p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relación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triángulos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semejantes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tiene</a:t>
            </a:r>
            <a:r>
              <a:rPr dirty="0" sz="1050" spc="-20">
                <a:latin typeface="Times New Roman"/>
                <a:cs typeface="Times New Roman"/>
              </a:rPr>
              <a:t> que: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111250" y="4039882"/>
            <a:ext cx="90805" cy="200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50" i="1">
                <a:latin typeface="Times New Roman"/>
                <a:cs typeface="Times New Roman"/>
              </a:rPr>
              <a:t>e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348739" y="4018292"/>
            <a:ext cx="188595" cy="200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150" spc="-25" i="1">
                <a:latin typeface="Times New Roman"/>
                <a:cs typeface="Times New Roman"/>
              </a:rPr>
              <a:t>e</a:t>
            </a:r>
            <a:r>
              <a:rPr dirty="0" baseline="-25641" sz="975" spc="-37" i="1">
                <a:latin typeface="Times New Roman"/>
                <a:cs typeface="Times New Roman"/>
              </a:rPr>
              <a:t>p</a:t>
            </a:r>
            <a:endParaRPr baseline="-25641" sz="975">
              <a:latin typeface="Times New Roman"/>
              <a:cs typeface="Times New Roman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027430" y="4178312"/>
            <a:ext cx="706120" cy="5448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5405">
              <a:lnSpc>
                <a:spcPct val="100000"/>
              </a:lnSpc>
              <a:spcBef>
                <a:spcPts val="100"/>
              </a:spcBef>
            </a:pPr>
            <a:r>
              <a:rPr dirty="0" sz="1150" i="1">
                <a:latin typeface="Times New Roman"/>
                <a:cs typeface="Times New Roman"/>
              </a:rPr>
              <a:t>Lt</a:t>
            </a:r>
            <a:r>
              <a:rPr dirty="0" baseline="14492" sz="1725">
                <a:latin typeface="Consolas"/>
                <a:cs typeface="Consolas"/>
              </a:rPr>
              <a:t>=</a:t>
            </a:r>
            <a:r>
              <a:rPr dirty="0" baseline="14492" sz="1725" spc="434">
                <a:latin typeface="Consolas"/>
                <a:cs typeface="Consolas"/>
              </a:rPr>
              <a:t> </a:t>
            </a:r>
            <a:r>
              <a:rPr dirty="0" sz="1150" spc="-25" i="1">
                <a:latin typeface="Times New Roman"/>
                <a:cs typeface="Times New Roman"/>
              </a:rPr>
              <a:t>Dp</a:t>
            </a:r>
            <a:endParaRPr sz="1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1150">
              <a:latin typeface="Times New Roman"/>
              <a:cs typeface="Times New Roman"/>
            </a:endParaRPr>
          </a:p>
          <a:p>
            <a:pPr marL="25400">
              <a:lnSpc>
                <a:spcPct val="100000"/>
              </a:lnSpc>
            </a:pPr>
            <a:r>
              <a:rPr dirty="0" sz="1050">
                <a:latin typeface="Times New Roman"/>
                <a:cs typeface="Times New Roman"/>
              </a:rPr>
              <a:t>Por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lo</a:t>
            </a:r>
            <a:r>
              <a:rPr dirty="0" sz="1050" spc="-10">
                <a:latin typeface="Times New Roman"/>
                <a:cs typeface="Times New Roman"/>
              </a:rPr>
              <a:t> tanto,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4130040" y="5049532"/>
            <a:ext cx="38100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latin typeface="Times New Roman"/>
                <a:cs typeface="Times New Roman"/>
              </a:rPr>
              <a:t>(8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–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6)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040130" y="5640082"/>
            <a:ext cx="188595" cy="344170"/>
          </a:xfrm>
          <a:prstGeom prst="rect">
            <a:avLst/>
          </a:prstGeom>
        </p:spPr>
        <p:txBody>
          <a:bodyPr wrap="square" lIns="0" tIns="19050" rIns="0" bIns="0" rtlCol="0" vert="horz">
            <a:spAutoFit/>
          </a:bodyPr>
          <a:lstStyle/>
          <a:p>
            <a:pPr marL="13335" marR="5080" indent="-1270">
              <a:lnSpc>
                <a:spcPts val="1250"/>
              </a:lnSpc>
              <a:spcBef>
                <a:spcPts val="150"/>
              </a:spcBef>
            </a:pPr>
            <a:r>
              <a:rPr dirty="0" baseline="2645" sz="1575" spc="-37" i="1">
                <a:latin typeface="Times New Roman"/>
                <a:cs typeface="Times New Roman"/>
              </a:rPr>
              <a:t>e</a:t>
            </a:r>
            <a:r>
              <a:rPr dirty="0" sz="650" spc="-25" i="1">
                <a:latin typeface="Times New Roman"/>
                <a:cs typeface="Times New Roman"/>
              </a:rPr>
              <a:t>p</a:t>
            </a:r>
            <a:r>
              <a:rPr dirty="0" sz="650" spc="500" i="1">
                <a:latin typeface="Times New Roman"/>
                <a:cs typeface="Times New Roman"/>
              </a:rPr>
              <a:t> </a:t>
            </a:r>
            <a:r>
              <a:rPr dirty="0" sz="1050" spc="-25" i="1">
                <a:latin typeface="Times New Roman"/>
                <a:cs typeface="Times New Roman"/>
              </a:rPr>
              <a:t>Dp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477010" y="5635002"/>
            <a:ext cx="4892675" cy="828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latin typeface="Times New Roman"/>
                <a:cs typeface="Times New Roman"/>
              </a:rPr>
              <a:t>=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un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punto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p</a:t>
            </a:r>
            <a:r>
              <a:rPr dirty="0" sz="1050" spc="-10" i="1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dentro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rampa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110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peraltes.</a:t>
            </a:r>
            <a:endParaRPr sz="1050">
              <a:latin typeface="Times New Roman"/>
              <a:cs typeface="Times New Roman"/>
            </a:endParaRPr>
          </a:p>
          <a:p>
            <a:pPr marL="12700" marR="5080">
              <a:lnSpc>
                <a:spcPts val="1240"/>
              </a:lnSpc>
              <a:spcBef>
                <a:spcPts val="85"/>
              </a:spcBef>
            </a:pPr>
            <a:r>
              <a:rPr dirty="0" sz="1050">
                <a:latin typeface="Times New Roman"/>
                <a:cs typeface="Times New Roman"/>
              </a:rPr>
              <a:t>=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Distancia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desde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punto </a:t>
            </a:r>
            <a:r>
              <a:rPr dirty="0" sz="1050" i="1">
                <a:latin typeface="Times New Roman"/>
                <a:cs typeface="Times New Roman"/>
              </a:rPr>
              <a:t>p</a:t>
            </a:r>
            <a:r>
              <a:rPr dirty="0" sz="1050" spc="-15" i="1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al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punto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B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para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primera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rampa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y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al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punto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G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para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segunda rampa.</a:t>
            </a: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ts val="1235"/>
              </a:lnSpc>
            </a:pPr>
            <a:r>
              <a:rPr dirty="0" sz="1050">
                <a:latin typeface="Times New Roman"/>
                <a:cs typeface="Times New Roman"/>
              </a:rPr>
              <a:t>=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Longitud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210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transición.</a:t>
            </a: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ts val="1255"/>
              </a:lnSpc>
            </a:pPr>
            <a:r>
              <a:rPr dirty="0" sz="1050">
                <a:latin typeface="Times New Roman"/>
                <a:cs typeface="Times New Roman"/>
              </a:rPr>
              <a:t>=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máximo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para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curva.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041400" y="6118873"/>
            <a:ext cx="136525" cy="344170"/>
          </a:xfrm>
          <a:prstGeom prst="rect">
            <a:avLst/>
          </a:prstGeom>
        </p:spPr>
        <p:txBody>
          <a:bodyPr wrap="square" lIns="0" tIns="19050" rIns="0" bIns="0" rtlCol="0" vert="horz">
            <a:spAutoFit/>
          </a:bodyPr>
          <a:lstStyle/>
          <a:p>
            <a:pPr marL="12700" marR="5080">
              <a:lnSpc>
                <a:spcPts val="1250"/>
              </a:lnSpc>
              <a:spcBef>
                <a:spcPts val="150"/>
              </a:spcBef>
            </a:pPr>
            <a:r>
              <a:rPr dirty="0" sz="1050" spc="-25" i="1">
                <a:latin typeface="Times New Roman"/>
                <a:cs typeface="Times New Roman"/>
              </a:rPr>
              <a:t>Lt </a:t>
            </a:r>
            <a:r>
              <a:rPr dirty="0" sz="1050" spc="-50" i="1">
                <a:latin typeface="Times New Roman"/>
                <a:cs typeface="Times New Roman"/>
              </a:rPr>
              <a:t>e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040130" y="6592582"/>
            <a:ext cx="5491480" cy="961390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algn="just" marL="12700" marR="5080">
              <a:lnSpc>
                <a:spcPts val="1220"/>
              </a:lnSpc>
              <a:spcBef>
                <a:spcPts val="175"/>
              </a:spcBef>
            </a:pPr>
            <a:r>
              <a:rPr dirty="0" sz="1050">
                <a:latin typeface="Times New Roman"/>
                <a:cs typeface="Times New Roman"/>
              </a:rPr>
              <a:t>Con</a:t>
            </a:r>
            <a:r>
              <a:rPr dirty="0" sz="1050" spc="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esta</a:t>
            </a:r>
            <a:r>
              <a:rPr dirty="0" sz="1050" spc="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ecuación,</a:t>
            </a:r>
            <a:r>
              <a:rPr dirty="0" sz="1050" spc="5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aplicada</a:t>
            </a:r>
            <a:r>
              <a:rPr dirty="0" sz="1050" spc="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independientemente</a:t>
            </a:r>
            <a:r>
              <a:rPr dirty="0" sz="1050" spc="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sea</a:t>
            </a:r>
            <a:r>
              <a:rPr dirty="0" sz="1050" spc="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5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tipo</a:t>
            </a:r>
            <a:r>
              <a:rPr dirty="0" sz="1050" spc="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3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curva</a:t>
            </a:r>
            <a:r>
              <a:rPr dirty="0" sz="1050" spc="37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o</a:t>
            </a:r>
            <a:r>
              <a:rPr dirty="0" sz="1050" spc="3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método</a:t>
            </a:r>
            <a:r>
              <a:rPr dirty="0" sz="1050" spc="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utilizado,</a:t>
            </a:r>
            <a:r>
              <a:rPr dirty="0" sz="1050" spc="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50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puede </a:t>
            </a:r>
            <a:r>
              <a:rPr dirty="0" sz="1050">
                <a:latin typeface="Times New Roman"/>
                <a:cs typeface="Times New Roman"/>
              </a:rPr>
              <a:t>calcular</a:t>
            </a:r>
            <a:r>
              <a:rPr dirty="0" sz="1050" spc="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valor</a:t>
            </a:r>
            <a:r>
              <a:rPr dirty="0" sz="1050" spc="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del</a:t>
            </a:r>
            <a:r>
              <a:rPr dirty="0" sz="1050" spc="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</a:t>
            </a:r>
            <a:r>
              <a:rPr dirty="0" sz="1050" spc="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un</a:t>
            </a:r>
            <a:r>
              <a:rPr dirty="0" sz="1050" spc="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punto</a:t>
            </a:r>
            <a:r>
              <a:rPr dirty="0" sz="1050" spc="5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cualquiera</a:t>
            </a:r>
            <a:r>
              <a:rPr dirty="0" sz="1050" spc="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desde</a:t>
            </a:r>
            <a:r>
              <a:rPr dirty="0" sz="1050" spc="1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8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abscisa</a:t>
            </a:r>
            <a:r>
              <a:rPr dirty="0" sz="1050" spc="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</a:t>
            </a:r>
            <a:r>
              <a:rPr dirty="0" sz="1050" spc="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hasta</a:t>
            </a:r>
            <a:r>
              <a:rPr dirty="0" sz="1050" spc="8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8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abscisa</a:t>
            </a:r>
            <a:r>
              <a:rPr dirty="0" sz="1050" spc="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</a:t>
            </a:r>
            <a:r>
              <a:rPr dirty="0" sz="1050" spc="7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y</a:t>
            </a:r>
            <a:r>
              <a:rPr dirty="0" sz="1050" spc="8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desde</a:t>
            </a:r>
            <a:r>
              <a:rPr dirty="0" sz="1050" spc="85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la </a:t>
            </a:r>
            <a:r>
              <a:rPr dirty="0" sz="1050">
                <a:latin typeface="Times New Roman"/>
                <a:cs typeface="Times New Roman"/>
              </a:rPr>
              <a:t>abscisa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hasta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 abscisa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H.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050">
              <a:latin typeface="Times New Roman"/>
              <a:cs typeface="Times New Roman"/>
            </a:endParaRPr>
          </a:p>
          <a:p>
            <a:pPr algn="just" marL="12700" marR="6350">
              <a:lnSpc>
                <a:spcPts val="1220"/>
              </a:lnSpc>
            </a:pPr>
            <a:r>
              <a:rPr dirty="0" sz="1050">
                <a:latin typeface="Times New Roman"/>
                <a:cs typeface="Times New Roman"/>
              </a:rPr>
              <a:t>Como</a:t>
            </a:r>
            <a:r>
              <a:rPr dirty="0" sz="1050" spc="1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1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puede</a:t>
            </a:r>
            <a:r>
              <a:rPr dirty="0" sz="1050" spc="1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observar</a:t>
            </a:r>
            <a:r>
              <a:rPr dirty="0" sz="1050" spc="15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15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valor</a:t>
            </a:r>
            <a:r>
              <a:rPr dirty="0" sz="1050" spc="15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200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e</a:t>
            </a:r>
            <a:r>
              <a:rPr dirty="0" sz="1050" spc="160" i="1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y</a:t>
            </a:r>
            <a:r>
              <a:rPr dirty="0" sz="1050" spc="1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1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valor</a:t>
            </a:r>
            <a:r>
              <a:rPr dirty="0" sz="1050" spc="1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170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Lt</a:t>
            </a:r>
            <a:r>
              <a:rPr dirty="0" sz="1050" spc="165" i="1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son</a:t>
            </a:r>
            <a:r>
              <a:rPr dirty="0" sz="1050" spc="1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constantes</a:t>
            </a:r>
            <a:r>
              <a:rPr dirty="0" sz="1050" spc="15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para</a:t>
            </a:r>
            <a:r>
              <a:rPr dirty="0" sz="1050" spc="1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cualquier</a:t>
            </a:r>
            <a:r>
              <a:rPr dirty="0" sz="1050" spc="1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punto</a:t>
            </a:r>
            <a:r>
              <a:rPr dirty="0" sz="1050" spc="1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y</a:t>
            </a:r>
            <a:r>
              <a:rPr dirty="0" sz="1050" spc="160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su </a:t>
            </a:r>
            <a:r>
              <a:rPr dirty="0" sz="1050">
                <a:latin typeface="Times New Roman"/>
                <a:cs typeface="Times New Roman"/>
              </a:rPr>
              <a:t>relación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(e/Lt)</a:t>
            </a:r>
            <a:r>
              <a:rPr dirty="0" sz="1050" spc="-5" i="1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denomina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Factor</a:t>
            </a:r>
            <a:r>
              <a:rPr dirty="0" sz="1050" spc="-20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de</a:t>
            </a:r>
            <a:r>
              <a:rPr dirty="0" sz="1050" spc="-15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Peralte</a:t>
            </a:r>
            <a:r>
              <a:rPr dirty="0" sz="1050" spc="235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(Fp),</a:t>
            </a:r>
            <a:r>
              <a:rPr dirty="0" sz="1050" spc="235" i="1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por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lo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tanto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tiene</a:t>
            </a:r>
            <a:r>
              <a:rPr dirty="0" sz="1050" spc="35">
                <a:latin typeface="Times New Roman"/>
                <a:cs typeface="Times New Roman"/>
              </a:rPr>
              <a:t> </a:t>
            </a:r>
            <a:r>
              <a:rPr dirty="0" sz="1050" spc="-20">
                <a:latin typeface="Times New Roman"/>
                <a:cs typeface="Times New Roman"/>
              </a:rPr>
              <a:t>que: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4130040" y="7880362"/>
            <a:ext cx="38100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latin typeface="Times New Roman"/>
                <a:cs typeface="Times New Roman"/>
              </a:rPr>
              <a:t>(8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–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7)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040130" y="8309623"/>
            <a:ext cx="9334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50">
                <a:latin typeface="Times New Roman"/>
                <a:cs typeface="Times New Roman"/>
              </a:rPr>
              <a:t>y</a:t>
            </a:r>
            <a:endParaRPr sz="1050">
              <a:latin typeface="Times New Roman"/>
              <a:cs typeface="Times New Roman"/>
            </a:endParaRPr>
          </a:p>
        </p:txBody>
      </p:sp>
      <p:pic>
        <p:nvPicPr>
          <p:cNvPr id="14" name="object 1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560" y="4889512"/>
            <a:ext cx="832485" cy="495300"/>
          </a:xfrm>
          <a:prstGeom prst="rect">
            <a:avLst/>
          </a:prstGeom>
        </p:spPr>
      </p:pic>
      <p:sp>
        <p:nvSpPr>
          <p:cNvPr id="15" name="object 15" descr=""/>
          <p:cNvSpPr txBox="1"/>
          <p:nvPr/>
        </p:nvSpPr>
        <p:spPr>
          <a:xfrm>
            <a:off x="1014730" y="4841252"/>
            <a:ext cx="691515" cy="822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8890">
              <a:lnSpc>
                <a:spcPts val="1505"/>
              </a:lnSpc>
              <a:spcBef>
                <a:spcPts val="100"/>
              </a:spcBef>
            </a:pPr>
            <a:r>
              <a:rPr dirty="0" sz="1450" spc="-50">
                <a:latin typeface="Consolas"/>
                <a:cs typeface="Consolas"/>
              </a:rPr>
              <a:t>=</a:t>
            </a:r>
            <a:endParaRPr sz="1450">
              <a:latin typeface="Consolas"/>
              <a:cs typeface="Consolas"/>
            </a:endParaRPr>
          </a:p>
          <a:p>
            <a:pPr algn="ctr" marL="29845">
              <a:lnSpc>
                <a:spcPts val="1440"/>
              </a:lnSpc>
            </a:pPr>
            <a:r>
              <a:rPr dirty="0" sz="1450" spc="70" i="1">
                <a:latin typeface="Times New Roman"/>
                <a:cs typeface="Times New Roman"/>
              </a:rPr>
              <a:t>e</a:t>
            </a:r>
            <a:r>
              <a:rPr dirty="0" baseline="-22875" sz="1275" spc="104" i="1">
                <a:latin typeface="Times New Roman"/>
                <a:cs typeface="Times New Roman"/>
              </a:rPr>
              <a:t>p</a:t>
            </a:r>
            <a:r>
              <a:rPr dirty="0" baseline="-22875" sz="1275" spc="592" i="1">
                <a:latin typeface="Times New Roman"/>
                <a:cs typeface="Times New Roman"/>
              </a:rPr>
              <a:t> </a:t>
            </a:r>
            <a:r>
              <a:rPr dirty="0" sz="1450" spc="-20" i="1">
                <a:latin typeface="Times New Roman"/>
                <a:cs typeface="Times New Roman"/>
              </a:rPr>
              <a:t>e</a:t>
            </a:r>
            <a:r>
              <a:rPr dirty="0" sz="1450" spc="-20">
                <a:latin typeface="Times New Roman"/>
                <a:cs typeface="Times New Roman"/>
              </a:rPr>
              <a:t>.</a:t>
            </a:r>
            <a:r>
              <a:rPr dirty="0" sz="1450" spc="-20" i="1">
                <a:latin typeface="Times New Roman"/>
                <a:cs typeface="Times New Roman"/>
              </a:rPr>
              <a:t>Dp</a:t>
            </a:r>
            <a:endParaRPr sz="1450">
              <a:latin typeface="Times New Roman"/>
              <a:cs typeface="Times New Roman"/>
            </a:endParaRPr>
          </a:p>
          <a:p>
            <a:pPr algn="ctr" marL="60325">
              <a:lnSpc>
                <a:spcPts val="1675"/>
              </a:lnSpc>
            </a:pPr>
            <a:r>
              <a:rPr dirty="0" sz="1450" spc="-25" i="1">
                <a:latin typeface="Times New Roman"/>
                <a:cs typeface="Times New Roman"/>
              </a:rPr>
              <a:t>Lt</a:t>
            </a:r>
            <a:endParaRPr sz="145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400"/>
              </a:spcBef>
            </a:pPr>
            <a:r>
              <a:rPr dirty="0" sz="1050" spc="-10">
                <a:latin typeface="Times New Roman"/>
                <a:cs typeface="Times New Roman"/>
              </a:rPr>
              <a:t>Donde:</a:t>
            </a:r>
            <a:endParaRPr sz="1050">
              <a:latin typeface="Times New Roman"/>
              <a:cs typeface="Times New Roman"/>
            </a:endParaRPr>
          </a:p>
        </p:txBody>
      </p:sp>
      <p:pic>
        <p:nvPicPr>
          <p:cNvPr id="16" name="object 1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51560" y="7688592"/>
            <a:ext cx="661670" cy="495300"/>
          </a:xfrm>
          <a:prstGeom prst="rect">
            <a:avLst/>
          </a:prstGeom>
        </p:spPr>
      </p:pic>
      <p:sp>
        <p:nvSpPr>
          <p:cNvPr id="17" name="object 17" descr=""/>
          <p:cNvSpPr txBox="1"/>
          <p:nvPr/>
        </p:nvSpPr>
        <p:spPr>
          <a:xfrm>
            <a:off x="1052830" y="7649223"/>
            <a:ext cx="601345" cy="412750"/>
          </a:xfrm>
          <a:prstGeom prst="rect">
            <a:avLst/>
          </a:prstGeom>
        </p:spPr>
        <p:txBody>
          <a:bodyPr wrap="square" lIns="0" tIns="67310" rIns="0" bIns="0" rtlCol="0" vert="horz">
            <a:spAutoFit/>
          </a:bodyPr>
          <a:lstStyle/>
          <a:p>
            <a:pPr marL="38100" marR="30480" indent="240029">
              <a:lnSpc>
                <a:spcPct val="75300"/>
              </a:lnSpc>
              <a:spcBef>
                <a:spcPts val="530"/>
              </a:spcBef>
            </a:pPr>
            <a:r>
              <a:rPr dirty="0" sz="1450">
                <a:latin typeface="Consolas"/>
                <a:cs typeface="Consolas"/>
              </a:rPr>
              <a:t>=</a:t>
            </a:r>
            <a:r>
              <a:rPr dirty="0" sz="1450" spc="-5">
                <a:latin typeface="Consolas"/>
                <a:cs typeface="Consolas"/>
              </a:rPr>
              <a:t> </a:t>
            </a:r>
            <a:r>
              <a:rPr dirty="0" sz="1450" spc="-50" i="1">
                <a:latin typeface="Times New Roman"/>
                <a:cs typeface="Times New Roman"/>
              </a:rPr>
              <a:t>e </a:t>
            </a:r>
            <a:r>
              <a:rPr dirty="0" baseline="3831" sz="2175" i="1">
                <a:latin typeface="Times New Roman"/>
                <a:cs typeface="Times New Roman"/>
              </a:rPr>
              <a:t>F</a:t>
            </a:r>
            <a:r>
              <a:rPr dirty="0" baseline="-16339" sz="1275" i="1">
                <a:latin typeface="Times New Roman"/>
                <a:cs typeface="Times New Roman"/>
              </a:rPr>
              <a:t>p</a:t>
            </a:r>
            <a:r>
              <a:rPr dirty="0" baseline="-16339" sz="1275" spc="525" i="1">
                <a:latin typeface="Times New Roman"/>
                <a:cs typeface="Times New Roman"/>
              </a:rPr>
              <a:t> </a:t>
            </a:r>
            <a:r>
              <a:rPr dirty="0" sz="1450" spc="-35" i="1">
                <a:latin typeface="Times New Roman"/>
                <a:cs typeface="Times New Roman"/>
              </a:rPr>
              <a:t>Lt</a:t>
            </a:r>
            <a:endParaRPr sz="14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130040" y="1469402"/>
            <a:ext cx="38100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latin typeface="Times New Roman"/>
                <a:cs typeface="Times New Roman"/>
              </a:rPr>
              <a:t>(8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–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8)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040130" y="1836432"/>
            <a:ext cx="5496560" cy="61709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245"/>
              </a:lnSpc>
              <a:spcBef>
                <a:spcPts val="100"/>
              </a:spcBef>
            </a:pPr>
            <a:r>
              <a:rPr dirty="0" sz="1050">
                <a:latin typeface="Times New Roman"/>
                <a:cs typeface="Times New Roman"/>
              </a:rPr>
              <a:t>Finalmente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puede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realizar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siguiente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análisis:</a:t>
            </a:r>
            <a:endParaRPr sz="1050">
              <a:latin typeface="Times New Roman"/>
              <a:cs typeface="Times New Roman"/>
            </a:endParaRPr>
          </a:p>
          <a:p>
            <a:pPr marL="456565" indent="-221615">
              <a:lnSpc>
                <a:spcPts val="1225"/>
              </a:lnSpc>
              <a:buAutoNum type="alphaLcPeriod"/>
              <a:tabLst>
                <a:tab pos="456565" algn="l"/>
              </a:tabLst>
            </a:pPr>
            <a:r>
              <a:rPr dirty="0" sz="1050">
                <a:latin typeface="Times New Roman"/>
                <a:cs typeface="Times New Roman"/>
              </a:rPr>
              <a:t>Entre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sector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–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para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borde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interno permanece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constante</a:t>
            </a:r>
            <a:r>
              <a:rPr dirty="0" sz="1050" spc="229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igual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al</a:t>
            </a:r>
            <a:r>
              <a:rPr dirty="0" sz="1050" spc="50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bombeo.</a:t>
            </a:r>
            <a:endParaRPr sz="1050">
              <a:latin typeface="Times New Roman"/>
              <a:cs typeface="Times New Roman"/>
            </a:endParaRPr>
          </a:p>
          <a:p>
            <a:pPr marL="455930" marR="5080" indent="-220979">
              <a:lnSpc>
                <a:spcPts val="1220"/>
              </a:lnSpc>
              <a:spcBef>
                <a:spcPts val="55"/>
              </a:spcBef>
              <a:buAutoNum type="alphaLcPeriod"/>
              <a:tabLst>
                <a:tab pos="457200" algn="l"/>
              </a:tabLst>
            </a:pPr>
            <a:r>
              <a:rPr dirty="0" sz="1050">
                <a:latin typeface="Times New Roman"/>
                <a:cs typeface="Times New Roman"/>
              </a:rPr>
              <a:t>En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mismo tramo,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 borde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externo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varia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desde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–b</a:t>
            </a:r>
            <a:r>
              <a:rPr dirty="0" sz="1050" spc="-5" i="1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hasta</a:t>
            </a:r>
            <a:r>
              <a:rPr dirty="0" sz="1050" spc="265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+b</a:t>
            </a:r>
            <a:r>
              <a:rPr dirty="0" sz="1050" spc="-5" i="1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2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forma</a:t>
            </a:r>
            <a:r>
              <a:rPr dirty="0" sz="1050" spc="2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lineal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pasando por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la </a:t>
            </a:r>
            <a:r>
              <a:rPr dirty="0" sz="1050" spc="-25">
                <a:latin typeface="Times New Roman"/>
                <a:cs typeface="Times New Roman"/>
              </a:rPr>
              <a:t>	</a:t>
            </a:r>
            <a:r>
              <a:rPr dirty="0" sz="1050">
                <a:latin typeface="Times New Roman"/>
                <a:cs typeface="Times New Roman"/>
              </a:rPr>
              <a:t>abscisa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B</a:t>
            </a:r>
            <a:r>
              <a:rPr dirty="0" sz="1050" spc="-20" i="1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donde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su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valor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</a:t>
            </a:r>
            <a:r>
              <a:rPr dirty="0" sz="1050" spc="90">
                <a:latin typeface="Times New Roman"/>
                <a:cs typeface="Times New Roman"/>
              </a:rPr>
              <a:t> </a:t>
            </a:r>
            <a:r>
              <a:rPr dirty="0" sz="1050" spc="-20">
                <a:latin typeface="Times New Roman"/>
                <a:cs typeface="Times New Roman"/>
              </a:rPr>
              <a:t>cero.</a:t>
            </a:r>
            <a:endParaRPr sz="1050">
              <a:latin typeface="Times New Roman"/>
              <a:cs typeface="Times New Roman"/>
            </a:endParaRPr>
          </a:p>
          <a:p>
            <a:pPr marL="456565" indent="-221615">
              <a:lnSpc>
                <a:spcPts val="1175"/>
              </a:lnSpc>
              <a:buAutoNum type="alphaLcPeriod"/>
              <a:tabLst>
                <a:tab pos="456565" algn="l"/>
              </a:tabLst>
            </a:pPr>
            <a:r>
              <a:rPr dirty="0" sz="1050">
                <a:latin typeface="Times New Roman"/>
                <a:cs typeface="Times New Roman"/>
              </a:rPr>
              <a:t>Entre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2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tramo C –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 varía de forma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lineal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entre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b y e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para</a:t>
            </a:r>
            <a:r>
              <a:rPr dirty="0" sz="1050" spc="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2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borde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externo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y</a:t>
            </a:r>
            <a:r>
              <a:rPr dirty="0" sz="1050" spc="-10">
                <a:latin typeface="Times New Roman"/>
                <a:cs typeface="Times New Roman"/>
              </a:rPr>
              <a:t> entre</a:t>
            </a:r>
            <a:endParaRPr sz="1050">
              <a:latin typeface="Times New Roman"/>
              <a:cs typeface="Times New Roman"/>
            </a:endParaRPr>
          </a:p>
          <a:p>
            <a:pPr marL="457200" marR="8255">
              <a:lnSpc>
                <a:spcPts val="1220"/>
              </a:lnSpc>
              <a:spcBef>
                <a:spcPts val="50"/>
              </a:spcBef>
            </a:pPr>
            <a:r>
              <a:rPr dirty="0" sz="1050" spc="-10">
                <a:latin typeface="Times New Roman"/>
                <a:cs typeface="Times New Roman"/>
              </a:rPr>
              <a:t>-</a:t>
            </a:r>
            <a:r>
              <a:rPr dirty="0" sz="1050" i="1">
                <a:latin typeface="Times New Roman"/>
                <a:cs typeface="Times New Roman"/>
              </a:rPr>
              <a:t>b</a:t>
            </a:r>
            <a:r>
              <a:rPr dirty="0" sz="1050" spc="-5" i="1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y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–</a:t>
            </a:r>
            <a:r>
              <a:rPr dirty="0" sz="1050" i="1">
                <a:latin typeface="Times New Roman"/>
                <a:cs typeface="Times New Roman"/>
              </a:rPr>
              <a:t>e</a:t>
            </a:r>
            <a:r>
              <a:rPr dirty="0" sz="1050" spc="-5" i="1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para el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borde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interno.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Para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una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abscisa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cualquiera</a:t>
            </a:r>
            <a:r>
              <a:rPr dirty="0" sz="1050" spc="9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5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valor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igual</a:t>
            </a:r>
            <a:r>
              <a:rPr dirty="0" sz="1050" spc="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para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ambos</a:t>
            </a:r>
            <a:r>
              <a:rPr dirty="0" sz="1050" spc="3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bordes </a:t>
            </a:r>
            <a:r>
              <a:rPr dirty="0" sz="1050">
                <a:latin typeface="Times New Roman"/>
                <a:cs typeface="Times New Roman"/>
              </a:rPr>
              <a:t>pero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con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signo</a:t>
            </a:r>
            <a:r>
              <a:rPr dirty="0" sz="1050" spc="3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contrario.</a:t>
            </a:r>
            <a:endParaRPr sz="1050">
              <a:latin typeface="Times New Roman"/>
              <a:cs typeface="Times New Roman"/>
            </a:endParaRPr>
          </a:p>
          <a:p>
            <a:pPr marL="455930" marR="12700" indent="-220979">
              <a:lnSpc>
                <a:spcPts val="1220"/>
              </a:lnSpc>
              <a:buAutoNum type="alphaLcPeriod" startAt="4"/>
              <a:tabLst>
                <a:tab pos="457200" algn="l"/>
              </a:tabLst>
            </a:pPr>
            <a:r>
              <a:rPr dirty="0" sz="1050">
                <a:latin typeface="Times New Roman"/>
                <a:cs typeface="Times New Roman"/>
              </a:rPr>
              <a:t>En</a:t>
            </a:r>
            <a:r>
              <a:rPr dirty="0" sz="1050" spc="1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1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sector</a:t>
            </a:r>
            <a:r>
              <a:rPr dirty="0" sz="1050" spc="1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</a:t>
            </a:r>
            <a:r>
              <a:rPr dirty="0" sz="1050" spc="114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–</a:t>
            </a:r>
            <a:r>
              <a:rPr dirty="0" sz="1050" spc="1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</a:t>
            </a:r>
            <a:r>
              <a:rPr dirty="0" sz="1050" spc="1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1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1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</a:t>
            </a:r>
            <a:r>
              <a:rPr dirty="0" sz="1050" spc="114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constante</a:t>
            </a:r>
            <a:r>
              <a:rPr dirty="0" sz="1050" spc="1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</a:t>
            </a:r>
            <a:r>
              <a:rPr dirty="0" sz="1050" spc="1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igual</a:t>
            </a:r>
            <a:r>
              <a:rPr dirty="0" sz="1050" spc="1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al</a:t>
            </a:r>
            <a:r>
              <a:rPr dirty="0" sz="1050" spc="1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1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máximo</a:t>
            </a:r>
            <a:r>
              <a:rPr dirty="0" sz="1050" spc="1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recomendado</a:t>
            </a:r>
            <a:r>
              <a:rPr dirty="0" sz="1050" spc="1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para</a:t>
            </a:r>
            <a:r>
              <a:rPr dirty="0" sz="1050" spc="130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la </a:t>
            </a:r>
            <a:r>
              <a:rPr dirty="0" sz="1050" spc="-25">
                <a:latin typeface="Times New Roman"/>
                <a:cs typeface="Times New Roman"/>
              </a:rPr>
              <a:t>	</a:t>
            </a:r>
            <a:r>
              <a:rPr dirty="0" sz="1050" spc="-10">
                <a:latin typeface="Times New Roman"/>
                <a:cs typeface="Times New Roman"/>
              </a:rPr>
              <a:t>curva.</a:t>
            </a:r>
            <a:endParaRPr sz="1050">
              <a:latin typeface="Times New Roman"/>
              <a:cs typeface="Times New Roman"/>
            </a:endParaRPr>
          </a:p>
          <a:p>
            <a:pPr marL="457200" marR="17780" indent="-222250">
              <a:lnSpc>
                <a:spcPts val="1220"/>
              </a:lnSpc>
              <a:buAutoNum type="alphaLcPeriod" startAt="4"/>
              <a:tabLst>
                <a:tab pos="457200" algn="l"/>
              </a:tabLst>
            </a:pPr>
            <a:r>
              <a:rPr dirty="0" sz="1050">
                <a:latin typeface="Times New Roman"/>
                <a:cs typeface="Times New Roman"/>
              </a:rPr>
              <a:t>Entre</a:t>
            </a:r>
            <a:r>
              <a:rPr dirty="0" sz="1050" spc="10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las</a:t>
            </a:r>
            <a:r>
              <a:rPr dirty="0" sz="1050" spc="1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abscisas</a:t>
            </a:r>
            <a:r>
              <a:rPr dirty="0" sz="1050" spc="10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</a:t>
            </a:r>
            <a:r>
              <a:rPr dirty="0" sz="1050" spc="10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y</a:t>
            </a:r>
            <a:r>
              <a:rPr dirty="0" sz="1050" spc="114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H</a:t>
            </a:r>
            <a:r>
              <a:rPr dirty="0" sz="1050" spc="10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10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1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varía</a:t>
            </a:r>
            <a:r>
              <a:rPr dirty="0" sz="1050" spc="1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10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manera</a:t>
            </a:r>
            <a:r>
              <a:rPr dirty="0" sz="1050" spc="1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inversa</a:t>
            </a:r>
            <a:r>
              <a:rPr dirty="0" sz="1050" spc="1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al</a:t>
            </a:r>
            <a:r>
              <a:rPr dirty="0" sz="1050" spc="10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tramo</a:t>
            </a:r>
            <a:r>
              <a:rPr dirty="0" sz="1050" spc="114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</a:t>
            </a:r>
            <a:r>
              <a:rPr dirty="0" sz="1050" spc="1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–</a:t>
            </a:r>
            <a:r>
              <a:rPr dirty="0" sz="1050" spc="10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D,</a:t>
            </a:r>
            <a:r>
              <a:rPr dirty="0" sz="1050" spc="10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generando</a:t>
            </a:r>
            <a:r>
              <a:rPr dirty="0" sz="1050" spc="114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un </a:t>
            </a:r>
            <a:r>
              <a:rPr dirty="0" sz="1050">
                <a:latin typeface="Times New Roman"/>
                <a:cs typeface="Times New Roman"/>
              </a:rPr>
              <a:t>diagrama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simétrico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con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respecto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parte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central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curva.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Times New Roman"/>
              <a:buAutoNum type="alphaLcPeriod" startAt="4"/>
            </a:pPr>
            <a:endParaRPr sz="1050">
              <a:latin typeface="Times New Roman"/>
              <a:cs typeface="Times New Roman"/>
            </a:endParaRPr>
          </a:p>
          <a:p>
            <a:pPr algn="just" marL="12700" marR="12065">
              <a:lnSpc>
                <a:spcPts val="1220"/>
              </a:lnSpc>
            </a:pPr>
            <a:r>
              <a:rPr dirty="0" sz="1050">
                <a:latin typeface="Times New Roman"/>
                <a:cs typeface="Times New Roman"/>
              </a:rPr>
              <a:t>Cuando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construye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una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vía,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conformación</a:t>
            </a:r>
            <a:r>
              <a:rPr dirty="0" sz="1050" spc="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banca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y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estructura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del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pavimento</a:t>
            </a:r>
            <a:r>
              <a:rPr dirty="0" sz="1050" spc="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realiza </a:t>
            </a:r>
            <a:r>
              <a:rPr dirty="0" sz="1050">
                <a:latin typeface="Times New Roman"/>
                <a:cs typeface="Times New Roman"/>
              </a:rPr>
              <a:t>con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los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valores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cotas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tanto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del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eje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como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los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bordes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banca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y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del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pavimento.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Por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esta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razón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17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deben</a:t>
            </a:r>
            <a:r>
              <a:rPr dirty="0" sz="1050" spc="1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1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obtener</a:t>
            </a:r>
            <a:r>
              <a:rPr dirty="0" sz="1050" spc="1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las</a:t>
            </a:r>
            <a:r>
              <a:rPr dirty="0" sz="1050" spc="17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diferencias</a:t>
            </a:r>
            <a:r>
              <a:rPr dirty="0" sz="1050" spc="15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1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altura</a:t>
            </a:r>
            <a:r>
              <a:rPr dirty="0" sz="1050" spc="17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entre</a:t>
            </a:r>
            <a:r>
              <a:rPr dirty="0" sz="1050" spc="1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1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eje</a:t>
            </a:r>
            <a:r>
              <a:rPr dirty="0" sz="1050" spc="17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1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1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vía</a:t>
            </a:r>
            <a:r>
              <a:rPr dirty="0" sz="1050" spc="1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y</a:t>
            </a:r>
            <a:r>
              <a:rPr dirty="0" sz="1050" spc="17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sus</a:t>
            </a:r>
            <a:r>
              <a:rPr dirty="0" sz="1050" spc="17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bordes</a:t>
            </a:r>
            <a:r>
              <a:rPr dirty="0" sz="1050" spc="15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para</a:t>
            </a:r>
            <a:r>
              <a:rPr dirty="0" sz="1050" spc="1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una</a:t>
            </a:r>
            <a:r>
              <a:rPr dirty="0" sz="1050" spc="160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misma </a:t>
            </a:r>
            <a:r>
              <a:rPr dirty="0" sz="1050">
                <a:latin typeface="Times New Roman"/>
                <a:cs typeface="Times New Roman"/>
              </a:rPr>
              <a:t>abscisa.</a:t>
            </a:r>
            <a:r>
              <a:rPr dirty="0" sz="1050" spc="10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Estas</a:t>
            </a:r>
            <a:r>
              <a:rPr dirty="0" sz="1050" spc="10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diferencias</a:t>
            </a:r>
            <a:r>
              <a:rPr dirty="0" sz="1050" spc="10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10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abscisa</a:t>
            </a:r>
            <a:r>
              <a:rPr dirty="0" sz="1050" spc="114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10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calculan</a:t>
            </a:r>
            <a:r>
              <a:rPr dirty="0" sz="1050" spc="1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con</a:t>
            </a:r>
            <a:r>
              <a:rPr dirty="0" sz="1050" spc="1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10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distancia,</a:t>
            </a:r>
            <a:r>
              <a:rPr dirty="0" sz="1050" spc="10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9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corresponde</a:t>
            </a:r>
            <a:r>
              <a:rPr dirty="0" sz="1050" spc="10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</a:t>
            </a:r>
            <a:r>
              <a:rPr dirty="0" sz="1050" spc="10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114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mitad</a:t>
            </a:r>
            <a:r>
              <a:rPr dirty="0" sz="1050" spc="1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105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la </a:t>
            </a:r>
            <a:r>
              <a:rPr dirty="0" sz="1050">
                <a:latin typeface="Times New Roman"/>
                <a:cs typeface="Times New Roman"/>
              </a:rPr>
              <a:t>calzada,</a:t>
            </a:r>
            <a:r>
              <a:rPr dirty="0" sz="1050" spc="2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y</a:t>
            </a:r>
            <a:r>
              <a:rPr dirty="0" sz="1050" spc="2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2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valor</a:t>
            </a:r>
            <a:r>
              <a:rPr dirty="0" sz="1050" spc="2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correspondiente</a:t>
            </a:r>
            <a:r>
              <a:rPr dirty="0" sz="1050" spc="2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del</a:t>
            </a:r>
            <a:r>
              <a:rPr dirty="0" sz="1050" spc="229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peralte.</a:t>
            </a:r>
            <a:r>
              <a:rPr dirty="0" sz="1050" spc="2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Este</a:t>
            </a:r>
            <a:r>
              <a:rPr dirty="0" sz="1050" spc="2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valor</a:t>
            </a:r>
            <a:r>
              <a:rPr dirty="0" sz="1050" spc="2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2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suma</a:t>
            </a:r>
            <a:r>
              <a:rPr dirty="0" sz="1050" spc="2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o</a:t>
            </a:r>
            <a:r>
              <a:rPr dirty="0" sz="1050" spc="2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resta</a:t>
            </a:r>
            <a:r>
              <a:rPr dirty="0" sz="1050" spc="245">
                <a:latin typeface="Times New Roman"/>
                <a:cs typeface="Times New Roman"/>
              </a:rPr>
              <a:t>  </a:t>
            </a:r>
            <a:r>
              <a:rPr dirty="0" sz="1050">
                <a:latin typeface="Times New Roman"/>
                <a:cs typeface="Times New Roman"/>
              </a:rPr>
              <a:t>a</a:t>
            </a:r>
            <a:r>
              <a:rPr dirty="0" sz="1050" spc="2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2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altura</a:t>
            </a:r>
            <a:r>
              <a:rPr dirty="0" sz="1050" spc="2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del</a:t>
            </a:r>
            <a:r>
              <a:rPr dirty="0" sz="1050" spc="235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eje </a:t>
            </a:r>
            <a:r>
              <a:rPr dirty="0" sz="1050">
                <a:latin typeface="Times New Roman"/>
                <a:cs typeface="Times New Roman"/>
              </a:rPr>
              <a:t>obteniendo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así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valor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altura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los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dos</a:t>
            </a:r>
            <a:r>
              <a:rPr dirty="0" sz="1050" spc="17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bordes.</a:t>
            </a:r>
            <a:endParaRPr sz="1050">
              <a:latin typeface="Times New Roman"/>
              <a:cs typeface="Times New Roman"/>
            </a:endParaRPr>
          </a:p>
          <a:p>
            <a:pPr algn="just" marL="12700">
              <a:lnSpc>
                <a:spcPct val="100000"/>
              </a:lnSpc>
              <a:spcBef>
                <a:spcPts val="994"/>
              </a:spcBef>
            </a:pPr>
            <a:r>
              <a:rPr dirty="0" sz="1350">
                <a:latin typeface="Times New Roman"/>
                <a:cs typeface="Times New Roman"/>
              </a:rPr>
              <a:t>EJERCICIOS</a:t>
            </a:r>
            <a:r>
              <a:rPr dirty="0" sz="1350" spc="-65">
                <a:latin typeface="Times New Roman"/>
                <a:cs typeface="Times New Roman"/>
              </a:rPr>
              <a:t> </a:t>
            </a:r>
            <a:r>
              <a:rPr dirty="0" sz="1350" spc="-10">
                <a:latin typeface="Times New Roman"/>
                <a:cs typeface="Times New Roman"/>
              </a:rPr>
              <a:t>RESUELTOS</a:t>
            </a:r>
            <a:endParaRPr sz="1350">
              <a:latin typeface="Times New Roman"/>
              <a:cs typeface="Times New Roman"/>
            </a:endParaRPr>
          </a:p>
          <a:p>
            <a:pPr algn="just" marL="12700" marR="13335">
              <a:lnSpc>
                <a:spcPts val="1220"/>
              </a:lnSpc>
              <a:spcBef>
                <a:spcPts val="395"/>
              </a:spcBef>
            </a:pPr>
            <a:r>
              <a:rPr dirty="0" sz="1050">
                <a:latin typeface="Times New Roman"/>
                <a:cs typeface="Times New Roman"/>
              </a:rPr>
              <a:t>A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continuación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tienen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varios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ejemplos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cálculo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del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una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curva.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bueno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considerar</a:t>
            </a:r>
            <a:r>
              <a:rPr dirty="0" sz="1050" spc="-25">
                <a:latin typeface="Times New Roman"/>
                <a:cs typeface="Times New Roman"/>
              </a:rPr>
              <a:t> que </a:t>
            </a:r>
            <a:r>
              <a:rPr dirty="0" sz="1050">
                <a:latin typeface="Times New Roman"/>
                <a:cs typeface="Times New Roman"/>
              </a:rPr>
              <a:t>todos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los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diagramas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presentados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</a:t>
            </a:r>
            <a:r>
              <a:rPr dirty="0" sz="1050" spc="2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este</a:t>
            </a:r>
            <a:r>
              <a:rPr dirty="0" sz="1050" spc="2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capítulo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suponen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eje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vía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horizontal,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lo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que </a:t>
            </a:r>
            <a:r>
              <a:rPr dirty="0" sz="1050">
                <a:latin typeface="Times New Roman"/>
                <a:cs typeface="Times New Roman"/>
              </a:rPr>
              <a:t>frecuentemente</a:t>
            </a:r>
            <a:r>
              <a:rPr dirty="0" sz="1050" spc="9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no</a:t>
            </a:r>
            <a:r>
              <a:rPr dirty="0" sz="1050" spc="9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ocurre.</a:t>
            </a:r>
            <a:r>
              <a:rPr dirty="0" sz="1050" spc="9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Esta</a:t>
            </a:r>
            <a:r>
              <a:rPr dirty="0" sz="1050" spc="9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suposición</a:t>
            </a:r>
            <a:r>
              <a:rPr dirty="0" sz="1050" spc="10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facilita</a:t>
            </a:r>
            <a:r>
              <a:rPr dirty="0" sz="1050" spc="10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9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entendimiento</a:t>
            </a:r>
            <a:r>
              <a:rPr dirty="0" sz="1050" spc="9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9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dichos</a:t>
            </a:r>
            <a:r>
              <a:rPr dirty="0" sz="1050" spc="9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diagramas</a:t>
            </a:r>
            <a:r>
              <a:rPr dirty="0" sz="1050" spc="9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pero</a:t>
            </a:r>
            <a:r>
              <a:rPr dirty="0" sz="1050" spc="9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</a:t>
            </a:r>
            <a:r>
              <a:rPr dirty="0" sz="1050" spc="100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la </a:t>
            </a:r>
            <a:r>
              <a:rPr dirty="0" sz="1050">
                <a:latin typeface="Times New Roman"/>
                <a:cs typeface="Times New Roman"/>
              </a:rPr>
              <a:t>práctica,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aunque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también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dibujen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así,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bueno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considerar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eje</a:t>
            </a:r>
            <a:r>
              <a:rPr dirty="0" sz="1050" spc="-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longitudinal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no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horizontal.</a:t>
            </a:r>
            <a:endParaRPr sz="1050">
              <a:latin typeface="Times New Roman"/>
              <a:cs typeface="Times New Roman"/>
            </a:endParaRPr>
          </a:p>
          <a:p>
            <a:pPr algn="just" marL="12700">
              <a:lnSpc>
                <a:spcPct val="100000"/>
              </a:lnSpc>
              <a:spcBef>
                <a:spcPts val="795"/>
              </a:spcBef>
            </a:pPr>
            <a:r>
              <a:rPr dirty="0" sz="1150">
                <a:latin typeface="Times New Roman"/>
                <a:cs typeface="Times New Roman"/>
              </a:rPr>
              <a:t>Ejemplo</a:t>
            </a:r>
            <a:r>
              <a:rPr dirty="0" sz="1150" spc="135">
                <a:latin typeface="Times New Roman"/>
                <a:cs typeface="Times New Roman"/>
              </a:rPr>
              <a:t> </a:t>
            </a:r>
            <a:r>
              <a:rPr dirty="0" sz="1150" spc="-50">
                <a:latin typeface="Times New Roman"/>
                <a:cs typeface="Times New Roman"/>
              </a:rPr>
              <a:t>1</a:t>
            </a:r>
            <a:endParaRPr sz="1150">
              <a:latin typeface="Times New Roman"/>
              <a:cs typeface="Times New Roman"/>
            </a:endParaRPr>
          </a:p>
          <a:p>
            <a:pPr algn="just" marL="12700" marR="24765">
              <a:lnSpc>
                <a:spcPts val="1220"/>
              </a:lnSpc>
              <a:spcBef>
                <a:spcPts val="345"/>
              </a:spcBef>
            </a:pP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tienen</a:t>
            </a:r>
            <a:r>
              <a:rPr dirty="0" sz="1050" spc="3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los</a:t>
            </a:r>
            <a:r>
              <a:rPr dirty="0" sz="1050" spc="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siguientes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datos</a:t>
            </a:r>
            <a:r>
              <a:rPr dirty="0" sz="1050" spc="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una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curva</a:t>
            </a:r>
            <a:r>
              <a:rPr dirty="0" sz="1050" spc="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circular</a:t>
            </a:r>
            <a:r>
              <a:rPr dirty="0" sz="1050" spc="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simple</a:t>
            </a:r>
            <a:r>
              <a:rPr dirty="0" sz="1050" spc="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derecha</a:t>
            </a:r>
            <a:r>
              <a:rPr dirty="0" sz="1050" spc="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</a:t>
            </a:r>
            <a:r>
              <a:rPr dirty="0" sz="1050" spc="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una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vía</a:t>
            </a:r>
            <a:r>
              <a:rPr dirty="0" sz="1050" spc="190">
                <a:latin typeface="Times New Roman"/>
                <a:cs typeface="Times New Roman"/>
              </a:rPr>
              <a:t>  </a:t>
            </a:r>
            <a:r>
              <a:rPr dirty="0" sz="1050">
                <a:latin typeface="Times New Roman"/>
                <a:cs typeface="Times New Roman"/>
              </a:rPr>
              <a:t>con</a:t>
            </a:r>
            <a:r>
              <a:rPr dirty="0" sz="1050" spc="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calzada</a:t>
            </a:r>
            <a:r>
              <a:rPr dirty="0" sz="1050" spc="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 spc="-20">
                <a:latin typeface="Times New Roman"/>
                <a:cs typeface="Times New Roman"/>
              </a:rPr>
              <a:t>7.30 </a:t>
            </a:r>
            <a:r>
              <a:rPr dirty="0" sz="1050" spc="-10">
                <a:latin typeface="Times New Roman"/>
                <a:cs typeface="Times New Roman"/>
              </a:rPr>
              <a:t>metros:</a:t>
            </a:r>
            <a:endParaRPr sz="1050">
              <a:latin typeface="Times New Roman"/>
              <a:cs typeface="Times New Roman"/>
            </a:endParaRPr>
          </a:p>
          <a:p>
            <a:pPr lvl="1" marL="456565" indent="-221615">
              <a:lnSpc>
                <a:spcPts val="1245"/>
              </a:lnSpc>
              <a:spcBef>
                <a:spcPts val="1155"/>
              </a:spcBef>
              <a:buChar char="-"/>
              <a:tabLst>
                <a:tab pos="456565" algn="l"/>
              </a:tabLst>
            </a:pPr>
            <a:r>
              <a:rPr dirty="0" sz="1050">
                <a:latin typeface="Times New Roman"/>
                <a:cs typeface="Times New Roman"/>
              </a:rPr>
              <a:t>Radio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=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120</a:t>
            </a:r>
            <a:endParaRPr sz="1050">
              <a:latin typeface="Times New Roman"/>
              <a:cs typeface="Times New Roman"/>
            </a:endParaRPr>
          </a:p>
          <a:p>
            <a:pPr lvl="1" marL="448945" indent="-213995">
              <a:lnSpc>
                <a:spcPts val="1240"/>
              </a:lnSpc>
              <a:buChar char="-"/>
              <a:tabLst>
                <a:tab pos="448945" algn="l"/>
              </a:tabLst>
            </a:pPr>
            <a:r>
              <a:rPr dirty="0" sz="1050">
                <a:latin typeface="Times New Roman"/>
                <a:cs typeface="Times New Roman"/>
              </a:rPr>
              <a:t>Abscisa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PC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=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417.81</a:t>
            </a:r>
            <a:endParaRPr sz="1050">
              <a:latin typeface="Times New Roman"/>
              <a:cs typeface="Times New Roman"/>
            </a:endParaRPr>
          </a:p>
          <a:p>
            <a:pPr lvl="1" marL="448945" indent="-213995">
              <a:lnSpc>
                <a:spcPts val="1240"/>
              </a:lnSpc>
              <a:buChar char="-"/>
              <a:tabLst>
                <a:tab pos="448945" algn="l"/>
              </a:tabLst>
            </a:pPr>
            <a:r>
              <a:rPr dirty="0" sz="1050">
                <a:latin typeface="Times New Roman"/>
                <a:cs typeface="Times New Roman"/>
              </a:rPr>
              <a:t>Abscisa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PT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=</a:t>
            </a:r>
            <a:r>
              <a:rPr dirty="0" sz="1050" spc="-10">
                <a:latin typeface="Times New Roman"/>
                <a:cs typeface="Times New Roman"/>
              </a:rPr>
              <a:t> 465.32</a:t>
            </a:r>
            <a:endParaRPr sz="1050">
              <a:latin typeface="Times New Roman"/>
              <a:cs typeface="Times New Roman"/>
            </a:endParaRPr>
          </a:p>
          <a:p>
            <a:pPr lvl="1" marL="448945" indent="-213995">
              <a:lnSpc>
                <a:spcPts val="1245"/>
              </a:lnSpc>
              <a:buChar char="-"/>
              <a:tabLst>
                <a:tab pos="448945" algn="l"/>
              </a:tabLst>
            </a:pPr>
            <a:r>
              <a:rPr dirty="0" sz="1050">
                <a:latin typeface="Times New Roman"/>
                <a:cs typeface="Times New Roman"/>
              </a:rPr>
              <a:t>Bombeo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=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 spc="-20">
                <a:latin typeface="Times New Roman"/>
                <a:cs typeface="Times New Roman"/>
              </a:rPr>
              <a:t>2.0%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1050">
              <a:latin typeface="Times New Roman"/>
              <a:cs typeface="Times New Roman"/>
            </a:endParaRPr>
          </a:p>
          <a:p>
            <a:pPr algn="just" marL="12700" marR="26034">
              <a:lnSpc>
                <a:spcPts val="1220"/>
              </a:lnSpc>
            </a:pP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requiere</a:t>
            </a:r>
            <a:r>
              <a:rPr dirty="0" sz="1050" spc="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calcular</a:t>
            </a:r>
            <a:r>
              <a:rPr dirty="0" sz="1050" spc="7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tabla</a:t>
            </a:r>
            <a:r>
              <a:rPr dirty="0" sz="1050" spc="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para</a:t>
            </a:r>
            <a:r>
              <a:rPr dirty="0" sz="1050" spc="7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curva</a:t>
            </a:r>
            <a:r>
              <a:rPr dirty="0" sz="1050" spc="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desarrollando</a:t>
            </a:r>
            <a:r>
              <a:rPr dirty="0" sz="1050" spc="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transición</a:t>
            </a:r>
            <a:r>
              <a:rPr dirty="0" sz="1050" spc="7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toda</a:t>
            </a:r>
            <a:r>
              <a:rPr dirty="0" sz="1050" spc="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por</a:t>
            </a:r>
            <a:r>
              <a:rPr dirty="0" sz="1050" spc="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fuera</a:t>
            </a:r>
            <a:r>
              <a:rPr dirty="0" sz="1050" spc="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65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la </a:t>
            </a:r>
            <a:r>
              <a:rPr dirty="0" sz="1050" spc="-10">
                <a:latin typeface="Times New Roman"/>
                <a:cs typeface="Times New Roman"/>
              </a:rPr>
              <a:t>curva.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050">
              <a:latin typeface="Times New Roman"/>
              <a:cs typeface="Times New Roman"/>
            </a:endParaRPr>
          </a:p>
          <a:p>
            <a:pPr algn="just" marL="12700" marR="13970">
              <a:lnSpc>
                <a:spcPts val="1220"/>
              </a:lnSpc>
            </a:pPr>
            <a:r>
              <a:rPr dirty="0" sz="1050">
                <a:latin typeface="Times New Roman"/>
                <a:cs typeface="Times New Roman"/>
              </a:rPr>
              <a:t>Inicialmente</a:t>
            </a:r>
            <a:r>
              <a:rPr dirty="0" sz="1050" spc="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determina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requerido</a:t>
            </a:r>
            <a:r>
              <a:rPr dirty="0" sz="1050" spc="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para</a:t>
            </a:r>
            <a:r>
              <a:rPr dirty="0" sz="1050" spc="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una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curva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con</a:t>
            </a:r>
            <a:r>
              <a:rPr dirty="0" sz="1050" spc="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radio</a:t>
            </a:r>
            <a:r>
              <a:rPr dirty="0" sz="1050" spc="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120</a:t>
            </a:r>
            <a:r>
              <a:rPr dirty="0" sz="1050" spc="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metros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y</a:t>
            </a:r>
            <a:r>
              <a:rPr dirty="0" sz="1050" spc="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3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velocidad </a:t>
            </a:r>
            <a:r>
              <a:rPr dirty="0" sz="1050">
                <a:latin typeface="Times New Roman"/>
                <a:cs typeface="Times New Roman"/>
              </a:rPr>
              <a:t>especifica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correspondiente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este radio.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Para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 spc="-20">
                <a:latin typeface="Times New Roman"/>
                <a:cs typeface="Times New Roman"/>
              </a:rPr>
              <a:t>ello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054735" y="1410982"/>
            <a:ext cx="904240" cy="297180"/>
          </a:xfrm>
          <a:prstGeom prst="rect">
            <a:avLst/>
          </a:prstGeom>
          <a:ln w="6350">
            <a:solidFill>
              <a:srgbClr val="000000"/>
            </a:solidFill>
          </a:ln>
        </p:spPr>
        <p:txBody>
          <a:bodyPr wrap="square" lIns="0" tIns="2540" rIns="0" bIns="0" rtlCol="0" vert="horz">
            <a:spAutoFit/>
          </a:bodyPr>
          <a:lstStyle/>
          <a:p>
            <a:pPr marL="27305">
              <a:lnSpc>
                <a:spcPct val="100000"/>
              </a:lnSpc>
              <a:spcBef>
                <a:spcPts val="20"/>
              </a:spcBef>
            </a:pPr>
            <a:r>
              <a:rPr dirty="0" sz="1450" i="1">
                <a:latin typeface="Times New Roman"/>
                <a:cs typeface="Times New Roman"/>
              </a:rPr>
              <a:t>e</a:t>
            </a:r>
            <a:r>
              <a:rPr dirty="0" baseline="-22875" sz="1275" i="1">
                <a:latin typeface="Times New Roman"/>
                <a:cs typeface="Times New Roman"/>
              </a:rPr>
              <a:t>p</a:t>
            </a:r>
            <a:r>
              <a:rPr dirty="0" baseline="-22875" sz="1275" spc="157" i="1">
                <a:latin typeface="Times New Roman"/>
                <a:cs typeface="Times New Roman"/>
              </a:rPr>
              <a:t> </a:t>
            </a:r>
            <a:r>
              <a:rPr dirty="0" sz="1450">
                <a:latin typeface="Consolas"/>
                <a:cs typeface="Consolas"/>
              </a:rPr>
              <a:t>=</a:t>
            </a:r>
            <a:r>
              <a:rPr dirty="0" sz="1450" spc="30">
                <a:latin typeface="Consolas"/>
                <a:cs typeface="Consolas"/>
              </a:rPr>
              <a:t> </a:t>
            </a:r>
            <a:r>
              <a:rPr dirty="0" sz="1450" i="1">
                <a:latin typeface="Times New Roman"/>
                <a:cs typeface="Times New Roman"/>
              </a:rPr>
              <a:t>F</a:t>
            </a:r>
            <a:r>
              <a:rPr dirty="0" baseline="-22875" sz="1275" i="1">
                <a:latin typeface="Times New Roman"/>
                <a:cs typeface="Times New Roman"/>
              </a:rPr>
              <a:t>p</a:t>
            </a:r>
            <a:r>
              <a:rPr dirty="0" baseline="-22875" sz="1275" spc="37" i="1">
                <a:latin typeface="Times New Roman"/>
                <a:cs typeface="Times New Roman"/>
              </a:rPr>
              <a:t> </a:t>
            </a:r>
            <a:r>
              <a:rPr dirty="0" sz="1450" spc="-25">
                <a:latin typeface="Times New Roman"/>
                <a:cs typeface="Times New Roman"/>
              </a:rPr>
              <a:t>.</a:t>
            </a:r>
            <a:r>
              <a:rPr dirty="0" sz="1450" spc="-25" i="1">
                <a:latin typeface="Times New Roman"/>
                <a:cs typeface="Times New Roman"/>
              </a:rPr>
              <a:t>Dp</a:t>
            </a:r>
            <a:endParaRPr sz="14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040130" y="1395742"/>
            <a:ext cx="5490210" cy="2758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latin typeface="Times New Roman"/>
                <a:cs typeface="Times New Roman"/>
              </a:rPr>
              <a:t>empleamos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Figura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8.3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correspondiente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gráfica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Relación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–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Radio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y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Velocidad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–</a:t>
            </a:r>
            <a:r>
              <a:rPr dirty="0" sz="1050" spc="-30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Radio.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050">
              <a:latin typeface="Times New Roman"/>
              <a:cs typeface="Times New Roman"/>
            </a:endParaRPr>
          </a:p>
          <a:p>
            <a:pPr algn="just" marL="12700" marR="5080">
              <a:lnSpc>
                <a:spcPts val="1220"/>
              </a:lnSpc>
            </a:pPr>
            <a:r>
              <a:rPr dirty="0" sz="1050">
                <a:latin typeface="Times New Roman"/>
                <a:cs typeface="Times New Roman"/>
              </a:rPr>
              <a:t>Entrando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con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un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valor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 120m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las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abscisas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sube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verticalmente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hasta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cortar</a:t>
            </a:r>
            <a:r>
              <a:rPr dirty="0" sz="1050" spc="2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curva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Velocidad </a:t>
            </a:r>
            <a:r>
              <a:rPr dirty="0" sz="1050">
                <a:latin typeface="Times New Roman"/>
                <a:cs typeface="Times New Roman"/>
              </a:rPr>
              <a:t>–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Radio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y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luego sobre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margen derecha se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obtiene la velocidad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específica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cuyo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valor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60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Km/h. </a:t>
            </a:r>
            <a:r>
              <a:rPr dirty="0" sz="1050">
                <a:latin typeface="Times New Roman"/>
                <a:cs typeface="Times New Roman"/>
              </a:rPr>
              <a:t>Si</a:t>
            </a:r>
            <a:r>
              <a:rPr dirty="0" sz="1050" spc="9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continuamos</a:t>
            </a:r>
            <a:r>
              <a:rPr dirty="0" sz="1050" spc="9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sobre</a:t>
            </a:r>
            <a:r>
              <a:rPr dirty="0" sz="1050" spc="10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459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misma</a:t>
            </a:r>
            <a:r>
              <a:rPr dirty="0" sz="1050" spc="9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línea</a:t>
            </a:r>
            <a:r>
              <a:rPr dirty="0" sz="1050" spc="10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vertical</a:t>
            </a:r>
            <a:r>
              <a:rPr dirty="0" sz="1050" spc="9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hasta</a:t>
            </a:r>
            <a:r>
              <a:rPr dirty="0" sz="1050" spc="9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llegar</a:t>
            </a:r>
            <a:r>
              <a:rPr dirty="0" sz="1050" spc="10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al</a:t>
            </a:r>
            <a:r>
              <a:rPr dirty="0" sz="1050" spc="8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cruce</a:t>
            </a:r>
            <a:r>
              <a:rPr dirty="0" sz="1050" spc="9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con</a:t>
            </a:r>
            <a:r>
              <a:rPr dirty="0" sz="1050" spc="10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9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curva</a:t>
            </a:r>
            <a:r>
              <a:rPr dirty="0" sz="1050" spc="10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9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–</a:t>
            </a:r>
            <a:r>
              <a:rPr dirty="0" sz="1050" spc="10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Radio</a:t>
            </a:r>
            <a:r>
              <a:rPr dirty="0" sz="1050" spc="105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se </a:t>
            </a:r>
            <a:r>
              <a:rPr dirty="0" sz="1050">
                <a:latin typeface="Times New Roman"/>
                <a:cs typeface="Times New Roman"/>
              </a:rPr>
              <a:t>tiene</a:t>
            </a:r>
            <a:r>
              <a:rPr dirty="0" sz="1050" spc="114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114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10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114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requerido</a:t>
            </a:r>
            <a:r>
              <a:rPr dirty="0" sz="1050" spc="1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</a:t>
            </a:r>
            <a:r>
              <a:rPr dirty="0" sz="1050" spc="1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10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máximo,</a:t>
            </a:r>
            <a:r>
              <a:rPr dirty="0" sz="1050" spc="1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o</a:t>
            </a:r>
            <a:r>
              <a:rPr dirty="0" sz="1050" spc="1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sea</a:t>
            </a:r>
            <a:r>
              <a:rPr dirty="0" sz="1050" spc="10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8.0%.</a:t>
            </a:r>
            <a:r>
              <a:rPr dirty="0" sz="1050" spc="1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1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puede</a:t>
            </a:r>
            <a:r>
              <a:rPr dirty="0" sz="1050" spc="10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verificar</a:t>
            </a:r>
            <a:r>
              <a:rPr dirty="0" sz="1050" spc="114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</a:t>
            </a:r>
            <a:r>
              <a:rPr dirty="0" sz="1050" spc="1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114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gráfica</a:t>
            </a:r>
            <a:r>
              <a:rPr dirty="0" sz="1050" spc="1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114">
                <a:latin typeface="Times New Roman"/>
                <a:cs typeface="Times New Roman"/>
              </a:rPr>
              <a:t> </a:t>
            </a:r>
            <a:r>
              <a:rPr dirty="0" sz="1050" spc="-20">
                <a:latin typeface="Times New Roman"/>
                <a:cs typeface="Times New Roman"/>
              </a:rPr>
              <a:t>para </a:t>
            </a:r>
            <a:r>
              <a:rPr dirty="0" sz="1050">
                <a:latin typeface="Times New Roman"/>
                <a:cs typeface="Times New Roman"/>
              </a:rPr>
              <a:t>radios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menores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170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metros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valor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del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</a:t>
            </a:r>
            <a:r>
              <a:rPr dirty="0" sz="1050" spc="155">
                <a:latin typeface="Times New Roman"/>
                <a:cs typeface="Times New Roman"/>
              </a:rPr>
              <a:t> </a:t>
            </a:r>
            <a:r>
              <a:rPr dirty="0" sz="1050" spc="-20">
                <a:latin typeface="Times New Roman"/>
                <a:cs typeface="Times New Roman"/>
              </a:rPr>
              <a:t>8.0%.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050">
              <a:latin typeface="Times New Roman"/>
              <a:cs typeface="Times New Roman"/>
            </a:endParaRPr>
          </a:p>
          <a:p>
            <a:pPr algn="just" marL="12700" marR="11430">
              <a:lnSpc>
                <a:spcPts val="1220"/>
              </a:lnSpc>
              <a:spcBef>
                <a:spcPts val="5"/>
              </a:spcBef>
            </a:pPr>
            <a:r>
              <a:rPr dirty="0" sz="1050">
                <a:latin typeface="Times New Roman"/>
                <a:cs typeface="Times New Roman"/>
              </a:rPr>
              <a:t>Seguidamente,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con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valor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velocidad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específica de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60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Km/h,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y empleando</a:t>
            </a:r>
            <a:r>
              <a:rPr dirty="0" sz="1050" spc="2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Tabla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8.3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halla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pendiente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máxima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relativa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rampa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cuyo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valor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22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0.64%.</a:t>
            </a: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dirty="0" sz="1050">
                <a:latin typeface="Times New Roman"/>
                <a:cs typeface="Times New Roman"/>
              </a:rPr>
              <a:t>Despejando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valor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Lt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ecuación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(8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–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4)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tiene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 spc="-20">
                <a:latin typeface="Times New Roman"/>
                <a:cs typeface="Times New Roman"/>
              </a:rPr>
              <a:t>que:</a:t>
            </a:r>
            <a:endParaRPr sz="1050">
              <a:latin typeface="Times New Roman"/>
              <a:cs typeface="Times New Roman"/>
            </a:endParaRPr>
          </a:p>
          <a:p>
            <a:pPr marL="360045">
              <a:lnSpc>
                <a:spcPts val="1120"/>
              </a:lnSpc>
              <a:spcBef>
                <a:spcPts val="640"/>
              </a:spcBef>
              <a:tabLst>
                <a:tab pos="728345" algn="l"/>
              </a:tabLst>
            </a:pPr>
            <a:r>
              <a:rPr dirty="0" sz="1150" spc="-25" i="1">
                <a:latin typeface="Times New Roman"/>
                <a:cs typeface="Times New Roman"/>
              </a:rPr>
              <a:t>e</a:t>
            </a:r>
            <a:r>
              <a:rPr dirty="0" sz="1150" spc="-25">
                <a:latin typeface="Times New Roman"/>
                <a:cs typeface="Times New Roman"/>
              </a:rPr>
              <a:t>.</a:t>
            </a:r>
            <a:r>
              <a:rPr dirty="0" sz="1150" spc="-25" i="1">
                <a:latin typeface="Times New Roman"/>
                <a:cs typeface="Times New Roman"/>
              </a:rPr>
              <a:t>a</a:t>
            </a:r>
            <a:r>
              <a:rPr dirty="0" sz="1150" i="1">
                <a:latin typeface="Times New Roman"/>
                <a:cs typeface="Times New Roman"/>
              </a:rPr>
              <a:t>	</a:t>
            </a:r>
            <a:r>
              <a:rPr dirty="0" sz="1150" spc="-10">
                <a:latin typeface="Times New Roman"/>
                <a:cs typeface="Times New Roman"/>
              </a:rPr>
              <a:t>8</a:t>
            </a:r>
            <a:r>
              <a:rPr dirty="0" sz="1150" spc="-10" i="1">
                <a:latin typeface="Times New Roman"/>
                <a:cs typeface="Times New Roman"/>
              </a:rPr>
              <a:t>x</a:t>
            </a:r>
            <a:r>
              <a:rPr dirty="0" sz="1150" spc="-10">
                <a:latin typeface="Times New Roman"/>
                <a:cs typeface="Times New Roman"/>
              </a:rPr>
              <a:t>3.65</a:t>
            </a:r>
            <a:endParaRPr sz="1150">
              <a:latin typeface="Times New Roman"/>
              <a:cs typeface="Times New Roman"/>
            </a:endParaRPr>
          </a:p>
          <a:p>
            <a:pPr marL="41275">
              <a:lnSpc>
                <a:spcPts val="1120"/>
              </a:lnSpc>
              <a:tabLst>
                <a:tab pos="567055" algn="l"/>
                <a:tab pos="1166495" algn="l"/>
              </a:tabLst>
            </a:pPr>
            <a:r>
              <a:rPr dirty="0" sz="1150" i="1">
                <a:latin typeface="Times New Roman"/>
                <a:cs typeface="Times New Roman"/>
              </a:rPr>
              <a:t>Lt</a:t>
            </a:r>
            <a:r>
              <a:rPr dirty="0" sz="1150" spc="-25" i="1">
                <a:latin typeface="Times New Roman"/>
                <a:cs typeface="Times New Roman"/>
              </a:rPr>
              <a:t> </a:t>
            </a:r>
            <a:r>
              <a:rPr dirty="0" sz="1150" spc="-50">
                <a:latin typeface="Consolas"/>
                <a:cs typeface="Consolas"/>
              </a:rPr>
              <a:t>=</a:t>
            </a:r>
            <a:r>
              <a:rPr dirty="0" sz="1150">
                <a:latin typeface="Consolas"/>
                <a:cs typeface="Consolas"/>
              </a:rPr>
              <a:t>	</a:t>
            </a:r>
            <a:r>
              <a:rPr dirty="0" sz="1150" spc="-50">
                <a:latin typeface="Consolas"/>
                <a:cs typeface="Consolas"/>
              </a:rPr>
              <a:t>=</a:t>
            </a:r>
            <a:r>
              <a:rPr dirty="0" sz="1150">
                <a:latin typeface="Consolas"/>
                <a:cs typeface="Consolas"/>
              </a:rPr>
              <a:t>	=</a:t>
            </a:r>
            <a:r>
              <a:rPr dirty="0" sz="1150" spc="-5">
                <a:latin typeface="Consolas"/>
                <a:cs typeface="Consolas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45.63</a:t>
            </a:r>
            <a:r>
              <a:rPr dirty="0" sz="1150" spc="-10" i="1">
                <a:latin typeface="Times New Roman"/>
                <a:cs typeface="Times New Roman"/>
              </a:rPr>
              <a:t>m</a:t>
            </a:r>
            <a:endParaRPr sz="1150">
              <a:latin typeface="Times New Roman"/>
              <a:cs typeface="Times New Roman"/>
            </a:endParaRPr>
          </a:p>
          <a:p>
            <a:pPr marL="403225">
              <a:lnSpc>
                <a:spcPct val="100000"/>
              </a:lnSpc>
              <a:tabLst>
                <a:tab pos="780415" algn="l"/>
              </a:tabLst>
            </a:pPr>
            <a:r>
              <a:rPr dirty="0" sz="1150" spc="-50" i="1">
                <a:latin typeface="Times New Roman"/>
                <a:cs typeface="Times New Roman"/>
              </a:rPr>
              <a:t>I</a:t>
            </a:r>
            <a:r>
              <a:rPr dirty="0" sz="1150" i="1">
                <a:latin typeface="Times New Roman"/>
                <a:cs typeface="Times New Roman"/>
              </a:rPr>
              <a:t>	</a:t>
            </a:r>
            <a:r>
              <a:rPr dirty="0" sz="1150" spc="-20">
                <a:latin typeface="Times New Roman"/>
                <a:cs typeface="Times New Roman"/>
              </a:rPr>
              <a:t>0.64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90"/>
              </a:spcBef>
            </a:pP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puede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tomar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como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valor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45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metros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y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calculamos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entonces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valor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N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con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ecuación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(8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–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5):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365250" y="4227842"/>
            <a:ext cx="428625" cy="200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10">
                <a:latin typeface="Times New Roman"/>
                <a:cs typeface="Times New Roman"/>
              </a:rPr>
              <a:t>2.0</a:t>
            </a:r>
            <a:r>
              <a:rPr dirty="0" sz="1150" spc="-10" i="1">
                <a:latin typeface="Times New Roman"/>
                <a:cs typeface="Times New Roman"/>
              </a:rPr>
              <a:t>x</a:t>
            </a:r>
            <a:r>
              <a:rPr dirty="0" sz="1150" spc="-10">
                <a:latin typeface="Times New Roman"/>
                <a:cs typeface="Times New Roman"/>
              </a:rPr>
              <a:t>45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070610" y="4335792"/>
            <a:ext cx="1359535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ts val="1320"/>
              </a:lnSpc>
              <a:spcBef>
                <a:spcPts val="100"/>
              </a:spcBef>
              <a:tabLst>
                <a:tab pos="737235" algn="l"/>
              </a:tabLst>
            </a:pPr>
            <a:r>
              <a:rPr dirty="0" sz="1150" i="1">
                <a:latin typeface="Times New Roman"/>
                <a:cs typeface="Times New Roman"/>
              </a:rPr>
              <a:t>N </a:t>
            </a:r>
            <a:r>
              <a:rPr dirty="0" sz="1150">
                <a:latin typeface="Consolas"/>
                <a:cs typeface="Consolas"/>
              </a:rPr>
              <a:t>= </a:t>
            </a:r>
            <a:r>
              <a:rPr dirty="0" u="sng" sz="115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sz="1150">
                <a:latin typeface="Consolas"/>
                <a:cs typeface="Consolas"/>
              </a:rPr>
              <a:t>=</a:t>
            </a:r>
            <a:r>
              <a:rPr dirty="0" sz="1150" spc="-5">
                <a:latin typeface="Consolas"/>
                <a:cs typeface="Consolas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11.25</a:t>
            </a:r>
            <a:r>
              <a:rPr dirty="0" sz="1150" spc="-10" i="1">
                <a:latin typeface="Times New Roman"/>
                <a:cs typeface="Times New Roman"/>
              </a:rPr>
              <a:t>m</a:t>
            </a:r>
            <a:endParaRPr sz="1150">
              <a:latin typeface="Times New Roman"/>
              <a:cs typeface="Times New Roman"/>
            </a:endParaRPr>
          </a:p>
          <a:p>
            <a:pPr algn="ctr" marR="335280">
              <a:lnSpc>
                <a:spcPts val="1320"/>
              </a:lnSpc>
            </a:pPr>
            <a:r>
              <a:rPr dirty="0" sz="1150" spc="-50">
                <a:latin typeface="Times New Roman"/>
                <a:cs typeface="Times New Roman"/>
              </a:rPr>
              <a:t>8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040130" y="4831092"/>
            <a:ext cx="3978910" cy="1915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procede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ahora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calcular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los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puntos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del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diagrama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peralte: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ts val="1250"/>
              </a:lnSpc>
            </a:pPr>
            <a:r>
              <a:rPr dirty="0" sz="1050" i="1">
                <a:latin typeface="Times New Roman"/>
                <a:cs typeface="Times New Roman"/>
              </a:rPr>
              <a:t>A</a:t>
            </a:r>
            <a:r>
              <a:rPr dirty="0" sz="1050" spc="-15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=</a:t>
            </a:r>
            <a:r>
              <a:rPr dirty="0" sz="1050" spc="-15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PC –</a:t>
            </a:r>
            <a:r>
              <a:rPr dirty="0" sz="1050" spc="-20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Lt –</a:t>
            </a:r>
            <a:r>
              <a:rPr dirty="0" sz="1050" spc="-10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N</a:t>
            </a:r>
            <a:r>
              <a:rPr dirty="0" sz="1050" spc="-15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=</a:t>
            </a:r>
            <a:r>
              <a:rPr dirty="0" sz="1050" spc="-10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417.81</a:t>
            </a:r>
            <a:r>
              <a:rPr dirty="0" sz="1050" spc="-10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–</a:t>
            </a:r>
            <a:r>
              <a:rPr dirty="0" sz="1050" spc="-5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45</a:t>
            </a:r>
            <a:r>
              <a:rPr dirty="0" sz="1050" spc="-20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–</a:t>
            </a:r>
            <a:r>
              <a:rPr dirty="0" sz="1050" spc="-5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11.25 =</a:t>
            </a:r>
            <a:r>
              <a:rPr dirty="0" sz="1050" spc="-15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361.56</a:t>
            </a:r>
            <a:r>
              <a:rPr dirty="0" sz="1050" spc="5" i="1">
                <a:latin typeface="Times New Roman"/>
                <a:cs typeface="Times New Roman"/>
              </a:rPr>
              <a:t> </a:t>
            </a:r>
            <a:r>
              <a:rPr dirty="0" sz="1050" spc="-50" i="1">
                <a:latin typeface="Times New Roman"/>
                <a:cs typeface="Times New Roman"/>
              </a:rPr>
              <a:t>B</a:t>
            </a: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ts val="1245"/>
              </a:lnSpc>
            </a:pPr>
            <a:r>
              <a:rPr dirty="0" sz="1050" i="1">
                <a:latin typeface="Times New Roman"/>
                <a:cs typeface="Times New Roman"/>
              </a:rPr>
              <a:t>=</a:t>
            </a:r>
            <a:r>
              <a:rPr dirty="0" sz="1050" spc="-20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A</a:t>
            </a:r>
            <a:r>
              <a:rPr dirty="0" sz="1050" spc="-15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+</a:t>
            </a:r>
            <a:r>
              <a:rPr dirty="0" sz="1050" spc="-15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N</a:t>
            </a:r>
            <a:r>
              <a:rPr dirty="0" sz="1050" spc="-5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=</a:t>
            </a:r>
            <a:r>
              <a:rPr dirty="0" sz="1050" spc="-15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361.56 +</a:t>
            </a:r>
            <a:r>
              <a:rPr dirty="0" sz="1050" spc="-15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11.25</a:t>
            </a:r>
            <a:r>
              <a:rPr dirty="0" sz="1050" spc="-15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=</a:t>
            </a:r>
            <a:r>
              <a:rPr dirty="0" sz="1050" spc="-15" i="1">
                <a:latin typeface="Times New Roman"/>
                <a:cs typeface="Times New Roman"/>
              </a:rPr>
              <a:t> </a:t>
            </a:r>
            <a:r>
              <a:rPr dirty="0" sz="1050" spc="-10" i="1">
                <a:latin typeface="Times New Roman"/>
                <a:cs typeface="Times New Roman"/>
              </a:rPr>
              <a:t>372.81</a:t>
            </a: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ts val="1235"/>
              </a:lnSpc>
            </a:pPr>
            <a:r>
              <a:rPr dirty="0" sz="1050" i="1">
                <a:latin typeface="Times New Roman"/>
                <a:cs typeface="Times New Roman"/>
              </a:rPr>
              <a:t>C</a:t>
            </a:r>
            <a:r>
              <a:rPr dirty="0" sz="1050" spc="-20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=</a:t>
            </a:r>
            <a:r>
              <a:rPr dirty="0" sz="1050" spc="-15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B</a:t>
            </a:r>
            <a:r>
              <a:rPr dirty="0" sz="1050" spc="-5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+</a:t>
            </a:r>
            <a:r>
              <a:rPr dirty="0" sz="1050" spc="-15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N</a:t>
            </a:r>
            <a:r>
              <a:rPr dirty="0" sz="1050" spc="-15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=</a:t>
            </a:r>
            <a:r>
              <a:rPr dirty="0" sz="1050" spc="-20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372.81</a:t>
            </a:r>
            <a:r>
              <a:rPr dirty="0" sz="1050" spc="-10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+</a:t>
            </a:r>
            <a:r>
              <a:rPr dirty="0" sz="1050" spc="-15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11.25 =</a:t>
            </a:r>
            <a:r>
              <a:rPr dirty="0" sz="1050" spc="-15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384.06</a:t>
            </a:r>
            <a:r>
              <a:rPr dirty="0" sz="1050" spc="-5" i="1">
                <a:latin typeface="Times New Roman"/>
                <a:cs typeface="Times New Roman"/>
              </a:rPr>
              <a:t> </a:t>
            </a:r>
            <a:r>
              <a:rPr dirty="0" sz="1050" spc="-50" i="1">
                <a:latin typeface="Times New Roman"/>
                <a:cs typeface="Times New Roman"/>
              </a:rPr>
              <a:t>D</a:t>
            </a: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ts val="1220"/>
              </a:lnSpc>
            </a:pPr>
            <a:r>
              <a:rPr dirty="0" sz="1050" i="1">
                <a:latin typeface="Times New Roman"/>
                <a:cs typeface="Times New Roman"/>
              </a:rPr>
              <a:t>=</a:t>
            </a:r>
            <a:r>
              <a:rPr dirty="0" sz="1050" spc="-15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PC</a:t>
            </a:r>
            <a:r>
              <a:rPr dirty="0" sz="1050" spc="-10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=</a:t>
            </a:r>
            <a:r>
              <a:rPr dirty="0" sz="1050" spc="-10" i="1">
                <a:latin typeface="Times New Roman"/>
                <a:cs typeface="Times New Roman"/>
              </a:rPr>
              <a:t> 417.81</a:t>
            </a: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ts val="1215"/>
              </a:lnSpc>
            </a:pPr>
            <a:r>
              <a:rPr dirty="0" sz="1050" i="1">
                <a:latin typeface="Times New Roman"/>
                <a:cs typeface="Times New Roman"/>
              </a:rPr>
              <a:t>E</a:t>
            </a:r>
            <a:r>
              <a:rPr dirty="0" sz="1050" spc="-10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=</a:t>
            </a:r>
            <a:r>
              <a:rPr dirty="0" sz="1050" spc="-10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PT</a:t>
            </a:r>
            <a:r>
              <a:rPr dirty="0" sz="1050" spc="-5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=</a:t>
            </a:r>
            <a:r>
              <a:rPr dirty="0" sz="1050" spc="-10" i="1">
                <a:latin typeface="Times New Roman"/>
                <a:cs typeface="Times New Roman"/>
              </a:rPr>
              <a:t> 465.32</a:t>
            </a: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ts val="1225"/>
              </a:lnSpc>
            </a:pPr>
            <a:r>
              <a:rPr dirty="0" sz="1050" i="1">
                <a:latin typeface="Times New Roman"/>
                <a:cs typeface="Times New Roman"/>
              </a:rPr>
              <a:t>F</a:t>
            </a:r>
            <a:r>
              <a:rPr dirty="0" sz="1050" spc="-15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=</a:t>
            </a:r>
            <a:r>
              <a:rPr dirty="0" sz="1050" spc="-15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PT</a:t>
            </a:r>
            <a:r>
              <a:rPr dirty="0" sz="1050" spc="-5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+</a:t>
            </a:r>
            <a:r>
              <a:rPr dirty="0" sz="1050" spc="-15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Lt</a:t>
            </a:r>
            <a:r>
              <a:rPr dirty="0" sz="1050" spc="-5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–</a:t>
            </a:r>
            <a:r>
              <a:rPr dirty="0" sz="1050" spc="-5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N</a:t>
            </a:r>
            <a:r>
              <a:rPr dirty="0" sz="1050" spc="-15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=</a:t>
            </a:r>
            <a:r>
              <a:rPr dirty="0" sz="1050" spc="-15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465.32</a:t>
            </a:r>
            <a:r>
              <a:rPr dirty="0" sz="1050" spc="-5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+</a:t>
            </a:r>
            <a:r>
              <a:rPr dirty="0" sz="1050" spc="-15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45</a:t>
            </a:r>
            <a:r>
              <a:rPr dirty="0" sz="1050" spc="-20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–</a:t>
            </a:r>
            <a:r>
              <a:rPr dirty="0" sz="1050" spc="-5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11.25 =</a:t>
            </a:r>
            <a:r>
              <a:rPr dirty="0" sz="1050" spc="-15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499.07</a:t>
            </a:r>
            <a:r>
              <a:rPr dirty="0" sz="1050" spc="-5" i="1">
                <a:latin typeface="Times New Roman"/>
                <a:cs typeface="Times New Roman"/>
              </a:rPr>
              <a:t> </a:t>
            </a:r>
            <a:r>
              <a:rPr dirty="0" sz="1050" spc="-50" i="1">
                <a:latin typeface="Times New Roman"/>
                <a:cs typeface="Times New Roman"/>
              </a:rPr>
              <a:t>G</a:t>
            </a: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ts val="1250"/>
              </a:lnSpc>
            </a:pPr>
            <a:r>
              <a:rPr dirty="0" sz="1050" i="1">
                <a:latin typeface="Times New Roman"/>
                <a:cs typeface="Times New Roman"/>
              </a:rPr>
              <a:t>=</a:t>
            </a:r>
            <a:r>
              <a:rPr dirty="0" sz="1050" spc="-20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PT</a:t>
            </a:r>
            <a:r>
              <a:rPr dirty="0" sz="1050" spc="-10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+</a:t>
            </a:r>
            <a:r>
              <a:rPr dirty="0" sz="1050" spc="-15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Lt</a:t>
            </a:r>
            <a:r>
              <a:rPr dirty="0" sz="1050" spc="-10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=</a:t>
            </a:r>
            <a:r>
              <a:rPr dirty="0" sz="1050" spc="-15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465.32 +</a:t>
            </a:r>
            <a:r>
              <a:rPr dirty="0" sz="1050" spc="-15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45</a:t>
            </a:r>
            <a:r>
              <a:rPr dirty="0" sz="1050" spc="-10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=</a:t>
            </a:r>
            <a:r>
              <a:rPr dirty="0" sz="1050" spc="-15" i="1">
                <a:latin typeface="Times New Roman"/>
                <a:cs typeface="Times New Roman"/>
              </a:rPr>
              <a:t> </a:t>
            </a:r>
            <a:r>
              <a:rPr dirty="0" sz="1050" spc="-10" i="1">
                <a:latin typeface="Times New Roman"/>
                <a:cs typeface="Times New Roman"/>
              </a:rPr>
              <a:t>510.32</a:t>
            </a: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z="1050" i="1">
                <a:latin typeface="Times New Roman"/>
                <a:cs typeface="Times New Roman"/>
              </a:rPr>
              <a:t>H</a:t>
            </a:r>
            <a:r>
              <a:rPr dirty="0" sz="1050" spc="-15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=</a:t>
            </a:r>
            <a:r>
              <a:rPr dirty="0" sz="1050" spc="-15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G</a:t>
            </a:r>
            <a:r>
              <a:rPr dirty="0" sz="1050" spc="-15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+</a:t>
            </a:r>
            <a:r>
              <a:rPr dirty="0" sz="1050" spc="-15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N</a:t>
            </a:r>
            <a:r>
              <a:rPr dirty="0" sz="1050" spc="-15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=</a:t>
            </a:r>
            <a:r>
              <a:rPr dirty="0" sz="1050" spc="-20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510.32</a:t>
            </a:r>
            <a:r>
              <a:rPr dirty="0" sz="1050" spc="-10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+</a:t>
            </a:r>
            <a:r>
              <a:rPr dirty="0" sz="1050" spc="-5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11.25</a:t>
            </a:r>
            <a:r>
              <a:rPr dirty="0" sz="1050" spc="-10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=</a:t>
            </a:r>
            <a:r>
              <a:rPr dirty="0" sz="1050" spc="-15" i="1">
                <a:latin typeface="Times New Roman"/>
                <a:cs typeface="Times New Roman"/>
              </a:rPr>
              <a:t> </a:t>
            </a:r>
            <a:r>
              <a:rPr dirty="0" sz="1050" spc="-10" i="1">
                <a:latin typeface="Times New Roman"/>
                <a:cs typeface="Times New Roman"/>
              </a:rPr>
              <a:t>521.57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tiene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entonces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para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estos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puntos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valor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del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siguiente:</a:t>
            </a:r>
            <a:endParaRPr sz="1050">
              <a:latin typeface="Times New Roman"/>
              <a:cs typeface="Times New Roman"/>
            </a:endParaRPr>
          </a:p>
        </p:txBody>
      </p:sp>
      <p:graphicFrame>
        <p:nvGraphicFramePr>
          <p:cNvPr id="6" name="object 6" descr=""/>
          <p:cNvGraphicFramePr>
            <a:graphicFrameLocks noGrp="1"/>
          </p:cNvGraphicFramePr>
          <p:nvPr/>
        </p:nvGraphicFramePr>
        <p:xfrm>
          <a:off x="1009014" y="6736092"/>
          <a:ext cx="5123180" cy="3693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73430"/>
                <a:gridCol w="937259"/>
                <a:gridCol w="1495425"/>
                <a:gridCol w="1834514"/>
              </a:tblGrid>
              <a:tr h="311150">
                <a:tc>
                  <a:txBody>
                    <a:bodyPr/>
                    <a:lstStyle/>
                    <a:p>
                      <a:pPr marL="111125">
                        <a:lnSpc>
                          <a:spcPts val="1205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PUNTO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7170">
                        <a:lnSpc>
                          <a:spcPts val="1205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ABSCISA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7480" marR="405765">
                        <a:lnSpc>
                          <a:spcPts val="1190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PERALTE IZQUIERDO(%)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13384" marR="584200">
                        <a:lnSpc>
                          <a:spcPts val="1190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PERALTE DERECHO(%)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5575">
                <a:tc>
                  <a:txBody>
                    <a:bodyPr/>
                    <a:lstStyle/>
                    <a:p>
                      <a:pPr marL="225425">
                        <a:lnSpc>
                          <a:spcPts val="1125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A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17170">
                        <a:lnSpc>
                          <a:spcPts val="1125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361.56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60400">
                        <a:lnSpc>
                          <a:spcPts val="1125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-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50165">
                        <a:lnSpc>
                          <a:spcPts val="1125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-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479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65150">
                        <a:lnSpc>
                          <a:spcPts val="1070"/>
                        </a:lnSpc>
                      </a:pP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2.00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48260">
                        <a:lnSpc>
                          <a:spcPts val="1070"/>
                        </a:lnSpc>
                      </a:pPr>
                      <a:r>
                        <a:rPr dirty="0" sz="1050" spc="-25">
                          <a:latin typeface="Times New Roman"/>
                          <a:cs typeface="Times New Roman"/>
                        </a:rPr>
                        <a:t>2.0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511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49530">
                        <a:lnSpc>
                          <a:spcPts val="1095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8115">
                <a:tc>
                  <a:txBody>
                    <a:bodyPr/>
                    <a:lstStyle/>
                    <a:p>
                      <a:pPr marL="225425">
                        <a:lnSpc>
                          <a:spcPts val="1145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B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17170">
                        <a:lnSpc>
                          <a:spcPts val="1145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372.81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580390">
                        <a:lnSpc>
                          <a:spcPts val="1145"/>
                        </a:lnSpc>
                      </a:pP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0.00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50165">
                        <a:lnSpc>
                          <a:spcPts val="1145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-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498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48260">
                        <a:lnSpc>
                          <a:spcPts val="1085"/>
                        </a:lnSpc>
                      </a:pPr>
                      <a:r>
                        <a:rPr dirty="0" sz="1050" spc="-25">
                          <a:latin typeface="Times New Roman"/>
                          <a:cs typeface="Times New Roman"/>
                        </a:rPr>
                        <a:t>2.0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530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49530">
                        <a:lnSpc>
                          <a:spcPts val="1110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5575">
                <a:tc>
                  <a:txBody>
                    <a:bodyPr/>
                    <a:lstStyle/>
                    <a:p>
                      <a:pPr marL="225425">
                        <a:lnSpc>
                          <a:spcPts val="1125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C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17170">
                        <a:lnSpc>
                          <a:spcPts val="1125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384.06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698500">
                        <a:lnSpc>
                          <a:spcPts val="1125"/>
                        </a:lnSpc>
                      </a:pPr>
                      <a:r>
                        <a:rPr dirty="0" sz="1050" spc="-25">
                          <a:latin typeface="Times New Roman"/>
                          <a:cs typeface="Times New Roman"/>
                        </a:rPr>
                        <a:t>+2.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50165">
                        <a:lnSpc>
                          <a:spcPts val="1125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-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485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720090">
                        <a:lnSpc>
                          <a:spcPts val="1070"/>
                        </a:lnSpc>
                      </a:pPr>
                      <a:r>
                        <a:rPr dirty="0" sz="1050" spc="-25">
                          <a:latin typeface="Times New Roman"/>
                          <a:cs typeface="Times New Roman"/>
                        </a:rPr>
                        <a:t>00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48260">
                        <a:lnSpc>
                          <a:spcPts val="1070"/>
                        </a:lnSpc>
                      </a:pPr>
                      <a:r>
                        <a:rPr dirty="0" sz="1050" spc="-25">
                          <a:latin typeface="Times New Roman"/>
                          <a:cs typeface="Times New Roman"/>
                        </a:rPr>
                        <a:t>2.0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49530">
                        <a:lnSpc>
                          <a:spcPts val="1105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7480">
                <a:tc>
                  <a:txBody>
                    <a:bodyPr/>
                    <a:lstStyle/>
                    <a:p>
                      <a:pPr marL="224790">
                        <a:lnSpc>
                          <a:spcPts val="1140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D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17170">
                        <a:lnSpc>
                          <a:spcPts val="1140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417.81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698500">
                        <a:lnSpc>
                          <a:spcPts val="1140"/>
                        </a:lnSpc>
                      </a:pPr>
                      <a:r>
                        <a:rPr dirty="0" sz="1050" spc="-25">
                          <a:latin typeface="Times New Roman"/>
                          <a:cs typeface="Times New Roman"/>
                        </a:rPr>
                        <a:t>+8.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50165">
                        <a:lnSpc>
                          <a:spcPts val="1140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-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498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720090">
                        <a:lnSpc>
                          <a:spcPts val="1085"/>
                        </a:lnSpc>
                      </a:pPr>
                      <a:r>
                        <a:rPr dirty="0" sz="1050" spc="-25">
                          <a:latin typeface="Times New Roman"/>
                          <a:cs typeface="Times New Roman"/>
                        </a:rPr>
                        <a:t>00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48260">
                        <a:lnSpc>
                          <a:spcPts val="1085"/>
                        </a:lnSpc>
                      </a:pPr>
                      <a:r>
                        <a:rPr dirty="0" sz="1050" spc="-25">
                          <a:latin typeface="Times New Roman"/>
                          <a:cs typeface="Times New Roman"/>
                        </a:rPr>
                        <a:t>8.0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536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49530">
                        <a:lnSpc>
                          <a:spcPts val="1115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7480">
                <a:tc>
                  <a:txBody>
                    <a:bodyPr/>
                    <a:lstStyle/>
                    <a:p>
                      <a:pPr marL="225425">
                        <a:lnSpc>
                          <a:spcPts val="1140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E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17170">
                        <a:lnSpc>
                          <a:spcPts val="1140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465.32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698500">
                        <a:lnSpc>
                          <a:spcPts val="1140"/>
                        </a:lnSpc>
                      </a:pPr>
                      <a:r>
                        <a:rPr dirty="0" sz="1050" spc="-25">
                          <a:latin typeface="Times New Roman"/>
                          <a:cs typeface="Times New Roman"/>
                        </a:rPr>
                        <a:t>+8.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50165">
                        <a:lnSpc>
                          <a:spcPts val="1140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-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498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720090">
                        <a:lnSpc>
                          <a:spcPts val="1085"/>
                        </a:lnSpc>
                      </a:pPr>
                      <a:r>
                        <a:rPr dirty="0" sz="1050" spc="-25">
                          <a:latin typeface="Times New Roman"/>
                          <a:cs typeface="Times New Roman"/>
                        </a:rPr>
                        <a:t>00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48260">
                        <a:lnSpc>
                          <a:spcPts val="1085"/>
                        </a:lnSpc>
                      </a:pPr>
                      <a:r>
                        <a:rPr dirty="0" sz="1050" spc="-25">
                          <a:latin typeface="Times New Roman"/>
                          <a:cs typeface="Times New Roman"/>
                        </a:rPr>
                        <a:t>8.0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536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49530">
                        <a:lnSpc>
                          <a:spcPts val="1115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5575">
                <a:tc>
                  <a:txBody>
                    <a:bodyPr/>
                    <a:lstStyle/>
                    <a:p>
                      <a:pPr marL="225425">
                        <a:lnSpc>
                          <a:spcPts val="1125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F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17170">
                        <a:lnSpc>
                          <a:spcPts val="1125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499.07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698500">
                        <a:lnSpc>
                          <a:spcPts val="1125"/>
                        </a:lnSpc>
                      </a:pPr>
                      <a:r>
                        <a:rPr dirty="0" sz="1050" spc="-25">
                          <a:latin typeface="Times New Roman"/>
                          <a:cs typeface="Times New Roman"/>
                        </a:rPr>
                        <a:t>+2.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50165">
                        <a:lnSpc>
                          <a:spcPts val="1125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-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498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720090">
                        <a:lnSpc>
                          <a:spcPts val="1085"/>
                        </a:lnSpc>
                      </a:pPr>
                      <a:r>
                        <a:rPr dirty="0" sz="1050" spc="-25">
                          <a:latin typeface="Times New Roman"/>
                          <a:cs typeface="Times New Roman"/>
                        </a:rPr>
                        <a:t>00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48260">
                        <a:lnSpc>
                          <a:spcPts val="1085"/>
                        </a:lnSpc>
                      </a:pPr>
                      <a:r>
                        <a:rPr dirty="0" sz="1050" spc="-25">
                          <a:latin typeface="Times New Roman"/>
                          <a:cs typeface="Times New Roman"/>
                        </a:rPr>
                        <a:t>2.0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530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49530">
                        <a:lnSpc>
                          <a:spcPts val="1110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8115">
                <a:tc>
                  <a:txBody>
                    <a:bodyPr/>
                    <a:lstStyle/>
                    <a:p>
                      <a:pPr marL="225425">
                        <a:lnSpc>
                          <a:spcPts val="1145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G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17170">
                        <a:lnSpc>
                          <a:spcPts val="1145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510.32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580390">
                        <a:lnSpc>
                          <a:spcPts val="1145"/>
                        </a:lnSpc>
                      </a:pP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0.00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50165">
                        <a:lnSpc>
                          <a:spcPts val="1145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-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517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48260">
                        <a:lnSpc>
                          <a:spcPts val="1095"/>
                        </a:lnSpc>
                      </a:pPr>
                      <a:r>
                        <a:rPr dirty="0" sz="1050" spc="-25">
                          <a:latin typeface="Times New Roman"/>
                          <a:cs typeface="Times New Roman"/>
                        </a:rPr>
                        <a:t>2.0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543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49530">
                        <a:lnSpc>
                          <a:spcPts val="1120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marL="225425">
                        <a:lnSpc>
                          <a:spcPts val="1195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H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7170">
                        <a:lnSpc>
                          <a:spcPts val="1195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521.57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0400">
                        <a:lnSpc>
                          <a:spcPts val="1195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-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50165">
                        <a:lnSpc>
                          <a:spcPts val="1195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-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object 7" descr=""/>
          <p:cNvSpPr/>
          <p:nvPr/>
        </p:nvSpPr>
        <p:spPr>
          <a:xfrm>
            <a:off x="1379219" y="3633482"/>
            <a:ext cx="184150" cy="0"/>
          </a:xfrm>
          <a:custGeom>
            <a:avLst/>
            <a:gdLst/>
            <a:ahLst/>
            <a:cxnLst/>
            <a:rect l="l" t="t" r="r" b="b"/>
            <a:pathLst>
              <a:path w="184150" h="0">
                <a:moveTo>
                  <a:pt x="0" y="0"/>
                </a:moveTo>
                <a:lnTo>
                  <a:pt x="18415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1737360" y="3633482"/>
            <a:ext cx="414655" cy="0"/>
          </a:xfrm>
          <a:custGeom>
            <a:avLst/>
            <a:gdLst/>
            <a:ahLst/>
            <a:cxnLst/>
            <a:rect l="l" t="t" r="r" b="b"/>
            <a:pathLst>
              <a:path w="414655" h="0">
                <a:moveTo>
                  <a:pt x="0" y="0"/>
                </a:moveTo>
                <a:lnTo>
                  <a:pt x="414654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009014" y="1082687"/>
            <a:ext cx="5046980" cy="0"/>
          </a:xfrm>
          <a:custGeom>
            <a:avLst/>
            <a:gdLst/>
            <a:ahLst/>
            <a:cxnLst/>
            <a:rect l="l" t="t" r="r" b="b"/>
            <a:pathLst>
              <a:path w="5046980" h="0">
                <a:moveTo>
                  <a:pt x="0" y="0"/>
                </a:moveTo>
                <a:lnTo>
                  <a:pt x="504698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1009014" y="1079512"/>
            <a:ext cx="5046980" cy="316230"/>
          </a:xfrm>
          <a:custGeom>
            <a:avLst/>
            <a:gdLst/>
            <a:ahLst/>
            <a:cxnLst/>
            <a:rect l="l" t="t" r="r" b="b"/>
            <a:pathLst>
              <a:path w="5046980" h="316230">
                <a:moveTo>
                  <a:pt x="0" y="313054"/>
                </a:moveTo>
                <a:lnTo>
                  <a:pt x="5046980" y="313054"/>
                </a:lnTo>
              </a:path>
              <a:path w="5046980" h="316230">
                <a:moveTo>
                  <a:pt x="3175" y="0"/>
                </a:moveTo>
                <a:lnTo>
                  <a:pt x="3175" y="316229"/>
                </a:lnTo>
              </a:path>
              <a:path w="5046980" h="316230">
                <a:moveTo>
                  <a:pt x="5043805" y="0"/>
                </a:moveTo>
                <a:lnTo>
                  <a:pt x="5043805" y="316229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3288029" y="1063002"/>
            <a:ext cx="24574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050" spc="-20">
                <a:latin typeface="Times New Roman"/>
                <a:cs typeface="Times New Roman"/>
              </a:rPr>
              <a:t>2.00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5076190" y="1063002"/>
            <a:ext cx="179705" cy="3352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ts val="1220"/>
              </a:lnSpc>
              <a:spcBef>
                <a:spcPts val="100"/>
              </a:spcBef>
            </a:pPr>
            <a:r>
              <a:rPr dirty="0" sz="1050" spc="-25">
                <a:latin typeface="Times New Roman"/>
                <a:cs typeface="Times New Roman"/>
              </a:rPr>
              <a:t>2.0</a:t>
            </a:r>
            <a:endParaRPr sz="1050">
              <a:latin typeface="Times New Roman"/>
              <a:cs typeface="Times New Roman"/>
            </a:endParaRPr>
          </a:p>
          <a:p>
            <a:pPr marL="50800">
              <a:lnSpc>
                <a:spcPts val="1220"/>
              </a:lnSpc>
            </a:pPr>
            <a:r>
              <a:rPr dirty="0" sz="1050" spc="-50">
                <a:latin typeface="Times New Roman"/>
                <a:cs typeface="Times New Roman"/>
              </a:rPr>
              <a:t>0</a:t>
            </a:r>
            <a:endParaRPr sz="10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040130" y="1395742"/>
            <a:ext cx="5409565" cy="43053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calcula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ahora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factor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con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(8 –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7):</a:t>
            </a: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dirty="0" sz="1050">
                <a:latin typeface="Times New Roman"/>
                <a:cs typeface="Times New Roman"/>
              </a:rPr>
              <a:t>Fp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=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/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Lt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=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8.0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/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45.0 =</a:t>
            </a:r>
            <a:r>
              <a:rPr dirty="0" sz="1050" spc="-10">
                <a:latin typeface="Times New Roman"/>
                <a:cs typeface="Times New Roman"/>
              </a:rPr>
              <a:t> 0.178.</a:t>
            </a:r>
            <a:endParaRPr sz="1050">
              <a:latin typeface="Times New Roman"/>
              <a:cs typeface="Times New Roman"/>
            </a:endParaRPr>
          </a:p>
          <a:p>
            <a:pPr marL="12700" marR="164465">
              <a:lnSpc>
                <a:spcPts val="2510"/>
              </a:lnSpc>
              <a:spcBef>
                <a:spcPts val="250"/>
              </a:spcBef>
            </a:pPr>
            <a:r>
              <a:rPr dirty="0" sz="1050">
                <a:latin typeface="Times New Roman"/>
                <a:cs typeface="Times New Roman"/>
              </a:rPr>
              <a:t>Significa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entonces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por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cada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metro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varía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.178%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y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por</a:t>
            </a:r>
            <a:r>
              <a:rPr dirty="0" sz="1050" spc="229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cada</a:t>
            </a:r>
            <a:r>
              <a:rPr dirty="0" sz="1050" spc="2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10</a:t>
            </a:r>
            <a:r>
              <a:rPr dirty="0" sz="1050" spc="2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metros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varia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1.78%. </a:t>
            </a:r>
            <a:r>
              <a:rPr dirty="0" sz="1050">
                <a:latin typeface="Times New Roman"/>
                <a:cs typeface="Times New Roman"/>
              </a:rPr>
              <a:t>Para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hallar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abscisa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370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calcula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distancia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hasta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punto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B: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D</a:t>
            </a:r>
            <a:r>
              <a:rPr dirty="0" sz="650">
                <a:latin typeface="Times New Roman"/>
                <a:cs typeface="Times New Roman"/>
              </a:rPr>
              <a:t>370</a:t>
            </a:r>
            <a:r>
              <a:rPr dirty="0" sz="650" spc="-1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=</a:t>
            </a:r>
            <a:r>
              <a:rPr dirty="0" baseline="2645" sz="1575" spc="-22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370</a:t>
            </a:r>
            <a:r>
              <a:rPr dirty="0" baseline="2645" sz="1575" spc="-22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-</a:t>
            </a:r>
            <a:r>
              <a:rPr dirty="0" baseline="2645" sz="1575" spc="-30">
                <a:latin typeface="Times New Roman"/>
                <a:cs typeface="Times New Roman"/>
              </a:rPr>
              <a:t> </a:t>
            </a:r>
            <a:r>
              <a:rPr dirty="0" baseline="2645" sz="1575" spc="-15">
                <a:latin typeface="Times New Roman"/>
                <a:cs typeface="Times New Roman"/>
              </a:rPr>
              <a:t>372.81</a:t>
            </a:r>
            <a:endParaRPr baseline="2645" sz="1575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dirty="0" sz="1050">
                <a:latin typeface="Times New Roman"/>
                <a:cs typeface="Times New Roman"/>
              </a:rPr>
              <a:t>= </a:t>
            </a:r>
            <a:r>
              <a:rPr dirty="0" sz="1050" spc="-10">
                <a:latin typeface="Times New Roman"/>
                <a:cs typeface="Times New Roman"/>
              </a:rPr>
              <a:t>-</a:t>
            </a:r>
            <a:r>
              <a:rPr dirty="0" sz="1050" spc="-20">
                <a:latin typeface="Times New Roman"/>
                <a:cs typeface="Times New Roman"/>
              </a:rPr>
              <a:t>2.81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50">
                <a:latin typeface="Times New Roman"/>
                <a:cs typeface="Times New Roman"/>
              </a:rPr>
              <a:t>Entonces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para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carril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izquierdo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es: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baseline="2645" sz="1575">
                <a:latin typeface="Times New Roman"/>
                <a:cs typeface="Times New Roman"/>
              </a:rPr>
              <a:t>e</a:t>
            </a:r>
            <a:r>
              <a:rPr dirty="0" sz="650">
                <a:latin typeface="Times New Roman"/>
                <a:cs typeface="Times New Roman"/>
              </a:rPr>
              <a:t>370</a:t>
            </a:r>
            <a:r>
              <a:rPr dirty="0" sz="650" spc="-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=</a:t>
            </a:r>
            <a:r>
              <a:rPr dirty="0" baseline="2645" sz="1575" spc="-7">
                <a:latin typeface="Times New Roman"/>
                <a:cs typeface="Times New Roman"/>
              </a:rPr>
              <a:t> </a:t>
            </a:r>
            <a:r>
              <a:rPr dirty="0" baseline="2645" sz="1575" spc="-15">
                <a:latin typeface="Times New Roman"/>
                <a:cs typeface="Times New Roman"/>
              </a:rPr>
              <a:t>-</a:t>
            </a:r>
            <a:r>
              <a:rPr dirty="0" baseline="2645" sz="1575">
                <a:latin typeface="Times New Roman"/>
                <a:cs typeface="Times New Roman"/>
              </a:rPr>
              <a:t>2.81x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8.0</a:t>
            </a:r>
            <a:r>
              <a:rPr dirty="0" baseline="2645" sz="1575" spc="-7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/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45</a:t>
            </a:r>
            <a:r>
              <a:rPr dirty="0" baseline="2645" sz="1575" spc="-22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=</a:t>
            </a:r>
            <a:r>
              <a:rPr dirty="0" baseline="2645" sz="1575" spc="-7">
                <a:latin typeface="Times New Roman"/>
                <a:cs typeface="Times New Roman"/>
              </a:rPr>
              <a:t> </a:t>
            </a:r>
            <a:r>
              <a:rPr dirty="0" baseline="2645" sz="1575" spc="-15">
                <a:latin typeface="Times New Roman"/>
                <a:cs typeface="Times New Roman"/>
              </a:rPr>
              <a:t>-</a:t>
            </a:r>
            <a:r>
              <a:rPr dirty="0" baseline="2645" sz="1575" spc="-30">
                <a:latin typeface="Times New Roman"/>
                <a:cs typeface="Times New Roman"/>
              </a:rPr>
              <a:t>0.50%</a:t>
            </a:r>
            <a:endParaRPr baseline="2645" sz="1575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50">
                <a:latin typeface="Times New Roman"/>
                <a:cs typeface="Times New Roman"/>
              </a:rPr>
              <a:t>Para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carril</a:t>
            </a:r>
            <a:r>
              <a:rPr dirty="0" sz="1050" spc="-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derecho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continua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siendo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 spc="-20">
                <a:latin typeface="Times New Roman"/>
                <a:cs typeface="Times New Roman"/>
              </a:rPr>
              <a:t>–2.0%</a:t>
            </a: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igual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forma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calcula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para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abscisa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380.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este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caso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hará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con</a:t>
            </a:r>
            <a:r>
              <a:rPr dirty="0" sz="1050" spc="229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factor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peralte: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baseline="2645" sz="1575">
                <a:latin typeface="Times New Roman"/>
                <a:cs typeface="Times New Roman"/>
              </a:rPr>
              <a:t>D</a:t>
            </a:r>
            <a:r>
              <a:rPr dirty="0" sz="650">
                <a:latin typeface="Times New Roman"/>
                <a:cs typeface="Times New Roman"/>
              </a:rPr>
              <a:t>380</a:t>
            </a:r>
            <a:r>
              <a:rPr dirty="0" sz="650" spc="-1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=</a:t>
            </a:r>
            <a:r>
              <a:rPr dirty="0" baseline="2645" sz="1575" spc="-22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380</a:t>
            </a:r>
            <a:r>
              <a:rPr dirty="0" baseline="2645" sz="1575" spc="-7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–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372.81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=</a:t>
            </a:r>
            <a:r>
              <a:rPr dirty="0" baseline="2645" sz="1575" spc="-22">
                <a:latin typeface="Times New Roman"/>
                <a:cs typeface="Times New Roman"/>
              </a:rPr>
              <a:t> </a:t>
            </a:r>
            <a:r>
              <a:rPr dirty="0" baseline="2645" sz="1575" spc="-30">
                <a:latin typeface="Times New Roman"/>
                <a:cs typeface="Times New Roman"/>
              </a:rPr>
              <a:t>7.19</a:t>
            </a:r>
            <a:endParaRPr baseline="2645" sz="1575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 baseline="2645" sz="1575">
                <a:latin typeface="Times New Roman"/>
                <a:cs typeface="Times New Roman"/>
              </a:rPr>
              <a:t>e</a:t>
            </a:r>
            <a:r>
              <a:rPr dirty="0" sz="650">
                <a:latin typeface="Times New Roman"/>
                <a:cs typeface="Times New Roman"/>
              </a:rPr>
              <a:t>380</a:t>
            </a:r>
            <a:r>
              <a:rPr dirty="0" sz="650" spc="-2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=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7.19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x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0.178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=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 spc="-30">
                <a:latin typeface="Times New Roman"/>
                <a:cs typeface="Times New Roman"/>
              </a:rPr>
              <a:t>1.28%</a:t>
            </a:r>
            <a:endParaRPr baseline="2645" sz="1575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para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carril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derecho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continua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siendo</a:t>
            </a:r>
            <a:r>
              <a:rPr dirty="0" sz="1050" spc="-20">
                <a:latin typeface="Times New Roman"/>
                <a:cs typeface="Times New Roman"/>
              </a:rPr>
              <a:t> –2.0%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050">
              <a:latin typeface="Times New Roman"/>
              <a:cs typeface="Times New Roman"/>
            </a:endParaRPr>
          </a:p>
          <a:p>
            <a:pPr marL="12700" marR="567055">
              <a:lnSpc>
                <a:spcPts val="1250"/>
              </a:lnSpc>
            </a:pPr>
            <a:r>
              <a:rPr dirty="0" sz="1050">
                <a:latin typeface="Times New Roman"/>
                <a:cs typeface="Times New Roman"/>
              </a:rPr>
              <a:t>Ya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para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abscisa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390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izquierdo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y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derecho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tienen</a:t>
            </a:r>
            <a:r>
              <a:rPr dirty="0" sz="1050" spc="2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2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mismo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valor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pero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signo contrario:</a:t>
            </a: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  <a:tabLst>
                <a:tab pos="1325245" algn="l"/>
              </a:tabLst>
            </a:pPr>
            <a:r>
              <a:rPr dirty="0" baseline="2645" sz="1575">
                <a:latin typeface="Times New Roman"/>
                <a:cs typeface="Times New Roman"/>
              </a:rPr>
              <a:t>D</a:t>
            </a:r>
            <a:r>
              <a:rPr dirty="0" sz="650">
                <a:latin typeface="Times New Roman"/>
                <a:cs typeface="Times New Roman"/>
              </a:rPr>
              <a:t>390</a:t>
            </a:r>
            <a:r>
              <a:rPr dirty="0" baseline="2645" sz="1575">
                <a:latin typeface="Times New Roman"/>
                <a:cs typeface="Times New Roman"/>
              </a:rPr>
              <a:t>=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390</a:t>
            </a:r>
            <a:r>
              <a:rPr dirty="0" baseline="2645" sz="1575" spc="97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–</a:t>
            </a:r>
            <a:r>
              <a:rPr dirty="0" baseline="2645" sz="1575" spc="30">
                <a:latin typeface="Times New Roman"/>
                <a:cs typeface="Times New Roman"/>
              </a:rPr>
              <a:t> </a:t>
            </a:r>
            <a:r>
              <a:rPr dirty="0" baseline="2645" sz="1575" spc="-15">
                <a:latin typeface="Times New Roman"/>
                <a:cs typeface="Times New Roman"/>
              </a:rPr>
              <a:t>372.81</a:t>
            </a:r>
            <a:r>
              <a:rPr dirty="0" baseline="2645" sz="1575">
                <a:latin typeface="Times New Roman"/>
                <a:cs typeface="Times New Roman"/>
              </a:rPr>
              <a:t>	=</a:t>
            </a:r>
            <a:r>
              <a:rPr dirty="0" baseline="2645" sz="1575" spc="37">
                <a:latin typeface="Times New Roman"/>
                <a:cs typeface="Times New Roman"/>
              </a:rPr>
              <a:t> </a:t>
            </a:r>
            <a:r>
              <a:rPr dirty="0" baseline="2645" sz="1575" spc="-15">
                <a:latin typeface="Times New Roman"/>
                <a:cs typeface="Times New Roman"/>
              </a:rPr>
              <a:t>17.19</a:t>
            </a:r>
            <a:endParaRPr baseline="2645" sz="1575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040130" y="5678182"/>
            <a:ext cx="109029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2645" sz="1575">
                <a:latin typeface="Times New Roman"/>
                <a:cs typeface="Times New Roman"/>
              </a:rPr>
              <a:t>e</a:t>
            </a:r>
            <a:r>
              <a:rPr dirty="0" sz="650">
                <a:latin typeface="Times New Roman"/>
                <a:cs typeface="Times New Roman"/>
              </a:rPr>
              <a:t>390</a:t>
            </a:r>
            <a:r>
              <a:rPr dirty="0" sz="650" spc="14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=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17.19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x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 spc="-30">
                <a:latin typeface="Times New Roman"/>
                <a:cs typeface="Times New Roman"/>
              </a:rPr>
              <a:t>0.178</a:t>
            </a:r>
            <a:endParaRPr baseline="2645" sz="1575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205234" y="5671832"/>
            <a:ext cx="1549400" cy="3479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latin typeface="Times New Roman"/>
                <a:cs typeface="Times New Roman"/>
              </a:rPr>
              <a:t>=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3.06%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24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izquierdo</a:t>
            </a:r>
            <a:endParaRPr sz="1050">
              <a:latin typeface="Times New Roman"/>
              <a:cs typeface="Times New Roman"/>
            </a:endParaRPr>
          </a:p>
          <a:p>
            <a:pPr marL="160655">
              <a:lnSpc>
                <a:spcPct val="100000"/>
              </a:lnSpc>
              <a:spcBef>
                <a:spcPts val="20"/>
              </a:spcBef>
            </a:pPr>
            <a:r>
              <a:rPr dirty="0" sz="1050">
                <a:latin typeface="Times New Roman"/>
                <a:cs typeface="Times New Roman"/>
              </a:rPr>
              <a:t>=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-</a:t>
            </a:r>
            <a:r>
              <a:rPr dirty="0" sz="1050">
                <a:latin typeface="Times New Roman"/>
                <a:cs typeface="Times New Roman"/>
              </a:rPr>
              <a:t>3.06%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204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derecho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040130" y="6149352"/>
            <a:ext cx="2707005" cy="342900"/>
          </a:xfrm>
          <a:prstGeom prst="rect">
            <a:avLst/>
          </a:prstGeom>
        </p:spPr>
        <p:txBody>
          <a:bodyPr wrap="square" lIns="0" tIns="19685" rIns="0" bIns="0" rtlCol="0" vert="horz">
            <a:spAutoFit/>
          </a:bodyPr>
          <a:lstStyle/>
          <a:p>
            <a:pPr marL="12700" marR="5080">
              <a:lnSpc>
                <a:spcPts val="1240"/>
              </a:lnSpc>
              <a:spcBef>
                <a:spcPts val="155"/>
              </a:spcBef>
            </a:pP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120">
                <a:latin typeface="Times New Roman"/>
                <a:cs typeface="Times New Roman"/>
              </a:rPr>
              <a:t>  </a:t>
            </a:r>
            <a:r>
              <a:rPr dirty="0" sz="1050">
                <a:latin typeface="Times New Roman"/>
                <a:cs typeface="Times New Roman"/>
              </a:rPr>
              <a:t>esta</a:t>
            </a:r>
            <a:r>
              <a:rPr dirty="0" sz="1050" spc="2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misma</a:t>
            </a:r>
            <a:r>
              <a:rPr dirty="0" sz="1050" spc="2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forma</a:t>
            </a:r>
            <a:r>
              <a:rPr dirty="0" sz="1050" spc="120">
                <a:latin typeface="Times New Roman"/>
                <a:cs typeface="Times New Roman"/>
              </a:rPr>
              <a:t> 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3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continúa</a:t>
            </a:r>
            <a:r>
              <a:rPr dirty="0" sz="1050" spc="390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calculando </a:t>
            </a:r>
            <a:r>
              <a:rPr dirty="0" sz="1050">
                <a:latin typeface="Times New Roman"/>
                <a:cs typeface="Times New Roman"/>
              </a:rPr>
              <a:t>correspondiente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al</a:t>
            </a:r>
            <a:r>
              <a:rPr dirty="0" sz="1050" spc="-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PC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417.81.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4512309" y="6149352"/>
            <a:ext cx="141986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hasta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punto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 spc="-50">
                <a:latin typeface="Times New Roman"/>
                <a:cs typeface="Times New Roman"/>
              </a:rPr>
              <a:t>D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040130" y="6619253"/>
            <a:ext cx="5487670" cy="1289050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marL="12700" marR="5080">
              <a:lnSpc>
                <a:spcPts val="1220"/>
              </a:lnSpc>
              <a:spcBef>
                <a:spcPts val="175"/>
              </a:spcBef>
            </a:pP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puede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observar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si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al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abscisa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370</a:t>
            </a:r>
            <a:r>
              <a:rPr dirty="0" sz="1050" spc="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le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sumamos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valor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1.78,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correspondiente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al </a:t>
            </a:r>
            <a:r>
              <a:rPr dirty="0" sz="1050">
                <a:latin typeface="Times New Roman"/>
                <a:cs typeface="Times New Roman"/>
              </a:rPr>
              <a:t>cambio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cada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10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metros,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obtenemos</a:t>
            </a:r>
            <a:r>
              <a:rPr dirty="0" sz="1050" spc="229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2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229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abscisa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 spc="-20">
                <a:latin typeface="Times New Roman"/>
                <a:cs typeface="Times New Roman"/>
              </a:rPr>
              <a:t>380:</a:t>
            </a: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5"/>
              </a:spcBef>
            </a:pPr>
            <a:r>
              <a:rPr dirty="0" baseline="2645" sz="1575">
                <a:latin typeface="Times New Roman"/>
                <a:cs typeface="Times New Roman"/>
              </a:rPr>
              <a:t>e</a:t>
            </a:r>
            <a:r>
              <a:rPr dirty="0" sz="650">
                <a:latin typeface="Times New Roman"/>
                <a:cs typeface="Times New Roman"/>
              </a:rPr>
              <a:t>380</a:t>
            </a:r>
            <a:r>
              <a:rPr dirty="0" sz="650" spc="-1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=</a:t>
            </a:r>
            <a:r>
              <a:rPr dirty="0" baseline="2645" sz="1575" spc="-15">
                <a:latin typeface="Times New Roman"/>
                <a:cs typeface="Times New Roman"/>
              </a:rPr>
              <a:t> -</a:t>
            </a:r>
            <a:r>
              <a:rPr dirty="0" baseline="2645" sz="1575">
                <a:latin typeface="Times New Roman"/>
                <a:cs typeface="Times New Roman"/>
              </a:rPr>
              <a:t>0.50%</a:t>
            </a:r>
            <a:r>
              <a:rPr dirty="0" baseline="2645" sz="1575" spc="-37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+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1.78%</a:t>
            </a:r>
            <a:r>
              <a:rPr dirty="0" baseline="2645" sz="1575" spc="-3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=</a:t>
            </a:r>
            <a:r>
              <a:rPr dirty="0" baseline="2645" sz="1575" spc="-22">
                <a:latin typeface="Times New Roman"/>
                <a:cs typeface="Times New Roman"/>
              </a:rPr>
              <a:t> </a:t>
            </a:r>
            <a:r>
              <a:rPr dirty="0" baseline="2645" sz="1575" spc="-15">
                <a:latin typeface="Times New Roman"/>
                <a:cs typeface="Times New Roman"/>
              </a:rPr>
              <a:t>1.28%</a:t>
            </a:r>
            <a:endParaRPr baseline="2645" sz="1575">
              <a:latin typeface="Times New Roman"/>
              <a:cs typeface="Times New Roman"/>
            </a:endParaRPr>
          </a:p>
          <a:p>
            <a:pPr marL="12700" marR="569595">
              <a:lnSpc>
                <a:spcPts val="2490"/>
              </a:lnSpc>
              <a:spcBef>
                <a:spcPts val="90"/>
              </a:spcBef>
            </a:pPr>
            <a:r>
              <a:rPr dirty="0" sz="1050">
                <a:latin typeface="Times New Roman"/>
                <a:cs typeface="Times New Roman"/>
              </a:rPr>
              <a:t>Para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abscisa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390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obtenemos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también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sumando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1.78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al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abscisa</a:t>
            </a:r>
            <a:r>
              <a:rPr dirty="0" sz="1050" spc="-20">
                <a:latin typeface="Times New Roman"/>
                <a:cs typeface="Times New Roman"/>
              </a:rPr>
              <a:t> 380: </a:t>
            </a:r>
            <a:r>
              <a:rPr dirty="0" baseline="2645" sz="1575">
                <a:latin typeface="Times New Roman"/>
                <a:cs typeface="Times New Roman"/>
              </a:rPr>
              <a:t>e</a:t>
            </a:r>
            <a:r>
              <a:rPr dirty="0" sz="650">
                <a:latin typeface="Times New Roman"/>
                <a:cs typeface="Times New Roman"/>
              </a:rPr>
              <a:t>390</a:t>
            </a:r>
            <a:r>
              <a:rPr dirty="0" sz="650" spc="-1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=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1.28%</a:t>
            </a:r>
            <a:r>
              <a:rPr dirty="0" baseline="2645" sz="1575" spc="-37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+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1.78%</a:t>
            </a:r>
            <a:r>
              <a:rPr dirty="0" baseline="2645" sz="1575" spc="-37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=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 spc="-30">
                <a:latin typeface="Times New Roman"/>
                <a:cs typeface="Times New Roman"/>
              </a:rPr>
              <a:t>3.06%</a:t>
            </a:r>
            <a:endParaRPr baseline="2645" sz="1575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040130" y="1395742"/>
            <a:ext cx="5494655" cy="6348730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marL="12700" marR="19685">
              <a:lnSpc>
                <a:spcPts val="1220"/>
              </a:lnSpc>
              <a:spcBef>
                <a:spcPts val="175"/>
              </a:spcBef>
            </a:pPr>
            <a:r>
              <a:rPr dirty="0" sz="1050">
                <a:latin typeface="Times New Roman"/>
                <a:cs typeface="Times New Roman"/>
              </a:rPr>
              <a:t>Podemos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entonces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calcular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las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abscisas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400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y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410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misma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forma</a:t>
            </a:r>
            <a:r>
              <a:rPr dirty="0" sz="1050" spc="29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y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obtenemos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 spc="-20">
                <a:latin typeface="Times New Roman"/>
                <a:cs typeface="Times New Roman"/>
              </a:rPr>
              <a:t>para </a:t>
            </a:r>
            <a:r>
              <a:rPr dirty="0" sz="1050" spc="-10">
                <a:latin typeface="Times New Roman"/>
                <a:cs typeface="Times New Roman"/>
              </a:rPr>
              <a:t>estas:</a:t>
            </a: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95"/>
              </a:spcBef>
            </a:pPr>
            <a:r>
              <a:rPr dirty="0" baseline="2645" sz="1575">
                <a:latin typeface="Times New Roman"/>
                <a:cs typeface="Times New Roman"/>
              </a:rPr>
              <a:t>e</a:t>
            </a:r>
            <a:r>
              <a:rPr dirty="0" sz="650">
                <a:latin typeface="Times New Roman"/>
                <a:cs typeface="Times New Roman"/>
              </a:rPr>
              <a:t>400</a:t>
            </a:r>
            <a:r>
              <a:rPr dirty="0" sz="650" spc="15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=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3.06%</a:t>
            </a:r>
            <a:r>
              <a:rPr dirty="0" baseline="2645" sz="1575" spc="-3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+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1.78%</a:t>
            </a:r>
            <a:r>
              <a:rPr dirty="0" baseline="2645" sz="1575" spc="-3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=</a:t>
            </a:r>
            <a:r>
              <a:rPr dirty="0" baseline="2645" sz="1575" spc="254">
                <a:latin typeface="Times New Roman"/>
                <a:cs typeface="Times New Roman"/>
              </a:rPr>
              <a:t> </a:t>
            </a:r>
            <a:r>
              <a:rPr dirty="0" baseline="2645" sz="1575" spc="-30">
                <a:latin typeface="Times New Roman"/>
                <a:cs typeface="Times New Roman"/>
              </a:rPr>
              <a:t>4.84%</a:t>
            </a:r>
            <a:endParaRPr baseline="2645" sz="1575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baseline="2645" sz="1575">
                <a:latin typeface="Times New Roman"/>
                <a:cs typeface="Times New Roman"/>
              </a:rPr>
              <a:t>e</a:t>
            </a:r>
            <a:r>
              <a:rPr dirty="0" sz="650">
                <a:latin typeface="Times New Roman"/>
                <a:cs typeface="Times New Roman"/>
              </a:rPr>
              <a:t>410</a:t>
            </a:r>
            <a:r>
              <a:rPr dirty="0" sz="650" spc="15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=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4.84%</a:t>
            </a:r>
            <a:r>
              <a:rPr dirty="0" baseline="2645" sz="1575" spc="-3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+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1.78%</a:t>
            </a:r>
            <a:r>
              <a:rPr dirty="0" baseline="2645" sz="1575" spc="-3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=</a:t>
            </a:r>
            <a:r>
              <a:rPr dirty="0" baseline="2645" sz="1575" spc="254">
                <a:latin typeface="Times New Roman"/>
                <a:cs typeface="Times New Roman"/>
              </a:rPr>
              <a:t> </a:t>
            </a:r>
            <a:r>
              <a:rPr dirty="0" baseline="2645" sz="1575" spc="-30">
                <a:latin typeface="Times New Roman"/>
                <a:cs typeface="Times New Roman"/>
              </a:rPr>
              <a:t>6.62%</a:t>
            </a:r>
            <a:endParaRPr baseline="2645" sz="1575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1050">
              <a:latin typeface="Times New Roman"/>
              <a:cs typeface="Times New Roman"/>
            </a:endParaRPr>
          </a:p>
          <a:p>
            <a:pPr marL="12700" marR="15875">
              <a:lnSpc>
                <a:spcPts val="1220"/>
              </a:lnSpc>
            </a:pPr>
            <a:r>
              <a:rPr dirty="0" sz="1050">
                <a:latin typeface="Times New Roman"/>
                <a:cs typeface="Times New Roman"/>
              </a:rPr>
              <a:t>Las</a:t>
            </a:r>
            <a:r>
              <a:rPr dirty="0" sz="1050" spc="8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abscisas</a:t>
            </a:r>
            <a:r>
              <a:rPr dirty="0" sz="1050" spc="8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420,</a:t>
            </a:r>
            <a:r>
              <a:rPr dirty="0" sz="1050" spc="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430,</a:t>
            </a:r>
            <a:r>
              <a:rPr dirty="0" sz="1050" spc="8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440,</a:t>
            </a:r>
            <a:r>
              <a:rPr dirty="0" sz="1050" spc="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450</a:t>
            </a:r>
            <a:r>
              <a:rPr dirty="0" sz="1050" spc="9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y</a:t>
            </a:r>
            <a:r>
              <a:rPr dirty="0" sz="1050" spc="8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460</a:t>
            </a:r>
            <a:r>
              <a:rPr dirty="0" sz="1050" spc="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encuentran</a:t>
            </a:r>
            <a:r>
              <a:rPr dirty="0" sz="1050" spc="4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dentro</a:t>
            </a:r>
            <a:r>
              <a:rPr dirty="0" sz="1050" spc="8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8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curva</a:t>
            </a:r>
            <a:r>
              <a:rPr dirty="0" sz="1050" spc="4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circular</a:t>
            </a:r>
            <a:r>
              <a:rPr dirty="0" sz="1050" spc="8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y</a:t>
            </a:r>
            <a:r>
              <a:rPr dirty="0" sz="1050" spc="4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por</a:t>
            </a:r>
            <a:r>
              <a:rPr dirty="0" sz="1050" spc="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lo</a:t>
            </a:r>
            <a:r>
              <a:rPr dirty="0" sz="1050" spc="9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tanto</a:t>
            </a:r>
            <a:r>
              <a:rPr dirty="0" sz="1050" spc="75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el </a:t>
            </a:r>
            <a:r>
              <a:rPr dirty="0" sz="1050">
                <a:latin typeface="Times New Roman"/>
                <a:cs typeface="Times New Roman"/>
              </a:rPr>
              <a:t>valor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sus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peraltes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8.0%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para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izquierda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y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–8.0%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para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derecha.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050">
              <a:latin typeface="Times New Roman"/>
              <a:cs typeface="Times New Roman"/>
            </a:endParaRPr>
          </a:p>
          <a:p>
            <a:pPr marL="12700" marR="13970">
              <a:lnSpc>
                <a:spcPts val="1220"/>
              </a:lnSpc>
              <a:spcBef>
                <a:spcPts val="5"/>
              </a:spcBef>
            </a:pP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19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20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correspondiente</a:t>
            </a:r>
            <a:r>
              <a:rPr dirty="0" sz="1050" spc="190">
                <a:latin typeface="Times New Roman"/>
                <a:cs typeface="Times New Roman"/>
              </a:rPr>
              <a:t>  </a:t>
            </a:r>
            <a:r>
              <a:rPr dirty="0" sz="1050">
                <a:latin typeface="Times New Roman"/>
                <a:cs typeface="Times New Roman"/>
              </a:rPr>
              <a:t>a</a:t>
            </a:r>
            <a:r>
              <a:rPr dirty="0" sz="1050" spc="204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19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rampa</a:t>
            </a:r>
            <a:r>
              <a:rPr dirty="0" sz="1050" spc="20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18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salida</a:t>
            </a:r>
            <a:r>
              <a:rPr dirty="0" sz="1050" spc="20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19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calcula</a:t>
            </a:r>
            <a:r>
              <a:rPr dirty="0" sz="1050" spc="20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19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forma</a:t>
            </a:r>
            <a:r>
              <a:rPr dirty="0" sz="1050" spc="19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análoga,</a:t>
            </a:r>
            <a:r>
              <a:rPr dirty="0" sz="1050" spc="195">
                <a:latin typeface="Times New Roman"/>
                <a:cs typeface="Times New Roman"/>
              </a:rPr>
              <a:t>  </a:t>
            </a:r>
            <a:r>
              <a:rPr dirty="0" sz="1050">
                <a:latin typeface="Times New Roman"/>
                <a:cs typeface="Times New Roman"/>
              </a:rPr>
              <a:t>pero</a:t>
            </a:r>
            <a:r>
              <a:rPr dirty="0" sz="1050" spc="18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tomando</a:t>
            </a:r>
            <a:r>
              <a:rPr dirty="0" sz="1050" spc="200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la </a:t>
            </a:r>
            <a:r>
              <a:rPr dirty="0" sz="1050">
                <a:latin typeface="Times New Roman"/>
                <a:cs typeface="Times New Roman"/>
              </a:rPr>
              <a:t>distancia</a:t>
            </a:r>
            <a:r>
              <a:rPr dirty="0" sz="1050" spc="-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partir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abscisa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510.32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(punto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G),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por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lo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tanto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-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para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abscisa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470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es:</a:t>
            </a: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95"/>
              </a:spcBef>
              <a:tabLst>
                <a:tab pos="1401445" algn="l"/>
              </a:tabLst>
            </a:pPr>
            <a:r>
              <a:rPr dirty="0" baseline="2645" sz="1575">
                <a:latin typeface="Times New Roman"/>
                <a:cs typeface="Times New Roman"/>
              </a:rPr>
              <a:t>D</a:t>
            </a:r>
            <a:r>
              <a:rPr dirty="0" sz="650">
                <a:latin typeface="Times New Roman"/>
                <a:cs typeface="Times New Roman"/>
              </a:rPr>
              <a:t>470</a:t>
            </a:r>
            <a:r>
              <a:rPr dirty="0" sz="650" spc="15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=</a:t>
            </a:r>
            <a:r>
              <a:rPr dirty="0" baseline="2645" sz="1575" spc="-22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510.32</a:t>
            </a:r>
            <a:r>
              <a:rPr dirty="0" baseline="2645" sz="1575" spc="3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–</a:t>
            </a:r>
            <a:r>
              <a:rPr dirty="0" baseline="2645" sz="1575" spc="22">
                <a:latin typeface="Times New Roman"/>
                <a:cs typeface="Times New Roman"/>
              </a:rPr>
              <a:t> </a:t>
            </a:r>
            <a:r>
              <a:rPr dirty="0" baseline="2645" sz="1575" spc="-37">
                <a:latin typeface="Times New Roman"/>
                <a:cs typeface="Times New Roman"/>
              </a:rPr>
              <a:t>470</a:t>
            </a:r>
            <a:r>
              <a:rPr dirty="0" baseline="2645" sz="1575">
                <a:latin typeface="Times New Roman"/>
                <a:cs typeface="Times New Roman"/>
              </a:rPr>
              <a:t>	=</a:t>
            </a:r>
            <a:r>
              <a:rPr dirty="0" baseline="2645" sz="1575" spc="22">
                <a:latin typeface="Times New Roman"/>
                <a:cs typeface="Times New Roman"/>
              </a:rPr>
              <a:t> </a:t>
            </a:r>
            <a:r>
              <a:rPr dirty="0" baseline="2645" sz="1575" spc="-30">
                <a:latin typeface="Times New Roman"/>
                <a:cs typeface="Times New Roman"/>
              </a:rPr>
              <a:t>40.32</a:t>
            </a:r>
            <a:endParaRPr baseline="2645" sz="1575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 baseline="2645" sz="1575">
                <a:latin typeface="Times New Roman"/>
                <a:cs typeface="Times New Roman"/>
              </a:rPr>
              <a:t>e</a:t>
            </a:r>
            <a:r>
              <a:rPr dirty="0" sz="650">
                <a:latin typeface="Times New Roman"/>
                <a:cs typeface="Times New Roman"/>
              </a:rPr>
              <a:t>470</a:t>
            </a:r>
            <a:r>
              <a:rPr dirty="0" sz="650" spc="-1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=</a:t>
            </a:r>
            <a:r>
              <a:rPr dirty="0" baseline="2645" sz="1575" spc="-7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40.32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x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8.0 /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45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=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 spc="-30">
                <a:latin typeface="Times New Roman"/>
                <a:cs typeface="Times New Roman"/>
              </a:rPr>
              <a:t>7.17%</a:t>
            </a:r>
            <a:endParaRPr baseline="2645" sz="1575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50">
                <a:latin typeface="Times New Roman"/>
                <a:cs typeface="Times New Roman"/>
              </a:rPr>
              <a:t>También</a:t>
            </a:r>
            <a:r>
              <a:rPr dirty="0" sz="1050" spc="-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pueden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calcular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con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factor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peralte,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como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hará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</a:t>
            </a:r>
            <a:r>
              <a:rPr dirty="0" sz="1050" spc="-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abscisa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 spc="-20">
                <a:latin typeface="Times New Roman"/>
                <a:cs typeface="Times New Roman"/>
              </a:rPr>
              <a:t>480: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baseline="2645" sz="1575">
                <a:latin typeface="Times New Roman"/>
                <a:cs typeface="Times New Roman"/>
              </a:rPr>
              <a:t>D</a:t>
            </a:r>
            <a:r>
              <a:rPr dirty="0" sz="650">
                <a:latin typeface="Times New Roman"/>
                <a:cs typeface="Times New Roman"/>
              </a:rPr>
              <a:t>480</a:t>
            </a:r>
            <a:r>
              <a:rPr dirty="0" sz="650" spc="-1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=</a:t>
            </a:r>
            <a:r>
              <a:rPr dirty="0" baseline="2645" sz="1575" spc="-22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510.32</a:t>
            </a:r>
            <a:r>
              <a:rPr dirty="0" baseline="2645" sz="1575" spc="-7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–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480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=</a:t>
            </a:r>
            <a:r>
              <a:rPr dirty="0" baseline="2645" sz="1575" spc="-22">
                <a:latin typeface="Times New Roman"/>
                <a:cs typeface="Times New Roman"/>
              </a:rPr>
              <a:t> </a:t>
            </a:r>
            <a:r>
              <a:rPr dirty="0" baseline="2645" sz="1575" spc="-15">
                <a:latin typeface="Times New Roman"/>
                <a:cs typeface="Times New Roman"/>
              </a:rPr>
              <a:t>30.32</a:t>
            </a:r>
            <a:endParaRPr baseline="2645" sz="1575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baseline="2645" sz="1575">
                <a:latin typeface="Times New Roman"/>
                <a:cs typeface="Times New Roman"/>
              </a:rPr>
              <a:t>e</a:t>
            </a:r>
            <a:r>
              <a:rPr dirty="0" sz="650">
                <a:latin typeface="Times New Roman"/>
                <a:cs typeface="Times New Roman"/>
              </a:rPr>
              <a:t>480</a:t>
            </a:r>
            <a:r>
              <a:rPr dirty="0" sz="650" spc="-1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=</a:t>
            </a:r>
            <a:r>
              <a:rPr dirty="0" baseline="2645" sz="1575" spc="-22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30.32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x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0.178</a:t>
            </a:r>
            <a:r>
              <a:rPr dirty="0" baseline="2645" sz="1575" spc="-7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=</a:t>
            </a:r>
            <a:r>
              <a:rPr dirty="0" baseline="2645" sz="1575" spc="-22">
                <a:latin typeface="Times New Roman"/>
                <a:cs typeface="Times New Roman"/>
              </a:rPr>
              <a:t> </a:t>
            </a:r>
            <a:r>
              <a:rPr dirty="0" baseline="2645" sz="1575" spc="-30">
                <a:latin typeface="Times New Roman"/>
                <a:cs typeface="Times New Roman"/>
              </a:rPr>
              <a:t>5.40%</a:t>
            </a:r>
            <a:endParaRPr baseline="2645" sz="1575">
              <a:latin typeface="Times New Roman"/>
              <a:cs typeface="Times New Roman"/>
            </a:endParaRPr>
          </a:p>
          <a:p>
            <a:pPr marL="12700" marR="198120">
              <a:lnSpc>
                <a:spcPts val="2490"/>
              </a:lnSpc>
              <a:spcBef>
                <a:spcPts val="275"/>
              </a:spcBef>
            </a:pPr>
            <a:r>
              <a:rPr dirty="0" sz="1050">
                <a:latin typeface="Times New Roman"/>
                <a:cs typeface="Times New Roman"/>
              </a:rPr>
              <a:t>O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restando,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este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caso,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2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factor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para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cada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10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metros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como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las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abscisas</a:t>
            </a:r>
            <a:r>
              <a:rPr dirty="0" sz="1050" spc="484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490,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500,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510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y</a:t>
            </a:r>
            <a:r>
              <a:rPr dirty="0" sz="1050" spc="45">
                <a:latin typeface="Times New Roman"/>
                <a:cs typeface="Times New Roman"/>
              </a:rPr>
              <a:t> </a:t>
            </a:r>
            <a:r>
              <a:rPr dirty="0" sz="1050" spc="-20">
                <a:latin typeface="Times New Roman"/>
                <a:cs typeface="Times New Roman"/>
              </a:rPr>
              <a:t>520: </a:t>
            </a:r>
            <a:r>
              <a:rPr dirty="0" baseline="2645" sz="1575">
                <a:latin typeface="Times New Roman"/>
                <a:cs typeface="Times New Roman"/>
              </a:rPr>
              <a:t>e</a:t>
            </a:r>
            <a:r>
              <a:rPr dirty="0" sz="650">
                <a:latin typeface="Times New Roman"/>
                <a:cs typeface="Times New Roman"/>
              </a:rPr>
              <a:t>490</a:t>
            </a:r>
            <a:r>
              <a:rPr dirty="0" sz="650" spc="14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=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5.40%</a:t>
            </a:r>
            <a:r>
              <a:rPr dirty="0" baseline="2645" sz="1575" spc="-3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-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1.78%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=</a:t>
            </a:r>
            <a:r>
              <a:rPr dirty="0" baseline="2645" sz="1575" spc="247">
                <a:latin typeface="Times New Roman"/>
                <a:cs typeface="Times New Roman"/>
              </a:rPr>
              <a:t> </a:t>
            </a:r>
            <a:r>
              <a:rPr dirty="0" baseline="2645" sz="1575" spc="-15">
                <a:latin typeface="Times New Roman"/>
                <a:cs typeface="Times New Roman"/>
              </a:rPr>
              <a:t>3.62%</a:t>
            </a:r>
            <a:endParaRPr baseline="2645" sz="1575">
              <a:latin typeface="Times New Roman"/>
              <a:cs typeface="Times New Roman"/>
            </a:endParaRPr>
          </a:p>
          <a:p>
            <a:pPr marL="12700">
              <a:lnSpc>
                <a:spcPts val="990"/>
              </a:lnSpc>
            </a:pPr>
            <a:r>
              <a:rPr dirty="0" baseline="2645" sz="1575">
                <a:latin typeface="Times New Roman"/>
                <a:cs typeface="Times New Roman"/>
              </a:rPr>
              <a:t>e</a:t>
            </a:r>
            <a:r>
              <a:rPr dirty="0" sz="650">
                <a:latin typeface="Times New Roman"/>
                <a:cs typeface="Times New Roman"/>
              </a:rPr>
              <a:t>500</a:t>
            </a:r>
            <a:r>
              <a:rPr dirty="0" sz="650" spc="14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=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3.62%</a:t>
            </a:r>
            <a:r>
              <a:rPr dirty="0" baseline="2645" sz="1575" spc="-3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-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1.78%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=</a:t>
            </a:r>
            <a:r>
              <a:rPr dirty="0" baseline="2645" sz="1575" spc="247">
                <a:latin typeface="Times New Roman"/>
                <a:cs typeface="Times New Roman"/>
              </a:rPr>
              <a:t> </a:t>
            </a:r>
            <a:r>
              <a:rPr dirty="0" baseline="2645" sz="1575" spc="-15">
                <a:latin typeface="Times New Roman"/>
                <a:cs typeface="Times New Roman"/>
              </a:rPr>
              <a:t>1.84%</a:t>
            </a:r>
            <a:endParaRPr baseline="2645" sz="1575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 baseline="2645" sz="1575">
                <a:latin typeface="Times New Roman"/>
                <a:cs typeface="Times New Roman"/>
              </a:rPr>
              <a:t>e</a:t>
            </a:r>
            <a:r>
              <a:rPr dirty="0" sz="650">
                <a:latin typeface="Times New Roman"/>
                <a:cs typeface="Times New Roman"/>
              </a:rPr>
              <a:t>510</a:t>
            </a:r>
            <a:r>
              <a:rPr dirty="0" sz="650" spc="14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=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1.84%</a:t>
            </a:r>
            <a:r>
              <a:rPr dirty="0" baseline="2645" sz="1575" spc="-3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-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1.78%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=</a:t>
            </a:r>
            <a:r>
              <a:rPr dirty="0" baseline="2645" sz="1575" spc="247">
                <a:latin typeface="Times New Roman"/>
                <a:cs typeface="Times New Roman"/>
              </a:rPr>
              <a:t> </a:t>
            </a:r>
            <a:r>
              <a:rPr dirty="0" baseline="2645" sz="1575" spc="-15">
                <a:latin typeface="Times New Roman"/>
                <a:cs typeface="Times New Roman"/>
              </a:rPr>
              <a:t>0.06%</a:t>
            </a:r>
            <a:endParaRPr baseline="2645" sz="1575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baseline="2645" sz="1575">
                <a:latin typeface="Times New Roman"/>
                <a:cs typeface="Times New Roman"/>
              </a:rPr>
              <a:t>e</a:t>
            </a:r>
            <a:r>
              <a:rPr dirty="0" sz="650">
                <a:latin typeface="Times New Roman"/>
                <a:cs typeface="Times New Roman"/>
              </a:rPr>
              <a:t>520</a:t>
            </a:r>
            <a:r>
              <a:rPr dirty="0" sz="650" spc="-1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=</a:t>
            </a:r>
            <a:r>
              <a:rPr dirty="0" baseline="2645" sz="1575" spc="-22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0.06%</a:t>
            </a:r>
            <a:r>
              <a:rPr dirty="0" baseline="2645" sz="1575" spc="-3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-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1.78%</a:t>
            </a:r>
            <a:r>
              <a:rPr dirty="0" baseline="2645" sz="1575" spc="-22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=</a:t>
            </a:r>
            <a:r>
              <a:rPr dirty="0" baseline="2645" sz="1575" spc="-15">
                <a:latin typeface="Times New Roman"/>
                <a:cs typeface="Times New Roman"/>
              </a:rPr>
              <a:t> -</a:t>
            </a:r>
            <a:r>
              <a:rPr dirty="0" baseline="2645" sz="1575" spc="-30">
                <a:latin typeface="Times New Roman"/>
                <a:cs typeface="Times New Roman"/>
              </a:rPr>
              <a:t>1.72%</a:t>
            </a:r>
            <a:endParaRPr baseline="2645" sz="1575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050">
              <a:latin typeface="Times New Roman"/>
              <a:cs typeface="Times New Roman"/>
            </a:endParaRPr>
          </a:p>
          <a:p>
            <a:pPr algn="just" marL="12700" marR="15875">
              <a:lnSpc>
                <a:spcPts val="1220"/>
              </a:lnSpc>
            </a:pPr>
            <a:r>
              <a:rPr dirty="0" sz="1050">
                <a:latin typeface="Times New Roman"/>
                <a:cs typeface="Times New Roman"/>
              </a:rPr>
              <a:t>Los</a:t>
            </a:r>
            <a:r>
              <a:rPr dirty="0" sz="1050" spc="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peraltes</a:t>
            </a:r>
            <a:r>
              <a:rPr dirty="0" sz="1050" spc="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calculados</a:t>
            </a:r>
            <a:r>
              <a:rPr dirty="0" sz="1050" spc="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corresponden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al</a:t>
            </a:r>
            <a:r>
              <a:rPr dirty="0" sz="1050" spc="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carril</a:t>
            </a:r>
            <a:r>
              <a:rPr dirty="0" sz="1050" spc="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izquierdo,</a:t>
            </a:r>
            <a:r>
              <a:rPr dirty="0" sz="1050" spc="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mientras</a:t>
            </a:r>
            <a:r>
              <a:rPr dirty="0" sz="1050" spc="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para</a:t>
            </a:r>
            <a:r>
              <a:rPr dirty="0" sz="1050" spc="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carril</a:t>
            </a:r>
            <a:r>
              <a:rPr dirty="0" sz="1050" spc="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derecho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su</a:t>
            </a:r>
            <a:r>
              <a:rPr dirty="0" sz="1050" spc="3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valor </a:t>
            </a:r>
            <a:r>
              <a:rPr dirty="0" sz="1050">
                <a:latin typeface="Times New Roman"/>
                <a:cs typeface="Times New Roman"/>
              </a:rPr>
              <a:t>es</a:t>
            </a:r>
            <a:r>
              <a:rPr dirty="0" sz="1050" spc="5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igual</a:t>
            </a:r>
            <a:r>
              <a:rPr dirty="0" sz="1050" spc="5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pero</a:t>
            </a:r>
            <a:r>
              <a:rPr dirty="0" sz="1050" spc="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signo</a:t>
            </a:r>
            <a:r>
              <a:rPr dirty="0" sz="1050" spc="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contrario</a:t>
            </a:r>
            <a:r>
              <a:rPr dirty="0" sz="1050" spc="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solo</a:t>
            </a:r>
            <a:r>
              <a:rPr dirty="0" sz="1050" spc="5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hasta</a:t>
            </a:r>
            <a:r>
              <a:rPr dirty="0" sz="1050" spc="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donde</a:t>
            </a:r>
            <a:r>
              <a:rPr dirty="0" sz="1050" spc="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sea</a:t>
            </a:r>
            <a:r>
              <a:rPr dirty="0" sz="1050" spc="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mayor</a:t>
            </a:r>
            <a:r>
              <a:rPr dirty="0" sz="1050" spc="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del</a:t>
            </a:r>
            <a:r>
              <a:rPr dirty="0" sz="1050" spc="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2.0%,</a:t>
            </a:r>
            <a:r>
              <a:rPr dirty="0" sz="1050" spc="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o</a:t>
            </a:r>
            <a:r>
              <a:rPr dirty="0" sz="1050" spc="5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sea</a:t>
            </a:r>
            <a:r>
              <a:rPr dirty="0" sz="1050" spc="5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470,</a:t>
            </a:r>
            <a:r>
              <a:rPr dirty="0" sz="1050" spc="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480</a:t>
            </a:r>
            <a:r>
              <a:rPr dirty="0" sz="1050" spc="55">
                <a:latin typeface="Times New Roman"/>
                <a:cs typeface="Times New Roman"/>
              </a:rPr>
              <a:t> </a:t>
            </a:r>
            <a:r>
              <a:rPr dirty="0" sz="1050" spc="-50">
                <a:latin typeface="Times New Roman"/>
                <a:cs typeface="Times New Roman"/>
              </a:rPr>
              <a:t>y</a:t>
            </a: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ts val="1185"/>
              </a:lnSpc>
            </a:pPr>
            <a:r>
              <a:rPr dirty="0" sz="1050">
                <a:latin typeface="Times New Roman"/>
                <a:cs typeface="Times New Roman"/>
              </a:rPr>
              <a:t>490.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derecho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para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las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abscisas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500,</a:t>
            </a:r>
            <a:r>
              <a:rPr dirty="0" sz="1050" spc="229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510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y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520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4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–2.0%.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050">
              <a:latin typeface="Times New Roman"/>
              <a:cs typeface="Times New Roman"/>
            </a:endParaRPr>
          </a:p>
          <a:p>
            <a:pPr algn="just" marL="12700" marR="5080">
              <a:lnSpc>
                <a:spcPts val="1220"/>
              </a:lnSpc>
            </a:pPr>
            <a:r>
              <a:rPr dirty="0" sz="1050">
                <a:latin typeface="Times New Roman"/>
                <a:cs typeface="Times New Roman"/>
              </a:rPr>
              <a:t>Para</a:t>
            </a:r>
            <a:r>
              <a:rPr dirty="0" sz="1050" spc="229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calcular</a:t>
            </a:r>
            <a:r>
              <a:rPr dirty="0" sz="1050" spc="2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229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diferencia</a:t>
            </a:r>
            <a:r>
              <a:rPr dirty="0" sz="1050" spc="229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229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altura</a:t>
            </a:r>
            <a:r>
              <a:rPr dirty="0" sz="1050" spc="229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2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los</a:t>
            </a:r>
            <a:r>
              <a:rPr dirty="0" sz="1050" spc="2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bordes</a:t>
            </a:r>
            <a:r>
              <a:rPr dirty="0" sz="1050" spc="2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2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229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calzada</a:t>
            </a:r>
            <a:r>
              <a:rPr dirty="0" sz="1050" spc="229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con</a:t>
            </a:r>
            <a:r>
              <a:rPr dirty="0" sz="1050" spc="2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respecto</a:t>
            </a:r>
            <a:r>
              <a:rPr dirty="0" sz="1050" spc="229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al</a:t>
            </a:r>
            <a:r>
              <a:rPr dirty="0" sz="1050" spc="2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eje</a:t>
            </a:r>
            <a:r>
              <a:rPr dirty="0" sz="1050" spc="2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2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esta</a:t>
            </a:r>
            <a:r>
              <a:rPr dirty="0" sz="1050" spc="229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se </a:t>
            </a:r>
            <a:r>
              <a:rPr dirty="0" sz="1050">
                <a:latin typeface="Times New Roman"/>
                <a:cs typeface="Times New Roman"/>
              </a:rPr>
              <a:t>multiplica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correspondiente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por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3.65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y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divide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por 100.</a:t>
            </a:r>
            <a:r>
              <a:rPr dirty="0" sz="1050" spc="260">
                <a:latin typeface="Times New Roman"/>
                <a:cs typeface="Times New Roman"/>
              </a:rPr>
              <a:t>  </a:t>
            </a:r>
            <a:r>
              <a:rPr dirty="0" sz="1050">
                <a:latin typeface="Times New Roman"/>
                <a:cs typeface="Times New Roman"/>
              </a:rPr>
              <a:t>Por</a:t>
            </a:r>
            <a:r>
              <a:rPr dirty="0" sz="1050" spc="1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ejemplo,</a:t>
            </a:r>
            <a:r>
              <a:rPr dirty="0" sz="1050" spc="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para</a:t>
            </a:r>
            <a:r>
              <a:rPr dirty="0" sz="1050" spc="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abscisa</a:t>
            </a:r>
            <a:r>
              <a:rPr dirty="0" sz="1050" spc="65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370 </a:t>
            </a:r>
            <a:r>
              <a:rPr dirty="0" sz="1050">
                <a:latin typeface="Times New Roman"/>
                <a:cs typeface="Times New Roman"/>
              </a:rPr>
              <a:t>con</a:t>
            </a:r>
            <a:r>
              <a:rPr dirty="0" sz="1050" spc="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derecho</a:t>
            </a:r>
            <a:r>
              <a:rPr dirty="0" sz="1050" spc="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igual</a:t>
            </a:r>
            <a:r>
              <a:rPr dirty="0" sz="1050" spc="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</a:t>
            </a:r>
            <a:r>
              <a:rPr dirty="0" sz="1050" spc="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–2.0%</a:t>
            </a:r>
            <a:r>
              <a:rPr dirty="0" sz="1050" spc="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</a:t>
            </a:r>
            <a:r>
              <a:rPr dirty="0" sz="1050" spc="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izquierdo</a:t>
            </a:r>
            <a:r>
              <a:rPr dirty="0" sz="1050" spc="65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de</a:t>
            </a:r>
            <a:endParaRPr sz="1050">
              <a:latin typeface="Times New Roman"/>
              <a:cs typeface="Times New Roman"/>
            </a:endParaRPr>
          </a:p>
          <a:p>
            <a:pPr algn="just" marL="12700">
              <a:lnSpc>
                <a:spcPts val="1235"/>
              </a:lnSpc>
            </a:pPr>
            <a:r>
              <a:rPr dirty="0" sz="1050">
                <a:latin typeface="Times New Roman"/>
                <a:cs typeface="Times New Roman"/>
              </a:rPr>
              <a:t>–0.50%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tiene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 spc="-20">
                <a:latin typeface="Times New Roman"/>
                <a:cs typeface="Times New Roman"/>
              </a:rPr>
              <a:t>que: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050">
              <a:latin typeface="Times New Roman"/>
              <a:cs typeface="Times New Roman"/>
            </a:endParaRPr>
          </a:p>
          <a:p>
            <a:pPr algn="r" marR="2305685">
              <a:lnSpc>
                <a:spcPts val="1250"/>
              </a:lnSpc>
              <a:spcBef>
                <a:spcPts val="5"/>
              </a:spcBef>
            </a:pPr>
            <a:r>
              <a:rPr dirty="0" baseline="2645" sz="1575">
                <a:latin typeface="Times New Roman"/>
                <a:cs typeface="Times New Roman"/>
              </a:rPr>
              <a:t>dh</a:t>
            </a:r>
            <a:r>
              <a:rPr dirty="0" sz="650">
                <a:latin typeface="Times New Roman"/>
                <a:cs typeface="Times New Roman"/>
              </a:rPr>
              <a:t>370</a:t>
            </a:r>
            <a:r>
              <a:rPr dirty="0" sz="650" spc="-1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=</a:t>
            </a:r>
            <a:r>
              <a:rPr dirty="0" baseline="2645" sz="1575" spc="-22">
                <a:latin typeface="Times New Roman"/>
                <a:cs typeface="Times New Roman"/>
              </a:rPr>
              <a:t> </a:t>
            </a:r>
            <a:r>
              <a:rPr dirty="0" baseline="2645" sz="1575" spc="-15">
                <a:latin typeface="Times New Roman"/>
                <a:cs typeface="Times New Roman"/>
              </a:rPr>
              <a:t>-</a:t>
            </a:r>
            <a:r>
              <a:rPr dirty="0" baseline="2645" sz="1575">
                <a:latin typeface="Times New Roman"/>
                <a:cs typeface="Times New Roman"/>
              </a:rPr>
              <a:t>2.00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*</a:t>
            </a:r>
            <a:r>
              <a:rPr dirty="0" baseline="2645" sz="1575" spc="-22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3.65</a:t>
            </a:r>
            <a:r>
              <a:rPr dirty="0" baseline="2645" sz="1575" spc="-7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/100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=</a:t>
            </a:r>
            <a:r>
              <a:rPr dirty="0" baseline="2645" sz="1575" spc="-22">
                <a:latin typeface="Times New Roman"/>
                <a:cs typeface="Times New Roman"/>
              </a:rPr>
              <a:t> </a:t>
            </a:r>
            <a:r>
              <a:rPr dirty="0" baseline="2645" sz="1575" spc="-15">
                <a:latin typeface="Times New Roman"/>
                <a:cs typeface="Times New Roman"/>
              </a:rPr>
              <a:t>-</a:t>
            </a:r>
            <a:r>
              <a:rPr dirty="0" baseline="2645" sz="1575">
                <a:latin typeface="Times New Roman"/>
                <a:cs typeface="Times New Roman"/>
              </a:rPr>
              <a:t>0.073</a:t>
            </a:r>
            <a:r>
              <a:rPr dirty="0" baseline="2645" sz="1575" spc="-22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Borde</a:t>
            </a:r>
            <a:r>
              <a:rPr dirty="0" baseline="2645" sz="1575" spc="-15">
                <a:latin typeface="Times New Roman"/>
                <a:cs typeface="Times New Roman"/>
              </a:rPr>
              <a:t> derecho</a:t>
            </a:r>
            <a:endParaRPr baseline="2645" sz="1575">
              <a:latin typeface="Times New Roman"/>
              <a:cs typeface="Times New Roman"/>
            </a:endParaRPr>
          </a:p>
          <a:p>
            <a:pPr algn="r" marR="2278380">
              <a:lnSpc>
                <a:spcPts val="1250"/>
              </a:lnSpc>
            </a:pPr>
            <a:r>
              <a:rPr dirty="0" sz="1050">
                <a:latin typeface="Times New Roman"/>
                <a:cs typeface="Times New Roman"/>
              </a:rPr>
              <a:t>=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-</a:t>
            </a:r>
            <a:r>
              <a:rPr dirty="0" sz="1050">
                <a:latin typeface="Times New Roman"/>
                <a:cs typeface="Times New Roman"/>
              </a:rPr>
              <a:t>0.50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*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3.65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/100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=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-</a:t>
            </a:r>
            <a:r>
              <a:rPr dirty="0" sz="1050">
                <a:latin typeface="Times New Roman"/>
                <a:cs typeface="Times New Roman"/>
              </a:rPr>
              <a:t>0.018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Borde</a:t>
            </a:r>
            <a:r>
              <a:rPr dirty="0" sz="1050" spc="-10">
                <a:latin typeface="Times New Roman"/>
                <a:cs typeface="Times New Roman"/>
              </a:rPr>
              <a:t> izquierdo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50">
                <a:latin typeface="Times New Roman"/>
                <a:cs typeface="Times New Roman"/>
              </a:rPr>
              <a:t>Para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abscisa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390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donde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los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peraltes</a:t>
            </a:r>
            <a:r>
              <a:rPr dirty="0" sz="1050" spc="2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tienen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mismo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valor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pero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diferente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signo</a:t>
            </a:r>
            <a:r>
              <a:rPr dirty="0" sz="1050" spc="229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40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tiene:</a:t>
            </a:r>
            <a:endParaRPr sz="10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040130" y="1400823"/>
            <a:ext cx="2927985" cy="3416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245"/>
              </a:lnSpc>
              <a:spcBef>
                <a:spcPts val="100"/>
              </a:spcBef>
            </a:pPr>
            <a:r>
              <a:rPr dirty="0" baseline="2645" sz="1575">
                <a:latin typeface="Times New Roman"/>
                <a:cs typeface="Times New Roman"/>
              </a:rPr>
              <a:t>dh</a:t>
            </a:r>
            <a:r>
              <a:rPr dirty="0" sz="650">
                <a:latin typeface="Times New Roman"/>
                <a:cs typeface="Times New Roman"/>
              </a:rPr>
              <a:t>390</a:t>
            </a:r>
            <a:r>
              <a:rPr dirty="0" sz="650" spc="-1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=</a:t>
            </a:r>
            <a:r>
              <a:rPr dirty="0" baseline="2645" sz="1575" spc="-22">
                <a:latin typeface="Times New Roman"/>
                <a:cs typeface="Times New Roman"/>
              </a:rPr>
              <a:t> </a:t>
            </a:r>
            <a:r>
              <a:rPr dirty="0" baseline="2645" sz="1575" spc="-15">
                <a:latin typeface="Times New Roman"/>
                <a:cs typeface="Times New Roman"/>
              </a:rPr>
              <a:t>-</a:t>
            </a:r>
            <a:r>
              <a:rPr dirty="0" baseline="2645" sz="1575">
                <a:latin typeface="Times New Roman"/>
                <a:cs typeface="Times New Roman"/>
              </a:rPr>
              <a:t>3.06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*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3.65</a:t>
            </a:r>
            <a:r>
              <a:rPr dirty="0" baseline="2645" sz="1575" spc="-22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/100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=</a:t>
            </a:r>
            <a:r>
              <a:rPr dirty="0" baseline="2645" sz="1575" spc="-22">
                <a:latin typeface="Times New Roman"/>
                <a:cs typeface="Times New Roman"/>
              </a:rPr>
              <a:t> </a:t>
            </a:r>
            <a:r>
              <a:rPr dirty="0" baseline="2645" sz="1575" spc="-15">
                <a:latin typeface="Times New Roman"/>
                <a:cs typeface="Times New Roman"/>
              </a:rPr>
              <a:t>-</a:t>
            </a:r>
            <a:r>
              <a:rPr dirty="0" baseline="2645" sz="1575">
                <a:latin typeface="Times New Roman"/>
                <a:cs typeface="Times New Roman"/>
              </a:rPr>
              <a:t>0.112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Borde</a:t>
            </a:r>
            <a:r>
              <a:rPr dirty="0" baseline="2645" sz="1575" spc="-15">
                <a:latin typeface="Times New Roman"/>
                <a:cs typeface="Times New Roman"/>
              </a:rPr>
              <a:t> derecho</a:t>
            </a:r>
            <a:endParaRPr baseline="2645" sz="1575">
              <a:latin typeface="Times New Roman"/>
              <a:cs typeface="Times New Roman"/>
            </a:endParaRPr>
          </a:p>
          <a:p>
            <a:pPr marL="448945">
              <a:lnSpc>
                <a:spcPts val="1245"/>
              </a:lnSpc>
            </a:pPr>
            <a:r>
              <a:rPr dirty="0" sz="1050">
                <a:latin typeface="Times New Roman"/>
                <a:cs typeface="Times New Roman"/>
              </a:rPr>
              <a:t>=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+3.06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*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3.65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/100 =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+0.112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Borde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izquierdo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040130" y="1871992"/>
            <a:ext cx="3670935" cy="4953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240"/>
              </a:lnSpc>
              <a:spcBef>
                <a:spcPts val="100"/>
              </a:spcBef>
            </a:pPr>
            <a:r>
              <a:rPr dirty="0" sz="1050">
                <a:latin typeface="Times New Roman"/>
                <a:cs typeface="Times New Roman"/>
              </a:rPr>
              <a:t>Para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las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abscisas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ubicadas</a:t>
            </a:r>
            <a:r>
              <a:rPr dirty="0" sz="1050" spc="-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dentro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curva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circular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tiene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dh</a:t>
            </a: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ts val="1220"/>
              </a:lnSpc>
            </a:pPr>
            <a:r>
              <a:rPr dirty="0" sz="1050">
                <a:latin typeface="Times New Roman"/>
                <a:cs typeface="Times New Roman"/>
              </a:rPr>
              <a:t>*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3.65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/100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=</a:t>
            </a:r>
            <a:r>
              <a:rPr dirty="0" sz="1050" spc="-10">
                <a:latin typeface="Times New Roman"/>
                <a:cs typeface="Times New Roman"/>
              </a:rPr>
              <a:t> -</a:t>
            </a:r>
            <a:r>
              <a:rPr dirty="0" sz="1050">
                <a:latin typeface="Times New Roman"/>
                <a:cs typeface="Times New Roman"/>
              </a:rPr>
              <a:t>0.292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Borde</a:t>
            </a:r>
            <a:r>
              <a:rPr dirty="0" sz="1050" spc="7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derecho</a:t>
            </a:r>
            <a:endParaRPr sz="1050">
              <a:latin typeface="Times New Roman"/>
              <a:cs typeface="Times New Roman"/>
            </a:endParaRPr>
          </a:p>
          <a:p>
            <a:pPr marL="448945">
              <a:lnSpc>
                <a:spcPts val="1240"/>
              </a:lnSpc>
            </a:pPr>
            <a:r>
              <a:rPr dirty="0" sz="1050">
                <a:latin typeface="Times New Roman"/>
                <a:cs typeface="Times New Roman"/>
              </a:rPr>
              <a:t>=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+8.00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*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3.65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/100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=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0.292 Borde</a:t>
            </a:r>
            <a:r>
              <a:rPr dirty="0" sz="1050" spc="290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izquierdo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5043170" y="1871992"/>
            <a:ext cx="41211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latin typeface="Times New Roman"/>
                <a:cs typeface="Times New Roman"/>
              </a:rPr>
              <a:t>=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-</a:t>
            </a:r>
            <a:r>
              <a:rPr dirty="0" sz="1050" spc="-20">
                <a:latin typeface="Times New Roman"/>
                <a:cs typeface="Times New Roman"/>
              </a:rPr>
              <a:t>8.00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040130" y="2494292"/>
            <a:ext cx="437578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latin typeface="Times New Roman"/>
                <a:cs typeface="Times New Roman"/>
              </a:rPr>
              <a:t>A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continuación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tiene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tabla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completa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del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cálculo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2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toda</a:t>
            </a:r>
            <a:r>
              <a:rPr dirty="0" sz="1050" spc="229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curva:</a:t>
            </a:r>
            <a:endParaRPr sz="1050">
              <a:latin typeface="Times New Roman"/>
              <a:cs typeface="Times New Roman"/>
            </a:endParaRPr>
          </a:p>
        </p:txBody>
      </p:sp>
      <p:graphicFrame>
        <p:nvGraphicFramePr>
          <p:cNvPr id="6" name="object 6" descr=""/>
          <p:cNvGraphicFramePr>
            <a:graphicFrameLocks noGrp="1"/>
          </p:cNvGraphicFramePr>
          <p:nvPr/>
        </p:nvGraphicFramePr>
        <p:xfrm>
          <a:off x="1559560" y="2824492"/>
          <a:ext cx="4540250" cy="76409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41680"/>
                <a:gridCol w="741680"/>
                <a:gridCol w="725170"/>
                <a:gridCol w="759459"/>
                <a:gridCol w="740410"/>
                <a:gridCol w="742950"/>
              </a:tblGrid>
              <a:tr h="277495">
                <a:tc rowSpan="2">
                  <a:txBody>
                    <a:bodyPr/>
                    <a:lstStyle/>
                    <a:p>
                      <a:pPr marL="224790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950" spc="-10">
                          <a:latin typeface="Arial MT"/>
                          <a:cs typeface="Arial MT"/>
                        </a:rPr>
                        <a:t>PUNTO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8636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165100" marR="105410">
                        <a:lnSpc>
                          <a:spcPts val="1090"/>
                        </a:lnSpc>
                        <a:spcBef>
                          <a:spcPts val="755"/>
                        </a:spcBef>
                      </a:pPr>
                      <a:r>
                        <a:rPr dirty="0" sz="950" spc="-10">
                          <a:latin typeface="Arial MT"/>
                          <a:cs typeface="Arial MT"/>
                        </a:rPr>
                        <a:t>ABSCIS </a:t>
                      </a:r>
                      <a:r>
                        <a:rPr dirty="0" sz="950" spc="-50">
                          <a:latin typeface="Arial MT"/>
                          <a:cs typeface="Arial MT"/>
                        </a:rPr>
                        <a:t>A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9588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411480">
                        <a:lnSpc>
                          <a:spcPct val="100000"/>
                        </a:lnSpc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PERALTE</a:t>
                      </a:r>
                      <a:r>
                        <a:rPr dirty="0" sz="950" spc="16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-25">
                          <a:latin typeface="Arial MT"/>
                          <a:cs typeface="Arial MT"/>
                        </a:rPr>
                        <a:t>(%)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116205">
                        <a:lnSpc>
                          <a:spcPts val="1075"/>
                        </a:lnSpc>
                      </a:pPr>
                      <a:r>
                        <a:rPr dirty="0" sz="950" spc="-10">
                          <a:latin typeface="Arial MT"/>
                          <a:cs typeface="Arial MT"/>
                        </a:rPr>
                        <a:t>SOBREELEVACIÓN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marL="116205">
                        <a:lnSpc>
                          <a:spcPts val="1010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(m)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0480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8636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9588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6954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IZQ.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68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300355" marR="282575">
                        <a:lnSpc>
                          <a:spcPts val="1040"/>
                        </a:lnSpc>
                        <a:spcBef>
                          <a:spcPts val="225"/>
                        </a:spcBef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DE R.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285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30810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IZQ.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68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890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DER.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685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10845">
                <a:tc>
                  <a:txBody>
                    <a:bodyPr/>
                    <a:lstStyle/>
                    <a:p>
                      <a:pPr algn="ctr" marL="1206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A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508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0">
                        <a:lnSpc>
                          <a:spcPts val="1075"/>
                        </a:lnSpc>
                        <a:spcBef>
                          <a:spcPts val="40"/>
                        </a:spcBef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361.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12065">
                        <a:lnSpc>
                          <a:spcPts val="1075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56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50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4986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-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2.00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50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9525">
                        <a:lnSpc>
                          <a:spcPts val="1075"/>
                        </a:lnSpc>
                        <a:spcBef>
                          <a:spcPts val="40"/>
                        </a:spcBef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-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9525">
                        <a:lnSpc>
                          <a:spcPts val="1005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2.0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8255">
                        <a:lnSpc>
                          <a:spcPts val="1015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50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3271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-</a:t>
                      </a:r>
                      <a:r>
                        <a:rPr dirty="0" sz="950" spc="-10">
                          <a:latin typeface="Arial MT"/>
                          <a:cs typeface="Arial MT"/>
                        </a:rPr>
                        <a:t>0.073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50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dirty="0" sz="950" spc="-10">
                          <a:latin typeface="Arial MT"/>
                          <a:cs typeface="Arial MT"/>
                        </a:rPr>
                        <a:t>-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0.073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508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025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0">
                        <a:lnSpc>
                          <a:spcPts val="1070"/>
                        </a:lnSpc>
                        <a:spcBef>
                          <a:spcPts val="5"/>
                        </a:spcBef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370.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13335">
                        <a:lnSpc>
                          <a:spcPts val="1070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4986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-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0.50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9525">
                        <a:lnSpc>
                          <a:spcPts val="1070"/>
                        </a:lnSpc>
                        <a:spcBef>
                          <a:spcPts val="5"/>
                        </a:spcBef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-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9525">
                        <a:lnSpc>
                          <a:spcPts val="994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2.0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8255">
                        <a:lnSpc>
                          <a:spcPts val="1000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3271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-</a:t>
                      </a:r>
                      <a:r>
                        <a:rPr dirty="0" sz="950" spc="-10">
                          <a:latin typeface="Arial MT"/>
                          <a:cs typeface="Arial MT"/>
                        </a:rPr>
                        <a:t>0.018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950" spc="-10">
                          <a:latin typeface="Arial MT"/>
                          <a:cs typeface="Arial MT"/>
                        </a:rPr>
                        <a:t>-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0.073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ctr" marL="1206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B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0">
                        <a:lnSpc>
                          <a:spcPts val="1065"/>
                        </a:lnSpc>
                        <a:spcBef>
                          <a:spcPts val="15"/>
                        </a:spcBef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372.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12065">
                        <a:lnSpc>
                          <a:spcPts val="1065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81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6891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0.00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9525">
                        <a:lnSpc>
                          <a:spcPts val="1065"/>
                        </a:lnSpc>
                        <a:spcBef>
                          <a:spcPts val="15"/>
                        </a:spcBef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-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9525">
                        <a:lnSpc>
                          <a:spcPts val="994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2.0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8255">
                        <a:lnSpc>
                          <a:spcPts val="1005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3525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950" spc="-10">
                          <a:latin typeface="Arial MT"/>
                          <a:cs typeface="Arial MT"/>
                        </a:rPr>
                        <a:t>0.000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950" spc="-10">
                          <a:latin typeface="Arial MT"/>
                          <a:cs typeface="Arial MT"/>
                        </a:rPr>
                        <a:t>-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0.073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0">
                        <a:lnSpc>
                          <a:spcPts val="1070"/>
                        </a:lnSpc>
                        <a:spcBef>
                          <a:spcPts val="15"/>
                        </a:spcBef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380.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13335">
                        <a:lnSpc>
                          <a:spcPts val="1070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6891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1.28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9525">
                        <a:lnSpc>
                          <a:spcPts val="1070"/>
                        </a:lnSpc>
                        <a:spcBef>
                          <a:spcPts val="15"/>
                        </a:spcBef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-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9525">
                        <a:lnSpc>
                          <a:spcPts val="1005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2.0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8255">
                        <a:lnSpc>
                          <a:spcPts val="1010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3525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950" spc="-10">
                          <a:latin typeface="Arial MT"/>
                          <a:cs typeface="Arial MT"/>
                        </a:rPr>
                        <a:t>0.047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950" spc="-10">
                          <a:latin typeface="Arial MT"/>
                          <a:cs typeface="Arial MT"/>
                        </a:rPr>
                        <a:t>-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0.073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03225">
                <a:tc>
                  <a:txBody>
                    <a:bodyPr/>
                    <a:lstStyle/>
                    <a:p>
                      <a:pPr algn="ctr" marL="1333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C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0">
                        <a:lnSpc>
                          <a:spcPts val="1065"/>
                        </a:lnSpc>
                        <a:spcBef>
                          <a:spcPts val="15"/>
                        </a:spcBef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384.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12065">
                        <a:lnSpc>
                          <a:spcPts val="1065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06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6891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2.00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9525">
                        <a:lnSpc>
                          <a:spcPts val="1065"/>
                        </a:lnSpc>
                        <a:spcBef>
                          <a:spcPts val="15"/>
                        </a:spcBef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-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9525">
                        <a:lnSpc>
                          <a:spcPts val="994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2.0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8255">
                        <a:lnSpc>
                          <a:spcPts val="1005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3525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950" spc="-10">
                          <a:latin typeface="Arial MT"/>
                          <a:cs typeface="Arial MT"/>
                        </a:rPr>
                        <a:t>0.073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950" spc="-10">
                          <a:latin typeface="Arial MT"/>
                          <a:cs typeface="Arial MT"/>
                        </a:rPr>
                        <a:t>-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0.073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0">
                        <a:lnSpc>
                          <a:spcPts val="1070"/>
                        </a:lnSpc>
                        <a:spcBef>
                          <a:spcPts val="15"/>
                        </a:spcBef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390.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13335">
                        <a:lnSpc>
                          <a:spcPts val="1070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6891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3.06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9525">
                        <a:lnSpc>
                          <a:spcPts val="1070"/>
                        </a:lnSpc>
                        <a:spcBef>
                          <a:spcPts val="15"/>
                        </a:spcBef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-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9525">
                        <a:lnSpc>
                          <a:spcPts val="1005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3.0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8255">
                        <a:lnSpc>
                          <a:spcPts val="1010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6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3525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950" spc="-10">
                          <a:latin typeface="Arial MT"/>
                          <a:cs typeface="Arial MT"/>
                        </a:rPr>
                        <a:t>0.112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950" spc="-10">
                          <a:latin typeface="Arial MT"/>
                          <a:cs typeface="Arial MT"/>
                        </a:rPr>
                        <a:t>-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0.112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0">
                        <a:lnSpc>
                          <a:spcPts val="1065"/>
                        </a:lnSpc>
                        <a:spcBef>
                          <a:spcPts val="15"/>
                        </a:spcBef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400.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13335">
                        <a:lnSpc>
                          <a:spcPts val="1065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6891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4.83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9525">
                        <a:lnSpc>
                          <a:spcPts val="1065"/>
                        </a:lnSpc>
                        <a:spcBef>
                          <a:spcPts val="15"/>
                        </a:spcBef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-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9525">
                        <a:lnSpc>
                          <a:spcPts val="994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4.8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8255">
                        <a:lnSpc>
                          <a:spcPts val="1005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3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3525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950" spc="-10">
                          <a:latin typeface="Arial MT"/>
                          <a:cs typeface="Arial MT"/>
                        </a:rPr>
                        <a:t>0.176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950" spc="-10">
                          <a:latin typeface="Arial MT"/>
                          <a:cs typeface="Arial MT"/>
                        </a:rPr>
                        <a:t>-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0.176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019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0">
                        <a:lnSpc>
                          <a:spcPts val="1070"/>
                        </a:lnSpc>
                        <a:spcBef>
                          <a:spcPts val="5"/>
                        </a:spcBef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410.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13335">
                        <a:lnSpc>
                          <a:spcPts val="1070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6891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6.61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9525">
                        <a:lnSpc>
                          <a:spcPts val="1070"/>
                        </a:lnSpc>
                        <a:spcBef>
                          <a:spcPts val="5"/>
                        </a:spcBef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-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9525">
                        <a:lnSpc>
                          <a:spcPts val="994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6.6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8255">
                        <a:lnSpc>
                          <a:spcPts val="1000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1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3525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950" spc="-10">
                          <a:latin typeface="Arial MT"/>
                          <a:cs typeface="Arial MT"/>
                        </a:rPr>
                        <a:t>0.241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950" spc="-10">
                          <a:latin typeface="Arial MT"/>
                          <a:cs typeface="Arial MT"/>
                        </a:rPr>
                        <a:t>-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0.241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07670">
                <a:tc>
                  <a:txBody>
                    <a:bodyPr/>
                    <a:lstStyle/>
                    <a:p>
                      <a:pPr algn="ctr" marL="1143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D=PC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0">
                        <a:lnSpc>
                          <a:spcPts val="1075"/>
                        </a:lnSpc>
                        <a:spcBef>
                          <a:spcPts val="15"/>
                        </a:spcBef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417.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12065">
                        <a:lnSpc>
                          <a:spcPts val="1075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81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6891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8.00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9525">
                        <a:lnSpc>
                          <a:spcPts val="1075"/>
                        </a:lnSpc>
                        <a:spcBef>
                          <a:spcPts val="15"/>
                        </a:spcBef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-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9525">
                        <a:lnSpc>
                          <a:spcPts val="1005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8.0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8255">
                        <a:lnSpc>
                          <a:spcPts val="1015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3525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950" spc="-10">
                          <a:latin typeface="Arial MT"/>
                          <a:cs typeface="Arial MT"/>
                        </a:rPr>
                        <a:t>0.292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950" spc="-10">
                          <a:latin typeface="Arial MT"/>
                          <a:cs typeface="Arial MT"/>
                        </a:rPr>
                        <a:t>-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0.292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051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0">
                        <a:lnSpc>
                          <a:spcPts val="1070"/>
                        </a:lnSpc>
                        <a:spcBef>
                          <a:spcPts val="15"/>
                        </a:spcBef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420.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13335">
                        <a:lnSpc>
                          <a:spcPts val="1070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6891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8.00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9525">
                        <a:lnSpc>
                          <a:spcPts val="1070"/>
                        </a:lnSpc>
                        <a:spcBef>
                          <a:spcPts val="15"/>
                        </a:spcBef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-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9525">
                        <a:lnSpc>
                          <a:spcPts val="1000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8.0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8255">
                        <a:lnSpc>
                          <a:spcPts val="1005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3525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950" spc="-10">
                          <a:latin typeface="Arial MT"/>
                          <a:cs typeface="Arial MT"/>
                        </a:rPr>
                        <a:t>0.292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950" spc="-10">
                          <a:latin typeface="Arial MT"/>
                          <a:cs typeface="Arial MT"/>
                        </a:rPr>
                        <a:t>-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0.292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0703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0">
                        <a:lnSpc>
                          <a:spcPts val="1075"/>
                        </a:lnSpc>
                        <a:spcBef>
                          <a:spcPts val="5"/>
                        </a:spcBef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430.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13335">
                        <a:lnSpc>
                          <a:spcPts val="1075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6891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8.00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9525">
                        <a:lnSpc>
                          <a:spcPts val="1075"/>
                        </a:lnSpc>
                        <a:spcBef>
                          <a:spcPts val="5"/>
                        </a:spcBef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-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9525">
                        <a:lnSpc>
                          <a:spcPts val="1010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8.0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8255">
                        <a:lnSpc>
                          <a:spcPts val="1019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3525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950" spc="-10">
                          <a:latin typeface="Arial MT"/>
                          <a:cs typeface="Arial MT"/>
                        </a:rPr>
                        <a:t>0.292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950" spc="-10">
                          <a:latin typeface="Arial MT"/>
                          <a:cs typeface="Arial MT"/>
                        </a:rPr>
                        <a:t>-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0.292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051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0">
                        <a:lnSpc>
                          <a:spcPts val="1070"/>
                        </a:lnSpc>
                        <a:spcBef>
                          <a:spcPts val="5"/>
                        </a:spcBef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440.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13335">
                        <a:lnSpc>
                          <a:spcPts val="1070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6891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8.00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9525">
                        <a:lnSpc>
                          <a:spcPts val="1070"/>
                        </a:lnSpc>
                        <a:spcBef>
                          <a:spcPts val="5"/>
                        </a:spcBef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-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9525">
                        <a:lnSpc>
                          <a:spcPts val="1005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8.0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8255">
                        <a:lnSpc>
                          <a:spcPts val="1010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3525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950" spc="-10">
                          <a:latin typeface="Arial MT"/>
                          <a:cs typeface="Arial MT"/>
                        </a:rPr>
                        <a:t>0.292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950" spc="-10">
                          <a:latin typeface="Arial MT"/>
                          <a:cs typeface="Arial MT"/>
                        </a:rPr>
                        <a:t>-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0.292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0">
                        <a:lnSpc>
                          <a:spcPts val="1080"/>
                        </a:lnSpc>
                        <a:spcBef>
                          <a:spcPts val="15"/>
                        </a:spcBef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450.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13335">
                        <a:lnSpc>
                          <a:spcPts val="1080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6891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8.00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9525">
                        <a:lnSpc>
                          <a:spcPts val="1080"/>
                        </a:lnSpc>
                        <a:spcBef>
                          <a:spcPts val="15"/>
                        </a:spcBef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-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9525">
                        <a:lnSpc>
                          <a:spcPts val="1019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8.0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8255">
                        <a:lnSpc>
                          <a:spcPts val="1025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3525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950" spc="-10">
                          <a:latin typeface="Arial MT"/>
                          <a:cs typeface="Arial MT"/>
                        </a:rPr>
                        <a:t>0.292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950" spc="-10">
                          <a:latin typeface="Arial MT"/>
                          <a:cs typeface="Arial MT"/>
                        </a:rPr>
                        <a:t>-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0.292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044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0">
                        <a:lnSpc>
                          <a:spcPts val="1070"/>
                        </a:lnSpc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460.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13335">
                        <a:lnSpc>
                          <a:spcPts val="1075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68910">
                        <a:lnSpc>
                          <a:spcPts val="1135"/>
                        </a:lnSpc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8.00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9525">
                        <a:lnSpc>
                          <a:spcPts val="1070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-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9525">
                        <a:lnSpc>
                          <a:spcPts val="1005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8.0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8255">
                        <a:lnSpc>
                          <a:spcPts val="1015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35255">
                        <a:lnSpc>
                          <a:spcPts val="1135"/>
                        </a:lnSpc>
                      </a:pPr>
                      <a:r>
                        <a:rPr dirty="0" sz="950" spc="-10">
                          <a:latin typeface="Arial MT"/>
                          <a:cs typeface="Arial MT"/>
                        </a:rPr>
                        <a:t>0.292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ts val="1135"/>
                        </a:lnSpc>
                      </a:pPr>
                      <a:r>
                        <a:rPr dirty="0" sz="950" spc="-10">
                          <a:latin typeface="Arial MT"/>
                          <a:cs typeface="Arial MT"/>
                        </a:rPr>
                        <a:t>-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0.292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04495">
                <a:tc>
                  <a:txBody>
                    <a:bodyPr/>
                    <a:lstStyle/>
                    <a:p>
                      <a:pPr algn="ctr" marL="11430">
                        <a:lnSpc>
                          <a:spcPts val="1135"/>
                        </a:lnSpc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E=PT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0">
                        <a:lnSpc>
                          <a:spcPts val="1070"/>
                        </a:lnSpc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465.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13335">
                        <a:lnSpc>
                          <a:spcPts val="1075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32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68910">
                        <a:lnSpc>
                          <a:spcPts val="1135"/>
                        </a:lnSpc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8.00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9525">
                        <a:lnSpc>
                          <a:spcPts val="1070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-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9525">
                        <a:lnSpc>
                          <a:spcPts val="1005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8.0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8255">
                        <a:lnSpc>
                          <a:spcPts val="1015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35255">
                        <a:lnSpc>
                          <a:spcPts val="1135"/>
                        </a:lnSpc>
                      </a:pPr>
                      <a:r>
                        <a:rPr dirty="0" sz="950" spc="-10">
                          <a:latin typeface="Arial MT"/>
                          <a:cs typeface="Arial MT"/>
                        </a:rPr>
                        <a:t>0.292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ts val="1135"/>
                        </a:lnSpc>
                      </a:pPr>
                      <a:r>
                        <a:rPr dirty="0" sz="950" spc="-10">
                          <a:latin typeface="Arial MT"/>
                          <a:cs typeface="Arial MT"/>
                        </a:rPr>
                        <a:t>-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0.292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1020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0">
                        <a:lnSpc>
                          <a:spcPts val="1080"/>
                        </a:lnSpc>
                        <a:spcBef>
                          <a:spcPts val="15"/>
                        </a:spcBef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470.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13335">
                        <a:lnSpc>
                          <a:spcPts val="1080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6891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7.17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9525">
                        <a:lnSpc>
                          <a:spcPts val="1080"/>
                        </a:lnSpc>
                        <a:spcBef>
                          <a:spcPts val="15"/>
                        </a:spcBef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-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9525">
                        <a:lnSpc>
                          <a:spcPts val="1019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7.1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8255">
                        <a:lnSpc>
                          <a:spcPts val="1015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7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3525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950" spc="-10">
                          <a:latin typeface="Arial MT"/>
                          <a:cs typeface="Arial MT"/>
                        </a:rPr>
                        <a:t>0.262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950" spc="-10">
                          <a:latin typeface="Arial MT"/>
                          <a:cs typeface="Arial MT"/>
                        </a:rPr>
                        <a:t>-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0.262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051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0">
                        <a:lnSpc>
                          <a:spcPts val="1070"/>
                        </a:lnSpc>
                        <a:spcBef>
                          <a:spcPts val="5"/>
                        </a:spcBef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480.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13335">
                        <a:lnSpc>
                          <a:spcPts val="1070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6891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5.39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9525">
                        <a:lnSpc>
                          <a:spcPts val="1070"/>
                        </a:lnSpc>
                        <a:spcBef>
                          <a:spcPts val="5"/>
                        </a:spcBef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-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9525">
                        <a:lnSpc>
                          <a:spcPts val="1005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5.3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8255">
                        <a:lnSpc>
                          <a:spcPts val="1010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9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3525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950" spc="-10">
                          <a:latin typeface="Arial MT"/>
                          <a:cs typeface="Arial MT"/>
                        </a:rPr>
                        <a:t>0.197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950" spc="-10">
                          <a:latin typeface="Arial MT"/>
                          <a:cs typeface="Arial MT"/>
                        </a:rPr>
                        <a:t>-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0.197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87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0">
                        <a:lnSpc>
                          <a:spcPts val="1135"/>
                        </a:lnSpc>
                        <a:spcBef>
                          <a:spcPts val="15"/>
                        </a:spcBef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490.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68910">
                        <a:lnSpc>
                          <a:spcPts val="1135"/>
                        </a:lnSpc>
                        <a:spcBef>
                          <a:spcPts val="15"/>
                        </a:spcBef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3.61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9525">
                        <a:lnSpc>
                          <a:spcPts val="1135"/>
                        </a:lnSpc>
                        <a:spcBef>
                          <a:spcPts val="15"/>
                        </a:spcBef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-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35255">
                        <a:lnSpc>
                          <a:spcPts val="1135"/>
                        </a:lnSpc>
                        <a:spcBef>
                          <a:spcPts val="15"/>
                        </a:spcBef>
                      </a:pPr>
                      <a:r>
                        <a:rPr dirty="0" sz="950" spc="-10">
                          <a:latin typeface="Arial MT"/>
                          <a:cs typeface="Arial MT"/>
                        </a:rPr>
                        <a:t>0.132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ts val="1135"/>
                        </a:lnSpc>
                        <a:spcBef>
                          <a:spcPts val="15"/>
                        </a:spcBef>
                      </a:pPr>
                      <a:r>
                        <a:rPr dirty="0" sz="950" spc="-10">
                          <a:latin typeface="Arial MT"/>
                          <a:cs typeface="Arial MT"/>
                        </a:rPr>
                        <a:t>-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0.132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 descr=""/>
          <p:cNvGraphicFramePr>
            <a:graphicFrameLocks noGrp="1"/>
          </p:cNvGraphicFramePr>
          <p:nvPr/>
        </p:nvGraphicFramePr>
        <p:xfrm>
          <a:off x="1559560" y="1079512"/>
          <a:ext cx="4540250" cy="27051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41680"/>
                <a:gridCol w="741680"/>
                <a:gridCol w="725170"/>
                <a:gridCol w="759459"/>
                <a:gridCol w="740410"/>
                <a:gridCol w="742950"/>
              </a:tblGrid>
              <a:tr h="279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333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9525">
                        <a:lnSpc>
                          <a:spcPts val="1075"/>
                        </a:lnSpc>
                        <a:spcBef>
                          <a:spcPts val="15"/>
                        </a:spcBef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3.6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8255">
                        <a:lnSpc>
                          <a:spcPts val="1010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1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03225">
                <a:tc>
                  <a:txBody>
                    <a:bodyPr/>
                    <a:lstStyle/>
                    <a:p>
                      <a:pPr algn="ctr" marL="1270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F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0">
                        <a:lnSpc>
                          <a:spcPts val="1065"/>
                        </a:lnSpc>
                        <a:spcBef>
                          <a:spcPts val="15"/>
                        </a:spcBef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499.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12065">
                        <a:lnSpc>
                          <a:spcPts val="1065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07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6891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2.00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9525">
                        <a:lnSpc>
                          <a:spcPts val="1065"/>
                        </a:lnSpc>
                        <a:spcBef>
                          <a:spcPts val="15"/>
                        </a:spcBef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-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9525">
                        <a:lnSpc>
                          <a:spcPts val="994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2.0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8255">
                        <a:lnSpc>
                          <a:spcPts val="1005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4351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950" spc="-10">
                          <a:latin typeface="Arial MT"/>
                          <a:cs typeface="Arial MT"/>
                        </a:rPr>
                        <a:t>0.073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950" spc="-10">
                          <a:latin typeface="Arial MT"/>
                          <a:cs typeface="Arial MT"/>
                        </a:rPr>
                        <a:t>-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0.073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025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0">
                        <a:lnSpc>
                          <a:spcPts val="1070"/>
                        </a:lnSpc>
                        <a:spcBef>
                          <a:spcPts val="5"/>
                        </a:spcBef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500.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13335">
                        <a:lnSpc>
                          <a:spcPts val="1070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6891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1.83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9525">
                        <a:lnSpc>
                          <a:spcPts val="1070"/>
                        </a:lnSpc>
                        <a:spcBef>
                          <a:spcPts val="5"/>
                        </a:spcBef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-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9525">
                        <a:lnSpc>
                          <a:spcPts val="994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2.0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8255">
                        <a:lnSpc>
                          <a:spcPts val="1000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4351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950" spc="-10">
                          <a:latin typeface="Arial MT"/>
                          <a:cs typeface="Arial MT"/>
                        </a:rPr>
                        <a:t>0.067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950" spc="-10">
                          <a:latin typeface="Arial MT"/>
                          <a:cs typeface="Arial MT"/>
                        </a:rPr>
                        <a:t>-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0.073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076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0">
                        <a:lnSpc>
                          <a:spcPts val="1075"/>
                        </a:lnSpc>
                        <a:spcBef>
                          <a:spcPts val="15"/>
                        </a:spcBef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510.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13335">
                        <a:lnSpc>
                          <a:spcPts val="1075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6891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0.06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9525">
                        <a:lnSpc>
                          <a:spcPts val="1075"/>
                        </a:lnSpc>
                        <a:spcBef>
                          <a:spcPts val="15"/>
                        </a:spcBef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-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9525">
                        <a:lnSpc>
                          <a:spcPts val="1005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2.0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8255">
                        <a:lnSpc>
                          <a:spcPts val="1015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4351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950" spc="-10">
                          <a:latin typeface="Arial MT"/>
                          <a:cs typeface="Arial MT"/>
                        </a:rPr>
                        <a:t>0.002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950" spc="-10">
                          <a:latin typeface="Arial MT"/>
                          <a:cs typeface="Arial MT"/>
                        </a:rPr>
                        <a:t>-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0.073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01955">
                <a:tc>
                  <a:txBody>
                    <a:bodyPr/>
                    <a:lstStyle/>
                    <a:p>
                      <a:pPr algn="ctr" marL="1016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G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35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0">
                        <a:lnSpc>
                          <a:spcPts val="1070"/>
                        </a:lnSpc>
                        <a:spcBef>
                          <a:spcPts val="5"/>
                        </a:spcBef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510.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12065">
                        <a:lnSpc>
                          <a:spcPts val="1070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32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6891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0.00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9525">
                        <a:lnSpc>
                          <a:spcPts val="1070"/>
                        </a:lnSpc>
                        <a:spcBef>
                          <a:spcPts val="5"/>
                        </a:spcBef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-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9525">
                        <a:lnSpc>
                          <a:spcPts val="994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2.0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8255">
                        <a:lnSpc>
                          <a:spcPts val="1000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4351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950" spc="-10">
                          <a:latin typeface="Arial MT"/>
                          <a:cs typeface="Arial MT"/>
                        </a:rPr>
                        <a:t>0.000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950" spc="-10">
                          <a:latin typeface="Arial MT"/>
                          <a:cs typeface="Arial MT"/>
                        </a:rPr>
                        <a:t>-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0.073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076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0">
                        <a:lnSpc>
                          <a:spcPts val="1075"/>
                        </a:lnSpc>
                        <a:spcBef>
                          <a:spcPts val="15"/>
                        </a:spcBef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520.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13335">
                        <a:lnSpc>
                          <a:spcPts val="1075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4986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-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1.72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9525">
                        <a:lnSpc>
                          <a:spcPts val="1075"/>
                        </a:lnSpc>
                        <a:spcBef>
                          <a:spcPts val="15"/>
                        </a:spcBef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-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9525">
                        <a:lnSpc>
                          <a:spcPts val="1005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2.0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8255">
                        <a:lnSpc>
                          <a:spcPts val="1015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2446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-</a:t>
                      </a:r>
                      <a:r>
                        <a:rPr dirty="0" sz="950" spc="-10">
                          <a:latin typeface="Arial MT"/>
                          <a:cs typeface="Arial MT"/>
                        </a:rPr>
                        <a:t>0.063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950" spc="-10">
                          <a:latin typeface="Arial MT"/>
                          <a:cs typeface="Arial MT"/>
                        </a:rPr>
                        <a:t>-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0.073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02590">
                <a:tc>
                  <a:txBody>
                    <a:bodyPr/>
                    <a:lstStyle/>
                    <a:p>
                      <a:pPr algn="ctr" marL="1333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H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35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0">
                        <a:lnSpc>
                          <a:spcPts val="1070"/>
                        </a:lnSpc>
                        <a:spcBef>
                          <a:spcPts val="5"/>
                        </a:spcBef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521.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12065">
                        <a:lnSpc>
                          <a:spcPts val="1070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57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4986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-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2.00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9525">
                        <a:lnSpc>
                          <a:spcPts val="1070"/>
                        </a:lnSpc>
                        <a:spcBef>
                          <a:spcPts val="5"/>
                        </a:spcBef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-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9525">
                        <a:lnSpc>
                          <a:spcPts val="994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2.0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8255">
                        <a:lnSpc>
                          <a:spcPts val="1000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2446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-</a:t>
                      </a:r>
                      <a:r>
                        <a:rPr dirty="0" sz="950" spc="-10">
                          <a:latin typeface="Arial MT"/>
                          <a:cs typeface="Arial MT"/>
                        </a:rPr>
                        <a:t>0.073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950" spc="-10">
                          <a:latin typeface="Arial MT"/>
                          <a:cs typeface="Arial MT"/>
                        </a:rPr>
                        <a:t>-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0.073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" name="object 3" descr=""/>
          <p:cNvSpPr txBox="1"/>
          <p:nvPr/>
        </p:nvSpPr>
        <p:spPr>
          <a:xfrm>
            <a:off x="1040130" y="3931932"/>
            <a:ext cx="5492115" cy="1433830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algn="just" marL="12700" marR="5080">
              <a:lnSpc>
                <a:spcPts val="1220"/>
              </a:lnSpc>
              <a:spcBef>
                <a:spcPts val="175"/>
              </a:spcBef>
            </a:pPr>
            <a:r>
              <a:rPr dirty="0" sz="1050">
                <a:latin typeface="Times New Roman"/>
                <a:cs typeface="Times New Roman"/>
              </a:rPr>
              <a:t>Pueden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haber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algunas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pequeñas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diferencias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acuerdo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como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realice</a:t>
            </a:r>
            <a:r>
              <a:rPr dirty="0" sz="1050" spc="10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cálculo,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por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ejemplo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las </a:t>
            </a:r>
            <a:r>
              <a:rPr dirty="0" sz="1050">
                <a:latin typeface="Times New Roman"/>
                <a:cs typeface="Times New Roman"/>
              </a:rPr>
              <a:t>abscisas</a:t>
            </a:r>
            <a:r>
              <a:rPr dirty="0" sz="1050" spc="1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400</a:t>
            </a:r>
            <a:r>
              <a:rPr dirty="0" sz="1050" spc="1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y</a:t>
            </a:r>
            <a:r>
              <a:rPr dirty="0" sz="1050" spc="1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410</a:t>
            </a:r>
            <a:r>
              <a:rPr dirty="0" sz="1050" spc="1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1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fueron</a:t>
            </a:r>
            <a:r>
              <a:rPr dirty="0" sz="1050" spc="1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calculadas</a:t>
            </a:r>
            <a:r>
              <a:rPr dirty="0" sz="1050" spc="15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con</a:t>
            </a:r>
            <a:r>
              <a:rPr dirty="0" sz="1050" spc="1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15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factor</a:t>
            </a:r>
            <a:r>
              <a:rPr dirty="0" sz="1050" spc="1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1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peralte,</a:t>
            </a:r>
            <a:r>
              <a:rPr dirty="0" sz="1050" spc="1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1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cual</a:t>
            </a:r>
            <a:r>
              <a:rPr dirty="0" sz="1050" spc="1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1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aproximo</a:t>
            </a:r>
            <a:r>
              <a:rPr dirty="0" sz="1050" spc="1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</a:t>
            </a:r>
            <a:r>
              <a:rPr dirty="0" sz="1050" spc="1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3</a:t>
            </a:r>
            <a:r>
              <a:rPr dirty="0" sz="1050" spc="150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cifras </a:t>
            </a:r>
            <a:r>
              <a:rPr dirty="0" sz="1050">
                <a:latin typeface="Times New Roman"/>
                <a:cs typeface="Times New Roman"/>
              </a:rPr>
              <a:t>decimales,</a:t>
            </a:r>
            <a:r>
              <a:rPr dirty="0" sz="1050" spc="2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mientras</a:t>
            </a:r>
            <a:r>
              <a:rPr dirty="0" sz="1050" spc="254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2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</a:t>
            </a:r>
            <a:r>
              <a:rPr dirty="0" sz="1050" spc="2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2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tabla</a:t>
            </a:r>
            <a:r>
              <a:rPr dirty="0" sz="1050" spc="254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2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2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presenta</a:t>
            </a:r>
            <a:r>
              <a:rPr dirty="0" sz="1050" spc="254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al</a:t>
            </a:r>
            <a:r>
              <a:rPr dirty="0" sz="1050" spc="254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final</a:t>
            </a:r>
            <a:r>
              <a:rPr dirty="0" sz="1050" spc="2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2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calcularon</a:t>
            </a:r>
            <a:r>
              <a:rPr dirty="0" sz="1050" spc="2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con</a:t>
            </a:r>
            <a:r>
              <a:rPr dirty="0" sz="1050" spc="2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todas</a:t>
            </a:r>
            <a:r>
              <a:rPr dirty="0" sz="1050" spc="254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las</a:t>
            </a:r>
            <a:r>
              <a:rPr dirty="0" sz="1050" spc="254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cifras </a:t>
            </a:r>
            <a:r>
              <a:rPr dirty="0" sz="1050">
                <a:latin typeface="Times New Roman"/>
                <a:cs typeface="Times New Roman"/>
              </a:rPr>
              <a:t>decimales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del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factor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peralte.</a:t>
            </a:r>
            <a:endParaRPr sz="1050">
              <a:latin typeface="Times New Roman"/>
              <a:cs typeface="Times New Roman"/>
            </a:endParaRPr>
          </a:p>
          <a:p>
            <a:pPr algn="just" marL="12700">
              <a:lnSpc>
                <a:spcPct val="100000"/>
              </a:lnSpc>
              <a:spcBef>
                <a:spcPts val="805"/>
              </a:spcBef>
            </a:pPr>
            <a:r>
              <a:rPr dirty="0" sz="1150">
                <a:latin typeface="Times New Roman"/>
                <a:cs typeface="Times New Roman"/>
              </a:rPr>
              <a:t>Ejemplo</a:t>
            </a:r>
            <a:r>
              <a:rPr dirty="0" sz="1150" spc="135">
                <a:latin typeface="Times New Roman"/>
                <a:cs typeface="Times New Roman"/>
              </a:rPr>
              <a:t> </a:t>
            </a:r>
            <a:r>
              <a:rPr dirty="0" sz="1150" spc="-50">
                <a:latin typeface="Times New Roman"/>
                <a:cs typeface="Times New Roman"/>
              </a:rPr>
              <a:t>2</a:t>
            </a:r>
            <a:endParaRPr sz="1150">
              <a:latin typeface="Times New Roman"/>
              <a:cs typeface="Times New Roman"/>
            </a:endParaRPr>
          </a:p>
          <a:p>
            <a:pPr algn="just" marL="12700" marR="8890">
              <a:lnSpc>
                <a:spcPts val="1220"/>
              </a:lnSpc>
              <a:spcBef>
                <a:spcPts val="320"/>
              </a:spcBef>
            </a:pPr>
            <a:r>
              <a:rPr dirty="0" sz="1050">
                <a:latin typeface="Times New Roman"/>
                <a:cs typeface="Times New Roman"/>
              </a:rPr>
              <a:t>Ahora</a:t>
            </a:r>
            <a:r>
              <a:rPr dirty="0" sz="1050" spc="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llevará</a:t>
            </a:r>
            <a:r>
              <a:rPr dirty="0" sz="1050" spc="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</a:t>
            </a:r>
            <a:r>
              <a:rPr dirty="0" sz="1050" spc="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cabo</a:t>
            </a:r>
            <a:r>
              <a:rPr dirty="0" sz="1050" spc="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un</a:t>
            </a:r>
            <a:r>
              <a:rPr dirty="0" sz="1050" spc="5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cálculo</a:t>
            </a:r>
            <a:r>
              <a:rPr dirty="0" sz="1050" spc="5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del</a:t>
            </a:r>
            <a:r>
              <a:rPr dirty="0" sz="1050" spc="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pero</a:t>
            </a:r>
            <a:r>
              <a:rPr dirty="0" sz="1050" spc="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con</a:t>
            </a:r>
            <a:r>
              <a:rPr dirty="0" sz="1050" spc="5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1/3</a:t>
            </a:r>
            <a:r>
              <a:rPr dirty="0" sz="1050" spc="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longitud</a:t>
            </a:r>
            <a:r>
              <a:rPr dirty="0" sz="1050" spc="5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5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desarrollo</a:t>
            </a:r>
            <a:r>
              <a:rPr dirty="0" sz="1050" spc="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dentro</a:t>
            </a:r>
            <a:r>
              <a:rPr dirty="0" sz="1050" spc="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55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la </a:t>
            </a:r>
            <a:r>
              <a:rPr dirty="0" sz="1050">
                <a:latin typeface="Times New Roman"/>
                <a:cs typeface="Times New Roman"/>
              </a:rPr>
              <a:t>curva.</a:t>
            </a:r>
            <a:r>
              <a:rPr dirty="0" sz="1050" spc="1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1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procedimiento</a:t>
            </a:r>
            <a:r>
              <a:rPr dirty="0" sz="1050" spc="15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</a:t>
            </a:r>
            <a:r>
              <a:rPr dirty="0" sz="1050" spc="1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completamente</a:t>
            </a:r>
            <a:r>
              <a:rPr dirty="0" sz="1050" spc="1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similar</a:t>
            </a:r>
            <a:r>
              <a:rPr dirty="0" sz="1050" spc="15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</a:t>
            </a:r>
            <a:r>
              <a:rPr dirty="0" sz="1050" spc="1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partir</a:t>
            </a:r>
            <a:r>
              <a:rPr dirty="0" sz="1050" spc="145">
                <a:latin typeface="Times New Roman"/>
                <a:cs typeface="Times New Roman"/>
              </a:rPr>
              <a:t> 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1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1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determinación</a:t>
            </a:r>
            <a:r>
              <a:rPr dirty="0" sz="1050" spc="15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1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los</a:t>
            </a:r>
            <a:r>
              <a:rPr dirty="0" sz="1050" spc="1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puntos</a:t>
            </a:r>
            <a:r>
              <a:rPr dirty="0" sz="1050" spc="145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del </a:t>
            </a:r>
            <a:r>
              <a:rPr dirty="0" sz="1050">
                <a:latin typeface="Times New Roman"/>
                <a:cs typeface="Times New Roman"/>
              </a:rPr>
              <a:t>diagrama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6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peralte.</a:t>
            </a:r>
            <a:endParaRPr sz="10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040130" y="1395742"/>
            <a:ext cx="5495290" cy="35394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tienen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los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siguientes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datos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para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una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curva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izquierda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sobre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misma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vía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del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ejemplo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anterior:</a:t>
            </a:r>
            <a:endParaRPr sz="1050">
              <a:latin typeface="Times New Roman"/>
              <a:cs typeface="Times New Roman"/>
            </a:endParaRPr>
          </a:p>
          <a:p>
            <a:pPr marL="456565" indent="-221615">
              <a:lnSpc>
                <a:spcPts val="1245"/>
              </a:lnSpc>
              <a:spcBef>
                <a:spcPts val="1190"/>
              </a:spcBef>
              <a:buChar char="-"/>
              <a:tabLst>
                <a:tab pos="456565" algn="l"/>
              </a:tabLst>
            </a:pPr>
            <a:r>
              <a:rPr dirty="0" sz="1050">
                <a:latin typeface="Times New Roman"/>
                <a:cs typeface="Times New Roman"/>
              </a:rPr>
              <a:t>Radio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=</a:t>
            </a:r>
            <a:r>
              <a:rPr dirty="0" sz="1050" spc="85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80</a:t>
            </a:r>
            <a:endParaRPr sz="1050">
              <a:latin typeface="Times New Roman"/>
              <a:cs typeface="Times New Roman"/>
            </a:endParaRPr>
          </a:p>
          <a:p>
            <a:pPr marL="448945" indent="-213995">
              <a:lnSpc>
                <a:spcPts val="1235"/>
              </a:lnSpc>
              <a:buChar char="-"/>
              <a:tabLst>
                <a:tab pos="448945" algn="l"/>
              </a:tabLst>
            </a:pPr>
            <a:r>
              <a:rPr dirty="0" sz="1050">
                <a:latin typeface="Times New Roman"/>
                <a:cs typeface="Times New Roman"/>
              </a:rPr>
              <a:t>Abscisa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PC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=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851.20</a:t>
            </a:r>
            <a:endParaRPr sz="1050">
              <a:latin typeface="Times New Roman"/>
              <a:cs typeface="Times New Roman"/>
            </a:endParaRPr>
          </a:p>
          <a:p>
            <a:pPr marL="448945" indent="-213995">
              <a:lnSpc>
                <a:spcPts val="1250"/>
              </a:lnSpc>
              <a:buChar char="-"/>
              <a:tabLst>
                <a:tab pos="448945" algn="l"/>
              </a:tabLst>
            </a:pPr>
            <a:r>
              <a:rPr dirty="0" sz="1050">
                <a:latin typeface="Times New Roman"/>
                <a:cs typeface="Times New Roman"/>
              </a:rPr>
              <a:t>Abscisa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PT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=</a:t>
            </a:r>
            <a:r>
              <a:rPr dirty="0" sz="1050" spc="-10">
                <a:latin typeface="Times New Roman"/>
                <a:cs typeface="Times New Roman"/>
              </a:rPr>
              <a:t> 903.41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1050">
              <a:latin typeface="Times New Roman"/>
              <a:cs typeface="Times New Roman"/>
            </a:endParaRPr>
          </a:p>
          <a:p>
            <a:pPr marL="12700" marR="23495">
              <a:lnSpc>
                <a:spcPts val="1220"/>
              </a:lnSpc>
            </a:pPr>
            <a:r>
              <a:rPr dirty="0" sz="1050">
                <a:latin typeface="Times New Roman"/>
                <a:cs typeface="Times New Roman"/>
              </a:rPr>
              <a:t>Empleando</a:t>
            </a:r>
            <a:r>
              <a:rPr dirty="0" sz="1050" spc="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Figura</a:t>
            </a:r>
            <a:r>
              <a:rPr dirty="0" sz="1050" spc="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8.3</a:t>
            </a:r>
            <a:r>
              <a:rPr dirty="0" sz="1050" spc="5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tiene</a:t>
            </a:r>
            <a:r>
              <a:rPr dirty="0" sz="1050" spc="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para</a:t>
            </a:r>
            <a:r>
              <a:rPr dirty="0" sz="1050" spc="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un</a:t>
            </a:r>
            <a:r>
              <a:rPr dirty="0" sz="1050" spc="5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radio</a:t>
            </a:r>
            <a:r>
              <a:rPr dirty="0" sz="1050" spc="5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80</a:t>
            </a:r>
            <a:r>
              <a:rPr dirty="0" sz="1050" spc="5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</a:t>
            </a:r>
            <a:r>
              <a:rPr dirty="0" sz="1050" spc="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corresponde</a:t>
            </a:r>
            <a:r>
              <a:rPr dirty="0" sz="1050" spc="3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un</a:t>
            </a:r>
            <a:r>
              <a:rPr dirty="0" sz="1050" spc="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del</a:t>
            </a:r>
            <a:r>
              <a:rPr dirty="0" sz="1050" spc="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8.0%</a:t>
            </a:r>
            <a:r>
              <a:rPr dirty="0" sz="1050" spc="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y</a:t>
            </a:r>
            <a:r>
              <a:rPr dirty="0" sz="1050" spc="40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una </a:t>
            </a:r>
            <a:r>
              <a:rPr dirty="0" sz="1050">
                <a:latin typeface="Times New Roman"/>
                <a:cs typeface="Times New Roman"/>
              </a:rPr>
              <a:t>velocidad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específica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50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Km/h.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Tabla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8.3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tiene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I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=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0.77%,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entonces:</a:t>
            </a:r>
            <a:endParaRPr sz="1050">
              <a:latin typeface="Times New Roman"/>
              <a:cs typeface="Times New Roman"/>
            </a:endParaRPr>
          </a:p>
          <a:p>
            <a:pPr marL="360045">
              <a:lnSpc>
                <a:spcPts val="1120"/>
              </a:lnSpc>
              <a:spcBef>
                <a:spcPts val="585"/>
              </a:spcBef>
              <a:tabLst>
                <a:tab pos="728345" algn="l"/>
              </a:tabLst>
            </a:pPr>
            <a:r>
              <a:rPr dirty="0" sz="1150" spc="-25" i="1">
                <a:latin typeface="Times New Roman"/>
                <a:cs typeface="Times New Roman"/>
              </a:rPr>
              <a:t>e</a:t>
            </a:r>
            <a:r>
              <a:rPr dirty="0" sz="1150" spc="-25">
                <a:latin typeface="Times New Roman"/>
                <a:cs typeface="Times New Roman"/>
              </a:rPr>
              <a:t>.</a:t>
            </a:r>
            <a:r>
              <a:rPr dirty="0" sz="1150" spc="-25" i="1">
                <a:latin typeface="Times New Roman"/>
                <a:cs typeface="Times New Roman"/>
              </a:rPr>
              <a:t>a</a:t>
            </a:r>
            <a:r>
              <a:rPr dirty="0" sz="1150" i="1">
                <a:latin typeface="Times New Roman"/>
                <a:cs typeface="Times New Roman"/>
              </a:rPr>
              <a:t>	</a:t>
            </a:r>
            <a:r>
              <a:rPr dirty="0" sz="1150" spc="-10">
                <a:latin typeface="Times New Roman"/>
                <a:cs typeface="Times New Roman"/>
              </a:rPr>
              <a:t>8</a:t>
            </a:r>
            <a:r>
              <a:rPr dirty="0" sz="1150" spc="-10" i="1">
                <a:latin typeface="Times New Roman"/>
                <a:cs typeface="Times New Roman"/>
              </a:rPr>
              <a:t>x</a:t>
            </a:r>
            <a:r>
              <a:rPr dirty="0" sz="1150" spc="-10">
                <a:latin typeface="Times New Roman"/>
                <a:cs typeface="Times New Roman"/>
              </a:rPr>
              <a:t>3.65</a:t>
            </a:r>
            <a:endParaRPr sz="1150">
              <a:latin typeface="Times New Roman"/>
              <a:cs typeface="Times New Roman"/>
            </a:endParaRPr>
          </a:p>
          <a:p>
            <a:pPr marL="41275">
              <a:lnSpc>
                <a:spcPts val="1120"/>
              </a:lnSpc>
              <a:tabLst>
                <a:tab pos="567055" algn="l"/>
                <a:tab pos="1166495" algn="l"/>
              </a:tabLst>
            </a:pPr>
            <a:r>
              <a:rPr dirty="0" sz="1150" i="1">
                <a:latin typeface="Times New Roman"/>
                <a:cs typeface="Times New Roman"/>
              </a:rPr>
              <a:t>Lt</a:t>
            </a:r>
            <a:r>
              <a:rPr dirty="0" sz="1150" spc="-25" i="1">
                <a:latin typeface="Times New Roman"/>
                <a:cs typeface="Times New Roman"/>
              </a:rPr>
              <a:t> </a:t>
            </a:r>
            <a:r>
              <a:rPr dirty="0" sz="1150" spc="-50">
                <a:latin typeface="Consolas"/>
                <a:cs typeface="Consolas"/>
              </a:rPr>
              <a:t>=</a:t>
            </a:r>
            <a:r>
              <a:rPr dirty="0" sz="1150">
                <a:latin typeface="Consolas"/>
                <a:cs typeface="Consolas"/>
              </a:rPr>
              <a:t>	</a:t>
            </a:r>
            <a:r>
              <a:rPr dirty="0" sz="1150" spc="-50">
                <a:latin typeface="Consolas"/>
                <a:cs typeface="Consolas"/>
              </a:rPr>
              <a:t>=</a:t>
            </a:r>
            <a:r>
              <a:rPr dirty="0" sz="1150">
                <a:latin typeface="Consolas"/>
                <a:cs typeface="Consolas"/>
              </a:rPr>
              <a:t>	=</a:t>
            </a:r>
            <a:r>
              <a:rPr dirty="0" sz="1150" spc="-5">
                <a:latin typeface="Consolas"/>
                <a:cs typeface="Consolas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37.92</a:t>
            </a:r>
            <a:r>
              <a:rPr dirty="0" sz="1150" spc="-10" i="1">
                <a:latin typeface="Times New Roman"/>
                <a:cs typeface="Times New Roman"/>
              </a:rPr>
              <a:t>m</a:t>
            </a:r>
            <a:endParaRPr sz="1150">
              <a:latin typeface="Times New Roman"/>
              <a:cs typeface="Times New Roman"/>
            </a:endParaRPr>
          </a:p>
          <a:p>
            <a:pPr marL="403225">
              <a:lnSpc>
                <a:spcPct val="100000"/>
              </a:lnSpc>
              <a:tabLst>
                <a:tab pos="779145" algn="l"/>
              </a:tabLst>
            </a:pPr>
            <a:r>
              <a:rPr dirty="0" sz="1150" spc="-50" i="1">
                <a:latin typeface="Times New Roman"/>
                <a:cs typeface="Times New Roman"/>
              </a:rPr>
              <a:t>I</a:t>
            </a:r>
            <a:r>
              <a:rPr dirty="0" sz="1150" i="1">
                <a:latin typeface="Times New Roman"/>
                <a:cs typeface="Times New Roman"/>
              </a:rPr>
              <a:t>	</a:t>
            </a:r>
            <a:r>
              <a:rPr dirty="0" sz="1150" spc="-20">
                <a:latin typeface="Times New Roman"/>
                <a:cs typeface="Times New Roman"/>
              </a:rPr>
              <a:t>0.77</a:t>
            </a:r>
            <a:endParaRPr sz="1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150">
              <a:latin typeface="Times New Roman"/>
              <a:cs typeface="Times New Roman"/>
            </a:endParaRPr>
          </a:p>
          <a:p>
            <a:pPr algn="just" marL="12700" marR="5080">
              <a:lnSpc>
                <a:spcPts val="1220"/>
              </a:lnSpc>
              <a:spcBef>
                <a:spcPts val="5"/>
              </a:spcBef>
            </a:pPr>
            <a:r>
              <a:rPr dirty="0" sz="1050">
                <a:latin typeface="Times New Roman"/>
                <a:cs typeface="Times New Roman"/>
              </a:rPr>
              <a:t>Esta</a:t>
            </a:r>
            <a:r>
              <a:rPr dirty="0" sz="1050" spc="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longitud</a:t>
            </a:r>
            <a:r>
              <a:rPr dirty="0" sz="1050" spc="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podría</a:t>
            </a:r>
            <a:r>
              <a:rPr dirty="0" sz="1050" spc="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ser</a:t>
            </a:r>
            <a:r>
              <a:rPr dirty="0" sz="1050" spc="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redondeada</a:t>
            </a:r>
            <a:r>
              <a:rPr dirty="0" sz="1050" spc="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o</a:t>
            </a:r>
            <a:r>
              <a:rPr dirty="0" sz="1050" spc="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dejar</a:t>
            </a:r>
            <a:r>
              <a:rPr dirty="0" sz="1050" spc="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su</a:t>
            </a:r>
            <a:r>
              <a:rPr dirty="0" sz="1050" spc="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valor</a:t>
            </a:r>
            <a:r>
              <a:rPr dirty="0" sz="1050" spc="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tal</a:t>
            </a:r>
            <a:r>
              <a:rPr dirty="0" sz="1050" spc="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cual.</a:t>
            </a:r>
            <a:r>
              <a:rPr dirty="0" sz="1050" spc="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ser</a:t>
            </a:r>
            <a:r>
              <a:rPr dirty="0" sz="1050" spc="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redondeado</a:t>
            </a:r>
            <a:r>
              <a:rPr dirty="0" sz="1050" spc="3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su</a:t>
            </a:r>
            <a:r>
              <a:rPr dirty="0" sz="1050" spc="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valor</a:t>
            </a:r>
            <a:r>
              <a:rPr dirty="0" sz="1050" spc="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podría</a:t>
            </a:r>
            <a:r>
              <a:rPr dirty="0" sz="1050" spc="45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ser </a:t>
            </a:r>
            <a:r>
              <a:rPr dirty="0" sz="1050">
                <a:latin typeface="Times New Roman"/>
                <a:cs typeface="Times New Roman"/>
              </a:rPr>
              <a:t>38,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39 o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40 quedando a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juicio del ingeniero cual</a:t>
            </a:r>
            <a:r>
              <a:rPr dirty="0" sz="1050" spc="254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2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toma.</a:t>
            </a:r>
            <a:r>
              <a:rPr dirty="0" sz="1050" spc="2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Como se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debe ubicar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2/3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longitud </a:t>
            </a:r>
            <a:r>
              <a:rPr dirty="0" sz="1050" spc="-25">
                <a:latin typeface="Times New Roman"/>
                <a:cs typeface="Times New Roman"/>
              </a:rPr>
              <a:t>de </a:t>
            </a:r>
            <a:r>
              <a:rPr dirty="0" sz="1050">
                <a:latin typeface="Times New Roman"/>
                <a:cs typeface="Times New Roman"/>
              </a:rPr>
              <a:t>desarrollo</a:t>
            </a:r>
            <a:r>
              <a:rPr dirty="0" sz="1050" spc="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fuera</a:t>
            </a:r>
            <a:r>
              <a:rPr dirty="0" sz="1050" spc="7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7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7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curva</a:t>
            </a:r>
            <a:r>
              <a:rPr dirty="0" sz="1050" spc="8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y</a:t>
            </a:r>
            <a:r>
              <a:rPr dirty="0" sz="1050" spc="7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1/3</a:t>
            </a:r>
            <a:r>
              <a:rPr dirty="0" sz="1050" spc="4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dentro</a:t>
            </a:r>
            <a:r>
              <a:rPr dirty="0" sz="1050" spc="1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10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1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curva,</a:t>
            </a:r>
            <a:r>
              <a:rPr dirty="0" sz="1050" spc="114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10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podría</a:t>
            </a:r>
            <a:r>
              <a:rPr dirty="0" sz="1050" spc="114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redondear</a:t>
            </a:r>
            <a:r>
              <a:rPr dirty="0" sz="1050" spc="9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</a:t>
            </a:r>
            <a:r>
              <a:rPr dirty="0" sz="1050" spc="1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39.0</a:t>
            </a:r>
            <a:r>
              <a:rPr dirty="0" sz="1050" spc="10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metros</a:t>
            </a:r>
            <a:r>
              <a:rPr dirty="0" sz="1050" spc="1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ya</a:t>
            </a:r>
            <a:r>
              <a:rPr dirty="0" sz="1050" spc="8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105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es </a:t>
            </a:r>
            <a:r>
              <a:rPr dirty="0" sz="1050">
                <a:latin typeface="Times New Roman"/>
                <a:cs typeface="Times New Roman"/>
              </a:rPr>
              <a:t>múltiplo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3.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050">
              <a:latin typeface="Times New Roman"/>
              <a:cs typeface="Times New Roman"/>
            </a:endParaRPr>
          </a:p>
          <a:p>
            <a:pPr algn="just" marL="12700" marR="13335">
              <a:lnSpc>
                <a:spcPts val="1220"/>
              </a:lnSpc>
            </a:pP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19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acuerdo</a:t>
            </a:r>
            <a:r>
              <a:rPr dirty="0" sz="1050" spc="20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</a:t>
            </a:r>
            <a:r>
              <a:rPr dirty="0" sz="1050" spc="18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lo</a:t>
            </a:r>
            <a:r>
              <a:rPr dirty="0" sz="1050" spc="20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anterior</a:t>
            </a:r>
            <a:r>
              <a:rPr dirty="0" sz="1050" spc="19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19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longitud</a:t>
            </a:r>
            <a:r>
              <a:rPr dirty="0" sz="1050" spc="19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19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desarrollo,</a:t>
            </a:r>
            <a:r>
              <a:rPr dirty="0" sz="1050" spc="19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tanto</a:t>
            </a:r>
            <a:r>
              <a:rPr dirty="0" sz="1050" spc="19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para</a:t>
            </a:r>
            <a:r>
              <a:rPr dirty="0" sz="1050" spc="20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18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primer</a:t>
            </a:r>
            <a:r>
              <a:rPr dirty="0" sz="1050" spc="19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ejemplo</a:t>
            </a:r>
            <a:r>
              <a:rPr dirty="0" sz="1050" spc="19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como</a:t>
            </a:r>
            <a:r>
              <a:rPr dirty="0" sz="1050" spc="19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para</a:t>
            </a:r>
            <a:r>
              <a:rPr dirty="0" sz="1050" spc="185">
                <a:latin typeface="Times New Roman"/>
                <a:cs typeface="Times New Roman"/>
              </a:rPr>
              <a:t> </a:t>
            </a:r>
            <a:r>
              <a:rPr dirty="0" sz="1050" spc="-20">
                <a:latin typeface="Times New Roman"/>
                <a:cs typeface="Times New Roman"/>
              </a:rPr>
              <a:t>este </a:t>
            </a:r>
            <a:r>
              <a:rPr dirty="0" sz="1050">
                <a:latin typeface="Times New Roman"/>
                <a:cs typeface="Times New Roman"/>
              </a:rPr>
              <a:t>segundo,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selecciona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juicio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del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diseñador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y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según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las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condiciones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existentes,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siempre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y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cuando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se </a:t>
            </a:r>
            <a:r>
              <a:rPr dirty="0" sz="1050">
                <a:latin typeface="Times New Roman"/>
                <a:cs typeface="Times New Roman"/>
              </a:rPr>
              <a:t>cumpla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con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longitud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requerida.</a:t>
            </a:r>
            <a:endParaRPr sz="1050">
              <a:latin typeface="Times New Roman"/>
              <a:cs typeface="Times New Roman"/>
            </a:endParaRPr>
          </a:p>
          <a:p>
            <a:pPr algn="just" marL="12700">
              <a:lnSpc>
                <a:spcPct val="100000"/>
              </a:lnSpc>
              <a:spcBef>
                <a:spcPts val="1155"/>
              </a:spcBef>
            </a:pPr>
            <a:r>
              <a:rPr dirty="0" sz="1050">
                <a:latin typeface="Times New Roman"/>
                <a:cs typeface="Times New Roman"/>
              </a:rPr>
              <a:t>Para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este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ejemplo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tomamos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una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longitud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desarrollo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39.0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metros</a:t>
            </a:r>
            <a:r>
              <a:rPr dirty="0" sz="1050" spc="229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y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calculamos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valor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N: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365250" y="5007623"/>
            <a:ext cx="419100" cy="200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10">
                <a:latin typeface="Times New Roman"/>
                <a:cs typeface="Times New Roman"/>
              </a:rPr>
              <a:t>2.0</a:t>
            </a:r>
            <a:r>
              <a:rPr dirty="0" sz="1150" spc="-10" i="1">
                <a:latin typeface="Times New Roman"/>
                <a:cs typeface="Times New Roman"/>
              </a:rPr>
              <a:t>x</a:t>
            </a:r>
            <a:r>
              <a:rPr dirty="0" sz="1150" spc="-10">
                <a:latin typeface="Times New Roman"/>
                <a:cs typeface="Times New Roman"/>
              </a:rPr>
              <a:t>39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070610" y="5116842"/>
            <a:ext cx="1273175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ts val="1320"/>
              </a:lnSpc>
              <a:spcBef>
                <a:spcPts val="100"/>
              </a:spcBef>
              <a:tabLst>
                <a:tab pos="724535" algn="l"/>
              </a:tabLst>
            </a:pPr>
            <a:r>
              <a:rPr dirty="0" sz="1150" i="1">
                <a:latin typeface="Times New Roman"/>
                <a:cs typeface="Times New Roman"/>
              </a:rPr>
              <a:t>N </a:t>
            </a:r>
            <a:r>
              <a:rPr dirty="0" sz="1150">
                <a:latin typeface="Consolas"/>
                <a:cs typeface="Consolas"/>
              </a:rPr>
              <a:t>= </a:t>
            </a:r>
            <a:r>
              <a:rPr dirty="0" u="sng" sz="115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sz="1150">
                <a:latin typeface="Consolas"/>
                <a:cs typeface="Consolas"/>
              </a:rPr>
              <a:t>=</a:t>
            </a:r>
            <a:r>
              <a:rPr dirty="0" sz="1150" spc="-5">
                <a:latin typeface="Consolas"/>
                <a:cs typeface="Consolas"/>
              </a:rPr>
              <a:t> </a:t>
            </a:r>
            <a:r>
              <a:rPr dirty="0" sz="1150" spc="-20">
                <a:latin typeface="Times New Roman"/>
                <a:cs typeface="Times New Roman"/>
              </a:rPr>
              <a:t>9.75</a:t>
            </a:r>
            <a:r>
              <a:rPr dirty="0" sz="1150" spc="-20" i="1">
                <a:latin typeface="Times New Roman"/>
                <a:cs typeface="Times New Roman"/>
              </a:rPr>
              <a:t>m</a:t>
            </a:r>
            <a:endParaRPr sz="1150">
              <a:latin typeface="Times New Roman"/>
              <a:cs typeface="Times New Roman"/>
            </a:endParaRPr>
          </a:p>
          <a:p>
            <a:pPr algn="ctr" marR="251460">
              <a:lnSpc>
                <a:spcPts val="1320"/>
              </a:lnSpc>
            </a:pPr>
            <a:r>
              <a:rPr dirty="0" sz="1150" spc="-50">
                <a:latin typeface="Times New Roman"/>
                <a:cs typeface="Times New Roman"/>
              </a:rPr>
              <a:t>8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040130" y="5612142"/>
            <a:ext cx="5485130" cy="25209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calcula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ahora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los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puntos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quiebre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del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peraltado: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1050">
              <a:latin typeface="Times New Roman"/>
              <a:cs typeface="Times New Roman"/>
            </a:endParaRPr>
          </a:p>
          <a:p>
            <a:pPr marL="12700" marR="2266315">
              <a:lnSpc>
                <a:spcPts val="1220"/>
              </a:lnSpc>
            </a:pPr>
            <a:r>
              <a:rPr dirty="0" sz="1050" i="1">
                <a:latin typeface="Times New Roman"/>
                <a:cs typeface="Times New Roman"/>
              </a:rPr>
              <a:t>A</a:t>
            </a:r>
            <a:r>
              <a:rPr dirty="0" sz="1050" spc="-15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=</a:t>
            </a:r>
            <a:r>
              <a:rPr dirty="0" sz="1050" spc="-15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PC</a:t>
            </a:r>
            <a:r>
              <a:rPr dirty="0" sz="1050" spc="-5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–</a:t>
            </a:r>
            <a:r>
              <a:rPr dirty="0" sz="1050" spc="-15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2Lt/3</a:t>
            </a:r>
            <a:r>
              <a:rPr dirty="0" sz="1050" spc="-10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–</a:t>
            </a:r>
            <a:r>
              <a:rPr dirty="0" sz="1050" spc="-10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N</a:t>
            </a:r>
            <a:r>
              <a:rPr dirty="0" sz="1050" spc="-15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= 851.20 –</a:t>
            </a:r>
            <a:r>
              <a:rPr dirty="0" sz="1050" spc="-20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39*2/3</a:t>
            </a:r>
            <a:r>
              <a:rPr dirty="0" sz="1050" spc="-10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–</a:t>
            </a:r>
            <a:r>
              <a:rPr dirty="0" sz="1050" spc="-5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9.75</a:t>
            </a:r>
            <a:r>
              <a:rPr dirty="0" sz="1050" spc="-10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=</a:t>
            </a:r>
            <a:r>
              <a:rPr dirty="0" sz="1050" spc="-15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815.45</a:t>
            </a:r>
            <a:r>
              <a:rPr dirty="0" sz="1050" spc="-10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B</a:t>
            </a:r>
            <a:r>
              <a:rPr dirty="0" sz="1050" spc="-10" i="1">
                <a:latin typeface="Times New Roman"/>
                <a:cs typeface="Times New Roman"/>
              </a:rPr>
              <a:t> </a:t>
            </a:r>
            <a:r>
              <a:rPr dirty="0" sz="1050" spc="-50" i="1">
                <a:latin typeface="Times New Roman"/>
                <a:cs typeface="Times New Roman"/>
              </a:rPr>
              <a:t>= </a:t>
            </a:r>
            <a:r>
              <a:rPr dirty="0" sz="1050" i="1">
                <a:latin typeface="Times New Roman"/>
                <a:cs typeface="Times New Roman"/>
              </a:rPr>
              <a:t>A</a:t>
            </a:r>
            <a:r>
              <a:rPr dirty="0" sz="1050" spc="-20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+</a:t>
            </a:r>
            <a:r>
              <a:rPr dirty="0" sz="1050" spc="-15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N</a:t>
            </a:r>
            <a:r>
              <a:rPr dirty="0" sz="1050" spc="-5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=</a:t>
            </a:r>
            <a:r>
              <a:rPr dirty="0" sz="1050" spc="-15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815.45</a:t>
            </a:r>
            <a:r>
              <a:rPr dirty="0" sz="1050" spc="-5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+</a:t>
            </a:r>
            <a:r>
              <a:rPr dirty="0" sz="1050" spc="-15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9.75 =</a:t>
            </a:r>
            <a:r>
              <a:rPr dirty="0" sz="1050" spc="-15" i="1">
                <a:latin typeface="Times New Roman"/>
                <a:cs typeface="Times New Roman"/>
              </a:rPr>
              <a:t> </a:t>
            </a:r>
            <a:r>
              <a:rPr dirty="0" sz="1050" spc="-10" i="1">
                <a:latin typeface="Times New Roman"/>
                <a:cs typeface="Times New Roman"/>
              </a:rPr>
              <a:t>825.20</a:t>
            </a: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ts val="1180"/>
              </a:lnSpc>
            </a:pPr>
            <a:r>
              <a:rPr dirty="0" sz="1050" i="1">
                <a:latin typeface="Times New Roman"/>
                <a:cs typeface="Times New Roman"/>
              </a:rPr>
              <a:t>C</a:t>
            </a:r>
            <a:r>
              <a:rPr dirty="0" sz="1050" spc="-15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=</a:t>
            </a:r>
            <a:r>
              <a:rPr dirty="0" sz="1050" spc="-10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B</a:t>
            </a:r>
            <a:r>
              <a:rPr dirty="0" sz="1050" spc="-5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+</a:t>
            </a:r>
            <a:r>
              <a:rPr dirty="0" sz="1050" spc="-15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N</a:t>
            </a:r>
            <a:r>
              <a:rPr dirty="0" sz="1050" spc="-10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=</a:t>
            </a:r>
            <a:r>
              <a:rPr dirty="0" sz="1050" spc="-15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825.20</a:t>
            </a:r>
            <a:r>
              <a:rPr dirty="0" sz="1050" spc="-5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+</a:t>
            </a:r>
            <a:r>
              <a:rPr dirty="0" sz="1050" spc="-15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9.75</a:t>
            </a:r>
            <a:r>
              <a:rPr dirty="0" sz="1050" spc="-5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=</a:t>
            </a:r>
            <a:r>
              <a:rPr dirty="0" sz="1050" spc="-15" i="1">
                <a:latin typeface="Times New Roman"/>
                <a:cs typeface="Times New Roman"/>
              </a:rPr>
              <a:t> </a:t>
            </a:r>
            <a:r>
              <a:rPr dirty="0" sz="1050" spc="-10" i="1">
                <a:latin typeface="Times New Roman"/>
                <a:cs typeface="Times New Roman"/>
              </a:rPr>
              <a:t>834.95</a:t>
            </a: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ts val="1225"/>
              </a:lnSpc>
            </a:pPr>
            <a:r>
              <a:rPr dirty="0" sz="1050" i="1">
                <a:latin typeface="Times New Roman"/>
                <a:cs typeface="Times New Roman"/>
              </a:rPr>
              <a:t>D</a:t>
            </a:r>
            <a:r>
              <a:rPr dirty="0" sz="1050" spc="-20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=</a:t>
            </a:r>
            <a:r>
              <a:rPr dirty="0" sz="1050" spc="-15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PC</a:t>
            </a:r>
            <a:r>
              <a:rPr dirty="0" sz="1050" spc="-15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+</a:t>
            </a:r>
            <a:r>
              <a:rPr dirty="0" sz="1050" spc="-20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Lt/3 =</a:t>
            </a:r>
            <a:r>
              <a:rPr dirty="0" sz="1050" spc="-15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851.20</a:t>
            </a:r>
            <a:r>
              <a:rPr dirty="0" sz="1050" spc="-10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+</a:t>
            </a:r>
            <a:r>
              <a:rPr dirty="0" sz="1050" spc="-20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39/3</a:t>
            </a:r>
            <a:r>
              <a:rPr dirty="0" sz="1050" spc="-10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=</a:t>
            </a:r>
            <a:r>
              <a:rPr dirty="0" sz="1050" spc="-15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864.20</a:t>
            </a:r>
            <a:r>
              <a:rPr dirty="0" sz="1050" spc="-15" i="1">
                <a:latin typeface="Times New Roman"/>
                <a:cs typeface="Times New Roman"/>
              </a:rPr>
              <a:t> </a:t>
            </a:r>
            <a:r>
              <a:rPr dirty="0" sz="1050" spc="-50" i="1">
                <a:latin typeface="Times New Roman"/>
                <a:cs typeface="Times New Roman"/>
              </a:rPr>
              <a:t>E</a:t>
            </a: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ts val="1220"/>
              </a:lnSpc>
            </a:pPr>
            <a:r>
              <a:rPr dirty="0" sz="1050" i="1">
                <a:latin typeface="Times New Roman"/>
                <a:cs typeface="Times New Roman"/>
              </a:rPr>
              <a:t>=</a:t>
            </a:r>
            <a:r>
              <a:rPr dirty="0" sz="1050" spc="-20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PT</a:t>
            </a:r>
            <a:r>
              <a:rPr dirty="0" sz="1050" spc="-10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–</a:t>
            </a:r>
            <a:r>
              <a:rPr dirty="0" sz="1050" spc="-20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Lt/3 =</a:t>
            </a:r>
            <a:r>
              <a:rPr dirty="0" sz="1050" spc="-15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903.41-</a:t>
            </a:r>
            <a:r>
              <a:rPr dirty="0" sz="1050" spc="-15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39/3</a:t>
            </a:r>
            <a:r>
              <a:rPr dirty="0" sz="1050" spc="-10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=</a:t>
            </a:r>
            <a:r>
              <a:rPr dirty="0" sz="1050" spc="-15" i="1">
                <a:latin typeface="Times New Roman"/>
                <a:cs typeface="Times New Roman"/>
              </a:rPr>
              <a:t> </a:t>
            </a:r>
            <a:r>
              <a:rPr dirty="0" sz="1050" spc="-10" i="1">
                <a:latin typeface="Times New Roman"/>
                <a:cs typeface="Times New Roman"/>
              </a:rPr>
              <a:t>890.41</a:t>
            </a: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ts val="1220"/>
              </a:lnSpc>
            </a:pPr>
            <a:r>
              <a:rPr dirty="0" sz="1050" i="1">
                <a:latin typeface="Times New Roman"/>
                <a:cs typeface="Times New Roman"/>
              </a:rPr>
              <a:t>F</a:t>
            </a:r>
            <a:r>
              <a:rPr dirty="0" sz="1050" spc="-15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=</a:t>
            </a:r>
            <a:r>
              <a:rPr dirty="0" sz="1050" spc="-15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PT</a:t>
            </a:r>
            <a:r>
              <a:rPr dirty="0" sz="1050" spc="-10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+</a:t>
            </a:r>
            <a:r>
              <a:rPr dirty="0" sz="1050" spc="-15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2Lt/3</a:t>
            </a:r>
            <a:r>
              <a:rPr dirty="0" sz="1050" spc="-10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–</a:t>
            </a:r>
            <a:r>
              <a:rPr dirty="0" sz="1050" spc="-10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N</a:t>
            </a:r>
            <a:r>
              <a:rPr dirty="0" sz="1050" spc="-15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=</a:t>
            </a:r>
            <a:r>
              <a:rPr dirty="0" sz="1050" spc="-15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903.41</a:t>
            </a:r>
            <a:r>
              <a:rPr dirty="0" sz="1050" spc="-10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+</a:t>
            </a:r>
            <a:r>
              <a:rPr dirty="0" sz="1050" spc="-10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39*2/3</a:t>
            </a:r>
            <a:r>
              <a:rPr dirty="0" sz="1050" spc="-10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–</a:t>
            </a:r>
            <a:r>
              <a:rPr dirty="0" sz="1050" spc="-10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9.75</a:t>
            </a:r>
            <a:r>
              <a:rPr dirty="0" sz="1050" spc="-10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=</a:t>
            </a:r>
            <a:r>
              <a:rPr dirty="0" sz="1050" spc="-15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919.66</a:t>
            </a:r>
            <a:r>
              <a:rPr dirty="0" sz="1050" spc="-10" i="1">
                <a:latin typeface="Times New Roman"/>
                <a:cs typeface="Times New Roman"/>
              </a:rPr>
              <a:t> </a:t>
            </a:r>
            <a:r>
              <a:rPr dirty="0" sz="1050" spc="-50" i="1">
                <a:latin typeface="Times New Roman"/>
                <a:cs typeface="Times New Roman"/>
              </a:rPr>
              <a:t>G</a:t>
            </a: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ts val="1220"/>
              </a:lnSpc>
            </a:pPr>
            <a:r>
              <a:rPr dirty="0" sz="1050" i="1">
                <a:latin typeface="Times New Roman"/>
                <a:cs typeface="Times New Roman"/>
              </a:rPr>
              <a:t>=</a:t>
            </a:r>
            <a:r>
              <a:rPr dirty="0" sz="1050" spc="-15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F</a:t>
            </a:r>
            <a:r>
              <a:rPr dirty="0" sz="1050" spc="-15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+</a:t>
            </a:r>
            <a:r>
              <a:rPr dirty="0" sz="1050" spc="-15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N</a:t>
            </a:r>
            <a:r>
              <a:rPr dirty="0" sz="1050" spc="-5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=</a:t>
            </a:r>
            <a:r>
              <a:rPr dirty="0" sz="1050" spc="-15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919.66 +</a:t>
            </a:r>
            <a:r>
              <a:rPr dirty="0" sz="1050" spc="-15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9.75</a:t>
            </a:r>
            <a:r>
              <a:rPr dirty="0" sz="1050" spc="-10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=</a:t>
            </a:r>
            <a:r>
              <a:rPr dirty="0" sz="1050" spc="-15" i="1">
                <a:latin typeface="Times New Roman"/>
                <a:cs typeface="Times New Roman"/>
              </a:rPr>
              <a:t> </a:t>
            </a:r>
            <a:r>
              <a:rPr dirty="0" sz="1050" spc="-10" i="1">
                <a:latin typeface="Times New Roman"/>
                <a:cs typeface="Times New Roman"/>
              </a:rPr>
              <a:t>929.41</a:t>
            </a: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ts val="1240"/>
              </a:lnSpc>
            </a:pPr>
            <a:r>
              <a:rPr dirty="0" sz="1050" i="1">
                <a:latin typeface="Times New Roman"/>
                <a:cs typeface="Times New Roman"/>
              </a:rPr>
              <a:t>H</a:t>
            </a:r>
            <a:r>
              <a:rPr dirty="0" sz="1050" spc="-15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=</a:t>
            </a:r>
            <a:r>
              <a:rPr dirty="0" sz="1050" spc="-15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G</a:t>
            </a:r>
            <a:r>
              <a:rPr dirty="0" sz="1050" spc="-15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+</a:t>
            </a:r>
            <a:r>
              <a:rPr dirty="0" sz="1050" spc="-15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N</a:t>
            </a:r>
            <a:r>
              <a:rPr dirty="0" sz="1050" spc="-15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=</a:t>
            </a:r>
            <a:r>
              <a:rPr dirty="0" sz="1050" spc="-15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929.41</a:t>
            </a:r>
            <a:r>
              <a:rPr dirty="0" sz="1050" spc="-10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+</a:t>
            </a:r>
            <a:r>
              <a:rPr dirty="0" sz="1050" spc="-10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9.75 =</a:t>
            </a:r>
            <a:r>
              <a:rPr dirty="0" sz="1050" spc="-15" i="1">
                <a:latin typeface="Times New Roman"/>
                <a:cs typeface="Times New Roman"/>
              </a:rPr>
              <a:t> </a:t>
            </a:r>
            <a:r>
              <a:rPr dirty="0" sz="1050" spc="-10" i="1">
                <a:latin typeface="Times New Roman"/>
                <a:cs typeface="Times New Roman"/>
              </a:rPr>
              <a:t>939.16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050">
              <a:latin typeface="Times New Roman"/>
              <a:cs typeface="Times New Roman"/>
            </a:endParaRPr>
          </a:p>
          <a:p>
            <a:pPr algn="just" marL="12700" marR="5080">
              <a:lnSpc>
                <a:spcPts val="1220"/>
              </a:lnSpc>
            </a:pP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observa</a:t>
            </a:r>
            <a:r>
              <a:rPr dirty="0" sz="1050" spc="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longitud</a:t>
            </a:r>
            <a:r>
              <a:rPr dirty="0" sz="1050" spc="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curva</a:t>
            </a:r>
            <a:r>
              <a:rPr dirty="0" sz="1050" spc="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circular</a:t>
            </a:r>
            <a:r>
              <a:rPr dirty="0" sz="1050" spc="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</a:t>
            </a:r>
            <a:r>
              <a:rPr dirty="0" sz="1050" spc="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52.21</a:t>
            </a:r>
            <a:r>
              <a:rPr dirty="0" sz="1050" spc="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(903.41</a:t>
            </a:r>
            <a:r>
              <a:rPr dirty="0" sz="1050" spc="5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–</a:t>
            </a:r>
            <a:r>
              <a:rPr dirty="0" sz="1050" spc="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851.20)</a:t>
            </a:r>
            <a:r>
              <a:rPr dirty="0" sz="1050" spc="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y</a:t>
            </a:r>
            <a:r>
              <a:rPr dirty="0" sz="1050" spc="5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220">
                <a:latin typeface="Times New Roman"/>
                <a:cs typeface="Times New Roman"/>
              </a:rPr>
              <a:t>  </a:t>
            </a:r>
            <a:r>
              <a:rPr dirty="0" sz="1050">
                <a:latin typeface="Times New Roman"/>
                <a:cs typeface="Times New Roman"/>
              </a:rPr>
              <a:t>al</a:t>
            </a:r>
            <a:r>
              <a:rPr dirty="0" sz="1050" spc="5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restarle</a:t>
            </a:r>
            <a:r>
              <a:rPr dirty="0" sz="1050" spc="55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dos </a:t>
            </a:r>
            <a:r>
              <a:rPr dirty="0" sz="1050">
                <a:latin typeface="Times New Roman"/>
                <a:cs typeface="Times New Roman"/>
              </a:rPr>
              <a:t>veces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Lt/3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obtiene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un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valor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26.41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equivalente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mitad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longitud,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aproximadamente,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por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lo </a:t>
            </a:r>
            <a:r>
              <a:rPr dirty="0" sz="1050">
                <a:latin typeface="Times New Roman"/>
                <a:cs typeface="Times New Roman"/>
              </a:rPr>
              <a:t>tanto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este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método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puede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aplicar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esta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curva.</a:t>
            </a:r>
            <a:endParaRPr sz="1050">
              <a:latin typeface="Times New Roman"/>
              <a:cs typeface="Times New Roman"/>
            </a:endParaRPr>
          </a:p>
          <a:p>
            <a:pPr algn="just" marL="12700">
              <a:lnSpc>
                <a:spcPct val="100000"/>
              </a:lnSpc>
              <a:spcBef>
                <a:spcPts val="1170"/>
              </a:spcBef>
            </a:pP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tiene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entonces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para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estos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puntos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valor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del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siguiente: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1379219" y="3016262"/>
            <a:ext cx="184150" cy="0"/>
          </a:xfrm>
          <a:custGeom>
            <a:avLst/>
            <a:gdLst/>
            <a:ahLst/>
            <a:cxnLst/>
            <a:rect l="l" t="t" r="r" b="b"/>
            <a:pathLst>
              <a:path w="184150" h="0">
                <a:moveTo>
                  <a:pt x="0" y="0"/>
                </a:moveTo>
                <a:lnTo>
                  <a:pt x="18415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1737360" y="3016262"/>
            <a:ext cx="414655" cy="0"/>
          </a:xfrm>
          <a:custGeom>
            <a:avLst/>
            <a:gdLst/>
            <a:ahLst/>
            <a:cxnLst/>
            <a:rect l="l" t="t" r="r" b="b"/>
            <a:pathLst>
              <a:path w="414655" h="0">
                <a:moveTo>
                  <a:pt x="0" y="0"/>
                </a:moveTo>
                <a:lnTo>
                  <a:pt x="414654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 descr=""/>
          <p:cNvGraphicFramePr>
            <a:graphicFrameLocks noGrp="1"/>
          </p:cNvGraphicFramePr>
          <p:nvPr/>
        </p:nvGraphicFramePr>
        <p:xfrm>
          <a:off x="1009014" y="1409712"/>
          <a:ext cx="5175250" cy="27908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73430"/>
                <a:gridCol w="937259"/>
                <a:gridCol w="1495425"/>
                <a:gridCol w="1886585"/>
              </a:tblGrid>
              <a:tr h="307340">
                <a:tc>
                  <a:txBody>
                    <a:bodyPr/>
                    <a:lstStyle/>
                    <a:p>
                      <a:pPr marL="111125">
                        <a:lnSpc>
                          <a:spcPts val="1205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PUNTO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7170">
                        <a:lnSpc>
                          <a:spcPts val="1205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ABSCISA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7480" marR="405765">
                        <a:lnSpc>
                          <a:spcPts val="1170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PERALTE IZQUIERDO(%)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13384" marR="636270">
                        <a:lnSpc>
                          <a:spcPts val="1170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PERALTE DERECHO(%)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1785">
                <a:tc>
                  <a:txBody>
                    <a:bodyPr/>
                    <a:lstStyle/>
                    <a:p>
                      <a:pPr marL="225425">
                        <a:lnSpc>
                          <a:spcPts val="1215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A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7170">
                        <a:lnSpc>
                          <a:spcPts val="1215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815.45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565150" marR="688975" indent="1905">
                        <a:lnSpc>
                          <a:spcPts val="1190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- </a:t>
                      </a: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2.00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4865" marR="821055" indent="1905">
                        <a:lnSpc>
                          <a:spcPts val="1190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- </a:t>
                      </a: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2.00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7340">
                <a:tc>
                  <a:txBody>
                    <a:bodyPr/>
                    <a:lstStyle/>
                    <a:p>
                      <a:pPr marL="225425">
                        <a:lnSpc>
                          <a:spcPts val="1205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B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7170">
                        <a:lnSpc>
                          <a:spcPts val="1205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825.20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565150" marR="688975" indent="1905">
                        <a:lnSpc>
                          <a:spcPts val="1170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- </a:t>
                      </a: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2.00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8575">
                        <a:lnSpc>
                          <a:spcPts val="1205"/>
                        </a:lnSpc>
                      </a:pP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0.00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2420">
                <a:tc>
                  <a:txBody>
                    <a:bodyPr/>
                    <a:lstStyle/>
                    <a:p>
                      <a:pPr marL="225425">
                        <a:lnSpc>
                          <a:spcPts val="1215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C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7170">
                        <a:lnSpc>
                          <a:spcPts val="1215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834.95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algn="r" marR="831215">
                        <a:lnSpc>
                          <a:spcPts val="1180"/>
                        </a:lnSpc>
                        <a:tabLst>
                          <a:tab pos="1706245" algn="l"/>
                        </a:tabLst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dirty="0" sz="105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050" spc="-25">
                          <a:latin typeface="Times New Roman"/>
                          <a:cs typeface="Times New Roman"/>
                        </a:rPr>
                        <a:t>+2.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algn="r" marR="852805">
                        <a:lnSpc>
                          <a:spcPts val="1180"/>
                        </a:lnSpc>
                        <a:tabLst>
                          <a:tab pos="1823085" algn="l"/>
                        </a:tabLst>
                      </a:pP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2.00</a:t>
                      </a:r>
                      <a:r>
                        <a:rPr dirty="0" sz="105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050" spc="-25">
                          <a:latin typeface="Times New Roman"/>
                          <a:cs typeface="Times New Roman"/>
                        </a:rPr>
                        <a:t>00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09245">
                <a:tc>
                  <a:txBody>
                    <a:bodyPr/>
                    <a:lstStyle/>
                    <a:p>
                      <a:pPr marL="224790">
                        <a:lnSpc>
                          <a:spcPts val="1205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D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7170">
                        <a:lnSpc>
                          <a:spcPts val="1205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864.20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algn="r" marR="831215">
                        <a:lnSpc>
                          <a:spcPts val="1165"/>
                        </a:lnSpc>
                        <a:tabLst>
                          <a:tab pos="1706245" algn="l"/>
                        </a:tabLst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dirty="0" sz="105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050" spc="-25">
                          <a:latin typeface="Times New Roman"/>
                          <a:cs typeface="Times New Roman"/>
                        </a:rPr>
                        <a:t>+8.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algn="r" marR="852805">
                        <a:lnSpc>
                          <a:spcPts val="1175"/>
                        </a:lnSpc>
                        <a:tabLst>
                          <a:tab pos="1823085" algn="l"/>
                        </a:tabLst>
                      </a:pP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8.00</a:t>
                      </a:r>
                      <a:r>
                        <a:rPr dirty="0" sz="105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050" spc="-25">
                          <a:latin typeface="Times New Roman"/>
                          <a:cs typeface="Times New Roman"/>
                        </a:rPr>
                        <a:t>00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12420">
                <a:tc>
                  <a:txBody>
                    <a:bodyPr/>
                    <a:lstStyle/>
                    <a:p>
                      <a:pPr marL="225425">
                        <a:lnSpc>
                          <a:spcPts val="1215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E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7170">
                        <a:lnSpc>
                          <a:spcPts val="1215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890.41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algn="r" marR="831215">
                        <a:lnSpc>
                          <a:spcPts val="1180"/>
                        </a:lnSpc>
                        <a:tabLst>
                          <a:tab pos="1706245" algn="l"/>
                        </a:tabLst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dirty="0" sz="105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050" spc="-25">
                          <a:latin typeface="Times New Roman"/>
                          <a:cs typeface="Times New Roman"/>
                        </a:rPr>
                        <a:t>+8.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algn="r" marR="852805">
                        <a:lnSpc>
                          <a:spcPts val="1180"/>
                        </a:lnSpc>
                        <a:tabLst>
                          <a:tab pos="1823085" algn="l"/>
                        </a:tabLst>
                      </a:pP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8.00</a:t>
                      </a:r>
                      <a:r>
                        <a:rPr dirty="0" sz="105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050" spc="-25">
                          <a:latin typeface="Times New Roman"/>
                          <a:cs typeface="Times New Roman"/>
                        </a:rPr>
                        <a:t>00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11150">
                <a:tc>
                  <a:txBody>
                    <a:bodyPr/>
                    <a:lstStyle/>
                    <a:p>
                      <a:pPr marL="225425">
                        <a:lnSpc>
                          <a:spcPts val="1205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F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7170">
                        <a:lnSpc>
                          <a:spcPts val="1205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919.66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algn="r" marR="831215">
                        <a:lnSpc>
                          <a:spcPts val="1170"/>
                        </a:lnSpc>
                        <a:tabLst>
                          <a:tab pos="1706245" algn="l"/>
                        </a:tabLst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dirty="0" sz="105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050" spc="-25">
                          <a:latin typeface="Times New Roman"/>
                          <a:cs typeface="Times New Roman"/>
                        </a:rPr>
                        <a:t>+2.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algn="r" marR="852805">
                        <a:lnSpc>
                          <a:spcPts val="1180"/>
                        </a:lnSpc>
                        <a:tabLst>
                          <a:tab pos="1823085" algn="l"/>
                        </a:tabLst>
                      </a:pP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2.00</a:t>
                      </a:r>
                      <a:r>
                        <a:rPr dirty="0" sz="105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050" spc="-25">
                          <a:latin typeface="Times New Roman"/>
                          <a:cs typeface="Times New Roman"/>
                        </a:rPr>
                        <a:t>00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06705">
                <a:tc>
                  <a:txBody>
                    <a:bodyPr/>
                    <a:lstStyle/>
                    <a:p>
                      <a:pPr marL="225425">
                        <a:lnSpc>
                          <a:spcPts val="1205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G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7170">
                        <a:lnSpc>
                          <a:spcPts val="1205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929.41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565150" marR="688975" indent="1905">
                        <a:lnSpc>
                          <a:spcPts val="1170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- </a:t>
                      </a: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2.00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8575">
                        <a:lnSpc>
                          <a:spcPts val="1205"/>
                        </a:lnSpc>
                      </a:pP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0.00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2420">
                <a:tc>
                  <a:txBody>
                    <a:bodyPr/>
                    <a:lstStyle/>
                    <a:p>
                      <a:pPr marL="225425">
                        <a:lnSpc>
                          <a:spcPts val="1215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H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7170">
                        <a:lnSpc>
                          <a:spcPts val="1215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939.16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565150" marR="688975" indent="1905">
                        <a:lnSpc>
                          <a:spcPts val="1190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- </a:t>
                      </a: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2.00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4865" marR="821055" indent="1905">
                        <a:lnSpc>
                          <a:spcPts val="1190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- </a:t>
                      </a: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2.00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" name="object 3" descr=""/>
          <p:cNvSpPr txBox="1"/>
          <p:nvPr/>
        </p:nvSpPr>
        <p:spPr>
          <a:xfrm>
            <a:off x="1040130" y="4351032"/>
            <a:ext cx="5490210" cy="5525770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algn="just" marL="12700" marR="5080">
              <a:lnSpc>
                <a:spcPts val="1220"/>
              </a:lnSpc>
              <a:spcBef>
                <a:spcPts val="175"/>
              </a:spcBef>
            </a:pP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cálculo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del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para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las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diferentes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abscisas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redondas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(múltiplo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10)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entre</a:t>
            </a:r>
            <a:r>
              <a:rPr dirty="0" sz="1050" spc="2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los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puntos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y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H</a:t>
            </a:r>
            <a:r>
              <a:rPr dirty="0" sz="1050" spc="229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se </a:t>
            </a:r>
            <a:r>
              <a:rPr dirty="0" sz="1050">
                <a:latin typeface="Times New Roman"/>
                <a:cs typeface="Times New Roman"/>
              </a:rPr>
              <a:t>realiza</a:t>
            </a:r>
            <a:r>
              <a:rPr dirty="0" sz="1050" spc="2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2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manera</a:t>
            </a:r>
            <a:r>
              <a:rPr dirty="0" sz="1050" spc="2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similar</a:t>
            </a:r>
            <a:r>
              <a:rPr dirty="0" sz="1050" spc="2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al</a:t>
            </a:r>
            <a:r>
              <a:rPr dirty="0" sz="1050" spc="265">
                <a:latin typeface="Times New Roman"/>
                <a:cs typeface="Times New Roman"/>
              </a:rPr>
              <a:t>  </a:t>
            </a:r>
            <a:r>
              <a:rPr dirty="0" sz="1050">
                <a:latin typeface="Times New Roman"/>
                <a:cs typeface="Times New Roman"/>
              </a:rPr>
              <a:t>ejemplo</a:t>
            </a:r>
            <a:r>
              <a:rPr dirty="0" sz="1050" spc="270">
                <a:latin typeface="Times New Roman"/>
                <a:cs typeface="Times New Roman"/>
              </a:rPr>
              <a:t>  </a:t>
            </a:r>
            <a:r>
              <a:rPr dirty="0" sz="1050">
                <a:latin typeface="Times New Roman"/>
                <a:cs typeface="Times New Roman"/>
              </a:rPr>
              <a:t>anterior.</a:t>
            </a:r>
            <a:r>
              <a:rPr dirty="0" sz="1050" spc="2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Adicionalmente</a:t>
            </a:r>
            <a:r>
              <a:rPr dirty="0" sz="1050" spc="2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2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deben</a:t>
            </a:r>
            <a:r>
              <a:rPr dirty="0" sz="1050" spc="2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calcular</a:t>
            </a:r>
            <a:r>
              <a:rPr dirty="0" sz="1050" spc="2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los</a:t>
            </a:r>
            <a:r>
              <a:rPr dirty="0" sz="1050" spc="260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peraltes correspondientes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 las abscisas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del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PC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y</a:t>
            </a:r>
            <a:r>
              <a:rPr dirty="0" sz="1050" spc="310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PT.</a:t>
            </a: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65"/>
              </a:spcBef>
            </a:pP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factor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es: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50">
                <a:latin typeface="Times New Roman"/>
                <a:cs typeface="Times New Roman"/>
              </a:rPr>
              <a:t>Fp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=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/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Lt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=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8.0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/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39.0 =</a:t>
            </a:r>
            <a:r>
              <a:rPr dirty="0" sz="1050" spc="-10">
                <a:latin typeface="Times New Roman"/>
                <a:cs typeface="Times New Roman"/>
              </a:rPr>
              <a:t> 0.205.</a:t>
            </a: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dirty="0" sz="1050">
                <a:latin typeface="Times New Roman"/>
                <a:cs typeface="Times New Roman"/>
              </a:rPr>
              <a:t>Significa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entonces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por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cada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metro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varía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.205%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y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por</a:t>
            </a:r>
            <a:r>
              <a:rPr dirty="0" sz="1050" spc="229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cada</a:t>
            </a:r>
            <a:r>
              <a:rPr dirty="0" sz="1050" spc="2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10</a:t>
            </a:r>
            <a:r>
              <a:rPr dirty="0" sz="1050" spc="2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metros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varia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2.05%.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050">
              <a:latin typeface="Times New Roman"/>
              <a:cs typeface="Times New Roman"/>
            </a:endParaRPr>
          </a:p>
          <a:p>
            <a:pPr algn="just" marL="12700" marR="7620">
              <a:lnSpc>
                <a:spcPts val="1220"/>
              </a:lnSpc>
              <a:spcBef>
                <a:spcPts val="5"/>
              </a:spcBef>
            </a:pPr>
            <a:r>
              <a:rPr dirty="0" sz="1050">
                <a:latin typeface="Times New Roman"/>
                <a:cs typeface="Times New Roman"/>
              </a:rPr>
              <a:t>Para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cada una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las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abscisas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conforman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tabla, desde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abscisa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815.45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hasta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abscisa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939.16,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calcula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valor</a:t>
            </a:r>
            <a:r>
              <a:rPr dirty="0" sz="1050" spc="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del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peralte.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Este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determina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con</a:t>
            </a:r>
            <a:r>
              <a:rPr dirty="0" sz="1050" spc="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factor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peralte,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</a:t>
            </a:r>
            <a:r>
              <a:rPr dirty="0" sz="1050" spc="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este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caso</a:t>
            </a:r>
            <a:r>
              <a:rPr dirty="0" sz="1050" spc="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0.205</a:t>
            </a:r>
            <a:r>
              <a:rPr dirty="0" sz="1050" spc="35">
                <a:latin typeface="Times New Roman"/>
                <a:cs typeface="Times New Roman"/>
              </a:rPr>
              <a:t> </a:t>
            </a:r>
            <a:r>
              <a:rPr dirty="0" sz="1050" spc="-50">
                <a:latin typeface="Times New Roman"/>
                <a:cs typeface="Times New Roman"/>
              </a:rPr>
              <a:t>y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8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distancia</a:t>
            </a:r>
            <a:r>
              <a:rPr dirty="0" sz="1050" spc="10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con</a:t>
            </a:r>
            <a:r>
              <a:rPr dirty="0" sz="1050" spc="9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respecto</a:t>
            </a:r>
            <a:r>
              <a:rPr dirty="0" sz="1050" spc="10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al</a:t>
            </a:r>
            <a:r>
              <a:rPr dirty="0" sz="1050" spc="8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punto</a:t>
            </a:r>
            <a:r>
              <a:rPr dirty="0" sz="1050" spc="9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B,</a:t>
            </a:r>
            <a:r>
              <a:rPr dirty="0" sz="1050" spc="9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825.20,</a:t>
            </a:r>
            <a:r>
              <a:rPr dirty="0" sz="1050" spc="9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para</a:t>
            </a:r>
            <a:r>
              <a:rPr dirty="0" sz="1050" spc="9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las</a:t>
            </a:r>
            <a:r>
              <a:rPr dirty="0" sz="1050" spc="10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abscisas</a:t>
            </a:r>
            <a:r>
              <a:rPr dirty="0" sz="1050" spc="9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menores</a:t>
            </a:r>
            <a:r>
              <a:rPr dirty="0" sz="1050" spc="10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</a:t>
            </a:r>
            <a:r>
              <a:rPr dirty="0" sz="1050" spc="9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864.20</a:t>
            </a:r>
            <a:r>
              <a:rPr dirty="0" sz="1050" spc="10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o</a:t>
            </a:r>
            <a:r>
              <a:rPr dirty="0" sz="1050" spc="9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10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distancia</a:t>
            </a:r>
            <a:r>
              <a:rPr dirty="0" sz="1050" spc="85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con </a:t>
            </a:r>
            <a:r>
              <a:rPr dirty="0" sz="1050">
                <a:latin typeface="Times New Roman"/>
                <a:cs typeface="Times New Roman"/>
              </a:rPr>
              <a:t>respecto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al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punto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G,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929.41,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para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las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abscisas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mayores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890.41.</a:t>
            </a: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55"/>
              </a:spcBef>
            </a:pP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valor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del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para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abscisa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820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determina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siguiente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manera: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baseline="2645" sz="1575">
                <a:latin typeface="Times New Roman"/>
                <a:cs typeface="Times New Roman"/>
              </a:rPr>
              <a:t>D</a:t>
            </a:r>
            <a:r>
              <a:rPr dirty="0" sz="650">
                <a:latin typeface="Times New Roman"/>
                <a:cs typeface="Times New Roman"/>
              </a:rPr>
              <a:t>820</a:t>
            </a:r>
            <a:r>
              <a:rPr dirty="0" sz="650" spc="-1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=</a:t>
            </a:r>
            <a:r>
              <a:rPr dirty="0" baseline="2645" sz="1575" spc="-3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825.20</a:t>
            </a:r>
            <a:r>
              <a:rPr dirty="0" baseline="2645" sz="1575" spc="-22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-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820.00</a:t>
            </a:r>
            <a:r>
              <a:rPr dirty="0" baseline="2645" sz="1575" spc="-7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=</a:t>
            </a:r>
            <a:r>
              <a:rPr dirty="0" baseline="2645" sz="1575" spc="-30">
                <a:latin typeface="Times New Roman"/>
                <a:cs typeface="Times New Roman"/>
              </a:rPr>
              <a:t> 5.20</a:t>
            </a:r>
            <a:endParaRPr baseline="2645" sz="1575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baseline="2645" sz="1575">
                <a:latin typeface="Times New Roman"/>
                <a:cs typeface="Times New Roman"/>
              </a:rPr>
              <a:t>e</a:t>
            </a:r>
            <a:r>
              <a:rPr dirty="0" sz="650">
                <a:latin typeface="Times New Roman"/>
                <a:cs typeface="Times New Roman"/>
              </a:rPr>
              <a:t>820</a:t>
            </a:r>
            <a:r>
              <a:rPr dirty="0" sz="650" spc="-2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=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5.20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x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0.225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=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 spc="-30">
                <a:latin typeface="Times New Roman"/>
                <a:cs typeface="Times New Roman"/>
              </a:rPr>
              <a:t>1.07%</a:t>
            </a:r>
            <a:endParaRPr baseline="2645" sz="1575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50">
                <a:latin typeface="Times New Roman"/>
                <a:cs typeface="Times New Roman"/>
              </a:rPr>
              <a:t>Abscisa</a:t>
            </a:r>
            <a:r>
              <a:rPr dirty="0" sz="1050" spc="-50">
                <a:latin typeface="Times New Roman"/>
                <a:cs typeface="Times New Roman"/>
              </a:rPr>
              <a:t> </a:t>
            </a:r>
            <a:r>
              <a:rPr dirty="0" sz="1050" spc="-20">
                <a:latin typeface="Times New Roman"/>
                <a:cs typeface="Times New Roman"/>
              </a:rPr>
              <a:t>830: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baseline="2645" sz="1575">
                <a:latin typeface="Times New Roman"/>
                <a:cs typeface="Times New Roman"/>
              </a:rPr>
              <a:t>D</a:t>
            </a:r>
            <a:r>
              <a:rPr dirty="0" sz="650">
                <a:latin typeface="Times New Roman"/>
                <a:cs typeface="Times New Roman"/>
              </a:rPr>
              <a:t>830</a:t>
            </a:r>
            <a:r>
              <a:rPr dirty="0" sz="650" spc="-1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=</a:t>
            </a:r>
            <a:r>
              <a:rPr dirty="0" baseline="2645" sz="1575" spc="-3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830.00</a:t>
            </a:r>
            <a:r>
              <a:rPr dirty="0" baseline="2645" sz="1575" spc="-22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-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825.20</a:t>
            </a:r>
            <a:r>
              <a:rPr dirty="0" baseline="2645" sz="1575" spc="-7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-</a:t>
            </a:r>
            <a:r>
              <a:rPr dirty="0" baseline="2645" sz="1575" spc="-3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820.00</a:t>
            </a:r>
            <a:r>
              <a:rPr dirty="0" baseline="2645" sz="1575" spc="-22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=</a:t>
            </a:r>
            <a:r>
              <a:rPr dirty="0" baseline="2645" sz="1575" spc="-22">
                <a:latin typeface="Times New Roman"/>
                <a:cs typeface="Times New Roman"/>
              </a:rPr>
              <a:t> </a:t>
            </a:r>
            <a:r>
              <a:rPr dirty="0" baseline="2645" sz="1575" spc="-30">
                <a:latin typeface="Times New Roman"/>
                <a:cs typeface="Times New Roman"/>
              </a:rPr>
              <a:t>4.80</a:t>
            </a:r>
            <a:endParaRPr baseline="2645" sz="1575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baseline="2645" sz="1575">
                <a:latin typeface="Times New Roman"/>
                <a:cs typeface="Times New Roman"/>
              </a:rPr>
              <a:t>e</a:t>
            </a:r>
            <a:r>
              <a:rPr dirty="0" sz="650">
                <a:latin typeface="Times New Roman"/>
                <a:cs typeface="Times New Roman"/>
              </a:rPr>
              <a:t>830</a:t>
            </a:r>
            <a:r>
              <a:rPr dirty="0" sz="650" spc="-2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=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4.80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x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0.225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=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 spc="-30">
                <a:latin typeface="Times New Roman"/>
                <a:cs typeface="Times New Roman"/>
              </a:rPr>
              <a:t>0.98%</a:t>
            </a:r>
            <a:endParaRPr baseline="2645" sz="1575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1050">
              <a:latin typeface="Times New Roman"/>
              <a:cs typeface="Times New Roman"/>
            </a:endParaRPr>
          </a:p>
          <a:p>
            <a:pPr algn="just" marL="12700" marR="7620">
              <a:lnSpc>
                <a:spcPts val="1220"/>
              </a:lnSpc>
              <a:spcBef>
                <a:spcPts val="5"/>
              </a:spcBef>
            </a:pP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5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podrá</a:t>
            </a:r>
            <a:r>
              <a:rPr dirty="0" sz="1050" spc="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observar</a:t>
            </a:r>
            <a:r>
              <a:rPr dirty="0" sz="1050" spc="5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3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</a:t>
            </a:r>
            <a:r>
              <a:rPr dirty="0" sz="1050" spc="5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los</a:t>
            </a:r>
            <a:r>
              <a:rPr dirty="0" sz="1050" spc="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diferentes</a:t>
            </a:r>
            <a:r>
              <a:rPr dirty="0" sz="1050" spc="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cálculos</a:t>
            </a:r>
            <a:r>
              <a:rPr dirty="0" sz="1050" spc="5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realizados</a:t>
            </a:r>
            <a:r>
              <a:rPr dirty="0" sz="1050" spc="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no</a:t>
            </a:r>
            <a:r>
              <a:rPr dirty="0" sz="1050" spc="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ha</a:t>
            </a:r>
            <a:r>
              <a:rPr dirty="0" sz="1050" spc="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considerado</a:t>
            </a:r>
            <a:r>
              <a:rPr dirty="0" sz="1050" spc="38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signo.</a:t>
            </a:r>
            <a:r>
              <a:rPr dirty="0" sz="1050" spc="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5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valor </a:t>
            </a:r>
            <a:r>
              <a:rPr dirty="0" sz="1050">
                <a:latin typeface="Times New Roman"/>
                <a:cs typeface="Times New Roman"/>
              </a:rPr>
              <a:t>positivo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o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negativo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los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resultados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definido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acuerdo</a:t>
            </a:r>
            <a:r>
              <a:rPr dirty="0" sz="1050" spc="8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al sentido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curva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y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ubicación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de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abscisa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14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calcula.</a:t>
            </a:r>
            <a:endParaRPr sz="1050">
              <a:latin typeface="Times New Roman"/>
              <a:cs typeface="Times New Roman"/>
            </a:endParaRPr>
          </a:p>
          <a:p>
            <a:pPr marL="12700" marR="7620">
              <a:lnSpc>
                <a:spcPct val="100000"/>
              </a:lnSpc>
              <a:spcBef>
                <a:spcPts val="1155"/>
              </a:spcBef>
            </a:pPr>
            <a:r>
              <a:rPr dirty="0" sz="1050">
                <a:latin typeface="Times New Roman"/>
                <a:cs typeface="Times New Roman"/>
              </a:rPr>
              <a:t>Para</a:t>
            </a:r>
            <a:r>
              <a:rPr dirty="0" sz="1050" spc="1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1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rampa</a:t>
            </a:r>
            <a:r>
              <a:rPr dirty="0" sz="1050" spc="1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1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salida</a:t>
            </a:r>
            <a:r>
              <a:rPr dirty="0" sz="1050" spc="1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1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cálculo</a:t>
            </a:r>
            <a:r>
              <a:rPr dirty="0" sz="1050" spc="1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1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efectúa</a:t>
            </a:r>
            <a:r>
              <a:rPr dirty="0" sz="1050" spc="1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1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manera</a:t>
            </a:r>
            <a:r>
              <a:rPr dirty="0" sz="1050" spc="1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similar</a:t>
            </a:r>
            <a:r>
              <a:rPr dirty="0" sz="1050" spc="1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pero</a:t>
            </a:r>
            <a:r>
              <a:rPr dirty="0" sz="1050" spc="1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con</a:t>
            </a:r>
            <a:r>
              <a:rPr dirty="0" sz="1050" spc="1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distancias</a:t>
            </a:r>
            <a:r>
              <a:rPr dirty="0" sz="1050" spc="1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</a:t>
            </a:r>
            <a:r>
              <a:rPr dirty="0" sz="1050" spc="1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partir</a:t>
            </a:r>
            <a:r>
              <a:rPr dirty="0" sz="1050" spc="1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140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la </a:t>
            </a:r>
            <a:r>
              <a:rPr dirty="0" sz="1050">
                <a:latin typeface="Times New Roman"/>
                <a:cs typeface="Times New Roman"/>
              </a:rPr>
              <a:t>abscisa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929.41.</a:t>
            </a: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80"/>
              </a:spcBef>
            </a:pPr>
            <a:r>
              <a:rPr dirty="0" sz="1050">
                <a:latin typeface="Times New Roman"/>
                <a:cs typeface="Times New Roman"/>
              </a:rPr>
              <a:t>Abscisa</a:t>
            </a:r>
            <a:r>
              <a:rPr dirty="0" sz="1050" spc="-50">
                <a:latin typeface="Times New Roman"/>
                <a:cs typeface="Times New Roman"/>
              </a:rPr>
              <a:t> </a:t>
            </a:r>
            <a:r>
              <a:rPr dirty="0" sz="1050" spc="-20">
                <a:latin typeface="Times New Roman"/>
                <a:cs typeface="Times New Roman"/>
              </a:rPr>
              <a:t>900: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baseline="2645" sz="1575">
                <a:latin typeface="Times New Roman"/>
                <a:cs typeface="Times New Roman"/>
              </a:rPr>
              <a:t>D</a:t>
            </a:r>
            <a:r>
              <a:rPr dirty="0" sz="650">
                <a:latin typeface="Times New Roman"/>
                <a:cs typeface="Times New Roman"/>
              </a:rPr>
              <a:t>900</a:t>
            </a:r>
            <a:r>
              <a:rPr dirty="0" sz="650" spc="-1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=</a:t>
            </a:r>
            <a:r>
              <a:rPr dirty="0" baseline="2645" sz="1575" spc="-22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929.41</a:t>
            </a:r>
            <a:r>
              <a:rPr dirty="0" baseline="2645" sz="1575" spc="-22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–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900.00</a:t>
            </a:r>
            <a:r>
              <a:rPr dirty="0" baseline="2645" sz="1575" spc="-22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=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 spc="-30">
                <a:latin typeface="Times New Roman"/>
                <a:cs typeface="Times New Roman"/>
              </a:rPr>
              <a:t>29.41</a:t>
            </a:r>
            <a:endParaRPr baseline="2645" sz="1575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040130" y="1400823"/>
            <a:ext cx="2015489" cy="12941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2645" sz="1575">
                <a:latin typeface="Times New Roman"/>
                <a:cs typeface="Times New Roman"/>
              </a:rPr>
              <a:t>e</a:t>
            </a:r>
            <a:r>
              <a:rPr dirty="0" sz="650">
                <a:latin typeface="Times New Roman"/>
                <a:cs typeface="Times New Roman"/>
              </a:rPr>
              <a:t>900</a:t>
            </a:r>
            <a:r>
              <a:rPr dirty="0" sz="650" spc="-1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=</a:t>
            </a:r>
            <a:r>
              <a:rPr dirty="0" baseline="2645" sz="1575" spc="-22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29.41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x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0.225</a:t>
            </a:r>
            <a:r>
              <a:rPr dirty="0" baseline="2645" sz="1575" spc="-7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=</a:t>
            </a:r>
            <a:r>
              <a:rPr dirty="0" baseline="2645" sz="1575" spc="-22">
                <a:latin typeface="Times New Roman"/>
                <a:cs typeface="Times New Roman"/>
              </a:rPr>
              <a:t> </a:t>
            </a:r>
            <a:r>
              <a:rPr dirty="0" baseline="2645" sz="1575" spc="-30">
                <a:latin typeface="Times New Roman"/>
                <a:cs typeface="Times New Roman"/>
              </a:rPr>
              <a:t>6.03%</a:t>
            </a:r>
            <a:endParaRPr baseline="2645" sz="1575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50">
                <a:latin typeface="Times New Roman"/>
                <a:cs typeface="Times New Roman"/>
              </a:rPr>
              <a:t>Abscisa</a:t>
            </a:r>
            <a:r>
              <a:rPr dirty="0" sz="1050" spc="-50">
                <a:latin typeface="Times New Roman"/>
                <a:cs typeface="Times New Roman"/>
              </a:rPr>
              <a:t> </a:t>
            </a:r>
            <a:r>
              <a:rPr dirty="0" sz="1050" spc="-20">
                <a:latin typeface="Times New Roman"/>
                <a:cs typeface="Times New Roman"/>
              </a:rPr>
              <a:t>910: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baseline="2645" sz="1575">
                <a:latin typeface="Times New Roman"/>
                <a:cs typeface="Times New Roman"/>
              </a:rPr>
              <a:t>D</a:t>
            </a:r>
            <a:r>
              <a:rPr dirty="0" sz="650">
                <a:latin typeface="Times New Roman"/>
                <a:cs typeface="Times New Roman"/>
              </a:rPr>
              <a:t>900</a:t>
            </a:r>
            <a:r>
              <a:rPr dirty="0" sz="650" spc="-1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=</a:t>
            </a:r>
            <a:r>
              <a:rPr dirty="0" baseline="2645" sz="1575" spc="-22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929.41</a:t>
            </a:r>
            <a:r>
              <a:rPr dirty="0" baseline="2645" sz="1575" spc="-22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–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910.00</a:t>
            </a:r>
            <a:r>
              <a:rPr dirty="0" baseline="2645" sz="1575" spc="-22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=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 spc="-30">
                <a:latin typeface="Times New Roman"/>
                <a:cs typeface="Times New Roman"/>
              </a:rPr>
              <a:t>19.41</a:t>
            </a:r>
            <a:endParaRPr baseline="2645" sz="1575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 baseline="2645" sz="1575">
                <a:latin typeface="Times New Roman"/>
                <a:cs typeface="Times New Roman"/>
              </a:rPr>
              <a:t>e</a:t>
            </a:r>
            <a:r>
              <a:rPr dirty="0" sz="650">
                <a:latin typeface="Times New Roman"/>
                <a:cs typeface="Times New Roman"/>
              </a:rPr>
              <a:t>900</a:t>
            </a:r>
            <a:r>
              <a:rPr dirty="0" sz="650" spc="-1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=</a:t>
            </a:r>
            <a:r>
              <a:rPr dirty="0" baseline="2645" sz="1575" spc="-22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19.41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x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0.225</a:t>
            </a:r>
            <a:r>
              <a:rPr dirty="0" baseline="2645" sz="1575" spc="-7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=</a:t>
            </a:r>
            <a:r>
              <a:rPr dirty="0" baseline="2645" sz="1575" spc="-22">
                <a:latin typeface="Times New Roman"/>
                <a:cs typeface="Times New Roman"/>
              </a:rPr>
              <a:t> </a:t>
            </a:r>
            <a:r>
              <a:rPr dirty="0" baseline="2645" sz="1575" spc="-30">
                <a:latin typeface="Times New Roman"/>
                <a:cs typeface="Times New Roman"/>
              </a:rPr>
              <a:t>3.91%</a:t>
            </a:r>
            <a:endParaRPr baseline="2645" sz="1575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tabla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resultados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10">
                <a:latin typeface="Times New Roman"/>
                <a:cs typeface="Times New Roman"/>
              </a:rPr>
              <a:t> siguiente:</a:t>
            </a:r>
            <a:endParaRPr sz="1050">
              <a:latin typeface="Times New Roman"/>
              <a:cs typeface="Times New Roman"/>
            </a:endParaRPr>
          </a:p>
        </p:txBody>
      </p:sp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1559560" y="2841002"/>
          <a:ext cx="4542790" cy="764222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41680"/>
                <a:gridCol w="740409"/>
                <a:gridCol w="725169"/>
                <a:gridCol w="760730"/>
                <a:gridCol w="741679"/>
                <a:gridCol w="744220"/>
              </a:tblGrid>
              <a:tr h="279400">
                <a:tc rowSpan="2">
                  <a:txBody>
                    <a:bodyPr/>
                    <a:lstStyle/>
                    <a:p>
                      <a:pPr marL="224790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950" spc="-10">
                          <a:latin typeface="Arial MT"/>
                          <a:cs typeface="Arial MT"/>
                        </a:rPr>
                        <a:t>PUNTO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8636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165100" marR="104139">
                        <a:lnSpc>
                          <a:spcPts val="1090"/>
                        </a:lnSpc>
                        <a:spcBef>
                          <a:spcPts val="755"/>
                        </a:spcBef>
                      </a:pPr>
                      <a:r>
                        <a:rPr dirty="0" sz="950" spc="-10">
                          <a:latin typeface="Arial MT"/>
                          <a:cs typeface="Arial MT"/>
                        </a:rPr>
                        <a:t>ABSCIS </a:t>
                      </a:r>
                      <a:r>
                        <a:rPr dirty="0" sz="950" spc="-50">
                          <a:latin typeface="Arial MT"/>
                          <a:cs typeface="Arial MT"/>
                        </a:rPr>
                        <a:t>A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9588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41084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PERALTE</a:t>
                      </a:r>
                      <a:r>
                        <a:rPr dirty="0" sz="950" spc="16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-25">
                          <a:latin typeface="Arial MT"/>
                          <a:cs typeface="Arial MT"/>
                        </a:rPr>
                        <a:t>(%)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27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115570">
                        <a:lnSpc>
                          <a:spcPts val="1075"/>
                        </a:lnSpc>
                        <a:spcBef>
                          <a:spcPts val="10"/>
                        </a:spcBef>
                      </a:pPr>
                      <a:r>
                        <a:rPr dirty="0" sz="950" spc="-10">
                          <a:latin typeface="Arial MT"/>
                          <a:cs typeface="Arial MT"/>
                        </a:rPr>
                        <a:t>SOBREELEVACIÓN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marL="115570">
                        <a:lnSpc>
                          <a:spcPts val="1019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(m)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27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0480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8636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9588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6954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IZQ.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68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300355" marR="283845">
                        <a:lnSpc>
                          <a:spcPts val="1040"/>
                        </a:lnSpc>
                        <a:spcBef>
                          <a:spcPts val="225"/>
                        </a:spcBef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DE R.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285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5080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IZQ.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68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90830" marR="277495">
                        <a:lnSpc>
                          <a:spcPts val="1040"/>
                        </a:lnSpc>
                        <a:spcBef>
                          <a:spcPts val="225"/>
                        </a:spcBef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DE R.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28575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057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0">
                        <a:lnSpc>
                          <a:spcPts val="1065"/>
                        </a:lnSpc>
                        <a:spcBef>
                          <a:spcPts val="30"/>
                        </a:spcBef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810.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13335">
                        <a:lnSpc>
                          <a:spcPts val="1065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4986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-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2.00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1065"/>
                        </a:lnSpc>
                        <a:spcBef>
                          <a:spcPts val="30"/>
                        </a:spcBef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-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8255">
                        <a:lnSpc>
                          <a:spcPts val="994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2.0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6985">
                        <a:lnSpc>
                          <a:spcPts val="1005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7810" marR="241300" indent="635">
                        <a:lnSpc>
                          <a:spcPts val="990"/>
                        </a:lnSpc>
                        <a:spcBef>
                          <a:spcPts val="185"/>
                        </a:spcBef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- 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0.07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8255">
                        <a:lnSpc>
                          <a:spcPts val="925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3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2349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9079" marR="242570" indent="635">
                        <a:lnSpc>
                          <a:spcPts val="990"/>
                        </a:lnSpc>
                        <a:spcBef>
                          <a:spcPts val="185"/>
                        </a:spcBef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- 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0.07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8255">
                        <a:lnSpc>
                          <a:spcPts val="925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3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23495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ctr" marL="1206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A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0">
                        <a:lnSpc>
                          <a:spcPts val="1070"/>
                        </a:lnSpc>
                        <a:spcBef>
                          <a:spcPts val="15"/>
                        </a:spcBef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815.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12065">
                        <a:lnSpc>
                          <a:spcPts val="1070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45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4986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-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2.00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1070"/>
                        </a:lnSpc>
                        <a:spcBef>
                          <a:spcPts val="15"/>
                        </a:spcBef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-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8255">
                        <a:lnSpc>
                          <a:spcPts val="1005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2.0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6985">
                        <a:lnSpc>
                          <a:spcPts val="1010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7810" marR="241300" indent="635">
                        <a:lnSpc>
                          <a:spcPts val="1000"/>
                        </a:lnSpc>
                        <a:spcBef>
                          <a:spcPts val="165"/>
                        </a:spcBef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- 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0.07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8255">
                        <a:lnSpc>
                          <a:spcPts val="935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3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2095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9079" marR="242570" indent="635">
                        <a:lnSpc>
                          <a:spcPts val="1000"/>
                        </a:lnSpc>
                        <a:spcBef>
                          <a:spcPts val="165"/>
                        </a:spcBef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- 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0.07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8255">
                        <a:lnSpc>
                          <a:spcPts val="935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3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20955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0">
                        <a:lnSpc>
                          <a:spcPts val="1065"/>
                        </a:lnSpc>
                        <a:spcBef>
                          <a:spcPts val="15"/>
                        </a:spcBef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820.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13335">
                        <a:lnSpc>
                          <a:spcPts val="1065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4986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-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2.00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1065"/>
                        </a:lnSpc>
                        <a:spcBef>
                          <a:spcPts val="15"/>
                        </a:spcBef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-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8255">
                        <a:lnSpc>
                          <a:spcPts val="994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1.0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6985">
                        <a:lnSpc>
                          <a:spcPts val="1005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7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7810" marR="241300" indent="635">
                        <a:lnSpc>
                          <a:spcPts val="990"/>
                        </a:lnSpc>
                        <a:spcBef>
                          <a:spcPts val="170"/>
                        </a:spcBef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- 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0.07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8255">
                        <a:lnSpc>
                          <a:spcPts val="925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3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2159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9079" marR="242570" indent="635">
                        <a:lnSpc>
                          <a:spcPts val="990"/>
                        </a:lnSpc>
                        <a:spcBef>
                          <a:spcPts val="170"/>
                        </a:spcBef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- 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0.03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8255">
                        <a:lnSpc>
                          <a:spcPts val="925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9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2159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01955">
                <a:tc>
                  <a:txBody>
                    <a:bodyPr/>
                    <a:lstStyle/>
                    <a:p>
                      <a:pPr algn="ctr" marL="1206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B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35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0">
                        <a:lnSpc>
                          <a:spcPts val="1070"/>
                        </a:lnSpc>
                        <a:spcBef>
                          <a:spcPts val="5"/>
                        </a:spcBef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825.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12065">
                        <a:lnSpc>
                          <a:spcPts val="1070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20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4986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-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2.00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1070"/>
                        </a:lnSpc>
                        <a:spcBef>
                          <a:spcPts val="5"/>
                        </a:spcBef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0.0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9525">
                        <a:lnSpc>
                          <a:spcPts val="1070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7810" marR="241300" indent="635">
                        <a:lnSpc>
                          <a:spcPts val="1000"/>
                        </a:lnSpc>
                        <a:spcBef>
                          <a:spcPts val="155"/>
                        </a:spcBef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- 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0.07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8255">
                        <a:lnSpc>
                          <a:spcPts val="915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3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68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5715">
                        <a:lnSpc>
                          <a:spcPts val="1070"/>
                        </a:lnSpc>
                        <a:spcBef>
                          <a:spcPts val="5"/>
                        </a:spcBef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0.00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5715">
                        <a:lnSpc>
                          <a:spcPts val="1070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076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0">
                        <a:lnSpc>
                          <a:spcPts val="1075"/>
                        </a:lnSpc>
                        <a:spcBef>
                          <a:spcPts val="15"/>
                        </a:spcBef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830.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13335">
                        <a:lnSpc>
                          <a:spcPts val="1075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4986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-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2.00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1075"/>
                        </a:lnSpc>
                        <a:spcBef>
                          <a:spcPts val="15"/>
                        </a:spcBef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0.9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9525">
                        <a:lnSpc>
                          <a:spcPts val="1075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8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7810" marR="241300" indent="635">
                        <a:lnSpc>
                          <a:spcPts val="1010"/>
                        </a:lnSpc>
                        <a:spcBef>
                          <a:spcPts val="155"/>
                        </a:spcBef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- 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0.07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8255">
                        <a:lnSpc>
                          <a:spcPts val="935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3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68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5715">
                        <a:lnSpc>
                          <a:spcPts val="1075"/>
                        </a:lnSpc>
                        <a:spcBef>
                          <a:spcPts val="15"/>
                        </a:spcBef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0.03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5715">
                        <a:lnSpc>
                          <a:spcPts val="1075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6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01955">
                <a:tc>
                  <a:txBody>
                    <a:bodyPr/>
                    <a:lstStyle/>
                    <a:p>
                      <a:pPr algn="ctr" marL="1333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C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35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0">
                        <a:lnSpc>
                          <a:spcPts val="1070"/>
                        </a:lnSpc>
                        <a:spcBef>
                          <a:spcPts val="5"/>
                        </a:spcBef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834.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12065">
                        <a:lnSpc>
                          <a:spcPts val="1070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95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4986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-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2.00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1070"/>
                        </a:lnSpc>
                        <a:spcBef>
                          <a:spcPts val="5"/>
                        </a:spcBef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2.0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9525">
                        <a:lnSpc>
                          <a:spcPts val="1070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7810" marR="241300" indent="635">
                        <a:lnSpc>
                          <a:spcPts val="1000"/>
                        </a:lnSpc>
                        <a:spcBef>
                          <a:spcPts val="155"/>
                        </a:spcBef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- 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0.07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8255">
                        <a:lnSpc>
                          <a:spcPts val="915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3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68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5715">
                        <a:lnSpc>
                          <a:spcPts val="1070"/>
                        </a:lnSpc>
                        <a:spcBef>
                          <a:spcPts val="5"/>
                        </a:spcBef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0.07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5715">
                        <a:lnSpc>
                          <a:spcPts val="1070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3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076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0">
                        <a:lnSpc>
                          <a:spcPts val="1075"/>
                        </a:lnSpc>
                        <a:spcBef>
                          <a:spcPts val="15"/>
                        </a:spcBef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840.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13335">
                        <a:lnSpc>
                          <a:spcPts val="1075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4986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-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3.04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1075"/>
                        </a:lnSpc>
                        <a:spcBef>
                          <a:spcPts val="15"/>
                        </a:spcBef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3.0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9525">
                        <a:lnSpc>
                          <a:spcPts val="1075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4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7810" marR="241300" indent="635">
                        <a:lnSpc>
                          <a:spcPts val="1010"/>
                        </a:lnSpc>
                        <a:spcBef>
                          <a:spcPts val="155"/>
                        </a:spcBef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- 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0.11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8255">
                        <a:lnSpc>
                          <a:spcPts val="935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1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68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5715">
                        <a:lnSpc>
                          <a:spcPts val="1075"/>
                        </a:lnSpc>
                        <a:spcBef>
                          <a:spcPts val="15"/>
                        </a:spcBef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0.11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5715">
                        <a:lnSpc>
                          <a:spcPts val="1075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1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019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0">
                        <a:lnSpc>
                          <a:spcPts val="1070"/>
                        </a:lnSpc>
                        <a:spcBef>
                          <a:spcPts val="5"/>
                        </a:spcBef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850.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13335">
                        <a:lnSpc>
                          <a:spcPts val="1070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4986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-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5.09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1070"/>
                        </a:lnSpc>
                        <a:spcBef>
                          <a:spcPts val="5"/>
                        </a:spcBef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5.0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9525">
                        <a:lnSpc>
                          <a:spcPts val="1070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9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7810" marR="241300" indent="635">
                        <a:lnSpc>
                          <a:spcPts val="1000"/>
                        </a:lnSpc>
                        <a:spcBef>
                          <a:spcPts val="155"/>
                        </a:spcBef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- 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0.18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8255">
                        <a:lnSpc>
                          <a:spcPts val="915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6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68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5715">
                        <a:lnSpc>
                          <a:spcPts val="1070"/>
                        </a:lnSpc>
                        <a:spcBef>
                          <a:spcPts val="5"/>
                        </a:spcBef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0.18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5715">
                        <a:lnSpc>
                          <a:spcPts val="1070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6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07034">
                <a:tc>
                  <a:txBody>
                    <a:bodyPr/>
                    <a:lstStyle/>
                    <a:p>
                      <a:pPr algn="ctr" marL="952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PC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0">
                        <a:lnSpc>
                          <a:spcPts val="1075"/>
                        </a:lnSpc>
                        <a:spcBef>
                          <a:spcPts val="15"/>
                        </a:spcBef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851.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12065">
                        <a:lnSpc>
                          <a:spcPts val="1075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20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4986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-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5.33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1075"/>
                        </a:lnSpc>
                        <a:spcBef>
                          <a:spcPts val="15"/>
                        </a:spcBef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5.3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9525">
                        <a:lnSpc>
                          <a:spcPts val="1075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3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7810" marR="241300" indent="635">
                        <a:lnSpc>
                          <a:spcPts val="1010"/>
                        </a:lnSpc>
                        <a:spcBef>
                          <a:spcPts val="155"/>
                        </a:spcBef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- 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0.19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8255">
                        <a:lnSpc>
                          <a:spcPts val="935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5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68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5715">
                        <a:lnSpc>
                          <a:spcPts val="1075"/>
                        </a:lnSpc>
                        <a:spcBef>
                          <a:spcPts val="15"/>
                        </a:spcBef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0.19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5715">
                        <a:lnSpc>
                          <a:spcPts val="1075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5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051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0">
                        <a:lnSpc>
                          <a:spcPts val="1070"/>
                        </a:lnSpc>
                        <a:spcBef>
                          <a:spcPts val="15"/>
                        </a:spcBef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860.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13335">
                        <a:lnSpc>
                          <a:spcPts val="1070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4986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-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7.14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1070"/>
                        </a:lnSpc>
                        <a:spcBef>
                          <a:spcPts val="15"/>
                        </a:spcBef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7.1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9525">
                        <a:lnSpc>
                          <a:spcPts val="1070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4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7810" marR="241300" indent="635">
                        <a:lnSpc>
                          <a:spcPts val="1000"/>
                        </a:lnSpc>
                        <a:spcBef>
                          <a:spcPts val="165"/>
                        </a:spcBef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- 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0.26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8255">
                        <a:lnSpc>
                          <a:spcPts val="925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1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2095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5715">
                        <a:lnSpc>
                          <a:spcPts val="1070"/>
                        </a:lnSpc>
                        <a:spcBef>
                          <a:spcPts val="15"/>
                        </a:spcBef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0.26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5715">
                        <a:lnSpc>
                          <a:spcPts val="1070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1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04495">
                <a:tc>
                  <a:txBody>
                    <a:bodyPr/>
                    <a:lstStyle/>
                    <a:p>
                      <a:pPr algn="ctr" marL="1333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D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35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0">
                        <a:lnSpc>
                          <a:spcPts val="1070"/>
                        </a:lnSpc>
                        <a:spcBef>
                          <a:spcPts val="5"/>
                        </a:spcBef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864.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12065">
                        <a:lnSpc>
                          <a:spcPts val="1070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20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4986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-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8.00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1070"/>
                        </a:lnSpc>
                        <a:spcBef>
                          <a:spcPts val="5"/>
                        </a:spcBef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8.0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9525">
                        <a:lnSpc>
                          <a:spcPts val="1070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7810" marR="241300" indent="635">
                        <a:lnSpc>
                          <a:spcPts val="1000"/>
                        </a:lnSpc>
                        <a:spcBef>
                          <a:spcPts val="155"/>
                        </a:spcBef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- 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0.29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8255">
                        <a:lnSpc>
                          <a:spcPts val="935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2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68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5715">
                        <a:lnSpc>
                          <a:spcPts val="1070"/>
                        </a:lnSpc>
                        <a:spcBef>
                          <a:spcPts val="5"/>
                        </a:spcBef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0.29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5715">
                        <a:lnSpc>
                          <a:spcPts val="1070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2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0">
                        <a:lnSpc>
                          <a:spcPts val="1080"/>
                        </a:lnSpc>
                        <a:spcBef>
                          <a:spcPts val="15"/>
                        </a:spcBef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870.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13335">
                        <a:lnSpc>
                          <a:spcPts val="1080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4986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-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8.00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1080"/>
                        </a:lnSpc>
                        <a:spcBef>
                          <a:spcPts val="15"/>
                        </a:spcBef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8.0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9525">
                        <a:lnSpc>
                          <a:spcPts val="1080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7810" marR="241300" indent="635">
                        <a:lnSpc>
                          <a:spcPts val="1019"/>
                        </a:lnSpc>
                        <a:spcBef>
                          <a:spcPts val="150"/>
                        </a:spcBef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- 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0.29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8255">
                        <a:lnSpc>
                          <a:spcPts val="950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2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5715">
                        <a:lnSpc>
                          <a:spcPts val="1080"/>
                        </a:lnSpc>
                        <a:spcBef>
                          <a:spcPts val="15"/>
                        </a:spcBef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0.29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5715">
                        <a:lnSpc>
                          <a:spcPts val="1080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2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051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0">
                        <a:lnSpc>
                          <a:spcPts val="1070"/>
                        </a:lnSpc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880.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13335">
                        <a:lnSpc>
                          <a:spcPts val="1075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49860">
                        <a:lnSpc>
                          <a:spcPts val="1135"/>
                        </a:lnSpc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-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8.00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1070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8.0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9525">
                        <a:lnSpc>
                          <a:spcPts val="1075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7810" marR="241300" indent="635">
                        <a:lnSpc>
                          <a:spcPts val="1010"/>
                        </a:lnSpc>
                        <a:spcBef>
                          <a:spcPts val="135"/>
                        </a:spcBef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- 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0.29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8255">
                        <a:lnSpc>
                          <a:spcPts val="935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2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714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5715">
                        <a:lnSpc>
                          <a:spcPts val="1070"/>
                        </a:lnSpc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0.29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5715">
                        <a:lnSpc>
                          <a:spcPts val="1075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2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1020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0">
                        <a:lnSpc>
                          <a:spcPts val="1080"/>
                        </a:lnSpc>
                        <a:spcBef>
                          <a:spcPts val="15"/>
                        </a:spcBef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890.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13335">
                        <a:lnSpc>
                          <a:spcPts val="1080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4986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-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8.00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1080"/>
                        </a:lnSpc>
                        <a:spcBef>
                          <a:spcPts val="15"/>
                        </a:spcBef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8.0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9525">
                        <a:lnSpc>
                          <a:spcPts val="1080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7810" marR="241300" indent="635">
                        <a:lnSpc>
                          <a:spcPts val="1019"/>
                        </a:lnSpc>
                        <a:spcBef>
                          <a:spcPts val="150"/>
                        </a:spcBef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- 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0.29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8255">
                        <a:lnSpc>
                          <a:spcPts val="940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2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5715">
                        <a:lnSpc>
                          <a:spcPts val="1080"/>
                        </a:lnSpc>
                        <a:spcBef>
                          <a:spcPts val="15"/>
                        </a:spcBef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0.29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5715">
                        <a:lnSpc>
                          <a:spcPts val="1080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2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05130">
                <a:tc>
                  <a:txBody>
                    <a:bodyPr/>
                    <a:lstStyle/>
                    <a:p>
                      <a:pPr algn="ctr" marL="1206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E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35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0">
                        <a:lnSpc>
                          <a:spcPts val="1070"/>
                        </a:lnSpc>
                        <a:spcBef>
                          <a:spcPts val="5"/>
                        </a:spcBef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890.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12065">
                        <a:lnSpc>
                          <a:spcPts val="1070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41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4986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-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8.00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1070"/>
                        </a:lnSpc>
                        <a:spcBef>
                          <a:spcPts val="5"/>
                        </a:spcBef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8.0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9525">
                        <a:lnSpc>
                          <a:spcPts val="1070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7810" marR="241300" indent="635">
                        <a:lnSpc>
                          <a:spcPts val="1000"/>
                        </a:lnSpc>
                        <a:spcBef>
                          <a:spcPts val="155"/>
                        </a:spcBef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- 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0.29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8255">
                        <a:lnSpc>
                          <a:spcPts val="935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2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68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5715">
                        <a:lnSpc>
                          <a:spcPts val="1070"/>
                        </a:lnSpc>
                        <a:spcBef>
                          <a:spcPts val="5"/>
                        </a:spcBef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0.29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5715">
                        <a:lnSpc>
                          <a:spcPts val="1070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2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051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0">
                        <a:lnSpc>
                          <a:spcPts val="1070"/>
                        </a:lnSpc>
                        <a:spcBef>
                          <a:spcPts val="5"/>
                        </a:spcBef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900.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13335">
                        <a:lnSpc>
                          <a:spcPts val="1070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4986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-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6.03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1070"/>
                        </a:lnSpc>
                        <a:spcBef>
                          <a:spcPts val="5"/>
                        </a:spcBef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6.0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9525">
                        <a:lnSpc>
                          <a:spcPts val="1070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3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7810" marR="241300" indent="635">
                        <a:lnSpc>
                          <a:spcPts val="1000"/>
                        </a:lnSpc>
                        <a:spcBef>
                          <a:spcPts val="155"/>
                        </a:spcBef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- 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0.22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8255">
                        <a:lnSpc>
                          <a:spcPts val="935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68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5715">
                        <a:lnSpc>
                          <a:spcPts val="1070"/>
                        </a:lnSpc>
                        <a:spcBef>
                          <a:spcPts val="5"/>
                        </a:spcBef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0.22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5715">
                        <a:lnSpc>
                          <a:spcPts val="1070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marL="1143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PT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0">
                        <a:lnSpc>
                          <a:spcPts val="1080"/>
                        </a:lnSpc>
                        <a:spcBef>
                          <a:spcPts val="15"/>
                        </a:spcBef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903.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12065">
                        <a:lnSpc>
                          <a:spcPts val="1080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41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4986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-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5.33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1080"/>
                        </a:lnSpc>
                        <a:spcBef>
                          <a:spcPts val="15"/>
                        </a:spcBef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5.3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9525">
                        <a:lnSpc>
                          <a:spcPts val="1080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3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7810" marR="241300" indent="635">
                        <a:lnSpc>
                          <a:spcPts val="1019"/>
                        </a:lnSpc>
                        <a:spcBef>
                          <a:spcPts val="145"/>
                        </a:spcBef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- 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0.19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8255">
                        <a:lnSpc>
                          <a:spcPts val="950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5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841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5715">
                        <a:lnSpc>
                          <a:spcPts val="1080"/>
                        </a:lnSpc>
                        <a:spcBef>
                          <a:spcPts val="15"/>
                        </a:spcBef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0.19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5715">
                        <a:lnSpc>
                          <a:spcPts val="1080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5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55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9079">
                        <a:lnSpc>
                          <a:spcPts val="1125"/>
                        </a:lnSpc>
                        <a:spcBef>
                          <a:spcPts val="5"/>
                        </a:spcBef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910.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49860">
                        <a:lnSpc>
                          <a:spcPts val="1125"/>
                        </a:lnSpc>
                        <a:spcBef>
                          <a:spcPts val="5"/>
                        </a:spcBef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-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3.98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1125"/>
                        </a:lnSpc>
                        <a:spcBef>
                          <a:spcPts val="5"/>
                        </a:spcBef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3.9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9525">
                        <a:lnSpc>
                          <a:spcPts val="1125"/>
                        </a:lnSpc>
                        <a:spcBef>
                          <a:spcPts val="5"/>
                        </a:spcBef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-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5715">
                        <a:lnSpc>
                          <a:spcPts val="1125"/>
                        </a:lnSpc>
                        <a:spcBef>
                          <a:spcPts val="5"/>
                        </a:spcBef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0.14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 descr=""/>
          <p:cNvGraphicFramePr>
            <a:graphicFrameLocks noGrp="1"/>
          </p:cNvGraphicFramePr>
          <p:nvPr/>
        </p:nvGraphicFramePr>
        <p:xfrm>
          <a:off x="1559560" y="1076337"/>
          <a:ext cx="4542790" cy="2717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41680"/>
                <a:gridCol w="740409"/>
                <a:gridCol w="725169"/>
                <a:gridCol w="760730"/>
                <a:gridCol w="741679"/>
                <a:gridCol w="744220"/>
              </a:tblGrid>
              <a:tr h="2762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333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952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8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1065"/>
                        </a:lnSpc>
                        <a:spcBef>
                          <a:spcPts val="15"/>
                        </a:spcBef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0.14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8255">
                        <a:lnSpc>
                          <a:spcPts val="1000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5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571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5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07670">
                <a:tc>
                  <a:txBody>
                    <a:bodyPr/>
                    <a:lstStyle/>
                    <a:p>
                      <a:pPr algn="ctr" marL="1270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F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0">
                        <a:lnSpc>
                          <a:spcPts val="1075"/>
                        </a:lnSpc>
                        <a:spcBef>
                          <a:spcPts val="15"/>
                        </a:spcBef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919.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12065">
                        <a:lnSpc>
                          <a:spcPts val="1075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66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4986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-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2.00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1075"/>
                        </a:lnSpc>
                        <a:spcBef>
                          <a:spcPts val="15"/>
                        </a:spcBef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2.0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9525">
                        <a:lnSpc>
                          <a:spcPts val="1075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7810" marR="241300" indent="635">
                        <a:lnSpc>
                          <a:spcPts val="1010"/>
                        </a:lnSpc>
                        <a:spcBef>
                          <a:spcPts val="155"/>
                        </a:spcBef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- 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0.07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8255">
                        <a:lnSpc>
                          <a:spcPts val="935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3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68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5715">
                        <a:lnSpc>
                          <a:spcPts val="1075"/>
                        </a:lnSpc>
                        <a:spcBef>
                          <a:spcPts val="15"/>
                        </a:spcBef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0.07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5715">
                        <a:lnSpc>
                          <a:spcPts val="1075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3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025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0">
                        <a:lnSpc>
                          <a:spcPts val="1070"/>
                        </a:lnSpc>
                        <a:spcBef>
                          <a:spcPts val="5"/>
                        </a:spcBef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920.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13335">
                        <a:lnSpc>
                          <a:spcPts val="1070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4986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-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2.00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1070"/>
                        </a:lnSpc>
                        <a:spcBef>
                          <a:spcPts val="5"/>
                        </a:spcBef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1.9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9525">
                        <a:lnSpc>
                          <a:spcPts val="1070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3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7810" marR="241300" indent="635">
                        <a:lnSpc>
                          <a:spcPts val="1000"/>
                        </a:lnSpc>
                        <a:spcBef>
                          <a:spcPts val="155"/>
                        </a:spcBef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- 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0.07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8255">
                        <a:lnSpc>
                          <a:spcPts val="915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3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68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5715">
                        <a:lnSpc>
                          <a:spcPts val="1070"/>
                        </a:lnSpc>
                        <a:spcBef>
                          <a:spcPts val="5"/>
                        </a:spcBef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0.07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5715">
                        <a:lnSpc>
                          <a:spcPts val="1070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07670">
                <a:tc>
                  <a:txBody>
                    <a:bodyPr/>
                    <a:lstStyle/>
                    <a:p>
                      <a:pPr algn="ctr" marL="1016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G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0">
                        <a:lnSpc>
                          <a:spcPts val="1075"/>
                        </a:lnSpc>
                        <a:spcBef>
                          <a:spcPts val="15"/>
                        </a:spcBef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929.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12065">
                        <a:lnSpc>
                          <a:spcPts val="1075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41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4986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-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2.00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1075"/>
                        </a:lnSpc>
                        <a:spcBef>
                          <a:spcPts val="15"/>
                        </a:spcBef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0.0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9525">
                        <a:lnSpc>
                          <a:spcPts val="1075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7810" marR="241300" indent="635">
                        <a:lnSpc>
                          <a:spcPts val="1010"/>
                        </a:lnSpc>
                        <a:spcBef>
                          <a:spcPts val="155"/>
                        </a:spcBef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- 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0.07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8255">
                        <a:lnSpc>
                          <a:spcPts val="935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3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68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5715">
                        <a:lnSpc>
                          <a:spcPts val="1075"/>
                        </a:lnSpc>
                        <a:spcBef>
                          <a:spcPts val="15"/>
                        </a:spcBef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0.00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5715">
                        <a:lnSpc>
                          <a:spcPts val="1075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019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0">
                        <a:lnSpc>
                          <a:spcPts val="1070"/>
                        </a:lnSpc>
                        <a:spcBef>
                          <a:spcPts val="5"/>
                        </a:spcBef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930.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13335">
                        <a:lnSpc>
                          <a:spcPts val="1070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4986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-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2.00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1070"/>
                        </a:lnSpc>
                        <a:spcBef>
                          <a:spcPts val="5"/>
                        </a:spcBef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-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8255">
                        <a:lnSpc>
                          <a:spcPts val="994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0.1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6985">
                        <a:lnSpc>
                          <a:spcPts val="1000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2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7810" marR="241300" indent="635">
                        <a:lnSpc>
                          <a:spcPts val="1000"/>
                        </a:lnSpc>
                        <a:spcBef>
                          <a:spcPts val="155"/>
                        </a:spcBef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- 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0.07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8255">
                        <a:lnSpc>
                          <a:spcPts val="915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3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68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9079" marR="242570" indent="635">
                        <a:lnSpc>
                          <a:spcPts val="1000"/>
                        </a:lnSpc>
                        <a:spcBef>
                          <a:spcPts val="155"/>
                        </a:spcBef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- 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0.00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8255">
                        <a:lnSpc>
                          <a:spcPts val="915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4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685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ctr" marL="1333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H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0">
                        <a:lnSpc>
                          <a:spcPts val="1065"/>
                        </a:lnSpc>
                        <a:spcBef>
                          <a:spcPts val="15"/>
                        </a:spcBef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939.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12065">
                        <a:lnSpc>
                          <a:spcPts val="1065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16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4986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-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2.00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1065"/>
                        </a:lnSpc>
                        <a:spcBef>
                          <a:spcPts val="15"/>
                        </a:spcBef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-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8255">
                        <a:lnSpc>
                          <a:spcPts val="994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2.0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6985">
                        <a:lnSpc>
                          <a:spcPts val="1005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7810" marR="241300" indent="635">
                        <a:lnSpc>
                          <a:spcPts val="990"/>
                        </a:lnSpc>
                        <a:spcBef>
                          <a:spcPts val="170"/>
                        </a:spcBef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- 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0.07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8255">
                        <a:lnSpc>
                          <a:spcPts val="925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3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2159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9079" marR="242570" indent="635">
                        <a:lnSpc>
                          <a:spcPts val="990"/>
                        </a:lnSpc>
                        <a:spcBef>
                          <a:spcPts val="170"/>
                        </a:spcBef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- 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0.07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8255">
                        <a:lnSpc>
                          <a:spcPts val="925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3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2159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178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0">
                        <a:lnSpc>
                          <a:spcPts val="1070"/>
                        </a:lnSpc>
                        <a:spcBef>
                          <a:spcPts val="85"/>
                        </a:spcBef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940.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13335">
                        <a:lnSpc>
                          <a:spcPts val="1070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079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4986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-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2.00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079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1070"/>
                        </a:lnSpc>
                        <a:spcBef>
                          <a:spcPts val="85"/>
                        </a:spcBef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-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8255">
                        <a:lnSpc>
                          <a:spcPts val="1005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2.0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6985">
                        <a:lnSpc>
                          <a:spcPts val="1035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079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7810" marR="241300" indent="635">
                        <a:lnSpc>
                          <a:spcPts val="1000"/>
                        </a:lnSpc>
                        <a:spcBef>
                          <a:spcPts val="235"/>
                        </a:spcBef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- 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0.07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8255">
                        <a:lnSpc>
                          <a:spcPts val="960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3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2984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9079" marR="242570" indent="635">
                        <a:lnSpc>
                          <a:spcPts val="1000"/>
                        </a:lnSpc>
                        <a:spcBef>
                          <a:spcPts val="235"/>
                        </a:spcBef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- 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0.07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8255">
                        <a:lnSpc>
                          <a:spcPts val="960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3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29845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" name="object 3" descr=""/>
          <p:cNvSpPr txBox="1"/>
          <p:nvPr/>
        </p:nvSpPr>
        <p:spPr>
          <a:xfrm>
            <a:off x="1040130" y="3862505"/>
            <a:ext cx="3752850" cy="1690370"/>
          </a:xfrm>
          <a:prstGeom prst="rect">
            <a:avLst/>
          </a:prstGeom>
        </p:spPr>
        <p:txBody>
          <a:bodyPr wrap="square" lIns="0" tIns="514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dirty="0" sz="1150">
                <a:latin typeface="Times New Roman"/>
                <a:cs typeface="Times New Roman"/>
              </a:rPr>
              <a:t>Ejemplo</a:t>
            </a:r>
            <a:r>
              <a:rPr dirty="0" sz="1150" spc="135">
                <a:latin typeface="Times New Roman"/>
                <a:cs typeface="Times New Roman"/>
              </a:rPr>
              <a:t> </a:t>
            </a:r>
            <a:r>
              <a:rPr dirty="0" sz="1150" spc="-25">
                <a:latin typeface="Times New Roman"/>
                <a:cs typeface="Times New Roman"/>
              </a:rPr>
              <a:t>3.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tiene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una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curva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espiral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–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circular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–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espiral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con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los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siguientes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datos: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50">
              <a:latin typeface="Times New Roman"/>
              <a:cs typeface="Times New Roman"/>
            </a:endParaRPr>
          </a:p>
          <a:p>
            <a:pPr marL="456565" indent="-221615">
              <a:lnSpc>
                <a:spcPts val="1245"/>
              </a:lnSpc>
              <a:spcBef>
                <a:spcPts val="5"/>
              </a:spcBef>
              <a:buChar char="-"/>
              <a:tabLst>
                <a:tab pos="456565" algn="l"/>
              </a:tabLst>
            </a:pPr>
            <a:r>
              <a:rPr dirty="0" sz="1050">
                <a:latin typeface="Times New Roman"/>
                <a:cs typeface="Times New Roman"/>
              </a:rPr>
              <a:t>Curva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No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3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Derecha</a:t>
            </a:r>
            <a:endParaRPr sz="1050">
              <a:latin typeface="Times New Roman"/>
              <a:cs typeface="Times New Roman"/>
            </a:endParaRPr>
          </a:p>
          <a:p>
            <a:pPr marL="456565" indent="-221615">
              <a:lnSpc>
                <a:spcPts val="1235"/>
              </a:lnSpc>
              <a:buChar char="-"/>
              <a:tabLst>
                <a:tab pos="456565" algn="l"/>
              </a:tabLst>
            </a:pPr>
            <a:r>
              <a:rPr dirty="0" sz="1050">
                <a:latin typeface="Times New Roman"/>
                <a:cs typeface="Times New Roman"/>
              </a:rPr>
              <a:t>Radio: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350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 spc="-50">
                <a:latin typeface="Times New Roman"/>
                <a:cs typeface="Times New Roman"/>
              </a:rPr>
              <a:t>m</a:t>
            </a:r>
            <a:endParaRPr sz="1050">
              <a:latin typeface="Times New Roman"/>
              <a:cs typeface="Times New Roman"/>
            </a:endParaRPr>
          </a:p>
          <a:p>
            <a:pPr marL="234950">
              <a:lnSpc>
                <a:spcPts val="1235"/>
              </a:lnSpc>
              <a:tabLst>
                <a:tab pos="456565" algn="l"/>
              </a:tabLst>
            </a:pPr>
            <a:r>
              <a:rPr dirty="0" sz="1050" spc="-50">
                <a:latin typeface="Times New Roman"/>
                <a:cs typeface="Times New Roman"/>
              </a:rPr>
              <a:t>-</a:t>
            </a:r>
            <a:r>
              <a:rPr dirty="0" sz="1050">
                <a:latin typeface="Times New Roman"/>
                <a:cs typeface="Times New Roman"/>
              </a:rPr>
              <a:t>	TE:</a:t>
            </a:r>
            <a:r>
              <a:rPr dirty="0" sz="1050" spc="60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452.31</a:t>
            </a:r>
            <a:endParaRPr sz="1050">
              <a:latin typeface="Times New Roman"/>
              <a:cs typeface="Times New Roman"/>
            </a:endParaRPr>
          </a:p>
          <a:p>
            <a:pPr marL="234950">
              <a:lnSpc>
                <a:spcPts val="1230"/>
              </a:lnSpc>
              <a:tabLst>
                <a:tab pos="456565" algn="l"/>
              </a:tabLst>
            </a:pPr>
            <a:r>
              <a:rPr dirty="0" sz="1050" spc="-50">
                <a:latin typeface="Times New Roman"/>
                <a:cs typeface="Times New Roman"/>
              </a:rPr>
              <a:t>-</a:t>
            </a:r>
            <a:r>
              <a:rPr dirty="0" sz="1050">
                <a:latin typeface="Times New Roman"/>
                <a:cs typeface="Times New Roman"/>
              </a:rPr>
              <a:t>	ET:</a:t>
            </a:r>
            <a:r>
              <a:rPr dirty="0" sz="1050" spc="60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592.36</a:t>
            </a:r>
            <a:endParaRPr sz="1050">
              <a:latin typeface="Times New Roman"/>
              <a:cs typeface="Times New Roman"/>
            </a:endParaRPr>
          </a:p>
          <a:p>
            <a:pPr marL="234950">
              <a:lnSpc>
                <a:spcPts val="1240"/>
              </a:lnSpc>
              <a:tabLst>
                <a:tab pos="456565" algn="l"/>
              </a:tabLst>
            </a:pPr>
            <a:r>
              <a:rPr dirty="0" sz="1050" spc="-50">
                <a:latin typeface="Times New Roman"/>
                <a:cs typeface="Times New Roman"/>
              </a:rPr>
              <a:t>-</a:t>
            </a:r>
            <a:r>
              <a:rPr dirty="0" sz="1050">
                <a:latin typeface="Times New Roman"/>
                <a:cs typeface="Times New Roman"/>
              </a:rPr>
              <a:t>	Le: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 spc="-20">
                <a:latin typeface="Times New Roman"/>
                <a:cs typeface="Times New Roman"/>
              </a:rPr>
              <a:t>50.0</a:t>
            </a:r>
            <a:endParaRPr sz="1050">
              <a:latin typeface="Times New Roman"/>
              <a:cs typeface="Times New Roman"/>
            </a:endParaRPr>
          </a:p>
          <a:p>
            <a:pPr marL="456565" indent="-221615">
              <a:lnSpc>
                <a:spcPts val="1240"/>
              </a:lnSpc>
              <a:buChar char="-"/>
              <a:tabLst>
                <a:tab pos="456565" algn="l"/>
              </a:tabLst>
            </a:pPr>
            <a:r>
              <a:rPr dirty="0" sz="1050">
                <a:latin typeface="Times New Roman"/>
                <a:cs typeface="Times New Roman"/>
              </a:rPr>
              <a:t>Calzada: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 spc="-20">
                <a:latin typeface="Times New Roman"/>
                <a:cs typeface="Times New Roman"/>
              </a:rPr>
              <a:t>7.30</a:t>
            </a:r>
            <a:endParaRPr sz="1050">
              <a:latin typeface="Times New Roman"/>
              <a:cs typeface="Times New Roman"/>
            </a:endParaRPr>
          </a:p>
          <a:p>
            <a:pPr marL="456565" indent="-221615">
              <a:lnSpc>
                <a:spcPts val="1245"/>
              </a:lnSpc>
              <a:buChar char="-"/>
              <a:tabLst>
                <a:tab pos="456565" algn="l"/>
              </a:tabLst>
            </a:pPr>
            <a:r>
              <a:rPr dirty="0" sz="1050">
                <a:latin typeface="Times New Roman"/>
                <a:cs typeface="Times New Roman"/>
              </a:rPr>
              <a:t>Bombeo: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 spc="-20">
                <a:latin typeface="Times New Roman"/>
                <a:cs typeface="Times New Roman"/>
              </a:rPr>
              <a:t>2.0%</a:t>
            </a:r>
            <a:endParaRPr sz="10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040130" y="1395742"/>
            <a:ext cx="5498465" cy="1120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requiere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calcular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tabla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para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esta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curva.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050">
              <a:latin typeface="Times New Roman"/>
              <a:cs typeface="Times New Roman"/>
            </a:endParaRPr>
          </a:p>
          <a:p>
            <a:pPr algn="just" marL="12700" marR="5080">
              <a:lnSpc>
                <a:spcPts val="1220"/>
              </a:lnSpc>
            </a:pP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Figura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8.3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obtiene,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para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un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radio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350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m,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un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valor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6.8%.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Como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trata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una </a:t>
            </a:r>
            <a:r>
              <a:rPr dirty="0" sz="1050">
                <a:latin typeface="Times New Roman"/>
                <a:cs typeface="Times New Roman"/>
              </a:rPr>
              <a:t>curva</a:t>
            </a:r>
            <a:r>
              <a:rPr dirty="0" sz="1050" spc="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espiralizada</a:t>
            </a:r>
            <a:r>
              <a:rPr dirty="0" sz="1050" spc="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entonces</a:t>
            </a:r>
            <a:r>
              <a:rPr dirty="0" sz="1050" spc="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asume</a:t>
            </a:r>
            <a:r>
              <a:rPr dirty="0" sz="1050" spc="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su</a:t>
            </a:r>
            <a:r>
              <a:rPr dirty="0" sz="1050" spc="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longitud</a:t>
            </a:r>
            <a:r>
              <a:rPr dirty="0" sz="1050" spc="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ha</a:t>
            </a:r>
            <a:r>
              <a:rPr dirty="0" sz="1050" spc="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sido</a:t>
            </a:r>
            <a:r>
              <a:rPr dirty="0" sz="1050" spc="1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determinada</a:t>
            </a:r>
            <a:r>
              <a:rPr dirty="0" sz="1050" spc="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modo</a:t>
            </a:r>
            <a:r>
              <a:rPr dirty="0" sz="1050" spc="9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8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cumpla</a:t>
            </a:r>
            <a:r>
              <a:rPr dirty="0" sz="1050" spc="90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con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longitud</a:t>
            </a:r>
            <a:r>
              <a:rPr dirty="0" sz="1050" spc="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transición</a:t>
            </a:r>
            <a:r>
              <a:rPr dirty="0" sz="1050" spc="5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requerida.</a:t>
            </a:r>
            <a:endParaRPr sz="1050">
              <a:latin typeface="Times New Roman"/>
              <a:cs typeface="Times New Roman"/>
            </a:endParaRPr>
          </a:p>
          <a:p>
            <a:pPr algn="just" marL="12700">
              <a:lnSpc>
                <a:spcPct val="100000"/>
              </a:lnSpc>
              <a:spcBef>
                <a:spcPts val="1165"/>
              </a:spcBef>
            </a:pP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calcula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entonces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valor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N: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365250" y="2589542"/>
            <a:ext cx="424815" cy="200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10">
                <a:latin typeface="Times New Roman"/>
                <a:cs typeface="Times New Roman"/>
              </a:rPr>
              <a:t>2.0</a:t>
            </a:r>
            <a:r>
              <a:rPr dirty="0" sz="1150" spc="-10" i="1">
                <a:latin typeface="Times New Roman"/>
                <a:cs typeface="Times New Roman"/>
              </a:rPr>
              <a:t>x</a:t>
            </a:r>
            <a:r>
              <a:rPr dirty="0" sz="1150" spc="-10">
                <a:latin typeface="Times New Roman"/>
                <a:cs typeface="Times New Roman"/>
              </a:rPr>
              <a:t>50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070610" y="2698763"/>
            <a:ext cx="1348105" cy="3594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315"/>
              </a:lnSpc>
              <a:spcBef>
                <a:spcPts val="100"/>
              </a:spcBef>
              <a:tabLst>
                <a:tab pos="745490" algn="l"/>
              </a:tabLst>
            </a:pPr>
            <a:r>
              <a:rPr dirty="0" sz="1150" i="1">
                <a:latin typeface="Times New Roman"/>
                <a:cs typeface="Times New Roman"/>
              </a:rPr>
              <a:t>N </a:t>
            </a:r>
            <a:r>
              <a:rPr dirty="0" sz="1150">
                <a:latin typeface="Consolas"/>
                <a:cs typeface="Consolas"/>
              </a:rPr>
              <a:t>= </a:t>
            </a:r>
            <a:r>
              <a:rPr dirty="0" u="sng" sz="115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sz="1150">
                <a:latin typeface="Consolas"/>
                <a:cs typeface="Consolas"/>
              </a:rPr>
              <a:t>=</a:t>
            </a:r>
            <a:r>
              <a:rPr dirty="0" sz="1150" spc="-5">
                <a:latin typeface="Consolas"/>
                <a:cs typeface="Consolas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14.71</a:t>
            </a:r>
            <a:r>
              <a:rPr dirty="0" sz="1150" spc="-10" i="1">
                <a:latin typeface="Times New Roman"/>
                <a:cs typeface="Times New Roman"/>
              </a:rPr>
              <a:t>m</a:t>
            </a:r>
            <a:endParaRPr sz="1150">
              <a:latin typeface="Times New Roman"/>
              <a:cs typeface="Times New Roman"/>
            </a:endParaRPr>
          </a:p>
          <a:p>
            <a:pPr marL="411480">
              <a:lnSpc>
                <a:spcPts val="1315"/>
              </a:lnSpc>
            </a:pPr>
            <a:r>
              <a:rPr dirty="0" sz="1150" spc="-25">
                <a:latin typeface="Times New Roman"/>
                <a:cs typeface="Times New Roman"/>
              </a:rPr>
              <a:t>6.8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040130" y="3194063"/>
            <a:ext cx="218503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latin typeface="Times New Roman"/>
                <a:cs typeface="Times New Roman"/>
              </a:rPr>
              <a:t>Las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abscisas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diagrama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-20">
                <a:latin typeface="Times New Roman"/>
                <a:cs typeface="Times New Roman"/>
              </a:rPr>
              <a:t> son: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113789" y="3503942"/>
            <a:ext cx="641985" cy="16395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i="1">
                <a:latin typeface="Times New Roman"/>
                <a:cs typeface="Times New Roman"/>
              </a:rPr>
              <a:t>A</a:t>
            </a:r>
            <a:r>
              <a:rPr dirty="0" sz="1050" spc="-10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=</a:t>
            </a:r>
            <a:r>
              <a:rPr dirty="0" sz="1050" spc="-10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TE –</a:t>
            </a:r>
            <a:r>
              <a:rPr dirty="0" sz="1050" spc="-5" i="1">
                <a:latin typeface="Times New Roman"/>
                <a:cs typeface="Times New Roman"/>
              </a:rPr>
              <a:t> </a:t>
            </a:r>
            <a:r>
              <a:rPr dirty="0" sz="1050" spc="-50" i="1">
                <a:latin typeface="Times New Roman"/>
                <a:cs typeface="Times New Roman"/>
              </a:rPr>
              <a:t>N</a:t>
            </a: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1050" i="1">
                <a:latin typeface="Times New Roman"/>
                <a:cs typeface="Times New Roman"/>
              </a:rPr>
              <a:t>B</a:t>
            </a:r>
            <a:r>
              <a:rPr dirty="0" sz="1050" spc="-10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=</a:t>
            </a:r>
            <a:r>
              <a:rPr dirty="0" sz="1050" spc="-10" i="1">
                <a:latin typeface="Times New Roman"/>
                <a:cs typeface="Times New Roman"/>
              </a:rPr>
              <a:t> </a:t>
            </a:r>
            <a:r>
              <a:rPr dirty="0" sz="1050" spc="-25" i="1">
                <a:latin typeface="Times New Roman"/>
                <a:cs typeface="Times New Roman"/>
              </a:rPr>
              <a:t>TE</a:t>
            </a:r>
            <a:endParaRPr sz="1050">
              <a:latin typeface="Times New Roman"/>
              <a:cs typeface="Times New Roman"/>
            </a:endParaRPr>
          </a:p>
          <a:p>
            <a:pPr marL="12700" marR="96520">
              <a:lnSpc>
                <a:spcPts val="1190"/>
              </a:lnSpc>
              <a:spcBef>
                <a:spcPts val="135"/>
              </a:spcBef>
            </a:pPr>
            <a:r>
              <a:rPr dirty="0" sz="1050" i="1">
                <a:latin typeface="Times New Roman"/>
                <a:cs typeface="Times New Roman"/>
              </a:rPr>
              <a:t>C</a:t>
            </a:r>
            <a:r>
              <a:rPr dirty="0" sz="1050" spc="-15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=</a:t>
            </a:r>
            <a:r>
              <a:rPr dirty="0" sz="1050" spc="-10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TE </a:t>
            </a:r>
            <a:r>
              <a:rPr dirty="0" sz="1050" spc="-50" i="1">
                <a:latin typeface="Times New Roman"/>
                <a:cs typeface="Times New Roman"/>
              </a:rPr>
              <a:t>+ N</a:t>
            </a: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ts val="1190"/>
              </a:lnSpc>
            </a:pPr>
            <a:r>
              <a:rPr dirty="0" sz="1050" i="1">
                <a:latin typeface="Times New Roman"/>
                <a:cs typeface="Times New Roman"/>
              </a:rPr>
              <a:t>D</a:t>
            </a:r>
            <a:r>
              <a:rPr dirty="0" sz="1050" spc="-15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=</a:t>
            </a:r>
            <a:r>
              <a:rPr dirty="0" sz="1050" spc="-10" i="1">
                <a:latin typeface="Times New Roman"/>
                <a:cs typeface="Times New Roman"/>
              </a:rPr>
              <a:t> </a:t>
            </a:r>
            <a:r>
              <a:rPr dirty="0" sz="1050" spc="-25" i="1">
                <a:latin typeface="Times New Roman"/>
                <a:cs typeface="Times New Roman"/>
              </a:rPr>
              <a:t>EC</a:t>
            </a: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1050" i="1">
                <a:latin typeface="Times New Roman"/>
                <a:cs typeface="Times New Roman"/>
              </a:rPr>
              <a:t>E</a:t>
            </a:r>
            <a:r>
              <a:rPr dirty="0" sz="1050" spc="-10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=</a:t>
            </a:r>
            <a:r>
              <a:rPr dirty="0" sz="1050" spc="-10" i="1">
                <a:latin typeface="Times New Roman"/>
                <a:cs typeface="Times New Roman"/>
              </a:rPr>
              <a:t> </a:t>
            </a:r>
            <a:r>
              <a:rPr dirty="0" sz="1050" spc="-25" i="1">
                <a:latin typeface="Times New Roman"/>
                <a:cs typeface="Times New Roman"/>
              </a:rPr>
              <a:t>CE</a:t>
            </a: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1050" i="1">
                <a:latin typeface="Times New Roman"/>
                <a:cs typeface="Times New Roman"/>
              </a:rPr>
              <a:t>F</a:t>
            </a:r>
            <a:r>
              <a:rPr dirty="0" sz="1050" spc="-10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=</a:t>
            </a:r>
            <a:r>
              <a:rPr dirty="0" sz="1050" spc="-10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ET –</a:t>
            </a:r>
            <a:r>
              <a:rPr dirty="0" sz="1050" spc="-5" i="1">
                <a:latin typeface="Times New Roman"/>
                <a:cs typeface="Times New Roman"/>
              </a:rPr>
              <a:t> </a:t>
            </a:r>
            <a:r>
              <a:rPr dirty="0" sz="1050" spc="-50" i="1">
                <a:latin typeface="Times New Roman"/>
                <a:cs typeface="Times New Roman"/>
              </a:rPr>
              <a:t>N</a:t>
            </a: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1050" i="1">
                <a:latin typeface="Times New Roman"/>
                <a:cs typeface="Times New Roman"/>
              </a:rPr>
              <a:t>G</a:t>
            </a:r>
            <a:r>
              <a:rPr dirty="0" sz="1050" spc="-15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=</a:t>
            </a:r>
            <a:r>
              <a:rPr dirty="0" sz="1050" spc="-10" i="1">
                <a:latin typeface="Times New Roman"/>
                <a:cs typeface="Times New Roman"/>
              </a:rPr>
              <a:t> </a:t>
            </a:r>
            <a:r>
              <a:rPr dirty="0" sz="1050" spc="-35" i="1">
                <a:latin typeface="Times New Roman"/>
                <a:cs typeface="Times New Roman"/>
              </a:rPr>
              <a:t>ET</a:t>
            </a:r>
            <a:endParaRPr sz="1050">
              <a:latin typeface="Times New Roman"/>
              <a:cs typeface="Times New Roman"/>
            </a:endParaRPr>
          </a:p>
          <a:p>
            <a:pPr marL="12700" marR="88900">
              <a:lnSpc>
                <a:spcPts val="1190"/>
              </a:lnSpc>
              <a:spcBef>
                <a:spcPts val="150"/>
              </a:spcBef>
            </a:pPr>
            <a:r>
              <a:rPr dirty="0" sz="1050" i="1">
                <a:latin typeface="Times New Roman"/>
                <a:cs typeface="Times New Roman"/>
              </a:rPr>
              <a:t>H</a:t>
            </a:r>
            <a:r>
              <a:rPr dirty="0" sz="1050" spc="-15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=</a:t>
            </a:r>
            <a:r>
              <a:rPr dirty="0" sz="1050" spc="-10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ET</a:t>
            </a:r>
            <a:r>
              <a:rPr dirty="0" sz="1050" spc="-5" i="1">
                <a:latin typeface="Times New Roman"/>
                <a:cs typeface="Times New Roman"/>
              </a:rPr>
              <a:t> </a:t>
            </a:r>
            <a:r>
              <a:rPr dirty="0" sz="1050" spc="-50" i="1">
                <a:latin typeface="Times New Roman"/>
                <a:cs typeface="Times New Roman"/>
              </a:rPr>
              <a:t>+ N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988820" y="3503942"/>
            <a:ext cx="1470660" cy="5168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i="1">
                <a:latin typeface="Times New Roman"/>
                <a:cs typeface="Times New Roman"/>
              </a:rPr>
              <a:t>=</a:t>
            </a:r>
            <a:r>
              <a:rPr dirty="0" sz="1050" spc="-20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452.31</a:t>
            </a:r>
            <a:r>
              <a:rPr dirty="0" sz="1050" spc="-15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–</a:t>
            </a:r>
            <a:r>
              <a:rPr dirty="0" sz="1050" spc="-10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14.71</a:t>
            </a:r>
            <a:r>
              <a:rPr dirty="0" sz="1050" spc="-5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=</a:t>
            </a:r>
            <a:r>
              <a:rPr dirty="0" sz="1050" spc="-15" i="1">
                <a:latin typeface="Times New Roman"/>
                <a:cs typeface="Times New Roman"/>
              </a:rPr>
              <a:t> </a:t>
            </a:r>
            <a:r>
              <a:rPr dirty="0" sz="1050" spc="-10" i="1">
                <a:latin typeface="Times New Roman"/>
                <a:cs typeface="Times New Roman"/>
              </a:rPr>
              <a:t>437.60</a:t>
            </a: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1050" i="1">
                <a:latin typeface="Times New Roman"/>
                <a:cs typeface="Times New Roman"/>
              </a:rPr>
              <a:t>=</a:t>
            </a:r>
            <a:r>
              <a:rPr dirty="0" sz="1050" spc="-15" i="1">
                <a:latin typeface="Times New Roman"/>
                <a:cs typeface="Times New Roman"/>
              </a:rPr>
              <a:t> </a:t>
            </a:r>
            <a:r>
              <a:rPr dirty="0" sz="1050" spc="-10" i="1">
                <a:latin typeface="Times New Roman"/>
                <a:cs typeface="Times New Roman"/>
              </a:rPr>
              <a:t>452.31</a:t>
            </a: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1050" i="1">
                <a:latin typeface="Times New Roman"/>
                <a:cs typeface="Times New Roman"/>
              </a:rPr>
              <a:t>=</a:t>
            </a:r>
            <a:r>
              <a:rPr dirty="0" sz="1050" spc="-25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452.31</a:t>
            </a:r>
            <a:r>
              <a:rPr dirty="0" sz="1050" spc="-15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+</a:t>
            </a:r>
            <a:r>
              <a:rPr dirty="0" sz="1050" spc="-20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14.71=</a:t>
            </a:r>
            <a:r>
              <a:rPr dirty="0" sz="1050" spc="-20" i="1">
                <a:latin typeface="Times New Roman"/>
                <a:cs typeface="Times New Roman"/>
              </a:rPr>
              <a:t> </a:t>
            </a:r>
            <a:r>
              <a:rPr dirty="0" sz="1050" spc="-10" i="1">
                <a:latin typeface="Times New Roman"/>
                <a:cs typeface="Times New Roman"/>
              </a:rPr>
              <a:t>467.02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988820" y="4141482"/>
            <a:ext cx="1494155" cy="850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i="1">
                <a:latin typeface="Times New Roman"/>
                <a:cs typeface="Times New Roman"/>
              </a:rPr>
              <a:t>=</a:t>
            </a:r>
            <a:r>
              <a:rPr dirty="0" sz="1050" spc="-15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452.31</a:t>
            </a:r>
            <a:r>
              <a:rPr dirty="0" sz="1050" spc="-10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+</a:t>
            </a:r>
            <a:r>
              <a:rPr dirty="0" sz="1050" spc="-15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50</a:t>
            </a:r>
            <a:r>
              <a:rPr dirty="0" sz="1050" spc="-10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=</a:t>
            </a:r>
            <a:r>
              <a:rPr dirty="0" sz="1050" spc="-15" i="1">
                <a:latin typeface="Times New Roman"/>
                <a:cs typeface="Times New Roman"/>
              </a:rPr>
              <a:t> </a:t>
            </a:r>
            <a:r>
              <a:rPr dirty="0" sz="1050" spc="-10" i="1">
                <a:latin typeface="Times New Roman"/>
                <a:cs typeface="Times New Roman"/>
              </a:rPr>
              <a:t>502.31</a:t>
            </a: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1050" i="1">
                <a:latin typeface="Times New Roman"/>
                <a:cs typeface="Times New Roman"/>
              </a:rPr>
              <a:t>=</a:t>
            </a:r>
            <a:r>
              <a:rPr dirty="0" sz="1050" spc="-15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592.36</a:t>
            </a:r>
            <a:r>
              <a:rPr dirty="0" sz="1050" spc="-10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–</a:t>
            </a:r>
            <a:r>
              <a:rPr dirty="0" sz="1050" spc="-5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50</a:t>
            </a:r>
            <a:r>
              <a:rPr dirty="0" sz="1050" spc="-20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=</a:t>
            </a:r>
            <a:r>
              <a:rPr dirty="0" sz="1050" spc="-10" i="1">
                <a:latin typeface="Times New Roman"/>
                <a:cs typeface="Times New Roman"/>
              </a:rPr>
              <a:t> 542.36</a:t>
            </a: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1050" i="1">
                <a:latin typeface="Times New Roman"/>
                <a:cs typeface="Times New Roman"/>
              </a:rPr>
              <a:t>=</a:t>
            </a:r>
            <a:r>
              <a:rPr dirty="0" sz="1050" spc="-25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592.36</a:t>
            </a:r>
            <a:r>
              <a:rPr dirty="0" sz="1050" spc="-15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–</a:t>
            </a:r>
            <a:r>
              <a:rPr dirty="0" sz="1050" spc="-15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14.71=</a:t>
            </a:r>
            <a:r>
              <a:rPr dirty="0" sz="1050" spc="-20" i="1">
                <a:latin typeface="Times New Roman"/>
                <a:cs typeface="Times New Roman"/>
              </a:rPr>
              <a:t> </a:t>
            </a:r>
            <a:r>
              <a:rPr dirty="0" sz="1050" spc="-10" i="1">
                <a:latin typeface="Times New Roman"/>
                <a:cs typeface="Times New Roman"/>
              </a:rPr>
              <a:t>577.65</a:t>
            </a: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1050" i="1">
                <a:latin typeface="Times New Roman"/>
                <a:cs typeface="Times New Roman"/>
              </a:rPr>
              <a:t>=</a:t>
            </a:r>
            <a:r>
              <a:rPr dirty="0" sz="1050" spc="-15" i="1">
                <a:latin typeface="Times New Roman"/>
                <a:cs typeface="Times New Roman"/>
              </a:rPr>
              <a:t> </a:t>
            </a:r>
            <a:r>
              <a:rPr dirty="0" sz="1050" spc="-10" i="1">
                <a:latin typeface="Times New Roman"/>
                <a:cs typeface="Times New Roman"/>
              </a:rPr>
              <a:t>592.36</a:t>
            </a: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1050" i="1">
                <a:latin typeface="Times New Roman"/>
                <a:cs typeface="Times New Roman"/>
              </a:rPr>
              <a:t>=</a:t>
            </a:r>
            <a:r>
              <a:rPr dirty="0" sz="1050" spc="-20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592.36</a:t>
            </a:r>
            <a:r>
              <a:rPr dirty="0" sz="1050" spc="-10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+</a:t>
            </a:r>
            <a:r>
              <a:rPr dirty="0" sz="1050" spc="-20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14.71</a:t>
            </a:r>
            <a:r>
              <a:rPr dirty="0" sz="1050" spc="-10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=</a:t>
            </a:r>
            <a:r>
              <a:rPr dirty="0" sz="1050" spc="-20" i="1">
                <a:latin typeface="Times New Roman"/>
                <a:cs typeface="Times New Roman"/>
              </a:rPr>
              <a:t> </a:t>
            </a:r>
            <a:r>
              <a:rPr dirty="0" sz="1050" spc="-10" i="1">
                <a:latin typeface="Times New Roman"/>
                <a:cs typeface="Times New Roman"/>
              </a:rPr>
              <a:t>607.07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040130" y="5273052"/>
            <a:ext cx="5492115" cy="25222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factor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es: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50">
                <a:latin typeface="Times New Roman"/>
                <a:cs typeface="Times New Roman"/>
              </a:rPr>
              <a:t>Fp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=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/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Lt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=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6.8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/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50.0 =</a:t>
            </a:r>
            <a:r>
              <a:rPr dirty="0" sz="1050" spc="-10">
                <a:latin typeface="Times New Roman"/>
                <a:cs typeface="Times New Roman"/>
              </a:rPr>
              <a:t> 0.136.</a:t>
            </a: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dirty="0" sz="1050">
                <a:latin typeface="Times New Roman"/>
                <a:cs typeface="Times New Roman"/>
              </a:rPr>
              <a:t>Significa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entonces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por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cada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metro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varía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.136%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y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por</a:t>
            </a:r>
            <a:r>
              <a:rPr dirty="0" sz="1050" spc="229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cada</a:t>
            </a:r>
            <a:r>
              <a:rPr dirty="0" sz="1050" spc="2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10</a:t>
            </a:r>
            <a:r>
              <a:rPr dirty="0" sz="1050" spc="2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metros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varia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1.36%.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1050">
              <a:latin typeface="Times New Roman"/>
              <a:cs typeface="Times New Roman"/>
            </a:endParaRPr>
          </a:p>
          <a:p>
            <a:pPr algn="just" marL="12700" marR="19685">
              <a:lnSpc>
                <a:spcPts val="1220"/>
              </a:lnSpc>
              <a:spcBef>
                <a:spcPts val="5"/>
              </a:spcBef>
            </a:pP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cálculo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 tabla de peralte sigue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siendo similar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 los</a:t>
            </a:r>
            <a:r>
              <a:rPr dirty="0" sz="1050" spc="254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anteriores,</a:t>
            </a:r>
            <a:r>
              <a:rPr dirty="0" sz="1050" spc="2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con</a:t>
            </a:r>
            <a:r>
              <a:rPr dirty="0" sz="1050" spc="2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distancias tomadas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</a:t>
            </a:r>
            <a:r>
              <a:rPr dirty="0" sz="1050" spc="-10">
                <a:latin typeface="Times New Roman"/>
                <a:cs typeface="Times New Roman"/>
              </a:rPr>
              <a:t> partir </a:t>
            </a:r>
            <a:r>
              <a:rPr dirty="0" sz="1050">
                <a:latin typeface="Times New Roman"/>
                <a:cs typeface="Times New Roman"/>
              </a:rPr>
              <a:t>del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TE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y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del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ET,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dependiendo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lado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curva</a:t>
            </a:r>
            <a:r>
              <a:rPr dirty="0" sz="1050" spc="2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encuentre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abscisa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calcular.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50">
              <a:latin typeface="Times New Roman"/>
              <a:cs typeface="Times New Roman"/>
            </a:endParaRPr>
          </a:p>
          <a:p>
            <a:pPr algn="just" marL="12700" marR="16510">
              <a:lnSpc>
                <a:spcPts val="1220"/>
              </a:lnSpc>
            </a:pPr>
            <a:r>
              <a:rPr dirty="0" sz="1050">
                <a:latin typeface="Times New Roman"/>
                <a:cs typeface="Times New Roman"/>
              </a:rPr>
              <a:t>Como</a:t>
            </a:r>
            <a:r>
              <a:rPr dirty="0" sz="1050" spc="9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pudo</a:t>
            </a:r>
            <a:r>
              <a:rPr dirty="0" sz="1050" spc="8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haber</a:t>
            </a:r>
            <a:r>
              <a:rPr dirty="0" sz="1050" spc="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observado,</a:t>
            </a:r>
            <a:r>
              <a:rPr dirty="0" sz="1050" spc="7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7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cálculo</a:t>
            </a:r>
            <a:r>
              <a:rPr dirty="0" sz="1050" spc="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del</a:t>
            </a:r>
            <a:r>
              <a:rPr dirty="0" sz="1050" spc="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8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para</a:t>
            </a:r>
            <a:r>
              <a:rPr dirty="0" sz="1050" spc="8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una</a:t>
            </a:r>
            <a:r>
              <a:rPr dirty="0" sz="1050" spc="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curva</a:t>
            </a:r>
            <a:r>
              <a:rPr dirty="0" sz="1050" spc="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con</a:t>
            </a:r>
            <a:r>
              <a:rPr dirty="0" sz="1050" spc="8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espirales</a:t>
            </a:r>
            <a:r>
              <a:rPr dirty="0" sz="1050" spc="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8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transición</a:t>
            </a:r>
            <a:r>
              <a:rPr dirty="0" sz="1050" spc="75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es </a:t>
            </a:r>
            <a:r>
              <a:rPr dirty="0" sz="1050">
                <a:latin typeface="Times New Roman"/>
                <a:cs typeface="Times New Roman"/>
              </a:rPr>
              <a:t>mucho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más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sencillo.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050">
              <a:latin typeface="Times New Roman"/>
              <a:cs typeface="Times New Roman"/>
            </a:endParaRPr>
          </a:p>
          <a:p>
            <a:pPr algn="just" marL="12700" marR="5080">
              <a:lnSpc>
                <a:spcPts val="1220"/>
              </a:lnSpc>
              <a:spcBef>
                <a:spcPts val="5"/>
              </a:spcBef>
            </a:pPr>
            <a:r>
              <a:rPr dirty="0" sz="1050">
                <a:latin typeface="Times New Roman"/>
                <a:cs typeface="Times New Roman"/>
              </a:rPr>
              <a:t>En</a:t>
            </a:r>
            <a:r>
              <a:rPr dirty="0" sz="1050" spc="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un</a:t>
            </a:r>
            <a:r>
              <a:rPr dirty="0" sz="1050" spc="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proyecto</a:t>
            </a:r>
            <a:r>
              <a:rPr dirty="0" sz="1050" spc="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carreteras</a:t>
            </a:r>
            <a:r>
              <a:rPr dirty="0" sz="1050" spc="5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debe</a:t>
            </a:r>
            <a:r>
              <a:rPr dirty="0" sz="1050" spc="5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presentar,</a:t>
            </a:r>
            <a:r>
              <a:rPr dirty="0" sz="1050" spc="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desde</a:t>
            </a:r>
            <a:r>
              <a:rPr dirty="0" sz="1050" spc="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punto</a:t>
            </a:r>
            <a:r>
              <a:rPr dirty="0" sz="1050" spc="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inicial</a:t>
            </a:r>
            <a:r>
              <a:rPr dirty="0" sz="1050" spc="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hasta</a:t>
            </a:r>
            <a:r>
              <a:rPr dirty="0" sz="1050" spc="1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punto</a:t>
            </a:r>
            <a:r>
              <a:rPr dirty="0" sz="1050" spc="5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final</a:t>
            </a:r>
            <a:r>
              <a:rPr dirty="0" sz="1050" spc="5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5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éste,</a:t>
            </a:r>
            <a:r>
              <a:rPr dirty="0" sz="1050" spc="50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el </a:t>
            </a:r>
            <a:r>
              <a:rPr dirty="0" sz="1050">
                <a:latin typeface="Times New Roman"/>
                <a:cs typeface="Times New Roman"/>
              </a:rPr>
              <a:t>valor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del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y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sobreelevación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para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cada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una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las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estaciones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localizadas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terreno.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Además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los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datos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contemplados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siguiente tabla,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también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debe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ir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consignada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cota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o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elevación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del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eje </a:t>
            </a:r>
            <a:r>
              <a:rPr dirty="0" sz="1050">
                <a:latin typeface="Times New Roman"/>
                <a:cs typeface="Times New Roman"/>
              </a:rPr>
              <a:t>del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proyecto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y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cota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los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bordes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vía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calculados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partir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del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y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ancho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calzada.</a:t>
            </a:r>
            <a:endParaRPr sz="10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 descr=""/>
          <p:cNvGraphicFramePr>
            <a:graphicFrameLocks noGrp="1"/>
          </p:cNvGraphicFramePr>
          <p:nvPr/>
        </p:nvGraphicFramePr>
        <p:xfrm>
          <a:off x="1559560" y="1409712"/>
          <a:ext cx="4542790" cy="90404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41680"/>
                <a:gridCol w="740409"/>
                <a:gridCol w="725169"/>
                <a:gridCol w="760730"/>
                <a:gridCol w="741679"/>
                <a:gridCol w="744220"/>
              </a:tblGrid>
              <a:tr h="277495">
                <a:tc rowSpan="2">
                  <a:txBody>
                    <a:bodyPr/>
                    <a:lstStyle/>
                    <a:p>
                      <a:pPr marL="224790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950" spc="-10">
                          <a:latin typeface="Arial MT"/>
                          <a:cs typeface="Arial MT"/>
                        </a:rPr>
                        <a:t>PUNTO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8636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165100" marR="104139">
                        <a:lnSpc>
                          <a:spcPts val="1090"/>
                        </a:lnSpc>
                        <a:spcBef>
                          <a:spcPts val="755"/>
                        </a:spcBef>
                      </a:pPr>
                      <a:r>
                        <a:rPr dirty="0" sz="950" spc="-10">
                          <a:latin typeface="Arial MT"/>
                          <a:cs typeface="Arial MT"/>
                        </a:rPr>
                        <a:t>ABSCIS </a:t>
                      </a:r>
                      <a:r>
                        <a:rPr dirty="0" sz="950" spc="-50">
                          <a:latin typeface="Arial MT"/>
                          <a:cs typeface="Arial MT"/>
                        </a:rPr>
                        <a:t>A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9588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410845">
                        <a:lnSpc>
                          <a:spcPct val="100000"/>
                        </a:lnSpc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PERALTE</a:t>
                      </a:r>
                      <a:r>
                        <a:rPr dirty="0" sz="950" spc="16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-25">
                          <a:latin typeface="Arial MT"/>
                          <a:cs typeface="Arial MT"/>
                        </a:rPr>
                        <a:t>(%)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115570">
                        <a:lnSpc>
                          <a:spcPts val="1070"/>
                        </a:lnSpc>
                      </a:pPr>
                      <a:r>
                        <a:rPr dirty="0" sz="950" spc="-10">
                          <a:latin typeface="Arial MT"/>
                          <a:cs typeface="Arial MT"/>
                        </a:rPr>
                        <a:t>SOBREELEVACIÓN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marL="115570">
                        <a:lnSpc>
                          <a:spcPts val="1015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(m)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0353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8636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9588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6954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IZQ.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841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300355" marR="283845">
                        <a:lnSpc>
                          <a:spcPts val="1040"/>
                        </a:lnSpc>
                        <a:spcBef>
                          <a:spcPts val="215"/>
                        </a:spcBef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DE R.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273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9539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IZQ.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841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90830" marR="277495">
                        <a:lnSpc>
                          <a:spcPts val="1040"/>
                        </a:lnSpc>
                        <a:spcBef>
                          <a:spcPts val="215"/>
                        </a:spcBef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DE R.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27305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095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0">
                        <a:lnSpc>
                          <a:spcPts val="1070"/>
                        </a:lnSpc>
                        <a:spcBef>
                          <a:spcPts val="40"/>
                        </a:spcBef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430.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13335">
                        <a:lnSpc>
                          <a:spcPts val="1070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50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4986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-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2.00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50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1070"/>
                        </a:lnSpc>
                        <a:spcBef>
                          <a:spcPts val="40"/>
                        </a:spcBef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-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8255">
                        <a:lnSpc>
                          <a:spcPts val="1005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2.0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6985">
                        <a:lnSpc>
                          <a:spcPts val="1010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50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3144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-</a:t>
                      </a:r>
                      <a:r>
                        <a:rPr dirty="0" sz="950" spc="-10">
                          <a:latin typeface="Arial MT"/>
                          <a:cs typeface="Arial MT"/>
                        </a:rPr>
                        <a:t>0.073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50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9079" marR="242570" indent="635">
                        <a:lnSpc>
                          <a:spcPts val="1000"/>
                        </a:lnSpc>
                        <a:spcBef>
                          <a:spcPts val="190"/>
                        </a:spcBef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- 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0.07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8255">
                        <a:lnSpc>
                          <a:spcPts val="935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3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2413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ctr" marL="1206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A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0">
                        <a:lnSpc>
                          <a:spcPts val="1065"/>
                        </a:lnSpc>
                        <a:spcBef>
                          <a:spcPts val="15"/>
                        </a:spcBef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437.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12065">
                        <a:lnSpc>
                          <a:spcPts val="1065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60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4986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-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2.00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1065"/>
                        </a:lnSpc>
                        <a:spcBef>
                          <a:spcPts val="15"/>
                        </a:spcBef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-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8255">
                        <a:lnSpc>
                          <a:spcPts val="994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2.0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6985">
                        <a:lnSpc>
                          <a:spcPts val="1005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3144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-</a:t>
                      </a:r>
                      <a:r>
                        <a:rPr dirty="0" sz="950" spc="-10">
                          <a:latin typeface="Arial MT"/>
                          <a:cs typeface="Arial MT"/>
                        </a:rPr>
                        <a:t>0.073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9079" marR="242570" indent="635">
                        <a:lnSpc>
                          <a:spcPts val="990"/>
                        </a:lnSpc>
                        <a:spcBef>
                          <a:spcPts val="170"/>
                        </a:spcBef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- 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0.07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8255">
                        <a:lnSpc>
                          <a:spcPts val="925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3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2159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019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0">
                        <a:lnSpc>
                          <a:spcPts val="1070"/>
                        </a:lnSpc>
                        <a:spcBef>
                          <a:spcPts val="5"/>
                        </a:spcBef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440.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13335">
                        <a:lnSpc>
                          <a:spcPts val="1070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4986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-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1.67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1070"/>
                        </a:lnSpc>
                        <a:spcBef>
                          <a:spcPts val="5"/>
                        </a:spcBef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-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8255">
                        <a:lnSpc>
                          <a:spcPts val="994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2.0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6985">
                        <a:lnSpc>
                          <a:spcPts val="1000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3144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-</a:t>
                      </a:r>
                      <a:r>
                        <a:rPr dirty="0" sz="950" spc="-10">
                          <a:latin typeface="Arial MT"/>
                          <a:cs typeface="Arial MT"/>
                        </a:rPr>
                        <a:t>0.061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9079" marR="242570" indent="635">
                        <a:lnSpc>
                          <a:spcPts val="1000"/>
                        </a:lnSpc>
                        <a:spcBef>
                          <a:spcPts val="155"/>
                        </a:spcBef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- 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0.07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8255">
                        <a:lnSpc>
                          <a:spcPts val="915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3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685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076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0">
                        <a:lnSpc>
                          <a:spcPts val="1075"/>
                        </a:lnSpc>
                        <a:spcBef>
                          <a:spcPts val="15"/>
                        </a:spcBef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450.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13335">
                        <a:lnSpc>
                          <a:spcPts val="1075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4986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-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0.31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1075"/>
                        </a:lnSpc>
                        <a:spcBef>
                          <a:spcPts val="15"/>
                        </a:spcBef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-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8255">
                        <a:lnSpc>
                          <a:spcPts val="1005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2.0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6985">
                        <a:lnSpc>
                          <a:spcPts val="1015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3144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-</a:t>
                      </a:r>
                      <a:r>
                        <a:rPr dirty="0" sz="950" spc="-10">
                          <a:latin typeface="Arial MT"/>
                          <a:cs typeface="Arial MT"/>
                        </a:rPr>
                        <a:t>0.011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9079" marR="242570" indent="635">
                        <a:lnSpc>
                          <a:spcPts val="1010"/>
                        </a:lnSpc>
                        <a:spcBef>
                          <a:spcPts val="155"/>
                        </a:spcBef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- 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0.07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8255">
                        <a:lnSpc>
                          <a:spcPts val="935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3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685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2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ctr" marL="1143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B=TE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0">
                        <a:lnSpc>
                          <a:spcPts val="1070"/>
                        </a:lnSpc>
                        <a:spcBef>
                          <a:spcPts val="15"/>
                        </a:spcBef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452.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13335">
                        <a:lnSpc>
                          <a:spcPts val="1070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31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6891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0.00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1070"/>
                        </a:lnSpc>
                        <a:spcBef>
                          <a:spcPts val="15"/>
                        </a:spcBef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-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8255">
                        <a:lnSpc>
                          <a:spcPts val="1005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2.0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6985">
                        <a:lnSpc>
                          <a:spcPts val="1010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3398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950" spc="-10">
                          <a:latin typeface="Arial MT"/>
                          <a:cs typeface="Arial MT"/>
                        </a:rPr>
                        <a:t>0.000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9079" marR="242570" indent="635">
                        <a:lnSpc>
                          <a:spcPts val="1000"/>
                        </a:lnSpc>
                        <a:spcBef>
                          <a:spcPts val="165"/>
                        </a:spcBef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- 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0.07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8255">
                        <a:lnSpc>
                          <a:spcPts val="935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3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20955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032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0">
                        <a:lnSpc>
                          <a:spcPts val="1065"/>
                        </a:lnSpc>
                        <a:spcBef>
                          <a:spcPts val="15"/>
                        </a:spcBef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460.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13335">
                        <a:lnSpc>
                          <a:spcPts val="1065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6891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1.05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1065"/>
                        </a:lnSpc>
                        <a:spcBef>
                          <a:spcPts val="15"/>
                        </a:spcBef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-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8255">
                        <a:lnSpc>
                          <a:spcPts val="994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2.0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6985">
                        <a:lnSpc>
                          <a:spcPts val="1005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3398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950" spc="-10">
                          <a:latin typeface="Arial MT"/>
                          <a:cs typeface="Arial MT"/>
                        </a:rPr>
                        <a:t>0.038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9079" marR="242570" indent="635">
                        <a:lnSpc>
                          <a:spcPts val="990"/>
                        </a:lnSpc>
                        <a:spcBef>
                          <a:spcPts val="170"/>
                        </a:spcBef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- 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0.07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8255">
                        <a:lnSpc>
                          <a:spcPts val="925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3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2159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ctr" marL="1333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C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0">
                        <a:lnSpc>
                          <a:spcPts val="1070"/>
                        </a:lnSpc>
                        <a:spcBef>
                          <a:spcPts val="15"/>
                        </a:spcBef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467.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12065">
                        <a:lnSpc>
                          <a:spcPts val="1070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02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6891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2.00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1070"/>
                        </a:lnSpc>
                        <a:spcBef>
                          <a:spcPts val="15"/>
                        </a:spcBef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-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8255">
                        <a:lnSpc>
                          <a:spcPts val="1005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2.0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6985">
                        <a:lnSpc>
                          <a:spcPts val="1010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3398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950" spc="-10">
                          <a:latin typeface="Arial MT"/>
                          <a:cs typeface="Arial MT"/>
                        </a:rPr>
                        <a:t>0.073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9079" marR="242570" indent="635">
                        <a:lnSpc>
                          <a:spcPts val="1000"/>
                        </a:lnSpc>
                        <a:spcBef>
                          <a:spcPts val="165"/>
                        </a:spcBef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- 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0.07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8255">
                        <a:lnSpc>
                          <a:spcPts val="935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3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20955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0">
                        <a:lnSpc>
                          <a:spcPts val="1065"/>
                        </a:lnSpc>
                        <a:spcBef>
                          <a:spcPts val="15"/>
                        </a:spcBef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470.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13335">
                        <a:lnSpc>
                          <a:spcPts val="1065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6891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2.41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1065"/>
                        </a:lnSpc>
                        <a:spcBef>
                          <a:spcPts val="15"/>
                        </a:spcBef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-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8255">
                        <a:lnSpc>
                          <a:spcPts val="994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2.4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6985">
                        <a:lnSpc>
                          <a:spcPts val="1005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1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3398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950" spc="-10">
                          <a:latin typeface="Arial MT"/>
                          <a:cs typeface="Arial MT"/>
                        </a:rPr>
                        <a:t>0.088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9079" marR="242570" indent="635">
                        <a:lnSpc>
                          <a:spcPts val="990"/>
                        </a:lnSpc>
                        <a:spcBef>
                          <a:spcPts val="170"/>
                        </a:spcBef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- 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0.08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8255">
                        <a:lnSpc>
                          <a:spcPts val="925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8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2159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044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0">
                        <a:lnSpc>
                          <a:spcPts val="1070"/>
                        </a:lnSpc>
                        <a:spcBef>
                          <a:spcPts val="15"/>
                        </a:spcBef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480.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13335">
                        <a:lnSpc>
                          <a:spcPts val="1070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6891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3.77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1070"/>
                        </a:lnSpc>
                        <a:spcBef>
                          <a:spcPts val="15"/>
                        </a:spcBef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-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8255">
                        <a:lnSpc>
                          <a:spcPts val="1000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3.7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6985">
                        <a:lnSpc>
                          <a:spcPts val="1005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7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3398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950" spc="-10">
                          <a:latin typeface="Arial MT"/>
                          <a:cs typeface="Arial MT"/>
                        </a:rPr>
                        <a:t>0.137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9079" marR="242570" indent="635">
                        <a:lnSpc>
                          <a:spcPts val="1000"/>
                        </a:lnSpc>
                        <a:spcBef>
                          <a:spcPts val="165"/>
                        </a:spcBef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- 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0.13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8255">
                        <a:lnSpc>
                          <a:spcPts val="925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7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20955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076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0">
                        <a:lnSpc>
                          <a:spcPts val="1075"/>
                        </a:lnSpc>
                        <a:spcBef>
                          <a:spcPts val="15"/>
                        </a:spcBef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490.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13335">
                        <a:lnSpc>
                          <a:spcPts val="1075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6891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5.13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1075"/>
                        </a:lnSpc>
                        <a:spcBef>
                          <a:spcPts val="15"/>
                        </a:spcBef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-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8255">
                        <a:lnSpc>
                          <a:spcPts val="1010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5.1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6985">
                        <a:lnSpc>
                          <a:spcPts val="1010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3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3398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950" spc="-10">
                          <a:latin typeface="Arial MT"/>
                          <a:cs typeface="Arial MT"/>
                        </a:rPr>
                        <a:t>0.187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9079" marR="242570" indent="635">
                        <a:lnSpc>
                          <a:spcPts val="1010"/>
                        </a:lnSpc>
                        <a:spcBef>
                          <a:spcPts val="155"/>
                        </a:spcBef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- 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0.18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8255">
                        <a:lnSpc>
                          <a:spcPts val="935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7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685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0">
                        <a:lnSpc>
                          <a:spcPts val="1075"/>
                        </a:lnSpc>
                        <a:spcBef>
                          <a:spcPts val="5"/>
                        </a:spcBef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500.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13335">
                        <a:lnSpc>
                          <a:spcPts val="1075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6891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6.49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1075"/>
                        </a:lnSpc>
                        <a:spcBef>
                          <a:spcPts val="5"/>
                        </a:spcBef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-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8255">
                        <a:lnSpc>
                          <a:spcPts val="1005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6.4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6985">
                        <a:lnSpc>
                          <a:spcPts val="1015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9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3398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950" spc="-10">
                          <a:latin typeface="Arial MT"/>
                          <a:cs typeface="Arial MT"/>
                        </a:rPr>
                        <a:t>0.237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9079" marR="242570" indent="635">
                        <a:lnSpc>
                          <a:spcPts val="1010"/>
                        </a:lnSpc>
                        <a:spcBef>
                          <a:spcPts val="145"/>
                        </a:spcBef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- 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0.23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8255">
                        <a:lnSpc>
                          <a:spcPts val="935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7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8415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8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05130">
                <a:tc>
                  <a:txBody>
                    <a:bodyPr/>
                    <a:lstStyle/>
                    <a:p>
                      <a:pPr algn="ctr" marL="1143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D=EC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35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0">
                        <a:lnSpc>
                          <a:spcPts val="1070"/>
                        </a:lnSpc>
                        <a:spcBef>
                          <a:spcPts val="5"/>
                        </a:spcBef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502.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12065">
                        <a:lnSpc>
                          <a:spcPts val="1070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31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6891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6.80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1070"/>
                        </a:lnSpc>
                        <a:spcBef>
                          <a:spcPts val="5"/>
                        </a:spcBef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-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8255">
                        <a:lnSpc>
                          <a:spcPts val="1005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6.8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6985">
                        <a:lnSpc>
                          <a:spcPts val="1010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3398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950" spc="-10">
                          <a:latin typeface="Arial MT"/>
                          <a:cs typeface="Arial MT"/>
                        </a:rPr>
                        <a:t>0.248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9079" marR="242570" indent="635">
                        <a:lnSpc>
                          <a:spcPts val="1000"/>
                        </a:lnSpc>
                        <a:spcBef>
                          <a:spcPts val="155"/>
                        </a:spcBef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- 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0.24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8255">
                        <a:lnSpc>
                          <a:spcPts val="935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8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685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044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0">
                        <a:lnSpc>
                          <a:spcPts val="1070"/>
                        </a:lnSpc>
                        <a:spcBef>
                          <a:spcPts val="5"/>
                        </a:spcBef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510.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13335">
                        <a:lnSpc>
                          <a:spcPts val="1070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6891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6.80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1070"/>
                        </a:lnSpc>
                        <a:spcBef>
                          <a:spcPts val="5"/>
                        </a:spcBef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-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8255">
                        <a:lnSpc>
                          <a:spcPts val="1005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6.8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6985">
                        <a:lnSpc>
                          <a:spcPts val="1010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3398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950" spc="-10">
                          <a:latin typeface="Arial MT"/>
                          <a:cs typeface="Arial MT"/>
                        </a:rPr>
                        <a:t>0.248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9079" marR="242570" indent="635">
                        <a:lnSpc>
                          <a:spcPts val="1000"/>
                        </a:lnSpc>
                        <a:spcBef>
                          <a:spcPts val="155"/>
                        </a:spcBef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- 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0.24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8255">
                        <a:lnSpc>
                          <a:spcPts val="935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8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685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0">
                        <a:lnSpc>
                          <a:spcPts val="1080"/>
                        </a:lnSpc>
                        <a:spcBef>
                          <a:spcPts val="15"/>
                        </a:spcBef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520.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13335">
                        <a:lnSpc>
                          <a:spcPts val="1080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6891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6.80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1080"/>
                        </a:lnSpc>
                        <a:spcBef>
                          <a:spcPts val="15"/>
                        </a:spcBef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-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8255">
                        <a:lnSpc>
                          <a:spcPts val="1019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6.8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6985">
                        <a:lnSpc>
                          <a:spcPts val="1025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3398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950" spc="-10">
                          <a:latin typeface="Arial MT"/>
                          <a:cs typeface="Arial MT"/>
                        </a:rPr>
                        <a:t>0.248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9079" marR="242570" indent="635">
                        <a:lnSpc>
                          <a:spcPts val="1019"/>
                        </a:lnSpc>
                        <a:spcBef>
                          <a:spcPts val="150"/>
                        </a:spcBef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- 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0.24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8255">
                        <a:lnSpc>
                          <a:spcPts val="950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8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051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0">
                        <a:lnSpc>
                          <a:spcPts val="1070"/>
                        </a:lnSpc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530.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13335">
                        <a:lnSpc>
                          <a:spcPts val="1075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68910">
                        <a:lnSpc>
                          <a:spcPts val="1135"/>
                        </a:lnSpc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6.80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1070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-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8255">
                        <a:lnSpc>
                          <a:spcPts val="1005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6.8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6985">
                        <a:lnSpc>
                          <a:spcPts val="1015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33985">
                        <a:lnSpc>
                          <a:spcPts val="1135"/>
                        </a:lnSpc>
                      </a:pPr>
                      <a:r>
                        <a:rPr dirty="0" sz="950" spc="-10">
                          <a:latin typeface="Arial MT"/>
                          <a:cs typeface="Arial MT"/>
                        </a:rPr>
                        <a:t>0.248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9079" marR="242570" indent="635">
                        <a:lnSpc>
                          <a:spcPts val="1010"/>
                        </a:lnSpc>
                        <a:spcBef>
                          <a:spcPts val="135"/>
                        </a:spcBef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- 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0.24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8255">
                        <a:lnSpc>
                          <a:spcPts val="935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8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7145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1020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0">
                        <a:lnSpc>
                          <a:spcPts val="1080"/>
                        </a:lnSpc>
                        <a:spcBef>
                          <a:spcPts val="15"/>
                        </a:spcBef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540.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13335">
                        <a:lnSpc>
                          <a:spcPts val="1080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6891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6.80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1080"/>
                        </a:lnSpc>
                        <a:spcBef>
                          <a:spcPts val="15"/>
                        </a:spcBef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-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8255">
                        <a:lnSpc>
                          <a:spcPts val="1019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6.8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6985">
                        <a:lnSpc>
                          <a:spcPts val="1015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3398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950" spc="-10">
                          <a:latin typeface="Arial MT"/>
                          <a:cs typeface="Arial MT"/>
                        </a:rPr>
                        <a:t>0.248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9079" marR="242570" indent="635">
                        <a:lnSpc>
                          <a:spcPts val="1019"/>
                        </a:lnSpc>
                        <a:spcBef>
                          <a:spcPts val="150"/>
                        </a:spcBef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- 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0.24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8255">
                        <a:lnSpc>
                          <a:spcPts val="940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8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55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07670">
                <a:tc>
                  <a:txBody>
                    <a:bodyPr/>
                    <a:lstStyle/>
                    <a:p>
                      <a:pPr algn="ctr" marL="1016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E=CE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0">
                        <a:lnSpc>
                          <a:spcPts val="1075"/>
                        </a:lnSpc>
                        <a:spcBef>
                          <a:spcPts val="15"/>
                        </a:spcBef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542.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12065">
                        <a:lnSpc>
                          <a:spcPts val="1075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36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6891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6.80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1075"/>
                        </a:lnSpc>
                        <a:spcBef>
                          <a:spcPts val="15"/>
                        </a:spcBef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-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8255">
                        <a:lnSpc>
                          <a:spcPts val="1005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6.8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6985">
                        <a:lnSpc>
                          <a:spcPts val="1015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3398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950" spc="-10">
                          <a:latin typeface="Arial MT"/>
                          <a:cs typeface="Arial MT"/>
                        </a:rPr>
                        <a:t>0.248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9079" marR="242570" indent="635">
                        <a:lnSpc>
                          <a:spcPts val="1010"/>
                        </a:lnSpc>
                        <a:spcBef>
                          <a:spcPts val="155"/>
                        </a:spcBef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- 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0.24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8255">
                        <a:lnSpc>
                          <a:spcPts val="935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8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685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025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0">
                        <a:lnSpc>
                          <a:spcPts val="1070"/>
                        </a:lnSpc>
                        <a:spcBef>
                          <a:spcPts val="5"/>
                        </a:spcBef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550.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13335">
                        <a:lnSpc>
                          <a:spcPts val="1070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6891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5.76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1070"/>
                        </a:lnSpc>
                        <a:spcBef>
                          <a:spcPts val="5"/>
                        </a:spcBef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-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8255">
                        <a:lnSpc>
                          <a:spcPts val="994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5.7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6985">
                        <a:lnSpc>
                          <a:spcPts val="1000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6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3398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950" spc="-10">
                          <a:latin typeface="Arial MT"/>
                          <a:cs typeface="Arial MT"/>
                        </a:rPr>
                        <a:t>0.210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9079" marR="242570" indent="635">
                        <a:lnSpc>
                          <a:spcPts val="1000"/>
                        </a:lnSpc>
                        <a:spcBef>
                          <a:spcPts val="155"/>
                        </a:spcBef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- 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0.21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8255">
                        <a:lnSpc>
                          <a:spcPts val="915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685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032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0">
                        <a:lnSpc>
                          <a:spcPts val="1065"/>
                        </a:lnSpc>
                        <a:spcBef>
                          <a:spcPts val="15"/>
                        </a:spcBef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560.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13335">
                        <a:lnSpc>
                          <a:spcPts val="1065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6891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4.40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1065"/>
                        </a:lnSpc>
                        <a:spcBef>
                          <a:spcPts val="15"/>
                        </a:spcBef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-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8255">
                        <a:lnSpc>
                          <a:spcPts val="994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4.4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6985">
                        <a:lnSpc>
                          <a:spcPts val="1005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3398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950" spc="-10">
                          <a:latin typeface="Arial MT"/>
                          <a:cs typeface="Arial MT"/>
                        </a:rPr>
                        <a:t>0.161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9079" marR="242570" indent="635">
                        <a:lnSpc>
                          <a:spcPts val="990"/>
                        </a:lnSpc>
                        <a:spcBef>
                          <a:spcPts val="170"/>
                        </a:spcBef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- 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0.16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8255">
                        <a:lnSpc>
                          <a:spcPts val="925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1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2159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0">
                        <a:lnSpc>
                          <a:spcPts val="1070"/>
                        </a:lnSpc>
                        <a:spcBef>
                          <a:spcPts val="15"/>
                        </a:spcBef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570.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13335">
                        <a:lnSpc>
                          <a:spcPts val="1015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6891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3.04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1070"/>
                        </a:lnSpc>
                        <a:spcBef>
                          <a:spcPts val="15"/>
                        </a:spcBef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-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8255">
                        <a:lnSpc>
                          <a:spcPts val="1015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3.0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3398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950" spc="-10">
                          <a:latin typeface="Arial MT"/>
                          <a:cs typeface="Arial MT"/>
                        </a:rPr>
                        <a:t>0.111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9079" marR="242570" indent="635">
                        <a:lnSpc>
                          <a:spcPts val="1000"/>
                        </a:lnSpc>
                        <a:spcBef>
                          <a:spcPts val="100"/>
                        </a:spcBef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- 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0.11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270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 descr=""/>
          <p:cNvGraphicFramePr>
            <a:graphicFrameLocks noGrp="1"/>
          </p:cNvGraphicFramePr>
          <p:nvPr/>
        </p:nvGraphicFramePr>
        <p:xfrm>
          <a:off x="1559560" y="1076337"/>
          <a:ext cx="4542790" cy="31629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41680"/>
                <a:gridCol w="740409"/>
                <a:gridCol w="725169"/>
                <a:gridCol w="760730"/>
                <a:gridCol w="741679"/>
                <a:gridCol w="744220"/>
              </a:tblGrid>
              <a:tr h="152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985">
                        <a:lnSpc>
                          <a:spcPts val="1085"/>
                        </a:lnSpc>
                        <a:spcBef>
                          <a:spcPts val="15"/>
                        </a:spcBef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4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1085"/>
                        </a:lnSpc>
                        <a:spcBef>
                          <a:spcPts val="15"/>
                        </a:spcBef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1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02590">
                <a:tc>
                  <a:txBody>
                    <a:bodyPr/>
                    <a:lstStyle/>
                    <a:p>
                      <a:pPr algn="ctr" marL="1270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F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35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0">
                        <a:lnSpc>
                          <a:spcPts val="1070"/>
                        </a:lnSpc>
                        <a:spcBef>
                          <a:spcPts val="5"/>
                        </a:spcBef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577.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12065">
                        <a:lnSpc>
                          <a:spcPts val="1070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65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6891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2.00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1070"/>
                        </a:lnSpc>
                        <a:spcBef>
                          <a:spcPts val="5"/>
                        </a:spcBef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-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8255">
                        <a:lnSpc>
                          <a:spcPts val="994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2.0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6985">
                        <a:lnSpc>
                          <a:spcPts val="1000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4478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950" spc="-10">
                          <a:latin typeface="Arial MT"/>
                          <a:cs typeface="Arial MT"/>
                        </a:rPr>
                        <a:t>0.073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9079" marR="242570" indent="635">
                        <a:lnSpc>
                          <a:spcPts val="1000"/>
                        </a:lnSpc>
                        <a:spcBef>
                          <a:spcPts val="155"/>
                        </a:spcBef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- 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0.07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8255">
                        <a:lnSpc>
                          <a:spcPts val="915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3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685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0703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0">
                        <a:lnSpc>
                          <a:spcPts val="1075"/>
                        </a:lnSpc>
                        <a:spcBef>
                          <a:spcPts val="15"/>
                        </a:spcBef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580.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13335">
                        <a:lnSpc>
                          <a:spcPts val="1075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6891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1.68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1075"/>
                        </a:lnSpc>
                        <a:spcBef>
                          <a:spcPts val="15"/>
                        </a:spcBef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-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8255">
                        <a:lnSpc>
                          <a:spcPts val="1005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2.0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6985">
                        <a:lnSpc>
                          <a:spcPts val="1015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4478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950" spc="-10">
                          <a:latin typeface="Arial MT"/>
                          <a:cs typeface="Arial MT"/>
                        </a:rPr>
                        <a:t>0.061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9079" marR="242570" indent="635">
                        <a:lnSpc>
                          <a:spcPts val="1010"/>
                        </a:lnSpc>
                        <a:spcBef>
                          <a:spcPts val="155"/>
                        </a:spcBef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- 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0.07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8255">
                        <a:lnSpc>
                          <a:spcPts val="935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3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685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025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0">
                        <a:lnSpc>
                          <a:spcPts val="1070"/>
                        </a:lnSpc>
                        <a:spcBef>
                          <a:spcPts val="5"/>
                        </a:spcBef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590.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13335">
                        <a:lnSpc>
                          <a:spcPts val="1070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6891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0.32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1070"/>
                        </a:lnSpc>
                        <a:spcBef>
                          <a:spcPts val="5"/>
                        </a:spcBef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-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8255">
                        <a:lnSpc>
                          <a:spcPts val="994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2.0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6985">
                        <a:lnSpc>
                          <a:spcPts val="1000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4478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950" spc="-10">
                          <a:latin typeface="Arial MT"/>
                          <a:cs typeface="Arial MT"/>
                        </a:rPr>
                        <a:t>0.012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9079" marR="242570" indent="635">
                        <a:lnSpc>
                          <a:spcPts val="1000"/>
                        </a:lnSpc>
                        <a:spcBef>
                          <a:spcPts val="155"/>
                        </a:spcBef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- 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0.07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8255">
                        <a:lnSpc>
                          <a:spcPts val="915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3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685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55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08940">
                <a:tc>
                  <a:txBody>
                    <a:bodyPr/>
                    <a:lstStyle/>
                    <a:p>
                      <a:pPr algn="ctr" marL="952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G=ET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3175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0">
                        <a:lnSpc>
                          <a:spcPts val="1075"/>
                        </a:lnSpc>
                        <a:spcBef>
                          <a:spcPts val="25"/>
                        </a:spcBef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592.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13335">
                        <a:lnSpc>
                          <a:spcPts val="1075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36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31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6891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0.00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31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1075"/>
                        </a:lnSpc>
                        <a:spcBef>
                          <a:spcPts val="25"/>
                        </a:spcBef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-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8255">
                        <a:lnSpc>
                          <a:spcPts val="1010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2.0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6985">
                        <a:lnSpc>
                          <a:spcPts val="1010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31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4478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950" spc="-10">
                          <a:latin typeface="Arial MT"/>
                          <a:cs typeface="Arial MT"/>
                        </a:rPr>
                        <a:t>0.000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31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9079" marR="242570" indent="635">
                        <a:lnSpc>
                          <a:spcPts val="1010"/>
                        </a:lnSpc>
                        <a:spcBef>
                          <a:spcPts val="165"/>
                        </a:spcBef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- 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0.07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8255">
                        <a:lnSpc>
                          <a:spcPts val="935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3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20955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032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0">
                        <a:lnSpc>
                          <a:spcPts val="1070"/>
                        </a:lnSpc>
                        <a:spcBef>
                          <a:spcPts val="5"/>
                        </a:spcBef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600.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13335">
                        <a:lnSpc>
                          <a:spcPts val="1070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4986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-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1.04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1070"/>
                        </a:lnSpc>
                        <a:spcBef>
                          <a:spcPts val="5"/>
                        </a:spcBef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-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8255">
                        <a:lnSpc>
                          <a:spcPts val="1000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2.0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6985">
                        <a:lnSpc>
                          <a:spcPts val="1005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2573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-</a:t>
                      </a:r>
                      <a:r>
                        <a:rPr dirty="0" sz="950" spc="-10">
                          <a:latin typeface="Arial MT"/>
                          <a:cs typeface="Arial MT"/>
                        </a:rPr>
                        <a:t>0.038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9079" marR="242570" indent="635">
                        <a:lnSpc>
                          <a:spcPts val="1000"/>
                        </a:lnSpc>
                        <a:spcBef>
                          <a:spcPts val="155"/>
                        </a:spcBef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- 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0.07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8255">
                        <a:lnSpc>
                          <a:spcPts val="925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3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9685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marL="1333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H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3175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0">
                        <a:lnSpc>
                          <a:spcPts val="1080"/>
                        </a:lnSpc>
                        <a:spcBef>
                          <a:spcPts val="25"/>
                        </a:spcBef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607.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12065">
                        <a:lnSpc>
                          <a:spcPts val="1080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07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31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4986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-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2.00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31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1080"/>
                        </a:lnSpc>
                        <a:spcBef>
                          <a:spcPts val="25"/>
                        </a:spcBef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-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8255">
                        <a:lnSpc>
                          <a:spcPts val="1019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2.0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6985">
                        <a:lnSpc>
                          <a:spcPts val="1015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31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2573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-</a:t>
                      </a:r>
                      <a:r>
                        <a:rPr dirty="0" sz="950" spc="-10">
                          <a:latin typeface="Arial MT"/>
                          <a:cs typeface="Arial MT"/>
                        </a:rPr>
                        <a:t>0.073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31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9079" marR="242570" indent="635">
                        <a:lnSpc>
                          <a:spcPts val="1019"/>
                        </a:lnSpc>
                        <a:spcBef>
                          <a:spcPts val="160"/>
                        </a:spcBef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- 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0.07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8255">
                        <a:lnSpc>
                          <a:spcPts val="940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3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2032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0">
                        <a:lnSpc>
                          <a:spcPts val="1075"/>
                        </a:lnSpc>
                        <a:spcBef>
                          <a:spcPts val="85"/>
                        </a:spcBef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600.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13335">
                        <a:lnSpc>
                          <a:spcPts val="1075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079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4986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-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2.00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079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1075"/>
                        </a:lnSpc>
                        <a:spcBef>
                          <a:spcPts val="85"/>
                        </a:spcBef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-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8255">
                        <a:lnSpc>
                          <a:spcPts val="1010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2.0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6985">
                        <a:lnSpc>
                          <a:spcPts val="1035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079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2573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-</a:t>
                      </a:r>
                      <a:r>
                        <a:rPr dirty="0" sz="950" spc="-10">
                          <a:latin typeface="Arial MT"/>
                          <a:cs typeface="Arial MT"/>
                        </a:rPr>
                        <a:t>0.073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1079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9079" marR="242570" indent="635">
                        <a:lnSpc>
                          <a:spcPts val="1010"/>
                        </a:lnSpc>
                        <a:spcBef>
                          <a:spcPts val="225"/>
                        </a:spcBef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- 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0.07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8255">
                        <a:lnSpc>
                          <a:spcPts val="960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3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28575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" name="object 3" descr=""/>
          <p:cNvSpPr txBox="1"/>
          <p:nvPr/>
        </p:nvSpPr>
        <p:spPr>
          <a:xfrm>
            <a:off x="1040130" y="4477851"/>
            <a:ext cx="5496560" cy="1880235"/>
          </a:xfrm>
          <a:prstGeom prst="rect">
            <a:avLst/>
          </a:prstGeom>
        </p:spPr>
        <p:txBody>
          <a:bodyPr wrap="square" lIns="0" tIns="64769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509"/>
              </a:spcBef>
            </a:pPr>
            <a:r>
              <a:rPr dirty="0" sz="1350" spc="-10">
                <a:latin typeface="Times New Roman"/>
                <a:cs typeface="Times New Roman"/>
              </a:rPr>
              <a:t>DIFERENCIAS</a:t>
            </a:r>
            <a:r>
              <a:rPr dirty="0" sz="1350" spc="-15">
                <a:latin typeface="Times New Roman"/>
                <a:cs typeface="Times New Roman"/>
              </a:rPr>
              <a:t> </a:t>
            </a:r>
            <a:r>
              <a:rPr dirty="0" sz="1350">
                <a:latin typeface="Times New Roman"/>
                <a:cs typeface="Times New Roman"/>
              </a:rPr>
              <a:t>CON</a:t>
            </a:r>
            <a:r>
              <a:rPr dirty="0" sz="1350" spc="-20">
                <a:latin typeface="Times New Roman"/>
                <a:cs typeface="Times New Roman"/>
              </a:rPr>
              <a:t> </a:t>
            </a:r>
            <a:r>
              <a:rPr dirty="0" sz="1350">
                <a:latin typeface="Times New Roman"/>
                <a:cs typeface="Times New Roman"/>
              </a:rPr>
              <a:t>OTROS</a:t>
            </a:r>
            <a:r>
              <a:rPr dirty="0" sz="1350" spc="-15">
                <a:latin typeface="Times New Roman"/>
                <a:cs typeface="Times New Roman"/>
              </a:rPr>
              <a:t> </a:t>
            </a:r>
            <a:r>
              <a:rPr dirty="0" sz="1350" spc="-10">
                <a:latin typeface="Times New Roman"/>
                <a:cs typeface="Times New Roman"/>
              </a:rPr>
              <a:t>MÉTODOS</a:t>
            </a:r>
            <a:endParaRPr sz="1350">
              <a:latin typeface="Times New Roman"/>
              <a:cs typeface="Times New Roman"/>
            </a:endParaRPr>
          </a:p>
          <a:p>
            <a:pPr algn="just" marL="12700" marR="5080">
              <a:lnSpc>
                <a:spcPts val="1220"/>
              </a:lnSpc>
              <a:spcBef>
                <a:spcPts val="395"/>
              </a:spcBef>
            </a:pPr>
            <a:r>
              <a:rPr dirty="0" sz="1050">
                <a:latin typeface="Times New Roman"/>
                <a:cs typeface="Times New Roman"/>
              </a:rPr>
              <a:t>Hasta</a:t>
            </a:r>
            <a:r>
              <a:rPr dirty="0" sz="1050" spc="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año</a:t>
            </a:r>
            <a:r>
              <a:rPr dirty="0" sz="1050" spc="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1998</a:t>
            </a:r>
            <a:r>
              <a:rPr dirty="0" sz="1050" spc="5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I.N.V.</a:t>
            </a:r>
            <a:r>
              <a:rPr dirty="0" sz="1050" spc="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recomendaba</a:t>
            </a:r>
            <a:r>
              <a:rPr dirty="0" sz="1050" spc="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calcular</a:t>
            </a:r>
            <a:r>
              <a:rPr dirty="0" sz="1050" spc="7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valor</a:t>
            </a:r>
            <a:r>
              <a:rPr dirty="0" sz="1050" spc="7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del</a:t>
            </a:r>
            <a:r>
              <a:rPr dirty="0" sz="1050" spc="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</a:t>
            </a:r>
            <a:r>
              <a:rPr dirty="0" sz="1050" spc="7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partir</a:t>
            </a:r>
            <a:r>
              <a:rPr dirty="0" sz="1050" spc="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7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tablas,</a:t>
            </a:r>
            <a:r>
              <a:rPr dirty="0" sz="1050" spc="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5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aunque </a:t>
            </a:r>
            <a:r>
              <a:rPr dirty="0" sz="1050">
                <a:latin typeface="Times New Roman"/>
                <a:cs typeface="Times New Roman"/>
              </a:rPr>
              <a:t>dependían</a:t>
            </a:r>
            <a:r>
              <a:rPr dirty="0" sz="1050" spc="9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también</a:t>
            </a:r>
            <a:r>
              <a:rPr dirty="0" sz="1050" spc="9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9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9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velocidad</a:t>
            </a:r>
            <a:r>
              <a:rPr dirty="0" sz="1050" spc="10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y</a:t>
            </a:r>
            <a:r>
              <a:rPr dirty="0" sz="1050" spc="8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45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radio,</a:t>
            </a:r>
            <a:r>
              <a:rPr dirty="0" sz="1050" spc="4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esta</a:t>
            </a:r>
            <a:r>
              <a:rPr dirty="0" sz="1050" spc="45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velocidad</a:t>
            </a:r>
            <a:r>
              <a:rPr dirty="0" sz="1050" spc="10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correspondía</a:t>
            </a:r>
            <a:r>
              <a:rPr dirty="0" sz="1050" spc="10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</a:t>
            </a:r>
            <a:r>
              <a:rPr dirty="0" sz="1050" spc="8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9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9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diseño</a:t>
            </a:r>
            <a:r>
              <a:rPr dirty="0" sz="1050" spc="9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y</a:t>
            </a:r>
            <a:r>
              <a:rPr dirty="0" sz="1050" spc="10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no</a:t>
            </a:r>
            <a:r>
              <a:rPr dirty="0" sz="1050" spc="95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la </a:t>
            </a:r>
            <a:r>
              <a:rPr dirty="0" sz="1050">
                <a:latin typeface="Times New Roman"/>
                <a:cs typeface="Times New Roman"/>
              </a:rPr>
              <a:t>especifica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como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hace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actualmente.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Aún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hoy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algunos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ingenieros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siguen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utilizando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esta</a:t>
            </a:r>
            <a:r>
              <a:rPr dirty="0" sz="1050" spc="-10">
                <a:latin typeface="Times New Roman"/>
                <a:cs typeface="Times New Roman"/>
              </a:rPr>
              <a:t> metodología,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similar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 la AASHTO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y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 la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cual teniendo el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valor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del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radio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y de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velocidad</a:t>
            </a:r>
            <a:r>
              <a:rPr dirty="0" sz="1050" spc="18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70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diseño,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calcula</a:t>
            </a:r>
            <a:r>
              <a:rPr dirty="0" sz="1050" spc="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valor del</a:t>
            </a:r>
            <a:r>
              <a:rPr dirty="0" sz="1050" spc="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utilizando</a:t>
            </a:r>
            <a:r>
              <a:rPr dirty="0" sz="1050" spc="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ecuación</a:t>
            </a:r>
            <a:r>
              <a:rPr dirty="0" sz="1050" spc="50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(8–1).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050">
              <a:latin typeface="Times New Roman"/>
              <a:cs typeface="Times New Roman"/>
            </a:endParaRPr>
          </a:p>
          <a:p>
            <a:pPr algn="just" marL="12700" marR="11430">
              <a:lnSpc>
                <a:spcPts val="1220"/>
              </a:lnSpc>
            </a:pPr>
            <a:r>
              <a:rPr dirty="0" sz="1050">
                <a:latin typeface="Times New Roman"/>
                <a:cs typeface="Times New Roman"/>
              </a:rPr>
              <a:t>Pera</a:t>
            </a:r>
            <a:r>
              <a:rPr dirty="0" sz="1050" spc="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si</a:t>
            </a:r>
            <a:r>
              <a:rPr dirty="0" sz="1050" spc="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</a:t>
            </a:r>
            <a:r>
              <a:rPr dirty="0" sz="1050" spc="5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esta</a:t>
            </a:r>
            <a:r>
              <a:rPr dirty="0" sz="1050" spc="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ecuación</a:t>
            </a:r>
            <a:r>
              <a:rPr dirty="0" sz="1050" spc="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reemplazan</a:t>
            </a:r>
            <a:r>
              <a:rPr dirty="0" sz="1050" spc="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valores</a:t>
            </a:r>
            <a:r>
              <a:rPr dirty="0" sz="1050" spc="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radio</a:t>
            </a:r>
            <a:r>
              <a:rPr dirty="0" sz="1050" spc="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muy</a:t>
            </a:r>
            <a:r>
              <a:rPr dirty="0" sz="1050" spc="5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por</a:t>
            </a:r>
            <a:r>
              <a:rPr dirty="0" sz="1050" spc="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encima</a:t>
            </a:r>
            <a:r>
              <a:rPr dirty="0" sz="1050" spc="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del</a:t>
            </a:r>
            <a:r>
              <a:rPr dirty="0" sz="1050" spc="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mínimo</a:t>
            </a:r>
            <a:r>
              <a:rPr dirty="0" sz="1050" spc="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exigido</a:t>
            </a:r>
            <a:r>
              <a:rPr dirty="0" sz="1050" spc="5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para</a:t>
            </a:r>
            <a:r>
              <a:rPr dirty="0" sz="1050" spc="45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la </a:t>
            </a:r>
            <a:r>
              <a:rPr dirty="0" sz="1050">
                <a:latin typeface="Times New Roman"/>
                <a:cs typeface="Times New Roman"/>
              </a:rPr>
              <a:t>velocidad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diseño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obtienen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valores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muy pequeños. Por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ejemplo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si se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considera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una </a:t>
            </a:r>
            <a:r>
              <a:rPr dirty="0" sz="1050" spc="-25">
                <a:latin typeface="Times New Roman"/>
                <a:cs typeface="Times New Roman"/>
              </a:rPr>
              <a:t>vía </a:t>
            </a:r>
            <a:r>
              <a:rPr dirty="0" sz="1050">
                <a:latin typeface="Times New Roman"/>
                <a:cs typeface="Times New Roman"/>
              </a:rPr>
              <a:t>con</a:t>
            </a:r>
            <a:r>
              <a:rPr dirty="0" sz="1050" spc="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una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velocidad</a:t>
            </a:r>
            <a:r>
              <a:rPr dirty="0" sz="1050" spc="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diseño</a:t>
            </a:r>
            <a:r>
              <a:rPr dirty="0" sz="1050" spc="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60</a:t>
            </a:r>
            <a:r>
              <a:rPr dirty="0" sz="1050" spc="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Km/h</a:t>
            </a:r>
            <a:r>
              <a:rPr dirty="0" sz="1050" spc="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y</a:t>
            </a:r>
            <a:r>
              <a:rPr dirty="0" sz="1050" spc="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tiene</a:t>
            </a:r>
            <a:r>
              <a:rPr dirty="0" sz="1050" spc="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una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curva</a:t>
            </a:r>
            <a:r>
              <a:rPr dirty="0" sz="1050" spc="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con</a:t>
            </a:r>
            <a:r>
              <a:rPr dirty="0" sz="1050" spc="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radio</a:t>
            </a:r>
            <a:r>
              <a:rPr dirty="0" sz="1050" spc="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350</a:t>
            </a:r>
            <a:r>
              <a:rPr dirty="0" sz="1050" spc="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metros</a:t>
            </a:r>
            <a:r>
              <a:rPr dirty="0" sz="1050" spc="3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obtendríamos </a:t>
            </a:r>
            <a:r>
              <a:rPr dirty="0" sz="1050" spc="-20">
                <a:latin typeface="Times New Roman"/>
                <a:cs typeface="Times New Roman"/>
              </a:rPr>
              <a:t>que:</a:t>
            </a:r>
            <a:endParaRPr sz="10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299844" y="1636407"/>
            <a:ext cx="326390" cy="0"/>
          </a:xfrm>
          <a:custGeom>
            <a:avLst/>
            <a:gdLst/>
            <a:ahLst/>
            <a:cxnLst/>
            <a:rect l="l" t="t" r="r" b="b"/>
            <a:pathLst>
              <a:path w="326389" h="0">
                <a:moveTo>
                  <a:pt x="0" y="0"/>
                </a:moveTo>
                <a:lnTo>
                  <a:pt x="32639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2035810" y="1706257"/>
            <a:ext cx="523240" cy="0"/>
          </a:xfrm>
          <a:custGeom>
            <a:avLst/>
            <a:gdLst/>
            <a:ahLst/>
            <a:cxnLst/>
            <a:rect l="l" t="t" r="r" b="b"/>
            <a:pathLst>
              <a:path w="523239" h="0">
                <a:moveTo>
                  <a:pt x="0" y="0"/>
                </a:moveTo>
                <a:lnTo>
                  <a:pt x="523239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1299844" y="3764292"/>
            <a:ext cx="524510" cy="0"/>
          </a:xfrm>
          <a:custGeom>
            <a:avLst/>
            <a:gdLst/>
            <a:ahLst/>
            <a:cxnLst/>
            <a:rect l="l" t="t" r="r" b="b"/>
            <a:pathLst>
              <a:path w="524510" h="0">
                <a:moveTo>
                  <a:pt x="0" y="0"/>
                </a:moveTo>
                <a:lnTo>
                  <a:pt x="52451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1299844" y="4828552"/>
            <a:ext cx="524510" cy="0"/>
          </a:xfrm>
          <a:custGeom>
            <a:avLst/>
            <a:gdLst/>
            <a:ahLst/>
            <a:cxnLst/>
            <a:rect l="l" t="t" r="r" b="b"/>
            <a:pathLst>
              <a:path w="524510" h="0">
                <a:moveTo>
                  <a:pt x="0" y="0"/>
                </a:moveTo>
                <a:lnTo>
                  <a:pt x="52451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1991995" y="4828552"/>
            <a:ext cx="481330" cy="0"/>
          </a:xfrm>
          <a:custGeom>
            <a:avLst/>
            <a:gdLst/>
            <a:ahLst/>
            <a:cxnLst/>
            <a:rect l="l" t="t" r="r" b="b"/>
            <a:pathLst>
              <a:path w="481330" h="0">
                <a:moveTo>
                  <a:pt x="0" y="0"/>
                </a:moveTo>
                <a:lnTo>
                  <a:pt x="48133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1291589" y="1389392"/>
            <a:ext cx="316865" cy="200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150" i="1">
                <a:latin typeface="Times New Roman"/>
                <a:cs typeface="Times New Roman"/>
              </a:rPr>
              <a:t>Vd</a:t>
            </a:r>
            <a:r>
              <a:rPr dirty="0" sz="1150" spc="-10" i="1">
                <a:latin typeface="Times New Roman"/>
                <a:cs typeface="Times New Roman"/>
              </a:rPr>
              <a:t> </a:t>
            </a:r>
            <a:r>
              <a:rPr dirty="0" baseline="38461" sz="975" spc="-75">
                <a:latin typeface="Times New Roman"/>
                <a:cs typeface="Times New Roman"/>
              </a:rPr>
              <a:t>2</a:t>
            </a:r>
            <a:endParaRPr baseline="38461" sz="975">
              <a:latin typeface="Times New Roman"/>
              <a:cs typeface="Times New Roman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111250" y="1502423"/>
            <a:ext cx="211454" cy="200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i="1">
                <a:latin typeface="Times New Roman"/>
                <a:cs typeface="Times New Roman"/>
              </a:rPr>
              <a:t>e</a:t>
            </a:r>
            <a:r>
              <a:rPr dirty="0" sz="1150" spc="20" i="1">
                <a:latin typeface="Times New Roman"/>
                <a:cs typeface="Times New Roman"/>
              </a:rPr>
              <a:t> </a:t>
            </a:r>
            <a:r>
              <a:rPr dirty="0" sz="1150" spc="-50">
                <a:latin typeface="Consolas"/>
                <a:cs typeface="Consolas"/>
              </a:rPr>
              <a:t>=</a:t>
            </a:r>
            <a:endParaRPr sz="1150">
              <a:latin typeface="Consolas"/>
              <a:cs typeface="Consolas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699260" y="1502423"/>
            <a:ext cx="106045" cy="200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50">
                <a:latin typeface="Consolas"/>
                <a:cs typeface="Consolas"/>
              </a:rPr>
              <a:t>-</a:t>
            </a:r>
            <a:endParaRPr sz="1150">
              <a:latin typeface="Consolas"/>
              <a:cs typeface="Consolas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412239" y="1610373"/>
            <a:ext cx="66040" cy="200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50" i="1">
                <a:latin typeface="Times New Roman"/>
                <a:cs typeface="Times New Roman"/>
              </a:rPr>
              <a:t>f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282700" y="1743723"/>
            <a:ext cx="334645" cy="200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20">
                <a:latin typeface="Times New Roman"/>
                <a:cs typeface="Times New Roman"/>
              </a:rPr>
              <a:t>127</a:t>
            </a:r>
            <a:r>
              <a:rPr dirty="0" sz="1150" spc="-20" i="1">
                <a:latin typeface="Times New Roman"/>
                <a:cs typeface="Times New Roman"/>
              </a:rPr>
              <a:t>R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877060" y="1539252"/>
            <a:ext cx="702945" cy="342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11150">
              <a:lnSpc>
                <a:spcPts val="1250"/>
              </a:lnSpc>
              <a:spcBef>
                <a:spcPts val="100"/>
              </a:spcBef>
            </a:pPr>
            <a:r>
              <a:rPr dirty="0" sz="1150" spc="-25">
                <a:latin typeface="Times New Roman"/>
                <a:cs typeface="Times New Roman"/>
              </a:rPr>
              <a:t>60</a:t>
            </a:r>
            <a:r>
              <a:rPr dirty="0" baseline="38461" sz="975" spc="-37">
                <a:latin typeface="Times New Roman"/>
                <a:cs typeface="Times New Roman"/>
              </a:rPr>
              <a:t>2</a:t>
            </a:r>
            <a:endParaRPr baseline="38461" sz="975">
              <a:latin typeface="Times New Roman"/>
              <a:cs typeface="Times New Roman"/>
            </a:endParaRPr>
          </a:p>
          <a:p>
            <a:pPr marL="38100">
              <a:lnSpc>
                <a:spcPts val="1250"/>
              </a:lnSpc>
            </a:pPr>
            <a:r>
              <a:rPr dirty="0" baseline="14492" sz="1725" spc="-15">
                <a:latin typeface="Consolas"/>
                <a:cs typeface="Consolas"/>
              </a:rPr>
              <a:t>=</a:t>
            </a:r>
            <a:r>
              <a:rPr dirty="0" baseline="14492" sz="1725" spc="-517">
                <a:latin typeface="Consolas"/>
                <a:cs typeface="Consolas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127</a:t>
            </a:r>
            <a:r>
              <a:rPr dirty="0" sz="1150" spc="-10" i="1">
                <a:latin typeface="Times New Roman"/>
                <a:cs typeface="Times New Roman"/>
              </a:rPr>
              <a:t>x</a:t>
            </a:r>
            <a:r>
              <a:rPr dirty="0" sz="1150" spc="-10">
                <a:latin typeface="Times New Roman"/>
                <a:cs typeface="Times New Roman"/>
              </a:rPr>
              <a:t>350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2581910" y="1586242"/>
            <a:ext cx="1122045" cy="200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>
                <a:latin typeface="Consolas"/>
                <a:cs typeface="Consolas"/>
              </a:rPr>
              <a:t>-</a:t>
            </a:r>
            <a:r>
              <a:rPr dirty="0" sz="1150" spc="-10">
                <a:latin typeface="Consolas"/>
                <a:cs typeface="Consolas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0.157</a:t>
            </a:r>
            <a:r>
              <a:rPr dirty="0" sz="1150" spc="5">
                <a:latin typeface="Times New Roman"/>
                <a:cs typeface="Times New Roman"/>
              </a:rPr>
              <a:t> </a:t>
            </a:r>
            <a:r>
              <a:rPr dirty="0" sz="1150">
                <a:latin typeface="Consolas"/>
                <a:cs typeface="Consolas"/>
              </a:rPr>
              <a:t>=</a:t>
            </a:r>
            <a:r>
              <a:rPr dirty="0" sz="1150" spc="-5">
                <a:latin typeface="Consolas"/>
                <a:cs typeface="Consolas"/>
              </a:rPr>
              <a:t> </a:t>
            </a:r>
            <a:r>
              <a:rPr dirty="0" sz="1150" spc="-10">
                <a:latin typeface="Consolas"/>
                <a:cs typeface="Consolas"/>
              </a:rPr>
              <a:t>−</a:t>
            </a:r>
            <a:r>
              <a:rPr dirty="0" sz="1150" spc="-10">
                <a:latin typeface="Times New Roman"/>
                <a:cs typeface="Times New Roman"/>
              </a:rPr>
              <a:t>0.076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040130" y="2077732"/>
            <a:ext cx="5481320" cy="340360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marL="12700" marR="5080">
              <a:lnSpc>
                <a:spcPts val="1220"/>
              </a:lnSpc>
              <a:spcBef>
                <a:spcPts val="175"/>
              </a:spcBef>
              <a:tabLst>
                <a:tab pos="4610100" algn="l"/>
              </a:tabLst>
            </a:pPr>
            <a:r>
              <a:rPr dirty="0" sz="1050">
                <a:latin typeface="Times New Roman"/>
                <a:cs typeface="Times New Roman"/>
              </a:rPr>
              <a:t>Quiere</a:t>
            </a:r>
            <a:r>
              <a:rPr dirty="0" sz="1050" spc="9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decir</a:t>
            </a:r>
            <a:r>
              <a:rPr dirty="0" sz="1050" spc="8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este</a:t>
            </a:r>
            <a:r>
              <a:rPr dirty="0" sz="1050" spc="8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resultado</a:t>
            </a:r>
            <a:r>
              <a:rPr dirty="0" sz="1050" spc="9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negativo</a:t>
            </a:r>
            <a:r>
              <a:rPr dirty="0" sz="1050" spc="9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8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no</a:t>
            </a:r>
            <a:r>
              <a:rPr dirty="0" sz="1050" spc="9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8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requiere</a:t>
            </a:r>
            <a:r>
              <a:rPr dirty="0" sz="1050" spc="8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peralte.</a:t>
            </a:r>
            <a:r>
              <a:rPr dirty="0" sz="1050" spc="8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90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procedimiento</a:t>
            </a:r>
            <a:r>
              <a:rPr dirty="0" sz="1050">
                <a:latin typeface="Times New Roman"/>
                <a:cs typeface="Times New Roman"/>
              </a:rPr>
              <a:t>	a</a:t>
            </a:r>
            <a:r>
              <a:rPr dirty="0" sz="1050" spc="9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seguir</a:t>
            </a:r>
            <a:r>
              <a:rPr dirty="0" sz="1050" spc="9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</a:t>
            </a:r>
            <a:r>
              <a:rPr dirty="0" sz="1050" spc="100">
                <a:latin typeface="Times New Roman"/>
                <a:cs typeface="Times New Roman"/>
              </a:rPr>
              <a:t> </a:t>
            </a:r>
            <a:r>
              <a:rPr dirty="0" sz="1050" spc="-20">
                <a:latin typeface="Times New Roman"/>
                <a:cs typeface="Times New Roman"/>
              </a:rPr>
              <a:t>este </a:t>
            </a:r>
            <a:r>
              <a:rPr dirty="0" sz="1050">
                <a:latin typeface="Times New Roman"/>
                <a:cs typeface="Times New Roman"/>
              </a:rPr>
              <a:t>caso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plantear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una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relación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inversamente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proporcional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siguiente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manera: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1000760" y="2603513"/>
            <a:ext cx="93345" cy="200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50" i="1">
                <a:latin typeface="Times New Roman"/>
                <a:cs typeface="Times New Roman"/>
              </a:rPr>
              <a:t>e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966469" y="2646692"/>
            <a:ext cx="403225" cy="200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u="sng" sz="650" spc="445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650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max</a:t>
            </a:r>
            <a:r>
              <a:rPr dirty="0" sz="650" spc="20" i="1">
                <a:latin typeface="Times New Roman"/>
                <a:cs typeface="Times New Roman"/>
              </a:rPr>
              <a:t> </a:t>
            </a:r>
            <a:r>
              <a:rPr dirty="0" baseline="-24154" sz="1725" spc="-75">
                <a:latin typeface="Consolas"/>
                <a:cs typeface="Consolas"/>
              </a:rPr>
              <a:t>=</a:t>
            </a:r>
            <a:endParaRPr baseline="-24154" sz="1725">
              <a:latin typeface="Consolas"/>
              <a:cs typeface="Consolas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1085850" y="2796552"/>
            <a:ext cx="90805" cy="200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50" i="1">
                <a:latin typeface="Times New Roman"/>
                <a:cs typeface="Times New Roman"/>
              </a:rPr>
              <a:t>e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1040130" y="3232163"/>
            <a:ext cx="55118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10">
                <a:latin typeface="Times New Roman"/>
                <a:cs typeface="Times New Roman"/>
              </a:rPr>
              <a:t>Entonces: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1036319" y="3585223"/>
            <a:ext cx="811530" cy="266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9720">
              <a:lnSpc>
                <a:spcPts val="950"/>
              </a:lnSpc>
              <a:spcBef>
                <a:spcPts val="100"/>
              </a:spcBef>
            </a:pPr>
            <a:r>
              <a:rPr dirty="0" baseline="16908" sz="1725" i="1">
                <a:latin typeface="Times New Roman"/>
                <a:cs typeface="Times New Roman"/>
              </a:rPr>
              <a:t>R</a:t>
            </a:r>
            <a:r>
              <a:rPr dirty="0" sz="650" i="1">
                <a:latin typeface="Times New Roman"/>
                <a:cs typeface="Times New Roman"/>
              </a:rPr>
              <a:t>min</a:t>
            </a:r>
            <a:r>
              <a:rPr dirty="0" sz="650" spc="-15" i="1">
                <a:latin typeface="Times New Roman"/>
                <a:cs typeface="Times New Roman"/>
              </a:rPr>
              <a:t> </a:t>
            </a:r>
            <a:r>
              <a:rPr dirty="0" baseline="16908" sz="1725" spc="-15">
                <a:latin typeface="Times New Roman"/>
                <a:cs typeface="Times New Roman"/>
              </a:rPr>
              <a:t>.</a:t>
            </a:r>
            <a:r>
              <a:rPr dirty="0" baseline="16908" sz="1725" spc="-15" i="1">
                <a:latin typeface="Times New Roman"/>
                <a:cs typeface="Times New Roman"/>
              </a:rPr>
              <a:t>e</a:t>
            </a:r>
            <a:r>
              <a:rPr dirty="0" sz="650" spc="-10" i="1">
                <a:latin typeface="Times New Roman"/>
                <a:cs typeface="Times New Roman"/>
              </a:rPr>
              <a:t>max</a:t>
            </a:r>
            <a:endParaRPr sz="650">
              <a:latin typeface="Times New Roman"/>
              <a:cs typeface="Times New Roman"/>
            </a:endParaRPr>
          </a:p>
          <a:p>
            <a:pPr marL="38100">
              <a:lnSpc>
                <a:spcPts val="950"/>
              </a:lnSpc>
            </a:pPr>
            <a:r>
              <a:rPr dirty="0" sz="1150" i="1">
                <a:latin typeface="Times New Roman"/>
                <a:cs typeface="Times New Roman"/>
              </a:rPr>
              <a:t>e</a:t>
            </a:r>
            <a:r>
              <a:rPr dirty="0" sz="1150" spc="-10" i="1">
                <a:latin typeface="Times New Roman"/>
                <a:cs typeface="Times New Roman"/>
              </a:rPr>
              <a:t> </a:t>
            </a:r>
            <a:r>
              <a:rPr dirty="0" sz="1150" spc="-50">
                <a:latin typeface="Consolas"/>
                <a:cs typeface="Consolas"/>
              </a:rPr>
              <a:t>=</a:t>
            </a:r>
            <a:endParaRPr sz="1150">
              <a:latin typeface="Consolas"/>
              <a:cs typeface="Consolas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1507489" y="3735082"/>
            <a:ext cx="115570" cy="200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50" i="1">
                <a:latin typeface="Times New Roman"/>
                <a:cs typeface="Times New Roman"/>
              </a:rPr>
              <a:t>R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1040130" y="4070362"/>
            <a:ext cx="5182235" cy="344170"/>
          </a:xfrm>
          <a:prstGeom prst="rect">
            <a:avLst/>
          </a:prstGeom>
        </p:spPr>
        <p:txBody>
          <a:bodyPr wrap="square" lIns="0" tIns="19050" rIns="0" bIns="0" rtlCol="0" vert="horz">
            <a:spAutoFit/>
          </a:bodyPr>
          <a:lstStyle/>
          <a:p>
            <a:pPr marL="12700" marR="5080">
              <a:lnSpc>
                <a:spcPts val="1250"/>
              </a:lnSpc>
              <a:spcBef>
                <a:spcPts val="150"/>
              </a:spcBef>
            </a:pPr>
            <a:r>
              <a:rPr dirty="0" sz="1050">
                <a:latin typeface="Times New Roman"/>
                <a:cs typeface="Times New Roman"/>
              </a:rPr>
              <a:t>Para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ejemplo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tendría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radio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mínimo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para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una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velocidad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60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Km/h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120.0m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y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el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máximo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del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8.0%,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por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lo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tanto: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1036319" y="4569473"/>
            <a:ext cx="550545" cy="3111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9720">
              <a:lnSpc>
                <a:spcPts val="1125"/>
              </a:lnSpc>
              <a:spcBef>
                <a:spcPts val="100"/>
              </a:spcBef>
            </a:pPr>
            <a:r>
              <a:rPr dirty="0" baseline="16908" sz="1725" spc="-30" i="1">
                <a:latin typeface="Times New Roman"/>
                <a:cs typeface="Times New Roman"/>
              </a:rPr>
              <a:t>R</a:t>
            </a:r>
            <a:r>
              <a:rPr dirty="0" sz="650" spc="-20" i="1">
                <a:latin typeface="Times New Roman"/>
                <a:cs typeface="Times New Roman"/>
              </a:rPr>
              <a:t>min</a:t>
            </a:r>
            <a:endParaRPr sz="650">
              <a:latin typeface="Times New Roman"/>
              <a:cs typeface="Times New Roman"/>
            </a:endParaRPr>
          </a:p>
          <a:p>
            <a:pPr marL="38100">
              <a:lnSpc>
                <a:spcPts val="1125"/>
              </a:lnSpc>
            </a:pPr>
            <a:r>
              <a:rPr dirty="0" sz="1150" spc="-20">
                <a:latin typeface="Times New Roman"/>
                <a:cs typeface="Times New Roman"/>
              </a:rPr>
              <a:t>.</a:t>
            </a:r>
            <a:r>
              <a:rPr dirty="0" baseline="16908" sz="1725" spc="-30" i="1">
                <a:latin typeface="Times New Roman"/>
                <a:cs typeface="Times New Roman"/>
              </a:rPr>
              <a:t>e</a:t>
            </a:r>
            <a:r>
              <a:rPr dirty="0" sz="1150" spc="-20" i="1">
                <a:latin typeface="Times New Roman"/>
                <a:cs typeface="Times New Roman"/>
              </a:rPr>
              <a:t>e</a:t>
            </a:r>
            <a:r>
              <a:rPr dirty="0" baseline="16908" sz="1725" spc="-30">
                <a:latin typeface="Consolas"/>
                <a:cs typeface="Consolas"/>
              </a:rPr>
              <a:t>=</a:t>
            </a:r>
            <a:endParaRPr baseline="16908" sz="1725">
              <a:latin typeface="Consolas"/>
              <a:cs typeface="Consolas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1163319" y="4786642"/>
            <a:ext cx="156210" cy="1244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50" spc="-25" i="1">
                <a:latin typeface="Times New Roman"/>
                <a:cs typeface="Times New Roman"/>
              </a:rPr>
              <a:t>max</a:t>
            </a:r>
            <a:endParaRPr sz="650">
              <a:latin typeface="Times New Roman"/>
              <a:cs typeface="Times New Roman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1497330" y="4865382"/>
            <a:ext cx="115570" cy="200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50" i="1">
                <a:latin typeface="Times New Roman"/>
                <a:cs typeface="Times New Roman"/>
              </a:rPr>
              <a:t>R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1858010" y="4770132"/>
            <a:ext cx="106045" cy="200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50">
                <a:latin typeface="Consolas"/>
                <a:cs typeface="Consolas"/>
              </a:rPr>
              <a:t>=</a:t>
            </a:r>
            <a:endParaRPr sz="1150">
              <a:latin typeface="Consolas"/>
              <a:cs typeface="Consolas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2019300" y="4663452"/>
            <a:ext cx="490855" cy="200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10">
                <a:latin typeface="Times New Roman"/>
                <a:cs typeface="Times New Roman"/>
              </a:rPr>
              <a:t>120</a:t>
            </a:r>
            <a:r>
              <a:rPr dirty="0" sz="1150" spc="-10" i="1">
                <a:latin typeface="Times New Roman"/>
                <a:cs typeface="Times New Roman"/>
              </a:rPr>
              <a:t>x</a:t>
            </a:r>
            <a:r>
              <a:rPr dirty="0" sz="1150" spc="-10">
                <a:latin typeface="Times New Roman"/>
                <a:cs typeface="Times New Roman"/>
              </a:rPr>
              <a:t>8.0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2522220" y="4770132"/>
            <a:ext cx="553720" cy="200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>
                <a:latin typeface="Consolas"/>
                <a:cs typeface="Consolas"/>
              </a:rPr>
              <a:t>=</a:t>
            </a:r>
            <a:r>
              <a:rPr dirty="0" sz="1150" spc="-5">
                <a:latin typeface="Consolas"/>
                <a:cs typeface="Consolas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2.74%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2109470" y="4805692"/>
            <a:ext cx="244475" cy="200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25">
                <a:latin typeface="Times New Roman"/>
                <a:cs typeface="Times New Roman"/>
              </a:rPr>
              <a:t>350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1040130" y="5199392"/>
            <a:ext cx="5488305" cy="3304540"/>
          </a:xfrm>
          <a:prstGeom prst="rect">
            <a:avLst/>
          </a:prstGeom>
        </p:spPr>
        <p:txBody>
          <a:bodyPr wrap="square" lIns="0" tIns="19050" rIns="0" bIns="0" rtlCol="0" vert="horz">
            <a:spAutoFit/>
          </a:bodyPr>
          <a:lstStyle/>
          <a:p>
            <a:pPr algn="just" marL="12700" marR="5715">
              <a:lnSpc>
                <a:spcPts val="1250"/>
              </a:lnSpc>
              <a:spcBef>
                <a:spcPts val="150"/>
              </a:spcBef>
            </a:pPr>
            <a:r>
              <a:rPr dirty="0" sz="1050">
                <a:latin typeface="Times New Roman"/>
                <a:cs typeface="Times New Roman"/>
              </a:rPr>
              <a:t>Valor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muy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pequeño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comparado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con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obtiene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con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metodología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recomendada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por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 INV,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el </a:t>
            </a:r>
            <a:r>
              <a:rPr dirty="0" sz="1050">
                <a:latin typeface="Times New Roman"/>
                <a:cs typeface="Times New Roman"/>
              </a:rPr>
              <a:t>cual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6.8%,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obtenido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ejemplo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número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3.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050">
              <a:latin typeface="Times New Roman"/>
              <a:cs typeface="Times New Roman"/>
            </a:endParaRPr>
          </a:p>
          <a:p>
            <a:pPr algn="just" marL="12700" marR="5080">
              <a:lnSpc>
                <a:spcPts val="1220"/>
              </a:lnSpc>
            </a:pPr>
            <a:r>
              <a:rPr dirty="0" sz="1050">
                <a:latin typeface="Times New Roman"/>
                <a:cs typeface="Times New Roman"/>
              </a:rPr>
              <a:t>Otra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diferencia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con respecto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otras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metodologías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inclinación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relativa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 los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bordes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con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respecto </a:t>
            </a:r>
            <a:r>
              <a:rPr dirty="0" sz="1050">
                <a:latin typeface="Times New Roman"/>
                <a:cs typeface="Times New Roman"/>
              </a:rPr>
              <a:t>al eje.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manual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del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INV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recomienda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una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pendiente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máxima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expresada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porcentaje,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mientras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gran mayoría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textos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expresa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como una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relación de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V/H,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decir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valor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 la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tangente </a:t>
            </a:r>
            <a:r>
              <a:rPr dirty="0" sz="1050">
                <a:latin typeface="Times New Roman"/>
                <a:cs typeface="Times New Roman"/>
              </a:rPr>
              <a:t>del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ángulo.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050">
              <a:latin typeface="Times New Roman"/>
              <a:cs typeface="Times New Roman"/>
            </a:endParaRPr>
          </a:p>
          <a:p>
            <a:pPr algn="just" marL="12700" marR="10160">
              <a:lnSpc>
                <a:spcPts val="1220"/>
              </a:lnSpc>
              <a:spcBef>
                <a:spcPts val="5"/>
              </a:spcBef>
            </a:pPr>
            <a:r>
              <a:rPr dirty="0" sz="1050">
                <a:latin typeface="Times New Roman"/>
                <a:cs typeface="Times New Roman"/>
              </a:rPr>
              <a:t>Por</a:t>
            </a:r>
            <a:r>
              <a:rPr dirty="0" sz="1050" spc="9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ejemplo,</a:t>
            </a:r>
            <a:r>
              <a:rPr dirty="0" sz="1050" spc="10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para</a:t>
            </a:r>
            <a:r>
              <a:rPr dirty="0" sz="1050" spc="10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un</a:t>
            </a:r>
            <a:r>
              <a:rPr dirty="0" sz="1050" spc="10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velocidad</a:t>
            </a:r>
            <a:r>
              <a:rPr dirty="0" sz="1050" spc="114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9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80</a:t>
            </a:r>
            <a:r>
              <a:rPr dirty="0" sz="1050" spc="10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Km/h</a:t>
            </a:r>
            <a:r>
              <a:rPr dirty="0" sz="1050" spc="114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10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INV</a:t>
            </a:r>
            <a:r>
              <a:rPr dirty="0" sz="1050" spc="1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recomienda</a:t>
            </a:r>
            <a:r>
              <a:rPr dirty="0" sz="1050" spc="10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una</a:t>
            </a:r>
            <a:r>
              <a:rPr dirty="0" sz="1050" spc="10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pendiente</a:t>
            </a:r>
            <a:r>
              <a:rPr dirty="0" sz="1050" spc="1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máxima</a:t>
            </a:r>
            <a:r>
              <a:rPr dirty="0" sz="1050" spc="10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del</a:t>
            </a:r>
            <a:r>
              <a:rPr dirty="0" sz="1050" spc="10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0.50%, </a:t>
            </a:r>
            <a:r>
              <a:rPr dirty="0" sz="1050">
                <a:latin typeface="Times New Roman"/>
                <a:cs typeface="Times New Roman"/>
              </a:rPr>
              <a:t>otros</a:t>
            </a:r>
            <a:r>
              <a:rPr dirty="0" sz="1050" spc="3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textos</a:t>
            </a:r>
            <a:r>
              <a:rPr dirty="0" sz="1050" spc="3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recomiendan</a:t>
            </a:r>
            <a:r>
              <a:rPr dirty="0" sz="1050" spc="3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una</a:t>
            </a:r>
            <a:r>
              <a:rPr dirty="0" sz="1050" spc="3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relación</a:t>
            </a:r>
            <a:r>
              <a:rPr dirty="0" sz="1050" spc="3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1/200.</a:t>
            </a:r>
            <a:r>
              <a:rPr dirty="0" sz="1050" spc="3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3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relación</a:t>
            </a:r>
            <a:r>
              <a:rPr dirty="0" sz="1050" spc="3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1/200</a:t>
            </a:r>
            <a:r>
              <a:rPr dirty="0" sz="1050" spc="3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equivale</a:t>
            </a:r>
            <a:r>
              <a:rPr dirty="0" sz="1050" spc="3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</a:t>
            </a:r>
            <a:r>
              <a:rPr dirty="0" sz="1050" spc="3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una</a:t>
            </a:r>
            <a:r>
              <a:rPr dirty="0" sz="1050" spc="3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pendiente</a:t>
            </a:r>
            <a:r>
              <a:rPr dirty="0" sz="1050" spc="325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en </a:t>
            </a:r>
            <a:r>
              <a:rPr dirty="0" sz="1050">
                <a:latin typeface="Times New Roman"/>
                <a:cs typeface="Times New Roman"/>
              </a:rPr>
              <a:t>porcentaje</a:t>
            </a:r>
            <a:r>
              <a:rPr dirty="0" sz="1050" spc="-40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de:</a:t>
            </a:r>
            <a:endParaRPr sz="1050">
              <a:latin typeface="Times New Roman"/>
              <a:cs typeface="Times New Roman"/>
            </a:endParaRPr>
          </a:p>
          <a:p>
            <a:pPr algn="just" marL="12700">
              <a:lnSpc>
                <a:spcPct val="100000"/>
              </a:lnSpc>
              <a:spcBef>
                <a:spcPts val="1165"/>
              </a:spcBef>
            </a:pPr>
            <a:r>
              <a:rPr dirty="0" sz="1050">
                <a:latin typeface="Times New Roman"/>
                <a:cs typeface="Times New Roman"/>
              </a:rPr>
              <a:t>I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=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1/200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x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100=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 spc="-20">
                <a:latin typeface="Times New Roman"/>
                <a:cs typeface="Times New Roman"/>
              </a:rPr>
              <a:t>0.5%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1050">
              <a:latin typeface="Times New Roman"/>
              <a:cs typeface="Times New Roman"/>
            </a:endParaRPr>
          </a:p>
          <a:p>
            <a:pPr algn="just" marL="12700" marR="8255">
              <a:lnSpc>
                <a:spcPts val="1220"/>
              </a:lnSpc>
            </a:pP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1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pendiente</a:t>
            </a:r>
            <a:r>
              <a:rPr dirty="0" sz="1050" spc="1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recomendada</a:t>
            </a:r>
            <a:r>
              <a:rPr dirty="0" sz="1050" spc="1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por</a:t>
            </a:r>
            <a:r>
              <a:rPr dirty="0" sz="1050" spc="1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1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INV</a:t>
            </a:r>
            <a:r>
              <a:rPr dirty="0" sz="1050" spc="1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para</a:t>
            </a:r>
            <a:r>
              <a:rPr dirty="0" sz="1050" spc="1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velocidades</a:t>
            </a:r>
            <a:r>
              <a:rPr dirty="0" sz="1050" spc="140">
                <a:latin typeface="Times New Roman"/>
                <a:cs typeface="Times New Roman"/>
              </a:rPr>
              <a:t>  </a:t>
            </a:r>
            <a:r>
              <a:rPr dirty="0" sz="1050">
                <a:latin typeface="Times New Roman"/>
                <a:cs typeface="Times New Roman"/>
              </a:rPr>
              <a:t>iguales</a:t>
            </a:r>
            <a:r>
              <a:rPr dirty="0" sz="1050" spc="1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o</a:t>
            </a:r>
            <a:r>
              <a:rPr dirty="0" sz="1050" spc="1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mayores</a:t>
            </a:r>
            <a:r>
              <a:rPr dirty="0" sz="1050" spc="145">
                <a:latin typeface="Times New Roman"/>
                <a:cs typeface="Times New Roman"/>
              </a:rPr>
              <a:t> 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140">
                <a:latin typeface="Times New Roman"/>
                <a:cs typeface="Times New Roman"/>
              </a:rPr>
              <a:t>  </a:t>
            </a:r>
            <a:r>
              <a:rPr dirty="0" sz="1050">
                <a:latin typeface="Times New Roman"/>
                <a:cs typeface="Times New Roman"/>
              </a:rPr>
              <a:t>120</a:t>
            </a:r>
            <a:r>
              <a:rPr dirty="0" sz="1050" spc="1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Km/h</a:t>
            </a:r>
            <a:r>
              <a:rPr dirty="0" sz="1050" spc="1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</a:t>
            </a:r>
            <a:r>
              <a:rPr dirty="0" sz="1050" spc="135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de </a:t>
            </a:r>
            <a:r>
              <a:rPr dirty="0" sz="1050">
                <a:latin typeface="Times New Roman"/>
                <a:cs typeface="Times New Roman"/>
              </a:rPr>
              <a:t>0.40%.</a:t>
            </a:r>
            <a:r>
              <a:rPr dirty="0" sz="1050" spc="-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Otros</a:t>
            </a:r>
            <a:r>
              <a:rPr dirty="0" sz="1050" spc="-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textos</a:t>
            </a:r>
            <a:r>
              <a:rPr dirty="0" sz="1050" spc="-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sugieren</a:t>
            </a:r>
            <a:r>
              <a:rPr dirty="0" sz="1050" spc="5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1/250:</a:t>
            </a:r>
            <a:endParaRPr sz="1050">
              <a:latin typeface="Times New Roman"/>
              <a:cs typeface="Times New Roman"/>
            </a:endParaRPr>
          </a:p>
          <a:p>
            <a:pPr algn="just" marL="12700">
              <a:lnSpc>
                <a:spcPct val="100000"/>
              </a:lnSpc>
              <a:spcBef>
                <a:spcPts val="1165"/>
              </a:spcBef>
            </a:pPr>
            <a:r>
              <a:rPr dirty="0" sz="1050">
                <a:latin typeface="Times New Roman"/>
                <a:cs typeface="Times New Roman"/>
              </a:rPr>
              <a:t>I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=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1/250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x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100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=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 spc="-20">
                <a:latin typeface="Times New Roman"/>
                <a:cs typeface="Times New Roman"/>
              </a:rPr>
              <a:t>0.4%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1050">
              <a:latin typeface="Times New Roman"/>
              <a:cs typeface="Times New Roman"/>
            </a:endParaRPr>
          </a:p>
          <a:p>
            <a:pPr algn="just" marL="12700" marR="5080">
              <a:lnSpc>
                <a:spcPts val="1220"/>
              </a:lnSpc>
              <a:spcBef>
                <a:spcPts val="5"/>
              </a:spcBef>
            </a:pPr>
            <a:r>
              <a:rPr dirty="0" sz="1050">
                <a:latin typeface="Times New Roman"/>
                <a:cs typeface="Times New Roman"/>
              </a:rPr>
              <a:t>En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general,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aunque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para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algunas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velocidades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varía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un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poco,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los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valores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son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prácticamente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los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mismos, </a:t>
            </a:r>
            <a:r>
              <a:rPr dirty="0" sz="1050">
                <a:latin typeface="Times New Roman"/>
                <a:cs typeface="Times New Roman"/>
              </a:rPr>
              <a:t>solo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cambian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las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unidades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2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pendiente</a:t>
            </a:r>
            <a:r>
              <a:rPr dirty="0" sz="1050" spc="2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máxima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sugerida.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30" name="object 30" descr=""/>
          <p:cNvSpPr/>
          <p:nvPr/>
        </p:nvSpPr>
        <p:spPr>
          <a:xfrm>
            <a:off x="1420494" y="2538742"/>
            <a:ext cx="385445" cy="537845"/>
          </a:xfrm>
          <a:custGeom>
            <a:avLst/>
            <a:gdLst/>
            <a:ahLst/>
            <a:cxnLst/>
            <a:rect l="l" t="t" r="r" b="b"/>
            <a:pathLst>
              <a:path w="385444" h="537844">
                <a:moveTo>
                  <a:pt x="201295" y="0"/>
                </a:moveTo>
                <a:lnTo>
                  <a:pt x="12065" y="264795"/>
                </a:lnTo>
              </a:path>
              <a:path w="385444" h="537844">
                <a:moveTo>
                  <a:pt x="263525" y="310515"/>
                </a:moveTo>
                <a:lnTo>
                  <a:pt x="100330" y="537845"/>
                </a:lnTo>
              </a:path>
              <a:path w="385444" h="537844">
                <a:moveTo>
                  <a:pt x="0" y="287654"/>
                </a:moveTo>
                <a:lnTo>
                  <a:pt x="385444" y="287654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 descr=""/>
          <p:cNvSpPr txBox="1"/>
          <p:nvPr/>
        </p:nvSpPr>
        <p:spPr>
          <a:xfrm>
            <a:off x="1463039" y="2499373"/>
            <a:ext cx="319405" cy="3327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210"/>
              </a:lnSpc>
              <a:spcBef>
                <a:spcPts val="100"/>
              </a:spcBef>
            </a:pPr>
            <a:r>
              <a:rPr dirty="0" sz="1150" spc="-50">
                <a:latin typeface="Times New Roman"/>
                <a:cs typeface="Times New Roman"/>
              </a:rPr>
              <a:t>1</a:t>
            </a:r>
            <a:endParaRPr sz="1150">
              <a:latin typeface="Times New Roman"/>
              <a:cs typeface="Times New Roman"/>
            </a:endParaRPr>
          </a:p>
          <a:p>
            <a:pPr marL="92075">
              <a:lnSpc>
                <a:spcPts val="1210"/>
              </a:lnSpc>
            </a:pPr>
            <a:r>
              <a:rPr dirty="0" sz="1150" spc="-20" i="1">
                <a:latin typeface="Times New Roman"/>
                <a:cs typeface="Times New Roman"/>
              </a:rPr>
              <a:t>R</a:t>
            </a:r>
            <a:r>
              <a:rPr dirty="0" sz="650" spc="-20" i="1">
                <a:latin typeface="Times New Roman"/>
                <a:cs typeface="Times New Roman"/>
              </a:rPr>
              <a:t>min</a:t>
            </a:r>
            <a:endParaRPr sz="650">
              <a:latin typeface="Times New Roman"/>
              <a:cs typeface="Times New Roman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1524000" y="2810523"/>
            <a:ext cx="98425" cy="200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50">
                <a:latin typeface="Times New Roman"/>
                <a:cs typeface="Times New Roman"/>
              </a:rPr>
              <a:t>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1605280" y="2924823"/>
            <a:ext cx="114935" cy="200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50" i="1">
                <a:latin typeface="Times New Roman"/>
                <a:cs typeface="Times New Roman"/>
              </a:rPr>
              <a:t>R</a:t>
            </a:r>
            <a:endParaRPr sz="11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038860" y="1326256"/>
            <a:ext cx="5493385" cy="6377940"/>
          </a:xfrm>
          <a:prstGeom prst="rect">
            <a:avLst/>
          </a:prstGeom>
        </p:spPr>
        <p:txBody>
          <a:bodyPr wrap="square" lIns="0" tIns="67945" rIns="0" bIns="0" rtlCol="0" vert="horz">
            <a:spAutoFit/>
          </a:bodyPr>
          <a:lstStyle/>
          <a:p>
            <a:pPr marL="13970">
              <a:lnSpc>
                <a:spcPct val="100000"/>
              </a:lnSpc>
              <a:spcBef>
                <a:spcPts val="535"/>
              </a:spcBef>
            </a:pPr>
            <a:r>
              <a:rPr dirty="0" sz="1350" spc="-10">
                <a:latin typeface="Times New Roman"/>
                <a:cs typeface="Times New Roman"/>
              </a:rPr>
              <a:t>ENTRETANGENCIA</a:t>
            </a:r>
            <a:endParaRPr sz="1350">
              <a:latin typeface="Times New Roman"/>
              <a:cs typeface="Times New Roman"/>
            </a:endParaRPr>
          </a:p>
          <a:p>
            <a:pPr algn="just" marL="13970" marR="11430">
              <a:lnSpc>
                <a:spcPts val="1220"/>
              </a:lnSpc>
              <a:spcBef>
                <a:spcPts val="415"/>
              </a:spcBef>
            </a:pP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1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entiende</a:t>
            </a:r>
            <a:r>
              <a:rPr dirty="0" sz="1050" spc="1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por</a:t>
            </a:r>
            <a:r>
              <a:rPr dirty="0" sz="1050" spc="1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entretangencia</a:t>
            </a:r>
            <a:r>
              <a:rPr dirty="0" sz="1050" spc="1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1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tramo</a:t>
            </a:r>
            <a:r>
              <a:rPr dirty="0" sz="1050" spc="1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recto</a:t>
            </a:r>
            <a:r>
              <a:rPr dirty="0" sz="1050" spc="1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entre</a:t>
            </a:r>
            <a:r>
              <a:rPr dirty="0" sz="1050" spc="1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dos</a:t>
            </a:r>
            <a:r>
              <a:rPr dirty="0" sz="1050" spc="1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curvas</a:t>
            </a:r>
            <a:r>
              <a:rPr dirty="0" sz="1050" spc="1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horizontales</a:t>
            </a:r>
            <a:r>
              <a:rPr dirty="0" sz="1050" spc="1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contiguas,</a:t>
            </a:r>
            <a:r>
              <a:rPr dirty="0" sz="1050" spc="1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</a:t>
            </a:r>
            <a:r>
              <a:rPr dirty="0" sz="1050" spc="1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decir,</a:t>
            </a:r>
            <a:r>
              <a:rPr dirty="0" sz="1050" spc="130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la </a:t>
            </a:r>
            <a:r>
              <a:rPr dirty="0" sz="1050">
                <a:latin typeface="Times New Roman"/>
                <a:cs typeface="Times New Roman"/>
              </a:rPr>
              <a:t>distancia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entre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PT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una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curva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y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PC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10">
                <a:latin typeface="Times New Roman"/>
                <a:cs typeface="Times New Roman"/>
              </a:rPr>
              <a:t> siguiente.</a:t>
            </a:r>
            <a:endParaRPr sz="1050">
              <a:latin typeface="Times New Roman"/>
              <a:cs typeface="Times New Roman"/>
            </a:endParaRPr>
          </a:p>
          <a:p>
            <a:pPr algn="just" marL="13970">
              <a:lnSpc>
                <a:spcPct val="100000"/>
              </a:lnSpc>
              <a:spcBef>
                <a:spcPts val="204"/>
              </a:spcBef>
            </a:pPr>
            <a:r>
              <a:rPr dirty="0" sz="1150">
                <a:latin typeface="Times New Roman"/>
                <a:cs typeface="Times New Roman"/>
              </a:rPr>
              <a:t>Longitud</a:t>
            </a:r>
            <a:r>
              <a:rPr dirty="0" sz="1150" spc="165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mínima</a:t>
            </a:r>
            <a:endParaRPr sz="1150">
              <a:latin typeface="Times New Roman"/>
              <a:cs typeface="Times New Roman"/>
            </a:endParaRPr>
          </a:p>
          <a:p>
            <a:pPr algn="just" marL="13970" marR="5080">
              <a:lnSpc>
                <a:spcPts val="1220"/>
              </a:lnSpc>
              <a:spcBef>
                <a:spcPts val="335"/>
              </a:spcBef>
            </a:pP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longitud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mínima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necesaria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entretangencia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puede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variar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acuerdo</a:t>
            </a:r>
            <a:r>
              <a:rPr dirty="0" sz="1050" spc="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al</a:t>
            </a:r>
            <a:r>
              <a:rPr dirty="0" sz="1050" spc="2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tipo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curva</a:t>
            </a:r>
            <a:r>
              <a:rPr dirty="0" sz="1050" spc="-10">
                <a:latin typeface="Times New Roman"/>
                <a:cs typeface="Times New Roman"/>
              </a:rPr>
              <a:t> horizontal </a:t>
            </a:r>
            <a:r>
              <a:rPr dirty="0" sz="1050">
                <a:latin typeface="Times New Roman"/>
                <a:cs typeface="Times New Roman"/>
              </a:rPr>
              <a:t>utilizada,</a:t>
            </a:r>
            <a:r>
              <a:rPr dirty="0" sz="1050" spc="9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9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sentido</a:t>
            </a:r>
            <a:r>
              <a:rPr dirty="0" sz="1050" spc="10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9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las</a:t>
            </a:r>
            <a:r>
              <a:rPr dirty="0" sz="1050" spc="10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curvas</a:t>
            </a:r>
            <a:r>
              <a:rPr dirty="0" sz="1050" spc="9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adyacentes</a:t>
            </a:r>
            <a:r>
              <a:rPr dirty="0" sz="1050" spc="10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y</a:t>
            </a:r>
            <a:r>
              <a:rPr dirty="0" sz="1050" spc="9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9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tipo</a:t>
            </a:r>
            <a:r>
              <a:rPr dirty="0" sz="1050" spc="10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8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terreno.</a:t>
            </a:r>
            <a:r>
              <a:rPr dirty="0" sz="1050" spc="9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9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tienen</a:t>
            </a:r>
            <a:r>
              <a:rPr dirty="0" sz="1050" spc="10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entonces</a:t>
            </a:r>
            <a:r>
              <a:rPr dirty="0" sz="1050" spc="9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las</a:t>
            </a:r>
            <a:r>
              <a:rPr dirty="0" sz="1050" spc="9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siguientes consideraciones:</a:t>
            </a:r>
            <a:endParaRPr sz="1050">
              <a:latin typeface="Times New Roman"/>
              <a:cs typeface="Times New Roman"/>
            </a:endParaRPr>
          </a:p>
          <a:p>
            <a:pPr marL="234950" indent="-222250">
              <a:lnSpc>
                <a:spcPts val="1245"/>
              </a:lnSpc>
              <a:spcBef>
                <a:spcPts val="1165"/>
              </a:spcBef>
              <a:buAutoNum type="arabicPeriod"/>
              <a:tabLst>
                <a:tab pos="234950" algn="l"/>
              </a:tabLst>
            </a:pPr>
            <a:r>
              <a:rPr dirty="0" sz="1050">
                <a:latin typeface="Times New Roman"/>
                <a:cs typeface="Times New Roman"/>
              </a:rPr>
              <a:t>Curvas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diferente</a:t>
            </a:r>
            <a:r>
              <a:rPr dirty="0" sz="1050" spc="-10">
                <a:latin typeface="Times New Roman"/>
                <a:cs typeface="Times New Roman"/>
              </a:rPr>
              <a:t> sentido:</a:t>
            </a:r>
            <a:endParaRPr sz="1050">
              <a:latin typeface="Times New Roman"/>
              <a:cs typeface="Times New Roman"/>
            </a:endParaRPr>
          </a:p>
          <a:p>
            <a:pPr lvl="1" marL="457834" indent="-221615">
              <a:lnSpc>
                <a:spcPts val="1230"/>
              </a:lnSpc>
              <a:buAutoNum type="alphaLcPeriod"/>
              <a:tabLst>
                <a:tab pos="457834" algn="l"/>
              </a:tabLst>
            </a:pPr>
            <a:r>
              <a:rPr dirty="0" sz="1050">
                <a:latin typeface="Times New Roman"/>
                <a:cs typeface="Times New Roman"/>
              </a:rPr>
              <a:t>Con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curvas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transición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(espirales):</a:t>
            </a:r>
            <a:endParaRPr sz="1050">
              <a:latin typeface="Times New Roman"/>
              <a:cs typeface="Times New Roman"/>
            </a:endParaRPr>
          </a:p>
          <a:p>
            <a:pPr lvl="2" marL="673735" indent="-222885">
              <a:lnSpc>
                <a:spcPts val="1240"/>
              </a:lnSpc>
              <a:buFont typeface="Consolas"/>
              <a:buChar char="•"/>
              <a:tabLst>
                <a:tab pos="673735" algn="l"/>
              </a:tabLst>
            </a:pPr>
            <a:r>
              <a:rPr dirty="0" sz="1050">
                <a:latin typeface="Times New Roman"/>
                <a:cs typeface="Times New Roman"/>
              </a:rPr>
              <a:t>No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requiere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entretangencia</a:t>
            </a:r>
            <a:endParaRPr sz="1050">
              <a:latin typeface="Times New Roman"/>
              <a:cs typeface="Times New Roman"/>
            </a:endParaRPr>
          </a:p>
          <a:p>
            <a:pPr lvl="1" marL="457200" indent="-220979">
              <a:lnSpc>
                <a:spcPts val="1240"/>
              </a:lnSpc>
              <a:buAutoNum type="alphaLcPeriod"/>
              <a:tabLst>
                <a:tab pos="457200" algn="l"/>
              </a:tabLst>
            </a:pPr>
            <a:r>
              <a:rPr dirty="0" sz="1050">
                <a:latin typeface="Times New Roman"/>
                <a:cs typeface="Times New Roman"/>
              </a:rPr>
              <a:t>Curvas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circulares:</a:t>
            </a:r>
            <a:endParaRPr sz="1050">
              <a:latin typeface="Times New Roman"/>
              <a:cs typeface="Times New Roman"/>
            </a:endParaRPr>
          </a:p>
          <a:p>
            <a:pPr marL="450850">
              <a:lnSpc>
                <a:spcPts val="1240"/>
              </a:lnSpc>
            </a:pPr>
            <a:r>
              <a:rPr dirty="0" sz="1050">
                <a:latin typeface="Times New Roman"/>
                <a:cs typeface="Times New Roman"/>
              </a:rPr>
              <a:t>Debe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satisfacer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mayor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las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dos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siguientes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condiciones:</a:t>
            </a:r>
            <a:endParaRPr sz="1050">
              <a:latin typeface="Times New Roman"/>
              <a:cs typeface="Times New Roman"/>
            </a:endParaRPr>
          </a:p>
          <a:p>
            <a:pPr lvl="2" marL="673735" indent="-222885">
              <a:lnSpc>
                <a:spcPts val="1250"/>
              </a:lnSpc>
              <a:buFont typeface="Consolas"/>
              <a:buChar char="•"/>
              <a:tabLst>
                <a:tab pos="673735" algn="l"/>
              </a:tabLst>
            </a:pP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longitud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necesaria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para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desarrollar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transición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del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las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dos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curvas.</a:t>
            </a:r>
            <a:endParaRPr sz="1050">
              <a:latin typeface="Times New Roman"/>
              <a:cs typeface="Times New Roman"/>
            </a:endParaRPr>
          </a:p>
          <a:p>
            <a:pPr lvl="2" marL="673735" indent="-222885">
              <a:lnSpc>
                <a:spcPts val="1255"/>
              </a:lnSpc>
              <a:buFont typeface="Consolas"/>
              <a:buChar char="•"/>
              <a:tabLst>
                <a:tab pos="673735" algn="l"/>
              </a:tabLst>
            </a:pP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distancia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recorrida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velocidad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diseño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durante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un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tiempo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5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segundos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1050">
              <a:latin typeface="Times New Roman"/>
              <a:cs typeface="Times New Roman"/>
            </a:endParaRPr>
          </a:p>
          <a:p>
            <a:pPr algn="just" marL="218440" marR="10160">
              <a:lnSpc>
                <a:spcPts val="1220"/>
              </a:lnSpc>
            </a:pPr>
            <a:r>
              <a:rPr dirty="0" sz="1050">
                <a:latin typeface="Times New Roman"/>
                <a:cs typeface="Times New Roman"/>
              </a:rPr>
              <a:t>Ahora,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tiene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distancia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mínima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entretangencia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entre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dos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curvas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circulares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diferente </a:t>
            </a:r>
            <a:r>
              <a:rPr dirty="0" sz="1050">
                <a:latin typeface="Times New Roman"/>
                <a:cs typeface="Times New Roman"/>
              </a:rPr>
              <a:t>sentido,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modo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cumpla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con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longitud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transición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para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ambas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curvas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es:</a:t>
            </a:r>
            <a:endParaRPr sz="1050">
              <a:latin typeface="Times New Roman"/>
              <a:cs typeface="Times New Roman"/>
            </a:endParaRPr>
          </a:p>
          <a:p>
            <a:pPr marL="218440" marR="344170">
              <a:lnSpc>
                <a:spcPct val="100800"/>
              </a:lnSpc>
              <a:spcBef>
                <a:spcPts val="1200"/>
              </a:spcBef>
            </a:pPr>
            <a:r>
              <a:rPr dirty="0" baseline="2645" sz="1575">
                <a:latin typeface="Times New Roman"/>
                <a:cs typeface="Times New Roman"/>
              </a:rPr>
              <a:t>Entretangencia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=</a:t>
            </a:r>
            <a:r>
              <a:rPr dirty="0" baseline="2645" sz="1575" spc="-3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Lt</a:t>
            </a:r>
            <a:r>
              <a:rPr dirty="0" sz="650">
                <a:latin typeface="Times New Roman"/>
                <a:cs typeface="Times New Roman"/>
              </a:rPr>
              <a:t>1</a:t>
            </a:r>
            <a:r>
              <a:rPr dirty="0" sz="650" spc="-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+</a:t>
            </a:r>
            <a:r>
              <a:rPr dirty="0" baseline="2645" sz="1575" spc="-22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Lt</a:t>
            </a:r>
            <a:r>
              <a:rPr dirty="0" sz="650">
                <a:latin typeface="Times New Roman"/>
                <a:cs typeface="Times New Roman"/>
              </a:rPr>
              <a:t>2</a:t>
            </a:r>
            <a:r>
              <a:rPr dirty="0" sz="650" spc="-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+</a:t>
            </a:r>
            <a:r>
              <a:rPr dirty="0" baseline="2645" sz="1575" spc="-22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N</a:t>
            </a:r>
            <a:r>
              <a:rPr dirty="0" sz="650">
                <a:latin typeface="Times New Roman"/>
                <a:cs typeface="Times New Roman"/>
              </a:rPr>
              <a:t>1</a:t>
            </a:r>
            <a:r>
              <a:rPr dirty="0" sz="650" spc="-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+</a:t>
            </a:r>
            <a:r>
              <a:rPr dirty="0" baseline="2645" sz="1575" spc="-3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N</a:t>
            </a:r>
            <a:r>
              <a:rPr dirty="0" sz="650">
                <a:latin typeface="Times New Roman"/>
                <a:cs typeface="Times New Roman"/>
              </a:rPr>
              <a:t>2</a:t>
            </a:r>
            <a:r>
              <a:rPr dirty="0" baseline="2645" sz="1575">
                <a:latin typeface="Times New Roman"/>
                <a:cs typeface="Times New Roman"/>
              </a:rPr>
              <a:t>,</a:t>
            </a:r>
            <a:r>
              <a:rPr dirty="0" baseline="2645" sz="1575" spc="-22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para</a:t>
            </a:r>
            <a:r>
              <a:rPr dirty="0" baseline="2645" sz="1575" spc="-22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Lt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por</a:t>
            </a:r>
            <a:r>
              <a:rPr dirty="0" baseline="2645" sz="1575" spc="-22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fuera</a:t>
            </a:r>
            <a:r>
              <a:rPr dirty="0" baseline="2645" sz="1575" spc="-22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de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la</a:t>
            </a:r>
            <a:r>
              <a:rPr dirty="0" baseline="2645" sz="1575" spc="-22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curva</a:t>
            </a:r>
            <a:r>
              <a:rPr dirty="0" baseline="2645" sz="1575" spc="-7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Entretangencia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=</a:t>
            </a:r>
            <a:r>
              <a:rPr dirty="0" baseline="2645" sz="1575" spc="-3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2Lt</a:t>
            </a:r>
            <a:r>
              <a:rPr dirty="0" sz="650">
                <a:latin typeface="Times New Roman"/>
                <a:cs typeface="Times New Roman"/>
              </a:rPr>
              <a:t>1</a:t>
            </a:r>
            <a:r>
              <a:rPr dirty="0" baseline="2645" sz="1575">
                <a:latin typeface="Times New Roman"/>
                <a:cs typeface="Times New Roman"/>
              </a:rPr>
              <a:t>/3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 spc="-75">
                <a:latin typeface="Times New Roman"/>
                <a:cs typeface="Times New Roman"/>
              </a:rPr>
              <a:t>+ </a:t>
            </a:r>
            <a:r>
              <a:rPr dirty="0" baseline="2645" sz="1575">
                <a:latin typeface="Times New Roman"/>
                <a:cs typeface="Times New Roman"/>
              </a:rPr>
              <a:t>2Lt</a:t>
            </a:r>
            <a:r>
              <a:rPr dirty="0" sz="650">
                <a:latin typeface="Times New Roman"/>
                <a:cs typeface="Times New Roman"/>
              </a:rPr>
              <a:t>2</a:t>
            </a:r>
            <a:r>
              <a:rPr dirty="0" sz="650" spc="-1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/3 +</a:t>
            </a:r>
            <a:r>
              <a:rPr dirty="0" baseline="2645" sz="1575" spc="-22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N</a:t>
            </a:r>
            <a:r>
              <a:rPr dirty="0" sz="650">
                <a:latin typeface="Times New Roman"/>
                <a:cs typeface="Times New Roman"/>
              </a:rPr>
              <a:t>1</a:t>
            </a:r>
            <a:r>
              <a:rPr dirty="0" sz="650" spc="-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+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N</a:t>
            </a:r>
            <a:r>
              <a:rPr dirty="0" sz="650">
                <a:latin typeface="Times New Roman"/>
                <a:cs typeface="Times New Roman"/>
              </a:rPr>
              <a:t>2</a:t>
            </a:r>
            <a:r>
              <a:rPr dirty="0" baseline="2645" sz="1575">
                <a:latin typeface="Times New Roman"/>
                <a:cs typeface="Times New Roman"/>
              </a:rPr>
              <a:t>,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para</a:t>
            </a:r>
            <a:r>
              <a:rPr dirty="0" baseline="2645" sz="1575" spc="-7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Lt/3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dentro</a:t>
            </a:r>
            <a:r>
              <a:rPr dirty="0" baseline="2645" sz="1575" spc="-22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de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la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 spc="-30">
                <a:latin typeface="Times New Roman"/>
                <a:cs typeface="Times New Roman"/>
              </a:rPr>
              <a:t>curva</a:t>
            </a:r>
            <a:endParaRPr baseline="2645" sz="1575">
              <a:latin typeface="Times New Roman"/>
              <a:cs typeface="Times New Roman"/>
            </a:endParaRPr>
          </a:p>
          <a:p>
            <a:pPr algn="just" marL="234950" indent="-222250">
              <a:lnSpc>
                <a:spcPts val="1255"/>
              </a:lnSpc>
              <a:spcBef>
                <a:spcPts val="1190"/>
              </a:spcBef>
              <a:buAutoNum type="arabicPeriod" startAt="2"/>
              <a:tabLst>
                <a:tab pos="234950" algn="l"/>
              </a:tabLst>
            </a:pPr>
            <a:r>
              <a:rPr dirty="0" sz="1050">
                <a:latin typeface="Times New Roman"/>
                <a:cs typeface="Times New Roman"/>
              </a:rPr>
              <a:t>Curvas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del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mismo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sentido</a:t>
            </a:r>
            <a:endParaRPr sz="1050">
              <a:latin typeface="Times New Roman"/>
              <a:cs typeface="Times New Roman"/>
            </a:endParaRPr>
          </a:p>
          <a:p>
            <a:pPr algn="just" marL="236220" marR="10160">
              <a:lnSpc>
                <a:spcPts val="1220"/>
              </a:lnSpc>
              <a:spcBef>
                <a:spcPts val="65"/>
              </a:spcBef>
            </a:pP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1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acuerdo</a:t>
            </a:r>
            <a:r>
              <a:rPr dirty="0" sz="1050" spc="1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</a:t>
            </a:r>
            <a:r>
              <a:rPr dirty="0" sz="1050" spc="1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estudios</a:t>
            </a:r>
            <a:r>
              <a:rPr dirty="0" sz="1050" spc="1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realizados</a:t>
            </a:r>
            <a:r>
              <a:rPr dirty="0" sz="1050" spc="1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sobre</a:t>
            </a:r>
            <a:r>
              <a:rPr dirty="0" sz="1050" spc="1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1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comportamiento</a:t>
            </a:r>
            <a:r>
              <a:rPr dirty="0" sz="1050" spc="140">
                <a:latin typeface="Times New Roman"/>
                <a:cs typeface="Times New Roman"/>
              </a:rPr>
              <a:t> 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145">
                <a:latin typeface="Times New Roman"/>
                <a:cs typeface="Times New Roman"/>
              </a:rPr>
              <a:t>  </a:t>
            </a:r>
            <a:r>
              <a:rPr dirty="0" sz="1050">
                <a:latin typeface="Times New Roman"/>
                <a:cs typeface="Times New Roman"/>
              </a:rPr>
              <a:t>los</a:t>
            </a:r>
            <a:r>
              <a:rPr dirty="0" sz="1050" spc="150">
                <a:latin typeface="Times New Roman"/>
                <a:cs typeface="Times New Roman"/>
              </a:rPr>
              <a:t>  </a:t>
            </a:r>
            <a:r>
              <a:rPr dirty="0" sz="1050">
                <a:latin typeface="Times New Roman"/>
                <a:cs typeface="Times New Roman"/>
              </a:rPr>
              <a:t>conductores,</a:t>
            </a:r>
            <a:r>
              <a:rPr dirty="0" sz="1050" spc="1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este</a:t>
            </a:r>
            <a:r>
              <a:rPr dirty="0" sz="1050" spc="1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tipo</a:t>
            </a:r>
            <a:r>
              <a:rPr dirty="0" sz="1050" spc="150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de </a:t>
            </a:r>
            <a:r>
              <a:rPr dirty="0" sz="1050">
                <a:latin typeface="Times New Roman"/>
                <a:cs typeface="Times New Roman"/>
              </a:rPr>
              <a:t>situación</a:t>
            </a:r>
            <a:r>
              <a:rPr dirty="0" sz="1050" spc="8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</a:t>
            </a:r>
            <a:r>
              <a:rPr dirty="0" sz="1050" spc="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indeseable</a:t>
            </a:r>
            <a:r>
              <a:rPr dirty="0" sz="1050" spc="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</a:t>
            </a:r>
            <a:r>
              <a:rPr dirty="0" sz="1050" spc="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cualquier</a:t>
            </a:r>
            <a:r>
              <a:rPr dirty="0" sz="1050" spc="8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proyecto</a:t>
            </a:r>
            <a:r>
              <a:rPr dirty="0" sz="1050" spc="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carreteras,</a:t>
            </a:r>
            <a:r>
              <a:rPr dirty="0" sz="1050" spc="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debido</a:t>
            </a:r>
            <a:r>
              <a:rPr dirty="0" sz="1050" spc="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</a:t>
            </a:r>
            <a:r>
              <a:rPr dirty="0" sz="1050" spc="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cuando</a:t>
            </a:r>
            <a:r>
              <a:rPr dirty="0" sz="1050" spc="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sale</a:t>
            </a:r>
            <a:r>
              <a:rPr dirty="0" sz="1050" spc="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65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una </a:t>
            </a:r>
            <a:r>
              <a:rPr dirty="0" sz="1050">
                <a:latin typeface="Times New Roman"/>
                <a:cs typeface="Times New Roman"/>
              </a:rPr>
              <a:t>curva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horizontal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conductor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está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predispuesto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esperar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otra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sentido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contrario.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Además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35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la </a:t>
            </a:r>
            <a:r>
              <a:rPr dirty="0" sz="1050">
                <a:latin typeface="Times New Roman"/>
                <a:cs typeface="Times New Roman"/>
              </a:rPr>
              <a:t>inseguridad</a:t>
            </a:r>
            <a:r>
              <a:rPr dirty="0" sz="1050" spc="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esto</a:t>
            </a:r>
            <a:r>
              <a:rPr dirty="0" sz="1050" spc="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conlleva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también</a:t>
            </a:r>
            <a:r>
              <a:rPr dirty="0" sz="1050" spc="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disminuye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estética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vía.</a:t>
            </a:r>
            <a:r>
              <a:rPr dirty="0" sz="1050" spc="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Por</a:t>
            </a:r>
            <a:r>
              <a:rPr dirty="0" sz="1050" spc="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esto</a:t>
            </a:r>
            <a:r>
              <a:rPr dirty="0" sz="1050" spc="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para</a:t>
            </a:r>
            <a:r>
              <a:rPr dirty="0" sz="1050" spc="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garantizar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la </a:t>
            </a:r>
            <a:r>
              <a:rPr dirty="0" sz="1050">
                <a:latin typeface="Times New Roman"/>
                <a:cs typeface="Times New Roman"/>
              </a:rPr>
              <a:t>comodidad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y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seguridad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del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usuario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tienen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las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siguientes</a:t>
            </a:r>
            <a:r>
              <a:rPr dirty="0" sz="1050" spc="-30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consideraciones:</a:t>
            </a:r>
            <a:endParaRPr sz="1050">
              <a:latin typeface="Times New Roman"/>
              <a:cs typeface="Times New Roman"/>
            </a:endParaRPr>
          </a:p>
          <a:p>
            <a:pPr lvl="1" marL="457834" indent="-221615">
              <a:lnSpc>
                <a:spcPts val="1245"/>
              </a:lnSpc>
              <a:spcBef>
                <a:spcPts val="1160"/>
              </a:spcBef>
              <a:buAutoNum type="alphaLcPeriod"/>
              <a:tabLst>
                <a:tab pos="457834" algn="l"/>
              </a:tabLst>
            </a:pPr>
            <a:r>
              <a:rPr dirty="0" sz="1050">
                <a:latin typeface="Times New Roman"/>
                <a:cs typeface="Times New Roman"/>
              </a:rPr>
              <a:t>Con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curvas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transición:</a:t>
            </a:r>
            <a:endParaRPr sz="1050">
              <a:latin typeface="Times New Roman"/>
              <a:cs typeface="Times New Roman"/>
            </a:endParaRPr>
          </a:p>
          <a:p>
            <a:pPr lvl="2" marL="673735" indent="-222885">
              <a:lnSpc>
                <a:spcPts val="1245"/>
              </a:lnSpc>
              <a:buFont typeface="Consolas"/>
              <a:buChar char="•"/>
              <a:tabLst>
                <a:tab pos="673735" algn="l"/>
              </a:tabLst>
            </a:pP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distancia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recorrida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velocidad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diseño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durante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un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tiempo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5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segundos</a:t>
            </a:r>
            <a:endParaRPr sz="1050">
              <a:latin typeface="Times New Roman"/>
              <a:cs typeface="Times New Roman"/>
            </a:endParaRPr>
          </a:p>
          <a:p>
            <a:pPr lvl="1" marL="457200" indent="-220979">
              <a:lnSpc>
                <a:spcPts val="1245"/>
              </a:lnSpc>
              <a:spcBef>
                <a:spcPts val="10"/>
              </a:spcBef>
              <a:buAutoNum type="alphaLcPeriod"/>
              <a:tabLst>
                <a:tab pos="457200" algn="l"/>
              </a:tabLst>
            </a:pPr>
            <a:r>
              <a:rPr dirty="0" sz="1050">
                <a:latin typeface="Times New Roman"/>
                <a:cs typeface="Times New Roman"/>
              </a:rPr>
              <a:t>Curvas</a:t>
            </a:r>
            <a:r>
              <a:rPr dirty="0" sz="1050" spc="12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circulares</a:t>
            </a:r>
            <a:endParaRPr sz="1050">
              <a:latin typeface="Times New Roman"/>
              <a:cs typeface="Times New Roman"/>
            </a:endParaRPr>
          </a:p>
          <a:p>
            <a:pPr lvl="2" marL="674370" marR="236220" indent="-223520">
              <a:lnSpc>
                <a:spcPts val="1250"/>
              </a:lnSpc>
              <a:spcBef>
                <a:spcPts val="35"/>
              </a:spcBef>
              <a:buFont typeface="Consolas"/>
              <a:buChar char="•"/>
              <a:tabLst>
                <a:tab pos="674370" algn="l"/>
              </a:tabLst>
            </a:pPr>
            <a:r>
              <a:rPr dirty="0" sz="1050">
                <a:latin typeface="Times New Roman"/>
                <a:cs typeface="Times New Roman"/>
              </a:rPr>
              <a:t>Para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terreno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montañoso,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ondulado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y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escarpado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distancia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recorrida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</a:t>
            </a:r>
            <a:r>
              <a:rPr dirty="0" sz="1050" spc="-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velocidad</a:t>
            </a:r>
            <a:r>
              <a:rPr dirty="0" sz="1050" spc="-25">
                <a:latin typeface="Times New Roman"/>
                <a:cs typeface="Times New Roman"/>
              </a:rPr>
              <a:t> de </a:t>
            </a:r>
            <a:r>
              <a:rPr dirty="0" sz="1050">
                <a:latin typeface="Times New Roman"/>
                <a:cs typeface="Times New Roman"/>
              </a:rPr>
              <a:t>diseño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durante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un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tiempo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5</a:t>
            </a:r>
            <a:r>
              <a:rPr dirty="0" sz="1050" spc="10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segundos.</a:t>
            </a:r>
            <a:endParaRPr sz="1050">
              <a:latin typeface="Times New Roman"/>
              <a:cs typeface="Times New Roman"/>
            </a:endParaRPr>
          </a:p>
          <a:p>
            <a:pPr lvl="2" marL="674370" marR="43815" indent="-223520">
              <a:lnSpc>
                <a:spcPts val="1200"/>
              </a:lnSpc>
              <a:spcBef>
                <a:spcPts val="30"/>
              </a:spcBef>
              <a:buFont typeface="Consolas"/>
              <a:buChar char="•"/>
              <a:tabLst>
                <a:tab pos="674370" algn="l"/>
              </a:tabLst>
            </a:pPr>
            <a:r>
              <a:rPr dirty="0" sz="1050">
                <a:latin typeface="Times New Roman"/>
                <a:cs typeface="Times New Roman"/>
              </a:rPr>
              <a:t>Para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terreno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plano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distancia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recorrida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velocidad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diseño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durante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un</a:t>
            </a:r>
            <a:r>
              <a:rPr dirty="0" sz="1050" spc="-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tiempo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15 </a:t>
            </a:r>
            <a:r>
              <a:rPr dirty="0" sz="1050" spc="-10">
                <a:latin typeface="Times New Roman"/>
                <a:cs typeface="Times New Roman"/>
              </a:rPr>
              <a:t>segundos.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50">
              <a:latin typeface="Times New Roman"/>
              <a:cs typeface="Times New Roman"/>
            </a:endParaRPr>
          </a:p>
          <a:p>
            <a:pPr marL="218440" marR="418465">
              <a:lnSpc>
                <a:spcPts val="1240"/>
              </a:lnSpc>
            </a:pPr>
            <a:r>
              <a:rPr dirty="0" sz="1050">
                <a:latin typeface="Times New Roman"/>
                <a:cs typeface="Times New Roman"/>
              </a:rPr>
              <a:t>Como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veces,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dadas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las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condiciones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del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terreno,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difícil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evitar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este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tipo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situaciones</a:t>
            </a:r>
            <a:r>
              <a:rPr dirty="0" sz="1050" spc="-25">
                <a:latin typeface="Times New Roman"/>
                <a:cs typeface="Times New Roman"/>
              </a:rPr>
              <a:t> es </a:t>
            </a:r>
            <a:r>
              <a:rPr dirty="0" sz="1050">
                <a:latin typeface="Times New Roman"/>
                <a:cs typeface="Times New Roman"/>
              </a:rPr>
              <a:t>recomendable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intentar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reemplazar</a:t>
            </a:r>
            <a:r>
              <a:rPr dirty="0" sz="1050" spc="-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las</a:t>
            </a:r>
            <a:r>
              <a:rPr dirty="0" sz="1050" spc="-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dos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curvas</a:t>
            </a:r>
            <a:r>
              <a:rPr dirty="0" sz="1050" spc="-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por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una</a:t>
            </a:r>
            <a:r>
              <a:rPr dirty="0" sz="1050" spc="-3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sola.</a:t>
            </a:r>
            <a:endParaRPr sz="10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040130" y="1360969"/>
            <a:ext cx="5499735" cy="5775325"/>
          </a:xfrm>
          <a:prstGeom prst="rect">
            <a:avLst/>
          </a:prstGeom>
        </p:spPr>
        <p:txBody>
          <a:bodyPr wrap="square" lIns="0" tIns="46990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370"/>
              </a:spcBef>
            </a:pPr>
            <a:r>
              <a:rPr dirty="0" sz="1150">
                <a:latin typeface="Times New Roman"/>
                <a:cs typeface="Times New Roman"/>
              </a:rPr>
              <a:t>Longitud</a:t>
            </a:r>
            <a:r>
              <a:rPr dirty="0" sz="1150" spc="165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Máxima</a:t>
            </a:r>
            <a:endParaRPr sz="1150">
              <a:latin typeface="Times New Roman"/>
              <a:cs typeface="Times New Roman"/>
            </a:endParaRPr>
          </a:p>
          <a:p>
            <a:pPr algn="just" marL="12700" marR="17145">
              <a:lnSpc>
                <a:spcPts val="1220"/>
              </a:lnSpc>
              <a:spcBef>
                <a:spcPts val="325"/>
              </a:spcBef>
            </a:pPr>
            <a:r>
              <a:rPr dirty="0" sz="1050">
                <a:latin typeface="Times New Roman"/>
                <a:cs typeface="Times New Roman"/>
              </a:rPr>
              <a:t>En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diseño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horizontal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una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carretera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deben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evitar</a:t>
            </a:r>
            <a:r>
              <a:rPr dirty="0" sz="1050" spc="-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alineamientos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rectos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demasiado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largos,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ya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que </a:t>
            </a:r>
            <a:r>
              <a:rPr dirty="0" sz="1050">
                <a:latin typeface="Times New Roman"/>
                <a:cs typeface="Times New Roman"/>
              </a:rPr>
              <a:t>durante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día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su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monotonía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puede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causar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fatiga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o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somnolencia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los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conductores,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especialmente</a:t>
            </a:r>
            <a:r>
              <a:rPr dirty="0" sz="1050" spc="295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en </a:t>
            </a:r>
            <a:r>
              <a:rPr dirty="0" sz="1050">
                <a:latin typeface="Times New Roman"/>
                <a:cs typeface="Times New Roman"/>
              </a:rPr>
              <a:t>zonas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altas</a:t>
            </a:r>
            <a:r>
              <a:rPr dirty="0" sz="1050" spc="30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temperaturas,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y</a:t>
            </a:r>
            <a:r>
              <a:rPr dirty="0" sz="1050" spc="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noche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aumentan</a:t>
            </a:r>
            <a:r>
              <a:rPr dirty="0" sz="1050" spc="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peligro</a:t>
            </a:r>
            <a:r>
              <a:rPr dirty="0" sz="1050" spc="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deslumbramiento,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por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las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luces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de </a:t>
            </a:r>
            <a:r>
              <a:rPr dirty="0" sz="1050">
                <a:latin typeface="Times New Roman"/>
                <a:cs typeface="Times New Roman"/>
              </a:rPr>
              <a:t>los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vehículos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avanzan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</a:t>
            </a:r>
            <a:r>
              <a:rPr dirty="0" sz="1050" spc="-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sentido</a:t>
            </a:r>
            <a:r>
              <a:rPr dirty="0" sz="1050" spc="50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contrario.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050">
              <a:latin typeface="Times New Roman"/>
              <a:cs typeface="Times New Roman"/>
            </a:endParaRPr>
          </a:p>
          <a:p>
            <a:pPr algn="just" marL="12700" marR="20320">
              <a:lnSpc>
                <a:spcPts val="1220"/>
              </a:lnSpc>
            </a:pPr>
            <a:r>
              <a:rPr dirty="0" sz="1050">
                <a:latin typeface="Times New Roman"/>
                <a:cs typeface="Times New Roman"/>
              </a:rPr>
              <a:t>Por</a:t>
            </a:r>
            <a:r>
              <a:rPr dirty="0" sz="1050" spc="9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lo</a:t>
            </a:r>
            <a:r>
              <a:rPr dirty="0" sz="1050" spc="114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anterior</a:t>
            </a:r>
            <a:r>
              <a:rPr dirty="0" sz="1050" spc="10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</a:t>
            </a:r>
            <a:r>
              <a:rPr dirty="0" sz="1050" spc="10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preferible</a:t>
            </a:r>
            <a:r>
              <a:rPr dirty="0" sz="1050" spc="1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reemplazar</a:t>
            </a:r>
            <a:r>
              <a:rPr dirty="0" sz="1050" spc="1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los</a:t>
            </a:r>
            <a:r>
              <a:rPr dirty="0" sz="1050" spc="10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alineamientos</a:t>
            </a:r>
            <a:r>
              <a:rPr dirty="0" sz="1050" spc="1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rectos</a:t>
            </a:r>
            <a:r>
              <a:rPr dirty="0" sz="1050" spc="1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(superiores</a:t>
            </a:r>
            <a:r>
              <a:rPr dirty="0" sz="1050" spc="10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</a:t>
            </a:r>
            <a:r>
              <a:rPr dirty="0" sz="1050" spc="10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1.5</a:t>
            </a:r>
            <a:r>
              <a:rPr dirty="0" sz="1050" spc="1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Km),</a:t>
            </a:r>
            <a:r>
              <a:rPr dirty="0" sz="1050" spc="1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por</a:t>
            </a:r>
            <a:r>
              <a:rPr dirty="0" sz="1050" spc="9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curvas </a:t>
            </a:r>
            <a:r>
              <a:rPr dirty="0" sz="1050">
                <a:latin typeface="Times New Roman"/>
                <a:cs typeface="Times New Roman"/>
              </a:rPr>
              <a:t>amplias de grandes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radios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obliguen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al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conductor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modificar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suavemente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su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dirección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y </a:t>
            </a:r>
            <a:r>
              <a:rPr dirty="0" sz="1050" spc="-10">
                <a:latin typeface="Times New Roman"/>
                <a:cs typeface="Times New Roman"/>
              </a:rPr>
              <a:t>mantener </a:t>
            </a:r>
            <a:r>
              <a:rPr dirty="0" sz="1050">
                <a:latin typeface="Times New Roman"/>
                <a:cs typeface="Times New Roman"/>
              </a:rPr>
              <a:t>despierta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su</a:t>
            </a:r>
            <a:r>
              <a:rPr dirty="0" sz="1050" spc="6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atención.</a:t>
            </a:r>
            <a:endParaRPr sz="1050">
              <a:latin typeface="Times New Roman"/>
              <a:cs typeface="Times New Roman"/>
            </a:endParaRPr>
          </a:p>
          <a:p>
            <a:pPr algn="just" marL="12700">
              <a:lnSpc>
                <a:spcPct val="100000"/>
              </a:lnSpc>
              <a:spcBef>
                <a:spcPts val="985"/>
              </a:spcBef>
            </a:pPr>
            <a:r>
              <a:rPr dirty="0" sz="1350">
                <a:latin typeface="Times New Roman"/>
                <a:cs typeface="Times New Roman"/>
              </a:rPr>
              <a:t>PERALTE</a:t>
            </a:r>
            <a:r>
              <a:rPr dirty="0" sz="1350" spc="-55">
                <a:latin typeface="Times New Roman"/>
                <a:cs typeface="Times New Roman"/>
              </a:rPr>
              <a:t> </a:t>
            </a:r>
            <a:r>
              <a:rPr dirty="0" sz="1350" spc="-10">
                <a:latin typeface="Times New Roman"/>
                <a:cs typeface="Times New Roman"/>
              </a:rPr>
              <a:t>FORZADO</a:t>
            </a:r>
            <a:endParaRPr sz="1350">
              <a:latin typeface="Times New Roman"/>
              <a:cs typeface="Times New Roman"/>
            </a:endParaRPr>
          </a:p>
          <a:p>
            <a:pPr algn="just" marL="12700" marR="15240">
              <a:lnSpc>
                <a:spcPts val="1220"/>
              </a:lnSpc>
              <a:spcBef>
                <a:spcPts val="395"/>
              </a:spcBef>
            </a:pPr>
            <a:r>
              <a:rPr dirty="0" sz="1050">
                <a:latin typeface="Times New Roman"/>
                <a:cs typeface="Times New Roman"/>
              </a:rPr>
              <a:t>Dadas</a:t>
            </a:r>
            <a:r>
              <a:rPr dirty="0" sz="1050" spc="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las</a:t>
            </a:r>
            <a:r>
              <a:rPr dirty="0" sz="1050" spc="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circunstancias</a:t>
            </a:r>
            <a:r>
              <a:rPr dirty="0" sz="1050" spc="5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topografía</a:t>
            </a:r>
            <a:r>
              <a:rPr dirty="0" sz="1050" spc="5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y</a:t>
            </a:r>
            <a:r>
              <a:rPr dirty="0" sz="1050" spc="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economía</a:t>
            </a:r>
            <a:r>
              <a:rPr dirty="0" sz="1050" spc="5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colombiana,</a:t>
            </a:r>
            <a:r>
              <a:rPr dirty="0" sz="1050" spc="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sucede</a:t>
            </a:r>
            <a:r>
              <a:rPr dirty="0" sz="1050" spc="5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con</a:t>
            </a:r>
            <a:r>
              <a:rPr dirty="0" sz="1050" spc="5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mucha</a:t>
            </a:r>
            <a:r>
              <a:rPr dirty="0" sz="1050" spc="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frecuencia</a:t>
            </a:r>
            <a:r>
              <a:rPr dirty="0" sz="1050" spc="60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que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2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presenten</a:t>
            </a:r>
            <a:r>
              <a:rPr dirty="0" sz="1050" spc="2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alineamientos</a:t>
            </a:r>
            <a:r>
              <a:rPr dirty="0" sz="1050" spc="2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con</a:t>
            </a:r>
            <a:r>
              <a:rPr dirty="0" sz="1050" spc="2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entretangencias</a:t>
            </a:r>
            <a:r>
              <a:rPr dirty="0" sz="1050" spc="2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insuficientes,</a:t>
            </a:r>
            <a:r>
              <a:rPr dirty="0" sz="1050" spc="254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27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no</a:t>
            </a:r>
            <a:r>
              <a:rPr dirty="0" sz="1050" spc="254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permiten</a:t>
            </a:r>
            <a:r>
              <a:rPr dirty="0" sz="1050" spc="28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desarrollar</a:t>
            </a:r>
            <a:r>
              <a:rPr dirty="0" sz="1050" spc="2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270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la </a:t>
            </a:r>
            <a:r>
              <a:rPr dirty="0" sz="1050">
                <a:latin typeface="Times New Roman"/>
                <a:cs typeface="Times New Roman"/>
              </a:rPr>
              <a:t>manera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adecuada</a:t>
            </a:r>
            <a:r>
              <a:rPr dirty="0" sz="1050" spc="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las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transiciones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los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peraltes.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Inclusive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</a:t>
            </a:r>
            <a:r>
              <a:rPr dirty="0" sz="1050" spc="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carreteras</a:t>
            </a:r>
            <a:r>
              <a:rPr dirty="0" sz="1050" spc="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carácter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secundario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da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15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caso</a:t>
            </a:r>
            <a:r>
              <a:rPr dirty="0" sz="1050" spc="1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1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entretangencia</a:t>
            </a:r>
            <a:r>
              <a:rPr dirty="0" sz="1050" spc="17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nula,</a:t>
            </a:r>
            <a:r>
              <a:rPr dirty="0" sz="1050" spc="17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</a:t>
            </a:r>
            <a:r>
              <a:rPr dirty="0" sz="1050" spc="1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decir,</a:t>
            </a:r>
            <a:r>
              <a:rPr dirty="0" sz="1050" spc="17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1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1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PT</a:t>
            </a:r>
            <a:r>
              <a:rPr dirty="0" sz="1050" spc="17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1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una</a:t>
            </a:r>
            <a:r>
              <a:rPr dirty="0" sz="1050" spc="1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curva</a:t>
            </a:r>
            <a:r>
              <a:rPr dirty="0" sz="1050" spc="1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coincide</a:t>
            </a:r>
            <a:r>
              <a:rPr dirty="0" sz="1050" spc="1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con</a:t>
            </a:r>
            <a:r>
              <a:rPr dirty="0" sz="1050" spc="17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1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PC</a:t>
            </a:r>
            <a:r>
              <a:rPr dirty="0" sz="1050" spc="17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1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17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curva </a:t>
            </a:r>
            <a:r>
              <a:rPr dirty="0" sz="1050">
                <a:latin typeface="Times New Roman"/>
                <a:cs typeface="Times New Roman"/>
              </a:rPr>
              <a:t>siguiente,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complicando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aún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más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diseño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del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peralte.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050">
              <a:latin typeface="Times New Roman"/>
              <a:cs typeface="Times New Roman"/>
            </a:endParaRPr>
          </a:p>
          <a:p>
            <a:pPr algn="just" marL="12700" marR="5080">
              <a:lnSpc>
                <a:spcPts val="1220"/>
              </a:lnSpc>
            </a:pPr>
            <a:r>
              <a:rPr dirty="0" sz="1050">
                <a:latin typeface="Times New Roman"/>
                <a:cs typeface="Times New Roman"/>
              </a:rPr>
              <a:t>Para</a:t>
            </a:r>
            <a:r>
              <a:rPr dirty="0" sz="1050" spc="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tal</a:t>
            </a:r>
            <a:r>
              <a:rPr dirty="0" sz="1050" spc="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efecto</a:t>
            </a:r>
            <a:r>
              <a:rPr dirty="0" sz="1050" spc="5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emplea</a:t>
            </a:r>
            <a:r>
              <a:rPr dirty="0" sz="1050" spc="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un</a:t>
            </a:r>
            <a:r>
              <a:rPr dirty="0" sz="1050" spc="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método,</a:t>
            </a:r>
            <a:r>
              <a:rPr dirty="0" sz="1050" spc="5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muy</a:t>
            </a:r>
            <a:r>
              <a:rPr dirty="0" sz="1050" spc="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topografía</a:t>
            </a:r>
            <a:r>
              <a:rPr dirty="0" sz="1050" spc="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colombiana,</a:t>
            </a:r>
            <a:r>
              <a:rPr dirty="0" sz="1050" spc="5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para</a:t>
            </a:r>
            <a:r>
              <a:rPr dirty="0" sz="1050" spc="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llevar</a:t>
            </a:r>
            <a:r>
              <a:rPr dirty="0" sz="1050" spc="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</a:t>
            </a:r>
            <a:r>
              <a:rPr dirty="0" sz="1050" spc="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cabo</a:t>
            </a:r>
            <a:r>
              <a:rPr dirty="0" sz="1050" spc="5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50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cálculo </a:t>
            </a:r>
            <a:r>
              <a:rPr dirty="0" sz="1050">
                <a:latin typeface="Times New Roman"/>
                <a:cs typeface="Times New Roman"/>
              </a:rPr>
              <a:t>del</a:t>
            </a:r>
            <a:r>
              <a:rPr dirty="0" sz="1050" spc="1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15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</a:t>
            </a:r>
            <a:r>
              <a:rPr dirty="0" sz="1050" spc="1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estos</a:t>
            </a:r>
            <a:r>
              <a:rPr dirty="0" sz="1050" spc="1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casos,</a:t>
            </a:r>
            <a:r>
              <a:rPr dirty="0" sz="1050" spc="1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denominado</a:t>
            </a:r>
            <a:r>
              <a:rPr dirty="0" sz="1050" spc="15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1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Forzado,</a:t>
            </a:r>
            <a:r>
              <a:rPr dirty="0" sz="1050" spc="1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2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varia</a:t>
            </a:r>
            <a:r>
              <a:rPr dirty="0" sz="1050" spc="19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dependiendo</a:t>
            </a:r>
            <a:r>
              <a:rPr dirty="0" sz="1050" spc="19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si</a:t>
            </a:r>
            <a:r>
              <a:rPr dirty="0" sz="1050" spc="18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son</a:t>
            </a:r>
            <a:r>
              <a:rPr dirty="0" sz="1050" spc="19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curvas</a:t>
            </a:r>
            <a:r>
              <a:rPr dirty="0" sz="1050" spc="190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del </a:t>
            </a:r>
            <a:r>
              <a:rPr dirty="0" sz="1050">
                <a:latin typeface="Times New Roman"/>
                <a:cs typeface="Times New Roman"/>
              </a:rPr>
              <a:t>mismo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sentido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o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sentido</a:t>
            </a:r>
            <a:r>
              <a:rPr dirty="0" sz="1050" spc="40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contrario.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050">
              <a:latin typeface="Times New Roman"/>
              <a:cs typeface="Times New Roman"/>
            </a:endParaRPr>
          </a:p>
          <a:p>
            <a:pPr algn="just" marL="12700" marR="15240">
              <a:lnSpc>
                <a:spcPts val="1220"/>
              </a:lnSpc>
            </a:pPr>
            <a:r>
              <a:rPr dirty="0" sz="1050">
                <a:latin typeface="Times New Roman"/>
                <a:cs typeface="Times New Roman"/>
              </a:rPr>
              <a:t>Cabe</a:t>
            </a:r>
            <a:r>
              <a:rPr dirty="0" sz="1050" spc="1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anotar</a:t>
            </a:r>
            <a:r>
              <a:rPr dirty="0" sz="1050" spc="1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1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esta</a:t>
            </a:r>
            <a:r>
              <a:rPr dirty="0" sz="1050" spc="1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metodología</a:t>
            </a:r>
            <a:r>
              <a:rPr dirty="0" sz="1050" spc="1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no</a:t>
            </a:r>
            <a:r>
              <a:rPr dirty="0" sz="1050" spc="1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</a:t>
            </a:r>
            <a:r>
              <a:rPr dirty="0" sz="1050" spc="1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1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más</a:t>
            </a:r>
            <a:r>
              <a:rPr dirty="0" sz="1050" spc="1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recomendada,</a:t>
            </a:r>
            <a:r>
              <a:rPr dirty="0" sz="1050" spc="17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ya</a:t>
            </a:r>
            <a:r>
              <a:rPr dirty="0" sz="1050" spc="1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1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</a:t>
            </a:r>
            <a:r>
              <a:rPr dirty="0" sz="1050" spc="1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los</a:t>
            </a:r>
            <a:r>
              <a:rPr dirty="0" sz="1050" spc="1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países</a:t>
            </a:r>
            <a:r>
              <a:rPr dirty="0" sz="1050" spc="160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desarrollados </a:t>
            </a:r>
            <a:r>
              <a:rPr dirty="0" sz="1050">
                <a:latin typeface="Times New Roman"/>
                <a:cs typeface="Times New Roman"/>
              </a:rPr>
              <a:t>cuando</a:t>
            </a:r>
            <a:r>
              <a:rPr dirty="0" sz="1050" spc="28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no</a:t>
            </a:r>
            <a:r>
              <a:rPr dirty="0" sz="1050" spc="2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28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dispone</a:t>
            </a:r>
            <a:r>
              <a:rPr dirty="0" sz="1050" spc="28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28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28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suficiente</a:t>
            </a:r>
            <a:r>
              <a:rPr dirty="0" sz="1050" spc="29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entretangencia</a:t>
            </a:r>
            <a:r>
              <a:rPr dirty="0" sz="1050" spc="28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29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recomienda</a:t>
            </a:r>
            <a:r>
              <a:rPr dirty="0" sz="1050" spc="28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modificar</a:t>
            </a:r>
            <a:r>
              <a:rPr dirty="0" sz="1050" spc="28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280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alineamiento </a:t>
            </a:r>
            <a:r>
              <a:rPr dirty="0" sz="1050">
                <a:latin typeface="Times New Roman"/>
                <a:cs typeface="Times New Roman"/>
              </a:rPr>
              <a:t>horizontal,</a:t>
            </a:r>
            <a:r>
              <a:rPr dirty="0" sz="1050" spc="15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1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modo</a:t>
            </a:r>
            <a:r>
              <a:rPr dirty="0" sz="1050" spc="15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1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15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obtengan</a:t>
            </a:r>
            <a:r>
              <a:rPr dirty="0" sz="1050" spc="1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las</a:t>
            </a:r>
            <a:r>
              <a:rPr dirty="0" sz="1050" spc="1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distancias</a:t>
            </a:r>
            <a:r>
              <a:rPr dirty="0" sz="1050" spc="1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requeridas</a:t>
            </a:r>
            <a:r>
              <a:rPr dirty="0" sz="1050" spc="1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para</a:t>
            </a:r>
            <a:r>
              <a:rPr dirty="0" sz="1050" spc="1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1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apropiada</a:t>
            </a:r>
            <a:r>
              <a:rPr dirty="0" sz="1050" spc="1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transición</a:t>
            </a:r>
            <a:r>
              <a:rPr dirty="0" sz="1050" spc="15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145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los </a:t>
            </a:r>
            <a:r>
              <a:rPr dirty="0" sz="1050">
                <a:latin typeface="Times New Roman"/>
                <a:cs typeface="Times New Roman"/>
              </a:rPr>
              <a:t>peraltes.</a:t>
            </a:r>
            <a:r>
              <a:rPr dirty="0" sz="1050" spc="2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Debido</a:t>
            </a:r>
            <a:r>
              <a:rPr dirty="0" sz="1050" spc="204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</a:t>
            </a:r>
            <a:r>
              <a:rPr dirty="0" sz="1050" spc="2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204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está</a:t>
            </a:r>
            <a:r>
              <a:rPr dirty="0" sz="1050" spc="2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opción</a:t>
            </a:r>
            <a:r>
              <a:rPr dirty="0" sz="1050" spc="204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no</a:t>
            </a:r>
            <a:r>
              <a:rPr dirty="0" sz="1050" spc="20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</a:t>
            </a:r>
            <a:r>
              <a:rPr dirty="0" sz="1050" spc="20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2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204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más</a:t>
            </a:r>
            <a:r>
              <a:rPr dirty="0" sz="1050" spc="204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204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ajusta</a:t>
            </a:r>
            <a:r>
              <a:rPr dirty="0" sz="1050" spc="2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</a:t>
            </a:r>
            <a:r>
              <a:rPr dirty="0" sz="1050" spc="204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las</a:t>
            </a:r>
            <a:r>
              <a:rPr dirty="0" sz="1050" spc="2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condiciones</a:t>
            </a:r>
            <a:r>
              <a:rPr dirty="0" sz="1050" spc="20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topográficas</a:t>
            </a:r>
            <a:r>
              <a:rPr dirty="0" sz="1050" spc="204">
                <a:latin typeface="Times New Roman"/>
                <a:cs typeface="Times New Roman"/>
              </a:rPr>
              <a:t> </a:t>
            </a:r>
            <a:r>
              <a:rPr dirty="0" sz="1050" spc="-50">
                <a:latin typeface="Times New Roman"/>
                <a:cs typeface="Times New Roman"/>
              </a:rPr>
              <a:t>y </a:t>
            </a:r>
            <a:r>
              <a:rPr dirty="0" sz="1050">
                <a:latin typeface="Times New Roman"/>
                <a:cs typeface="Times New Roman"/>
              </a:rPr>
              <a:t>económicas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colombianas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debe</a:t>
            </a:r>
            <a:r>
              <a:rPr dirty="0" sz="1050" spc="-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recurrir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</a:t>
            </a:r>
            <a:r>
              <a:rPr dirty="0" sz="1050" spc="-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metodología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trata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continuación.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050">
              <a:latin typeface="Times New Roman"/>
              <a:cs typeface="Times New Roman"/>
            </a:endParaRPr>
          </a:p>
          <a:p>
            <a:pPr algn="just" marL="12700" marR="15875">
              <a:lnSpc>
                <a:spcPts val="1220"/>
              </a:lnSpc>
            </a:pP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9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debe</a:t>
            </a:r>
            <a:r>
              <a:rPr dirty="0" sz="1050" spc="9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tener</a:t>
            </a:r>
            <a:r>
              <a:rPr dirty="0" sz="1050" spc="10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</a:t>
            </a:r>
            <a:r>
              <a:rPr dirty="0" sz="1050" spc="9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cuenta</a:t>
            </a:r>
            <a:r>
              <a:rPr dirty="0" sz="1050" spc="10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8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una</a:t>
            </a:r>
            <a:r>
              <a:rPr dirty="0" sz="1050" spc="9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curva</a:t>
            </a:r>
            <a:r>
              <a:rPr dirty="0" sz="1050" spc="10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puede</a:t>
            </a:r>
            <a:r>
              <a:rPr dirty="0" sz="1050" spc="10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tener</a:t>
            </a:r>
            <a:r>
              <a:rPr dirty="0" sz="1050" spc="10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</a:t>
            </a:r>
            <a:r>
              <a:rPr dirty="0" sz="1050" spc="9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su</a:t>
            </a:r>
            <a:r>
              <a:rPr dirty="0" sz="1050" spc="10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rampa</a:t>
            </a:r>
            <a:r>
              <a:rPr dirty="0" sz="1050" spc="10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9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acceso</a:t>
            </a:r>
            <a:r>
              <a:rPr dirty="0" sz="1050" spc="9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un</a:t>
            </a:r>
            <a:r>
              <a:rPr dirty="0" sz="1050" spc="9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desarrollo</a:t>
            </a:r>
            <a:r>
              <a:rPr dirty="0" sz="1050" spc="9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100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peralte </a:t>
            </a:r>
            <a:r>
              <a:rPr dirty="0" sz="1050">
                <a:latin typeface="Times New Roman"/>
                <a:cs typeface="Times New Roman"/>
              </a:rPr>
              <a:t>normal,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mientras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</a:t>
            </a:r>
            <a:r>
              <a:rPr dirty="0" sz="1050" spc="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rampa</a:t>
            </a:r>
            <a:r>
              <a:rPr dirty="0" sz="1050" spc="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salida</a:t>
            </a:r>
            <a:r>
              <a:rPr dirty="0" sz="1050" spc="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requiere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un</a:t>
            </a:r>
            <a:r>
              <a:rPr dirty="0" sz="1050" spc="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forzado.</a:t>
            </a:r>
            <a:r>
              <a:rPr dirty="0" sz="1050" spc="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igual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forma</a:t>
            </a:r>
            <a:r>
              <a:rPr dirty="0" sz="1050" spc="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una</a:t>
            </a:r>
            <a:r>
              <a:rPr dirty="0" sz="1050" spc="40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curva </a:t>
            </a:r>
            <a:r>
              <a:rPr dirty="0" sz="1050">
                <a:latin typeface="Times New Roman"/>
                <a:cs typeface="Times New Roman"/>
              </a:rPr>
              <a:t>podría</a:t>
            </a:r>
            <a:r>
              <a:rPr dirty="0" sz="1050" spc="5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presentar</a:t>
            </a:r>
            <a:r>
              <a:rPr dirty="0" sz="1050" spc="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5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con</a:t>
            </a:r>
            <a:r>
              <a:rPr dirty="0" sz="1050" spc="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desarrollo</a:t>
            </a:r>
            <a:r>
              <a:rPr dirty="0" sz="1050" spc="5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forzado</a:t>
            </a:r>
            <a:r>
              <a:rPr dirty="0" sz="1050" spc="5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</a:t>
            </a:r>
            <a:r>
              <a:rPr dirty="0" sz="1050" spc="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su</a:t>
            </a:r>
            <a:r>
              <a:rPr dirty="0" sz="1050" spc="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parte</a:t>
            </a:r>
            <a:r>
              <a:rPr dirty="0" sz="1050" spc="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inicial</a:t>
            </a:r>
            <a:r>
              <a:rPr dirty="0" sz="1050" spc="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y</a:t>
            </a:r>
            <a:r>
              <a:rPr dirty="0" sz="1050" spc="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5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con</a:t>
            </a:r>
            <a:r>
              <a:rPr dirty="0" sz="1050" spc="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desarrollo</a:t>
            </a:r>
            <a:r>
              <a:rPr dirty="0" sz="1050" spc="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normal</a:t>
            </a:r>
            <a:r>
              <a:rPr dirty="0" sz="1050" spc="45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en </a:t>
            </a:r>
            <a:r>
              <a:rPr dirty="0" sz="1050">
                <a:latin typeface="Times New Roman"/>
                <a:cs typeface="Times New Roman"/>
              </a:rPr>
              <a:t>su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parte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final.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Por</a:t>
            </a:r>
            <a:r>
              <a:rPr dirty="0" sz="1050" spc="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último,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también</a:t>
            </a:r>
            <a:r>
              <a:rPr dirty="0" sz="1050" spc="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puede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suceder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una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curva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presente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forzado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tanto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</a:t>
            </a:r>
            <a:r>
              <a:rPr dirty="0" sz="1050" spc="320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su </a:t>
            </a:r>
            <a:r>
              <a:rPr dirty="0" sz="1050">
                <a:latin typeface="Times New Roman"/>
                <a:cs typeface="Times New Roman"/>
              </a:rPr>
              <a:t>rampa</a:t>
            </a:r>
            <a:r>
              <a:rPr dirty="0" sz="1050" spc="1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1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entrada</a:t>
            </a:r>
            <a:r>
              <a:rPr dirty="0" sz="1050" spc="1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como</a:t>
            </a:r>
            <a:r>
              <a:rPr dirty="0" sz="1050" spc="1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1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salida.</a:t>
            </a:r>
            <a:r>
              <a:rPr dirty="0" sz="1050" spc="1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</a:t>
            </a:r>
            <a:r>
              <a:rPr dirty="0" sz="1050" spc="1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conclusión</a:t>
            </a:r>
            <a:r>
              <a:rPr dirty="0" sz="1050" spc="1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1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cálculo</a:t>
            </a:r>
            <a:r>
              <a:rPr dirty="0" sz="1050" spc="1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del</a:t>
            </a:r>
            <a:r>
              <a:rPr dirty="0" sz="1050" spc="140">
                <a:latin typeface="Times New Roman"/>
                <a:cs typeface="Times New Roman"/>
              </a:rPr>
              <a:t>  </a:t>
            </a:r>
            <a:r>
              <a:rPr dirty="0" sz="1050">
                <a:latin typeface="Times New Roman"/>
                <a:cs typeface="Times New Roman"/>
              </a:rPr>
              <a:t>desarrollo</a:t>
            </a:r>
            <a:r>
              <a:rPr dirty="0" sz="1050" spc="1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140">
                <a:latin typeface="Times New Roman"/>
                <a:cs typeface="Times New Roman"/>
              </a:rPr>
              <a:t>  </a:t>
            </a:r>
            <a:r>
              <a:rPr dirty="0" sz="1050">
                <a:latin typeface="Times New Roman"/>
                <a:cs typeface="Times New Roman"/>
              </a:rPr>
              <a:t>un</a:t>
            </a:r>
            <a:r>
              <a:rPr dirty="0" sz="1050" spc="1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14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forzado </a:t>
            </a:r>
            <a:r>
              <a:rPr dirty="0" sz="1050">
                <a:latin typeface="Times New Roman"/>
                <a:cs typeface="Times New Roman"/>
              </a:rPr>
              <a:t>involucra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siempre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dos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curvas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pueden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ser</a:t>
            </a:r>
            <a:r>
              <a:rPr dirty="0" sz="1050" spc="2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del</a:t>
            </a:r>
            <a:r>
              <a:rPr dirty="0" sz="1050" spc="2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mismo</a:t>
            </a:r>
            <a:r>
              <a:rPr dirty="0" sz="1050" spc="2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sentido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o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sentido</a:t>
            </a:r>
            <a:r>
              <a:rPr dirty="0" sz="1050" spc="4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contrario.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050">
              <a:latin typeface="Times New Roman"/>
              <a:cs typeface="Times New Roman"/>
            </a:endParaRPr>
          </a:p>
          <a:p>
            <a:pPr algn="just" marL="12700" marR="26034">
              <a:lnSpc>
                <a:spcPts val="1220"/>
              </a:lnSpc>
            </a:pPr>
            <a:r>
              <a:rPr dirty="0" sz="1050">
                <a:latin typeface="Times New Roman"/>
                <a:cs typeface="Times New Roman"/>
              </a:rPr>
              <a:t>Para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determinar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si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entre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dos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curvas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requiere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forzado,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sin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efectuar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cálculo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por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separado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de </a:t>
            </a:r>
            <a:r>
              <a:rPr dirty="0" sz="1050">
                <a:latin typeface="Times New Roman"/>
                <a:cs typeface="Times New Roman"/>
              </a:rPr>
              <a:t>cada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una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ellas,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debe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verificar</a:t>
            </a:r>
            <a:r>
              <a:rPr dirty="0" sz="1050" spc="-20">
                <a:latin typeface="Times New Roman"/>
                <a:cs typeface="Times New Roman"/>
              </a:rPr>
              <a:t> que: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040130" y="7268223"/>
            <a:ext cx="1439545" cy="5105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2645" sz="1575">
                <a:latin typeface="Times New Roman"/>
                <a:cs typeface="Times New Roman"/>
              </a:rPr>
              <a:t>Et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&gt;</a:t>
            </a:r>
            <a:r>
              <a:rPr dirty="0" baseline="2645" sz="1575" spc="-7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N</a:t>
            </a:r>
            <a:r>
              <a:rPr dirty="0" sz="650">
                <a:latin typeface="Times New Roman"/>
                <a:cs typeface="Times New Roman"/>
              </a:rPr>
              <a:t>1</a:t>
            </a:r>
            <a:r>
              <a:rPr dirty="0" sz="650" spc="16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+</a:t>
            </a:r>
            <a:r>
              <a:rPr dirty="0" baseline="2645" sz="1575" spc="44">
                <a:latin typeface="Times New Roman"/>
                <a:cs typeface="Times New Roman"/>
              </a:rPr>
              <a:t> </a:t>
            </a:r>
            <a:r>
              <a:rPr dirty="0" baseline="2645" sz="1575" spc="-37">
                <a:latin typeface="Times New Roman"/>
                <a:cs typeface="Times New Roman"/>
              </a:rPr>
              <a:t>N</a:t>
            </a:r>
            <a:r>
              <a:rPr dirty="0" sz="650" spc="-25">
                <a:latin typeface="Times New Roman"/>
                <a:cs typeface="Times New Roman"/>
              </a:rPr>
              <a:t>2</a:t>
            </a:r>
            <a:r>
              <a:rPr dirty="0" baseline="2645" sz="1575" spc="-37">
                <a:latin typeface="Times New Roman"/>
                <a:cs typeface="Times New Roman"/>
              </a:rPr>
              <a:t>.</a:t>
            </a:r>
            <a:endParaRPr baseline="2645" sz="1575">
              <a:latin typeface="Times New Roman"/>
              <a:cs typeface="Times New Roman"/>
            </a:endParaRPr>
          </a:p>
          <a:p>
            <a:pPr marL="12700" marR="5080">
              <a:lnSpc>
                <a:spcPts val="1290"/>
              </a:lnSpc>
              <a:spcBef>
                <a:spcPts val="25"/>
              </a:spcBef>
            </a:pPr>
            <a:r>
              <a:rPr dirty="0" baseline="2645" sz="1575">
                <a:latin typeface="Times New Roman"/>
                <a:cs typeface="Times New Roman"/>
              </a:rPr>
              <a:t>Et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&gt;</a:t>
            </a:r>
            <a:r>
              <a:rPr dirty="0" baseline="2645" sz="1575" spc="-7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Lt</a:t>
            </a:r>
            <a:r>
              <a:rPr dirty="0" sz="650">
                <a:latin typeface="Times New Roman"/>
                <a:cs typeface="Times New Roman"/>
              </a:rPr>
              <a:t>1</a:t>
            </a:r>
            <a:r>
              <a:rPr dirty="0" sz="650" spc="16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+</a:t>
            </a:r>
            <a:r>
              <a:rPr dirty="0" baseline="2645" sz="1575" spc="-7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Lt</a:t>
            </a:r>
            <a:r>
              <a:rPr dirty="0" sz="650">
                <a:latin typeface="Times New Roman"/>
                <a:cs typeface="Times New Roman"/>
              </a:rPr>
              <a:t>2</a:t>
            </a:r>
            <a:r>
              <a:rPr dirty="0" sz="650" spc="15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+ N</a:t>
            </a:r>
            <a:r>
              <a:rPr dirty="0" sz="650">
                <a:latin typeface="Times New Roman"/>
                <a:cs typeface="Times New Roman"/>
              </a:rPr>
              <a:t>1</a:t>
            </a:r>
            <a:r>
              <a:rPr dirty="0" sz="650" spc="114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+</a:t>
            </a:r>
            <a:r>
              <a:rPr dirty="0" baseline="2645" sz="1575" spc="44">
                <a:latin typeface="Times New Roman"/>
                <a:cs typeface="Times New Roman"/>
              </a:rPr>
              <a:t> </a:t>
            </a:r>
            <a:r>
              <a:rPr dirty="0" baseline="2645" sz="1575" spc="-37">
                <a:latin typeface="Times New Roman"/>
                <a:cs typeface="Times New Roman"/>
              </a:rPr>
              <a:t>N</a:t>
            </a:r>
            <a:r>
              <a:rPr dirty="0" sz="650" spc="-25">
                <a:latin typeface="Times New Roman"/>
                <a:cs typeface="Times New Roman"/>
              </a:rPr>
              <a:t>2</a:t>
            </a:r>
            <a:r>
              <a:rPr dirty="0" baseline="2645" sz="1575" spc="-37">
                <a:latin typeface="Times New Roman"/>
                <a:cs typeface="Times New Roman"/>
              </a:rPr>
              <a:t>. </a:t>
            </a:r>
            <a:r>
              <a:rPr dirty="0" baseline="2645" sz="1575">
                <a:latin typeface="Times New Roman"/>
                <a:cs typeface="Times New Roman"/>
              </a:rPr>
              <a:t>2Lt</a:t>
            </a:r>
            <a:r>
              <a:rPr dirty="0" sz="650">
                <a:latin typeface="Times New Roman"/>
                <a:cs typeface="Times New Roman"/>
              </a:rPr>
              <a:t>1/</a:t>
            </a:r>
            <a:r>
              <a:rPr dirty="0" baseline="2645" sz="1575">
                <a:latin typeface="Times New Roman"/>
                <a:cs typeface="Times New Roman"/>
              </a:rPr>
              <a:t>/3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+</a:t>
            </a:r>
            <a:r>
              <a:rPr dirty="0" baseline="2645" sz="1575" spc="-7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2Lt</a:t>
            </a:r>
            <a:r>
              <a:rPr dirty="0" sz="650">
                <a:latin typeface="Times New Roman"/>
                <a:cs typeface="Times New Roman"/>
              </a:rPr>
              <a:t>2</a:t>
            </a:r>
            <a:r>
              <a:rPr dirty="0" baseline="2645" sz="1575">
                <a:latin typeface="Times New Roman"/>
                <a:cs typeface="Times New Roman"/>
              </a:rPr>
              <a:t>/3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+</a:t>
            </a:r>
            <a:r>
              <a:rPr dirty="0" baseline="2645" sz="1575" spc="-7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N</a:t>
            </a:r>
            <a:r>
              <a:rPr dirty="0" sz="650">
                <a:latin typeface="Times New Roman"/>
                <a:cs typeface="Times New Roman"/>
              </a:rPr>
              <a:t>1</a:t>
            </a:r>
            <a:r>
              <a:rPr dirty="0" sz="650" spc="28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+</a:t>
            </a:r>
            <a:r>
              <a:rPr dirty="0" baseline="2645" sz="1575" spc="37">
                <a:latin typeface="Times New Roman"/>
                <a:cs typeface="Times New Roman"/>
              </a:rPr>
              <a:t> </a:t>
            </a:r>
            <a:r>
              <a:rPr dirty="0" baseline="2645" sz="1575" spc="-37">
                <a:latin typeface="Times New Roman"/>
                <a:cs typeface="Times New Roman"/>
              </a:rPr>
              <a:t>N</a:t>
            </a:r>
            <a:r>
              <a:rPr dirty="0" sz="650" spc="-25">
                <a:latin typeface="Times New Roman"/>
                <a:cs typeface="Times New Roman"/>
              </a:rPr>
              <a:t>2</a:t>
            </a:r>
            <a:endParaRPr sz="65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219450" y="7261873"/>
            <a:ext cx="2609850" cy="51180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latin typeface="Times New Roman"/>
                <a:cs typeface="Times New Roman"/>
              </a:rPr>
              <a:t>Curva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con</a:t>
            </a:r>
            <a:r>
              <a:rPr dirty="0" sz="1050" spc="-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espirales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4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transición</a:t>
            </a:r>
            <a:endParaRPr sz="1050">
              <a:latin typeface="Times New Roman"/>
              <a:cs typeface="Times New Roman"/>
            </a:endParaRPr>
          </a:p>
          <a:p>
            <a:pPr marL="12700" marR="5080">
              <a:lnSpc>
                <a:spcPts val="1290"/>
              </a:lnSpc>
              <a:spcBef>
                <a:spcPts val="35"/>
              </a:spcBef>
            </a:pPr>
            <a:r>
              <a:rPr dirty="0" sz="1050">
                <a:latin typeface="Times New Roman"/>
                <a:cs typeface="Times New Roman"/>
              </a:rPr>
              <a:t>Curva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circular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con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transición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tangente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Et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 spc="-50">
                <a:latin typeface="Times New Roman"/>
                <a:cs typeface="Times New Roman"/>
              </a:rPr>
              <a:t>&gt; </a:t>
            </a:r>
            <a:r>
              <a:rPr dirty="0" sz="1050">
                <a:latin typeface="Times New Roman"/>
                <a:cs typeface="Times New Roman"/>
              </a:rPr>
              <a:t>Curva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circular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con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Lt/3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8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curva</a:t>
            </a:r>
            <a:endParaRPr sz="10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4678679" y="3708412"/>
            <a:ext cx="95250" cy="0"/>
          </a:xfrm>
          <a:custGeom>
            <a:avLst/>
            <a:gdLst/>
            <a:ahLst/>
            <a:cxnLst/>
            <a:rect l="l" t="t" r="r" b="b"/>
            <a:pathLst>
              <a:path w="95250" h="0">
                <a:moveTo>
                  <a:pt x="95250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4355465" y="4570107"/>
            <a:ext cx="65405" cy="20320"/>
            <a:chOff x="4355465" y="4570107"/>
            <a:chExt cx="65405" cy="20320"/>
          </a:xfrm>
        </p:grpSpPr>
        <p:sp>
          <p:nvSpPr>
            <p:cNvPr id="4" name="object 4" descr=""/>
            <p:cNvSpPr/>
            <p:nvPr/>
          </p:nvSpPr>
          <p:spPr>
            <a:xfrm>
              <a:off x="4356100" y="4570742"/>
              <a:ext cx="64135" cy="19050"/>
            </a:xfrm>
            <a:custGeom>
              <a:avLst/>
              <a:gdLst/>
              <a:ahLst/>
              <a:cxnLst/>
              <a:rect l="l" t="t" r="r" b="b"/>
              <a:pathLst>
                <a:path w="64135" h="19050">
                  <a:moveTo>
                    <a:pt x="0" y="0"/>
                  </a:moveTo>
                  <a:lnTo>
                    <a:pt x="0" y="19050"/>
                  </a:lnTo>
                  <a:lnTo>
                    <a:pt x="64135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4356100" y="4570742"/>
              <a:ext cx="64135" cy="19050"/>
            </a:xfrm>
            <a:custGeom>
              <a:avLst/>
              <a:gdLst/>
              <a:ahLst/>
              <a:cxnLst/>
              <a:rect l="l" t="t" r="r" b="b"/>
              <a:pathLst>
                <a:path w="64135" h="19050">
                  <a:moveTo>
                    <a:pt x="0" y="0"/>
                  </a:moveTo>
                  <a:lnTo>
                    <a:pt x="0" y="19050"/>
                  </a:lnTo>
                  <a:lnTo>
                    <a:pt x="64135" y="9525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" name="object 6" descr=""/>
          <p:cNvGrpSpPr/>
          <p:nvPr/>
        </p:nvGrpSpPr>
        <p:grpSpPr>
          <a:xfrm>
            <a:off x="3821429" y="4527562"/>
            <a:ext cx="342265" cy="102870"/>
            <a:chOff x="3821429" y="4527562"/>
            <a:chExt cx="342265" cy="102870"/>
          </a:xfrm>
        </p:grpSpPr>
        <p:sp>
          <p:nvSpPr>
            <p:cNvPr id="7" name="object 7" descr=""/>
            <p:cNvSpPr/>
            <p:nvPr/>
          </p:nvSpPr>
          <p:spPr>
            <a:xfrm>
              <a:off x="3885564" y="4580267"/>
              <a:ext cx="167640" cy="0"/>
            </a:xfrm>
            <a:custGeom>
              <a:avLst/>
              <a:gdLst/>
              <a:ahLst/>
              <a:cxnLst/>
              <a:rect l="l" t="t" r="r" b="b"/>
              <a:pathLst>
                <a:path w="167639" h="0">
                  <a:moveTo>
                    <a:pt x="0" y="0"/>
                  </a:moveTo>
                  <a:lnTo>
                    <a:pt x="16763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3821429" y="4570742"/>
              <a:ext cx="62865" cy="19050"/>
            </a:xfrm>
            <a:custGeom>
              <a:avLst/>
              <a:gdLst/>
              <a:ahLst/>
              <a:cxnLst/>
              <a:rect l="l" t="t" r="r" b="b"/>
              <a:pathLst>
                <a:path w="62864" h="19050">
                  <a:moveTo>
                    <a:pt x="62865" y="0"/>
                  </a:moveTo>
                  <a:lnTo>
                    <a:pt x="0" y="9525"/>
                  </a:lnTo>
                  <a:lnTo>
                    <a:pt x="62865" y="19050"/>
                  </a:lnTo>
                  <a:lnTo>
                    <a:pt x="6286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3822699" y="4528197"/>
              <a:ext cx="340360" cy="102235"/>
            </a:xfrm>
            <a:custGeom>
              <a:avLst/>
              <a:gdLst/>
              <a:ahLst/>
              <a:cxnLst/>
              <a:rect l="l" t="t" r="r" b="b"/>
              <a:pathLst>
                <a:path w="340360" h="102235">
                  <a:moveTo>
                    <a:pt x="62864" y="41910"/>
                  </a:moveTo>
                  <a:lnTo>
                    <a:pt x="62864" y="60960"/>
                  </a:lnTo>
                  <a:lnTo>
                    <a:pt x="0" y="52070"/>
                  </a:lnTo>
                  <a:lnTo>
                    <a:pt x="62864" y="41910"/>
                  </a:lnTo>
                  <a:close/>
                </a:path>
                <a:path w="340360" h="102235">
                  <a:moveTo>
                    <a:pt x="288289" y="3810"/>
                  </a:moveTo>
                  <a:lnTo>
                    <a:pt x="288289" y="46989"/>
                  </a:lnTo>
                  <a:lnTo>
                    <a:pt x="295910" y="46989"/>
                  </a:lnTo>
                  <a:lnTo>
                    <a:pt x="304800" y="44450"/>
                  </a:lnTo>
                  <a:lnTo>
                    <a:pt x="307975" y="40004"/>
                  </a:lnTo>
                  <a:lnTo>
                    <a:pt x="312420" y="33020"/>
                  </a:lnTo>
                  <a:lnTo>
                    <a:pt x="312420" y="22225"/>
                  </a:lnTo>
                  <a:lnTo>
                    <a:pt x="307975" y="10795"/>
                  </a:lnTo>
                  <a:lnTo>
                    <a:pt x="300354" y="3810"/>
                  </a:lnTo>
                  <a:lnTo>
                    <a:pt x="288289" y="0"/>
                  </a:lnTo>
                  <a:lnTo>
                    <a:pt x="280670" y="0"/>
                  </a:lnTo>
                  <a:lnTo>
                    <a:pt x="268604" y="3810"/>
                  </a:lnTo>
                  <a:lnTo>
                    <a:pt x="260985" y="10795"/>
                  </a:lnTo>
                  <a:lnTo>
                    <a:pt x="256539" y="22225"/>
                  </a:lnTo>
                  <a:lnTo>
                    <a:pt x="256539" y="29210"/>
                  </a:lnTo>
                  <a:lnTo>
                    <a:pt x="260985" y="40004"/>
                  </a:lnTo>
                  <a:lnTo>
                    <a:pt x="268604" y="46989"/>
                  </a:lnTo>
                </a:path>
                <a:path w="340360" h="102235">
                  <a:moveTo>
                    <a:pt x="288289" y="44450"/>
                  </a:moveTo>
                  <a:lnTo>
                    <a:pt x="300354" y="44450"/>
                  </a:lnTo>
                  <a:lnTo>
                    <a:pt x="307975" y="40004"/>
                  </a:lnTo>
                </a:path>
                <a:path w="340360" h="102235">
                  <a:moveTo>
                    <a:pt x="312420" y="22225"/>
                  </a:moveTo>
                  <a:lnTo>
                    <a:pt x="307975" y="14604"/>
                  </a:lnTo>
                  <a:lnTo>
                    <a:pt x="300354" y="6985"/>
                  </a:lnTo>
                  <a:lnTo>
                    <a:pt x="288289" y="3810"/>
                  </a:lnTo>
                  <a:lnTo>
                    <a:pt x="280670" y="3810"/>
                  </a:lnTo>
                  <a:lnTo>
                    <a:pt x="268604" y="6985"/>
                  </a:lnTo>
                  <a:lnTo>
                    <a:pt x="260985" y="14604"/>
                  </a:lnTo>
                  <a:lnTo>
                    <a:pt x="256539" y="22225"/>
                  </a:lnTo>
                </a:path>
                <a:path w="340360" h="102235">
                  <a:moveTo>
                    <a:pt x="325120" y="69850"/>
                  </a:moveTo>
                  <a:lnTo>
                    <a:pt x="327660" y="76835"/>
                  </a:lnTo>
                  <a:lnTo>
                    <a:pt x="340360" y="88264"/>
                  </a:lnTo>
                  <a:lnTo>
                    <a:pt x="256539" y="88264"/>
                  </a:lnTo>
                </a:path>
                <a:path w="340360" h="102235">
                  <a:moveTo>
                    <a:pt x="337185" y="83820"/>
                  </a:moveTo>
                  <a:lnTo>
                    <a:pt x="256539" y="83820"/>
                  </a:lnTo>
                </a:path>
                <a:path w="340360" h="102235">
                  <a:moveTo>
                    <a:pt x="256539" y="69850"/>
                  </a:moveTo>
                  <a:lnTo>
                    <a:pt x="256539" y="10223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/>
          <p:nvPr/>
        </p:nvSpPr>
        <p:spPr>
          <a:xfrm>
            <a:off x="2653029" y="7103123"/>
            <a:ext cx="444500" cy="0"/>
          </a:xfrm>
          <a:custGeom>
            <a:avLst/>
            <a:gdLst/>
            <a:ahLst/>
            <a:cxnLst/>
            <a:rect l="l" t="t" r="r" b="b"/>
            <a:pathLst>
              <a:path w="444500" h="0">
                <a:moveTo>
                  <a:pt x="0" y="0"/>
                </a:moveTo>
                <a:lnTo>
                  <a:pt x="51434" y="0"/>
                </a:lnTo>
              </a:path>
              <a:path w="444500" h="0">
                <a:moveTo>
                  <a:pt x="83819" y="0"/>
                </a:moveTo>
                <a:lnTo>
                  <a:pt x="149225" y="0"/>
                </a:lnTo>
              </a:path>
              <a:path w="444500" h="0">
                <a:moveTo>
                  <a:pt x="182880" y="0"/>
                </a:moveTo>
                <a:lnTo>
                  <a:pt x="248284" y="0"/>
                </a:lnTo>
              </a:path>
              <a:path w="444500" h="0">
                <a:moveTo>
                  <a:pt x="280034" y="0"/>
                </a:moveTo>
                <a:lnTo>
                  <a:pt x="345439" y="0"/>
                </a:lnTo>
              </a:path>
              <a:path w="444500" h="0">
                <a:moveTo>
                  <a:pt x="379094" y="0"/>
                </a:moveTo>
                <a:lnTo>
                  <a:pt x="44450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3326765" y="7103123"/>
            <a:ext cx="950594" cy="0"/>
          </a:xfrm>
          <a:custGeom>
            <a:avLst/>
            <a:gdLst/>
            <a:ahLst/>
            <a:cxnLst/>
            <a:rect l="l" t="t" r="r" b="b"/>
            <a:pathLst>
              <a:path w="950595" h="0">
                <a:moveTo>
                  <a:pt x="0" y="0"/>
                </a:moveTo>
                <a:lnTo>
                  <a:pt x="66039" y="0"/>
                </a:lnTo>
              </a:path>
              <a:path w="950595" h="0">
                <a:moveTo>
                  <a:pt x="99060" y="0"/>
                </a:moveTo>
                <a:lnTo>
                  <a:pt x="165100" y="0"/>
                </a:lnTo>
              </a:path>
              <a:path w="950595" h="0">
                <a:moveTo>
                  <a:pt x="196850" y="0"/>
                </a:moveTo>
                <a:lnTo>
                  <a:pt x="262255" y="0"/>
                </a:lnTo>
              </a:path>
              <a:path w="950595" h="0">
                <a:moveTo>
                  <a:pt x="294639" y="0"/>
                </a:moveTo>
                <a:lnTo>
                  <a:pt x="360045" y="0"/>
                </a:lnTo>
              </a:path>
              <a:path w="950595" h="0">
                <a:moveTo>
                  <a:pt x="393700" y="0"/>
                </a:moveTo>
                <a:lnTo>
                  <a:pt x="459739" y="0"/>
                </a:lnTo>
              </a:path>
              <a:path w="950595" h="0">
                <a:moveTo>
                  <a:pt x="491489" y="0"/>
                </a:moveTo>
                <a:lnTo>
                  <a:pt x="556895" y="0"/>
                </a:lnTo>
              </a:path>
              <a:path w="950595" h="0">
                <a:moveTo>
                  <a:pt x="590550" y="0"/>
                </a:moveTo>
                <a:lnTo>
                  <a:pt x="655955" y="0"/>
                </a:lnTo>
              </a:path>
              <a:path w="950595" h="0">
                <a:moveTo>
                  <a:pt x="688339" y="0"/>
                </a:moveTo>
                <a:lnTo>
                  <a:pt x="753745" y="0"/>
                </a:lnTo>
              </a:path>
              <a:path w="950595" h="0">
                <a:moveTo>
                  <a:pt x="787400" y="0"/>
                </a:moveTo>
                <a:lnTo>
                  <a:pt x="852805" y="0"/>
                </a:lnTo>
              </a:path>
              <a:path w="950595" h="0">
                <a:moveTo>
                  <a:pt x="884555" y="0"/>
                </a:moveTo>
                <a:lnTo>
                  <a:pt x="950595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4506595" y="7103123"/>
            <a:ext cx="345440" cy="0"/>
          </a:xfrm>
          <a:custGeom>
            <a:avLst/>
            <a:gdLst/>
            <a:ahLst/>
            <a:cxnLst/>
            <a:rect l="l" t="t" r="r" b="b"/>
            <a:pathLst>
              <a:path w="345439" h="0">
                <a:moveTo>
                  <a:pt x="0" y="0"/>
                </a:moveTo>
                <a:lnTo>
                  <a:pt x="65404" y="0"/>
                </a:lnTo>
              </a:path>
              <a:path w="345439" h="0">
                <a:moveTo>
                  <a:pt x="99059" y="0"/>
                </a:moveTo>
                <a:lnTo>
                  <a:pt x="164464" y="0"/>
                </a:lnTo>
              </a:path>
              <a:path w="345439" h="0">
                <a:moveTo>
                  <a:pt x="196214" y="0"/>
                </a:moveTo>
                <a:lnTo>
                  <a:pt x="261619" y="0"/>
                </a:lnTo>
              </a:path>
              <a:path w="345439" h="0">
                <a:moveTo>
                  <a:pt x="295275" y="0"/>
                </a:moveTo>
                <a:lnTo>
                  <a:pt x="345439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2919729" y="6005842"/>
            <a:ext cx="755015" cy="0"/>
          </a:xfrm>
          <a:custGeom>
            <a:avLst/>
            <a:gdLst/>
            <a:ahLst/>
            <a:cxnLst/>
            <a:rect l="l" t="t" r="r" b="b"/>
            <a:pathLst>
              <a:path w="755014" h="0">
                <a:moveTo>
                  <a:pt x="0" y="0"/>
                </a:moveTo>
                <a:lnTo>
                  <a:pt x="66675" y="0"/>
                </a:lnTo>
              </a:path>
              <a:path w="755014" h="0">
                <a:moveTo>
                  <a:pt x="100330" y="0"/>
                </a:moveTo>
                <a:lnTo>
                  <a:pt x="165734" y="0"/>
                </a:lnTo>
              </a:path>
              <a:path w="755014" h="0">
                <a:moveTo>
                  <a:pt x="198119" y="0"/>
                </a:moveTo>
                <a:lnTo>
                  <a:pt x="263525" y="0"/>
                </a:lnTo>
              </a:path>
              <a:path w="755014" h="0">
                <a:moveTo>
                  <a:pt x="297814" y="0"/>
                </a:moveTo>
                <a:lnTo>
                  <a:pt x="363219" y="0"/>
                </a:lnTo>
              </a:path>
              <a:path w="755014" h="0">
                <a:moveTo>
                  <a:pt x="394969" y="0"/>
                </a:moveTo>
                <a:lnTo>
                  <a:pt x="460374" y="0"/>
                </a:lnTo>
              </a:path>
              <a:path w="755014" h="0">
                <a:moveTo>
                  <a:pt x="492759" y="0"/>
                </a:moveTo>
                <a:lnTo>
                  <a:pt x="558165" y="0"/>
                </a:lnTo>
              </a:path>
              <a:path w="755014" h="0">
                <a:moveTo>
                  <a:pt x="591819" y="0"/>
                </a:moveTo>
                <a:lnTo>
                  <a:pt x="657224" y="0"/>
                </a:lnTo>
              </a:path>
              <a:path w="755014" h="0">
                <a:moveTo>
                  <a:pt x="688974" y="0"/>
                </a:moveTo>
                <a:lnTo>
                  <a:pt x="755015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/>
          <p:nvPr/>
        </p:nvSpPr>
        <p:spPr>
          <a:xfrm>
            <a:off x="4003040" y="6005842"/>
            <a:ext cx="460375" cy="0"/>
          </a:xfrm>
          <a:custGeom>
            <a:avLst/>
            <a:gdLst/>
            <a:ahLst/>
            <a:cxnLst/>
            <a:rect l="l" t="t" r="r" b="b"/>
            <a:pathLst>
              <a:path w="460375" h="0">
                <a:moveTo>
                  <a:pt x="0" y="0"/>
                </a:moveTo>
                <a:lnTo>
                  <a:pt x="65405" y="0"/>
                </a:lnTo>
              </a:path>
              <a:path w="460375" h="0">
                <a:moveTo>
                  <a:pt x="99060" y="0"/>
                </a:moveTo>
                <a:lnTo>
                  <a:pt x="164464" y="0"/>
                </a:lnTo>
              </a:path>
              <a:path w="460375" h="0">
                <a:moveTo>
                  <a:pt x="196214" y="0"/>
                </a:moveTo>
                <a:lnTo>
                  <a:pt x="261620" y="0"/>
                </a:lnTo>
              </a:path>
              <a:path w="460375" h="0">
                <a:moveTo>
                  <a:pt x="294005" y="0"/>
                </a:moveTo>
                <a:lnTo>
                  <a:pt x="360045" y="0"/>
                </a:lnTo>
              </a:path>
              <a:path w="460375" h="0">
                <a:moveTo>
                  <a:pt x="393700" y="0"/>
                </a:moveTo>
                <a:lnTo>
                  <a:pt x="460375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/>
          <p:nvPr/>
        </p:nvSpPr>
        <p:spPr>
          <a:xfrm>
            <a:off x="3425825" y="4909832"/>
            <a:ext cx="1426210" cy="0"/>
          </a:xfrm>
          <a:custGeom>
            <a:avLst/>
            <a:gdLst/>
            <a:ahLst/>
            <a:cxnLst/>
            <a:rect l="l" t="t" r="r" b="b"/>
            <a:pathLst>
              <a:path w="1426210" h="0">
                <a:moveTo>
                  <a:pt x="0" y="0"/>
                </a:moveTo>
                <a:lnTo>
                  <a:pt x="1426210" y="0"/>
                </a:lnTo>
              </a:path>
            </a:pathLst>
          </a:custGeom>
          <a:ln w="3175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/>
        </p:txBody>
      </p:sp>
      <p:grpSp>
        <p:nvGrpSpPr>
          <p:cNvPr id="16" name="object 16" descr=""/>
          <p:cNvGrpSpPr/>
          <p:nvPr/>
        </p:nvGrpSpPr>
        <p:grpSpPr>
          <a:xfrm>
            <a:off x="2653029" y="4213873"/>
            <a:ext cx="1820545" cy="3785870"/>
            <a:chOff x="2653029" y="4213873"/>
            <a:chExt cx="1820545" cy="3785870"/>
          </a:xfrm>
        </p:grpSpPr>
        <p:sp>
          <p:nvSpPr>
            <p:cNvPr id="17" name="object 17" descr=""/>
            <p:cNvSpPr/>
            <p:nvPr/>
          </p:nvSpPr>
          <p:spPr>
            <a:xfrm>
              <a:off x="2653029" y="4909833"/>
              <a:ext cx="444500" cy="0"/>
            </a:xfrm>
            <a:custGeom>
              <a:avLst/>
              <a:gdLst/>
              <a:ahLst/>
              <a:cxnLst/>
              <a:rect l="l" t="t" r="r" b="b"/>
              <a:pathLst>
                <a:path w="444500" h="0">
                  <a:moveTo>
                    <a:pt x="444500" y="0"/>
                  </a:moveTo>
                  <a:lnTo>
                    <a:pt x="379094" y="0"/>
                  </a:lnTo>
                </a:path>
                <a:path w="444500" h="0">
                  <a:moveTo>
                    <a:pt x="345439" y="0"/>
                  </a:moveTo>
                  <a:lnTo>
                    <a:pt x="280034" y="0"/>
                  </a:lnTo>
                </a:path>
                <a:path w="444500" h="0">
                  <a:moveTo>
                    <a:pt x="248284" y="0"/>
                  </a:moveTo>
                  <a:lnTo>
                    <a:pt x="182880" y="0"/>
                  </a:lnTo>
                </a:path>
                <a:path w="444500" h="0">
                  <a:moveTo>
                    <a:pt x="149225" y="0"/>
                  </a:moveTo>
                  <a:lnTo>
                    <a:pt x="83819" y="0"/>
                  </a:lnTo>
                </a:path>
                <a:path w="444500" h="0">
                  <a:moveTo>
                    <a:pt x="51434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29914" y="4900943"/>
              <a:ext cx="1343660" cy="3098800"/>
            </a:xfrm>
            <a:prstGeom prst="rect">
              <a:avLst/>
            </a:prstGeom>
          </p:spPr>
        </p:pic>
        <p:sp>
          <p:nvSpPr>
            <p:cNvPr id="19" name="object 19" descr=""/>
            <p:cNvSpPr/>
            <p:nvPr/>
          </p:nvSpPr>
          <p:spPr>
            <a:xfrm>
              <a:off x="3217544" y="4906658"/>
              <a:ext cx="1210310" cy="2201545"/>
            </a:xfrm>
            <a:custGeom>
              <a:avLst/>
              <a:gdLst/>
              <a:ahLst/>
              <a:cxnLst/>
              <a:rect l="l" t="t" r="r" b="b"/>
              <a:pathLst>
                <a:path w="1210310" h="2201545">
                  <a:moveTo>
                    <a:pt x="1193800" y="0"/>
                  </a:moveTo>
                  <a:lnTo>
                    <a:pt x="0" y="2193290"/>
                  </a:lnTo>
                  <a:lnTo>
                    <a:pt x="15240" y="2201544"/>
                  </a:lnTo>
                  <a:lnTo>
                    <a:pt x="1210309" y="6985"/>
                  </a:lnTo>
                  <a:lnTo>
                    <a:pt x="1202690" y="4444"/>
                  </a:lnTo>
                  <a:lnTo>
                    <a:pt x="11938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3217544" y="4906658"/>
              <a:ext cx="1210310" cy="2201545"/>
            </a:xfrm>
            <a:custGeom>
              <a:avLst/>
              <a:gdLst/>
              <a:ahLst/>
              <a:cxnLst/>
              <a:rect l="l" t="t" r="r" b="b"/>
              <a:pathLst>
                <a:path w="1210310" h="2201545">
                  <a:moveTo>
                    <a:pt x="0" y="2193290"/>
                  </a:moveTo>
                  <a:lnTo>
                    <a:pt x="7619" y="2197100"/>
                  </a:lnTo>
                  <a:lnTo>
                    <a:pt x="15240" y="2201544"/>
                  </a:lnTo>
                  <a:lnTo>
                    <a:pt x="1210309" y="6985"/>
                  </a:lnTo>
                  <a:lnTo>
                    <a:pt x="1202690" y="4444"/>
                  </a:lnTo>
                  <a:lnTo>
                    <a:pt x="1193800" y="0"/>
                  </a:lnTo>
                  <a:lnTo>
                    <a:pt x="0" y="219329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4410709" y="4902213"/>
              <a:ext cx="18415" cy="10795"/>
            </a:xfrm>
            <a:custGeom>
              <a:avLst/>
              <a:gdLst/>
              <a:ahLst/>
              <a:cxnLst/>
              <a:rect l="l" t="t" r="r" b="b"/>
              <a:pathLst>
                <a:path w="18414" h="10795">
                  <a:moveTo>
                    <a:pt x="12064" y="0"/>
                  </a:moveTo>
                  <a:lnTo>
                    <a:pt x="4444" y="0"/>
                  </a:lnTo>
                  <a:lnTo>
                    <a:pt x="3175" y="1270"/>
                  </a:lnTo>
                  <a:lnTo>
                    <a:pt x="0" y="3810"/>
                  </a:lnTo>
                  <a:lnTo>
                    <a:pt x="8889" y="8255"/>
                  </a:lnTo>
                  <a:lnTo>
                    <a:pt x="16510" y="10795"/>
                  </a:lnTo>
                  <a:lnTo>
                    <a:pt x="16510" y="9525"/>
                  </a:lnTo>
                  <a:lnTo>
                    <a:pt x="18414" y="8255"/>
                  </a:lnTo>
                  <a:lnTo>
                    <a:pt x="18414" y="6350"/>
                  </a:lnTo>
                  <a:lnTo>
                    <a:pt x="16510" y="3810"/>
                  </a:lnTo>
                  <a:lnTo>
                    <a:pt x="16510" y="2539"/>
                  </a:lnTo>
                  <a:lnTo>
                    <a:pt x="15239" y="1270"/>
                  </a:lnTo>
                  <a:lnTo>
                    <a:pt x="13335" y="1270"/>
                  </a:lnTo>
                  <a:lnTo>
                    <a:pt x="120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4410709" y="4902213"/>
              <a:ext cx="18415" cy="10795"/>
            </a:xfrm>
            <a:custGeom>
              <a:avLst/>
              <a:gdLst/>
              <a:ahLst/>
              <a:cxnLst/>
              <a:rect l="l" t="t" r="r" b="b"/>
              <a:pathLst>
                <a:path w="18414" h="10795">
                  <a:moveTo>
                    <a:pt x="0" y="3810"/>
                  </a:moveTo>
                  <a:lnTo>
                    <a:pt x="1269" y="2539"/>
                  </a:lnTo>
                  <a:lnTo>
                    <a:pt x="3175" y="1270"/>
                  </a:lnTo>
                  <a:lnTo>
                    <a:pt x="4444" y="0"/>
                  </a:lnTo>
                  <a:lnTo>
                    <a:pt x="12064" y="0"/>
                  </a:lnTo>
                  <a:lnTo>
                    <a:pt x="13335" y="1270"/>
                  </a:lnTo>
                  <a:lnTo>
                    <a:pt x="15239" y="1270"/>
                  </a:lnTo>
                  <a:lnTo>
                    <a:pt x="16510" y="2539"/>
                  </a:lnTo>
                  <a:lnTo>
                    <a:pt x="16510" y="3810"/>
                  </a:lnTo>
                  <a:lnTo>
                    <a:pt x="18414" y="6350"/>
                  </a:lnTo>
                  <a:lnTo>
                    <a:pt x="18414" y="8255"/>
                  </a:lnTo>
                  <a:lnTo>
                    <a:pt x="16510" y="9525"/>
                  </a:lnTo>
                  <a:lnTo>
                    <a:pt x="16510" y="1079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4410709" y="4909833"/>
              <a:ext cx="18415" cy="8255"/>
            </a:xfrm>
            <a:custGeom>
              <a:avLst/>
              <a:gdLst/>
              <a:ahLst/>
              <a:cxnLst/>
              <a:rect l="l" t="t" r="r" b="b"/>
              <a:pathLst>
                <a:path w="18414" h="8254">
                  <a:moveTo>
                    <a:pt x="18414" y="0"/>
                  </a:moveTo>
                  <a:lnTo>
                    <a:pt x="0" y="0"/>
                  </a:lnTo>
                  <a:lnTo>
                    <a:pt x="0" y="1904"/>
                  </a:lnTo>
                  <a:lnTo>
                    <a:pt x="1269" y="3810"/>
                  </a:lnTo>
                  <a:lnTo>
                    <a:pt x="5714" y="8254"/>
                  </a:lnTo>
                  <a:lnTo>
                    <a:pt x="10794" y="8254"/>
                  </a:lnTo>
                  <a:lnTo>
                    <a:pt x="13335" y="6985"/>
                  </a:lnTo>
                  <a:lnTo>
                    <a:pt x="16510" y="3810"/>
                  </a:lnTo>
                  <a:lnTo>
                    <a:pt x="16510" y="635"/>
                  </a:lnTo>
                  <a:lnTo>
                    <a:pt x="1841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4410709" y="4909833"/>
              <a:ext cx="18415" cy="8255"/>
            </a:xfrm>
            <a:custGeom>
              <a:avLst/>
              <a:gdLst/>
              <a:ahLst/>
              <a:cxnLst/>
              <a:rect l="l" t="t" r="r" b="b"/>
              <a:pathLst>
                <a:path w="18414" h="8254">
                  <a:moveTo>
                    <a:pt x="18414" y="0"/>
                  </a:moveTo>
                  <a:lnTo>
                    <a:pt x="16510" y="635"/>
                  </a:lnTo>
                  <a:lnTo>
                    <a:pt x="16510" y="3810"/>
                  </a:lnTo>
                  <a:lnTo>
                    <a:pt x="15239" y="5079"/>
                  </a:lnTo>
                  <a:lnTo>
                    <a:pt x="13335" y="6985"/>
                  </a:lnTo>
                  <a:lnTo>
                    <a:pt x="10794" y="8254"/>
                  </a:lnTo>
                  <a:lnTo>
                    <a:pt x="5714" y="8254"/>
                  </a:lnTo>
                  <a:lnTo>
                    <a:pt x="4444" y="6985"/>
                  </a:lnTo>
                  <a:lnTo>
                    <a:pt x="3175" y="5079"/>
                  </a:lnTo>
                  <a:lnTo>
                    <a:pt x="1269" y="3810"/>
                  </a:lnTo>
                  <a:lnTo>
                    <a:pt x="0" y="1904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4411345" y="4223893"/>
              <a:ext cx="17780" cy="687070"/>
            </a:xfrm>
            <a:custGeom>
              <a:avLst/>
              <a:gdLst/>
              <a:ahLst/>
              <a:cxnLst/>
              <a:rect l="l" t="t" r="r" b="b"/>
              <a:pathLst>
                <a:path w="17779" h="687070">
                  <a:moveTo>
                    <a:pt x="17780" y="0"/>
                  </a:moveTo>
                  <a:lnTo>
                    <a:pt x="0" y="0"/>
                  </a:lnTo>
                  <a:lnTo>
                    <a:pt x="0" y="342900"/>
                  </a:lnTo>
                  <a:lnTo>
                    <a:pt x="0" y="687070"/>
                  </a:lnTo>
                  <a:lnTo>
                    <a:pt x="17780" y="687070"/>
                  </a:lnTo>
                  <a:lnTo>
                    <a:pt x="17780" y="342900"/>
                  </a:lnTo>
                  <a:lnTo>
                    <a:pt x="177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4411344" y="4223398"/>
              <a:ext cx="17780" cy="687070"/>
            </a:xfrm>
            <a:custGeom>
              <a:avLst/>
              <a:gdLst/>
              <a:ahLst/>
              <a:cxnLst/>
              <a:rect l="l" t="t" r="r" b="b"/>
              <a:pathLst>
                <a:path w="17779" h="687070">
                  <a:moveTo>
                    <a:pt x="0" y="343535"/>
                  </a:moveTo>
                  <a:lnTo>
                    <a:pt x="0" y="0"/>
                  </a:lnTo>
                  <a:lnTo>
                    <a:pt x="17779" y="0"/>
                  </a:lnTo>
                  <a:lnTo>
                    <a:pt x="17779" y="687070"/>
                  </a:lnTo>
                  <a:lnTo>
                    <a:pt x="0" y="687070"/>
                  </a:lnTo>
                  <a:lnTo>
                    <a:pt x="0" y="343535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4410709" y="4214508"/>
              <a:ext cx="18415" cy="8255"/>
            </a:xfrm>
            <a:custGeom>
              <a:avLst/>
              <a:gdLst/>
              <a:ahLst/>
              <a:cxnLst/>
              <a:rect l="l" t="t" r="r" b="b"/>
              <a:pathLst>
                <a:path w="18414" h="8254">
                  <a:moveTo>
                    <a:pt x="13335" y="0"/>
                  </a:moveTo>
                  <a:lnTo>
                    <a:pt x="4444" y="0"/>
                  </a:lnTo>
                  <a:lnTo>
                    <a:pt x="0" y="3810"/>
                  </a:lnTo>
                  <a:lnTo>
                    <a:pt x="0" y="8254"/>
                  </a:lnTo>
                  <a:lnTo>
                    <a:pt x="18414" y="8254"/>
                  </a:lnTo>
                  <a:lnTo>
                    <a:pt x="16510" y="5079"/>
                  </a:lnTo>
                  <a:lnTo>
                    <a:pt x="16510" y="1904"/>
                  </a:lnTo>
                  <a:lnTo>
                    <a:pt x="1333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4410709" y="4214508"/>
              <a:ext cx="18415" cy="8255"/>
            </a:xfrm>
            <a:custGeom>
              <a:avLst/>
              <a:gdLst/>
              <a:ahLst/>
              <a:cxnLst/>
              <a:rect l="l" t="t" r="r" b="b"/>
              <a:pathLst>
                <a:path w="18414" h="8254">
                  <a:moveTo>
                    <a:pt x="0" y="8254"/>
                  </a:moveTo>
                  <a:lnTo>
                    <a:pt x="0" y="3810"/>
                  </a:lnTo>
                  <a:lnTo>
                    <a:pt x="1269" y="1904"/>
                  </a:lnTo>
                  <a:lnTo>
                    <a:pt x="3175" y="635"/>
                  </a:lnTo>
                  <a:lnTo>
                    <a:pt x="4444" y="0"/>
                  </a:lnTo>
                  <a:lnTo>
                    <a:pt x="13335" y="0"/>
                  </a:lnTo>
                  <a:lnTo>
                    <a:pt x="15239" y="635"/>
                  </a:lnTo>
                  <a:lnTo>
                    <a:pt x="16510" y="1904"/>
                  </a:lnTo>
                  <a:lnTo>
                    <a:pt x="16510" y="5079"/>
                  </a:lnTo>
                  <a:lnTo>
                    <a:pt x="18414" y="825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3214369" y="4214508"/>
              <a:ext cx="18415" cy="8255"/>
            </a:xfrm>
            <a:custGeom>
              <a:avLst/>
              <a:gdLst/>
              <a:ahLst/>
              <a:cxnLst/>
              <a:rect l="l" t="t" r="r" b="b"/>
              <a:pathLst>
                <a:path w="18414" h="8254">
                  <a:moveTo>
                    <a:pt x="13969" y="0"/>
                  </a:moveTo>
                  <a:lnTo>
                    <a:pt x="4444" y="0"/>
                  </a:lnTo>
                  <a:lnTo>
                    <a:pt x="3175" y="635"/>
                  </a:lnTo>
                  <a:lnTo>
                    <a:pt x="0" y="3810"/>
                  </a:lnTo>
                  <a:lnTo>
                    <a:pt x="0" y="8254"/>
                  </a:lnTo>
                  <a:lnTo>
                    <a:pt x="18415" y="8254"/>
                  </a:lnTo>
                  <a:lnTo>
                    <a:pt x="18415" y="3810"/>
                  </a:lnTo>
                  <a:lnTo>
                    <a:pt x="17144" y="1904"/>
                  </a:lnTo>
                  <a:lnTo>
                    <a:pt x="139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3214369" y="4214508"/>
              <a:ext cx="18415" cy="8255"/>
            </a:xfrm>
            <a:custGeom>
              <a:avLst/>
              <a:gdLst/>
              <a:ahLst/>
              <a:cxnLst/>
              <a:rect l="l" t="t" r="r" b="b"/>
              <a:pathLst>
                <a:path w="18414" h="8254">
                  <a:moveTo>
                    <a:pt x="0" y="8254"/>
                  </a:moveTo>
                  <a:lnTo>
                    <a:pt x="0" y="3810"/>
                  </a:lnTo>
                  <a:lnTo>
                    <a:pt x="1905" y="1904"/>
                  </a:lnTo>
                  <a:lnTo>
                    <a:pt x="3175" y="635"/>
                  </a:lnTo>
                  <a:lnTo>
                    <a:pt x="4444" y="0"/>
                  </a:lnTo>
                  <a:lnTo>
                    <a:pt x="13969" y="0"/>
                  </a:lnTo>
                  <a:lnTo>
                    <a:pt x="15240" y="635"/>
                  </a:lnTo>
                  <a:lnTo>
                    <a:pt x="17144" y="1904"/>
                  </a:lnTo>
                  <a:lnTo>
                    <a:pt x="18415" y="3810"/>
                  </a:lnTo>
                  <a:lnTo>
                    <a:pt x="18415" y="825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3215004" y="4223398"/>
              <a:ext cx="17780" cy="161290"/>
            </a:xfrm>
            <a:custGeom>
              <a:avLst/>
              <a:gdLst/>
              <a:ahLst/>
              <a:cxnLst/>
              <a:rect l="l" t="t" r="r" b="b"/>
              <a:pathLst>
                <a:path w="17780" h="161289">
                  <a:moveTo>
                    <a:pt x="17780" y="0"/>
                  </a:moveTo>
                  <a:lnTo>
                    <a:pt x="0" y="0"/>
                  </a:lnTo>
                  <a:lnTo>
                    <a:pt x="0" y="80645"/>
                  </a:lnTo>
                  <a:lnTo>
                    <a:pt x="0" y="161289"/>
                  </a:lnTo>
                  <a:lnTo>
                    <a:pt x="17780" y="161289"/>
                  </a:lnTo>
                  <a:lnTo>
                    <a:pt x="177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3215004" y="4223398"/>
              <a:ext cx="17780" cy="161290"/>
            </a:xfrm>
            <a:custGeom>
              <a:avLst/>
              <a:gdLst/>
              <a:ahLst/>
              <a:cxnLst/>
              <a:rect l="l" t="t" r="r" b="b"/>
              <a:pathLst>
                <a:path w="17780" h="161289">
                  <a:moveTo>
                    <a:pt x="0" y="80645"/>
                  </a:moveTo>
                  <a:lnTo>
                    <a:pt x="0" y="0"/>
                  </a:lnTo>
                  <a:lnTo>
                    <a:pt x="17780" y="0"/>
                  </a:lnTo>
                  <a:lnTo>
                    <a:pt x="17780" y="161289"/>
                  </a:lnTo>
                  <a:lnTo>
                    <a:pt x="0" y="161289"/>
                  </a:lnTo>
                  <a:lnTo>
                    <a:pt x="0" y="80645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3214369" y="4384688"/>
              <a:ext cx="18415" cy="8255"/>
            </a:xfrm>
            <a:custGeom>
              <a:avLst/>
              <a:gdLst/>
              <a:ahLst/>
              <a:cxnLst/>
              <a:rect l="l" t="t" r="r" b="b"/>
              <a:pathLst>
                <a:path w="18414" h="8254">
                  <a:moveTo>
                    <a:pt x="18415" y="0"/>
                  </a:moveTo>
                  <a:lnTo>
                    <a:pt x="0" y="0"/>
                  </a:lnTo>
                  <a:lnTo>
                    <a:pt x="0" y="3810"/>
                  </a:lnTo>
                  <a:lnTo>
                    <a:pt x="4444" y="8255"/>
                  </a:lnTo>
                  <a:lnTo>
                    <a:pt x="13969" y="8255"/>
                  </a:lnTo>
                  <a:lnTo>
                    <a:pt x="17144" y="5714"/>
                  </a:lnTo>
                  <a:lnTo>
                    <a:pt x="18415" y="3810"/>
                  </a:lnTo>
                  <a:lnTo>
                    <a:pt x="1841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3214369" y="4384688"/>
              <a:ext cx="18415" cy="8255"/>
            </a:xfrm>
            <a:custGeom>
              <a:avLst/>
              <a:gdLst/>
              <a:ahLst/>
              <a:cxnLst/>
              <a:rect l="l" t="t" r="r" b="b"/>
              <a:pathLst>
                <a:path w="18414" h="8254">
                  <a:moveTo>
                    <a:pt x="18415" y="0"/>
                  </a:moveTo>
                  <a:lnTo>
                    <a:pt x="18415" y="3810"/>
                  </a:lnTo>
                  <a:lnTo>
                    <a:pt x="17144" y="5714"/>
                  </a:lnTo>
                  <a:lnTo>
                    <a:pt x="15240" y="6985"/>
                  </a:lnTo>
                  <a:lnTo>
                    <a:pt x="13969" y="8255"/>
                  </a:lnTo>
                  <a:lnTo>
                    <a:pt x="4444" y="8255"/>
                  </a:lnTo>
                  <a:lnTo>
                    <a:pt x="3175" y="6985"/>
                  </a:lnTo>
                  <a:lnTo>
                    <a:pt x="1905" y="5714"/>
                  </a:lnTo>
                  <a:lnTo>
                    <a:pt x="0" y="3810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3214369" y="4429773"/>
              <a:ext cx="18415" cy="8255"/>
            </a:xfrm>
            <a:custGeom>
              <a:avLst/>
              <a:gdLst/>
              <a:ahLst/>
              <a:cxnLst/>
              <a:rect l="l" t="t" r="r" b="b"/>
              <a:pathLst>
                <a:path w="18414" h="8254">
                  <a:moveTo>
                    <a:pt x="13969" y="0"/>
                  </a:moveTo>
                  <a:lnTo>
                    <a:pt x="4444" y="0"/>
                  </a:lnTo>
                  <a:lnTo>
                    <a:pt x="1905" y="2539"/>
                  </a:lnTo>
                  <a:lnTo>
                    <a:pt x="0" y="3810"/>
                  </a:lnTo>
                  <a:lnTo>
                    <a:pt x="0" y="8254"/>
                  </a:lnTo>
                  <a:lnTo>
                    <a:pt x="18415" y="8254"/>
                  </a:lnTo>
                  <a:lnTo>
                    <a:pt x="18415" y="3810"/>
                  </a:lnTo>
                  <a:lnTo>
                    <a:pt x="17144" y="2539"/>
                  </a:lnTo>
                  <a:lnTo>
                    <a:pt x="139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3214369" y="4429773"/>
              <a:ext cx="18415" cy="8255"/>
            </a:xfrm>
            <a:custGeom>
              <a:avLst/>
              <a:gdLst/>
              <a:ahLst/>
              <a:cxnLst/>
              <a:rect l="l" t="t" r="r" b="b"/>
              <a:pathLst>
                <a:path w="18414" h="8254">
                  <a:moveTo>
                    <a:pt x="0" y="8254"/>
                  </a:moveTo>
                  <a:lnTo>
                    <a:pt x="0" y="3810"/>
                  </a:lnTo>
                  <a:lnTo>
                    <a:pt x="1905" y="2539"/>
                  </a:lnTo>
                  <a:lnTo>
                    <a:pt x="3175" y="635"/>
                  </a:lnTo>
                  <a:lnTo>
                    <a:pt x="4444" y="0"/>
                  </a:lnTo>
                  <a:lnTo>
                    <a:pt x="13969" y="0"/>
                  </a:lnTo>
                  <a:lnTo>
                    <a:pt x="15240" y="635"/>
                  </a:lnTo>
                  <a:lnTo>
                    <a:pt x="17144" y="2539"/>
                  </a:lnTo>
                  <a:lnTo>
                    <a:pt x="18415" y="3810"/>
                  </a:lnTo>
                  <a:lnTo>
                    <a:pt x="18415" y="825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3215004" y="4438663"/>
              <a:ext cx="17780" cy="15240"/>
            </a:xfrm>
            <a:custGeom>
              <a:avLst/>
              <a:gdLst/>
              <a:ahLst/>
              <a:cxnLst/>
              <a:rect l="l" t="t" r="r" b="b"/>
              <a:pathLst>
                <a:path w="17780" h="15239">
                  <a:moveTo>
                    <a:pt x="17780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0" y="15239"/>
                  </a:lnTo>
                  <a:lnTo>
                    <a:pt x="17780" y="15239"/>
                  </a:lnTo>
                  <a:lnTo>
                    <a:pt x="177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3215004" y="4438663"/>
              <a:ext cx="17780" cy="15240"/>
            </a:xfrm>
            <a:custGeom>
              <a:avLst/>
              <a:gdLst/>
              <a:ahLst/>
              <a:cxnLst/>
              <a:rect l="l" t="t" r="r" b="b"/>
              <a:pathLst>
                <a:path w="17780" h="15239">
                  <a:moveTo>
                    <a:pt x="0" y="7620"/>
                  </a:moveTo>
                  <a:lnTo>
                    <a:pt x="0" y="0"/>
                  </a:lnTo>
                  <a:lnTo>
                    <a:pt x="17780" y="0"/>
                  </a:lnTo>
                  <a:lnTo>
                    <a:pt x="17780" y="15239"/>
                  </a:lnTo>
                  <a:lnTo>
                    <a:pt x="0" y="15239"/>
                  </a:lnTo>
                  <a:lnTo>
                    <a:pt x="0" y="762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3214369" y="4453268"/>
              <a:ext cx="18415" cy="8255"/>
            </a:xfrm>
            <a:custGeom>
              <a:avLst/>
              <a:gdLst/>
              <a:ahLst/>
              <a:cxnLst/>
              <a:rect l="l" t="t" r="r" b="b"/>
              <a:pathLst>
                <a:path w="18414" h="8254">
                  <a:moveTo>
                    <a:pt x="18415" y="0"/>
                  </a:moveTo>
                  <a:lnTo>
                    <a:pt x="0" y="0"/>
                  </a:lnTo>
                  <a:lnTo>
                    <a:pt x="0" y="3809"/>
                  </a:lnTo>
                  <a:lnTo>
                    <a:pt x="4444" y="8254"/>
                  </a:lnTo>
                  <a:lnTo>
                    <a:pt x="13969" y="8254"/>
                  </a:lnTo>
                  <a:lnTo>
                    <a:pt x="18415" y="3809"/>
                  </a:lnTo>
                  <a:lnTo>
                    <a:pt x="1841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3214369" y="4453268"/>
              <a:ext cx="18415" cy="8255"/>
            </a:xfrm>
            <a:custGeom>
              <a:avLst/>
              <a:gdLst/>
              <a:ahLst/>
              <a:cxnLst/>
              <a:rect l="l" t="t" r="r" b="b"/>
              <a:pathLst>
                <a:path w="18414" h="8254">
                  <a:moveTo>
                    <a:pt x="18415" y="0"/>
                  </a:moveTo>
                  <a:lnTo>
                    <a:pt x="18415" y="3809"/>
                  </a:lnTo>
                  <a:lnTo>
                    <a:pt x="17144" y="5079"/>
                  </a:lnTo>
                  <a:lnTo>
                    <a:pt x="15240" y="6984"/>
                  </a:lnTo>
                  <a:lnTo>
                    <a:pt x="13969" y="8254"/>
                  </a:lnTo>
                  <a:lnTo>
                    <a:pt x="4444" y="8254"/>
                  </a:lnTo>
                  <a:lnTo>
                    <a:pt x="3175" y="6984"/>
                  </a:lnTo>
                  <a:lnTo>
                    <a:pt x="1905" y="5079"/>
                  </a:lnTo>
                  <a:lnTo>
                    <a:pt x="0" y="3809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3214369" y="4497083"/>
              <a:ext cx="18415" cy="8255"/>
            </a:xfrm>
            <a:custGeom>
              <a:avLst/>
              <a:gdLst/>
              <a:ahLst/>
              <a:cxnLst/>
              <a:rect l="l" t="t" r="r" b="b"/>
              <a:pathLst>
                <a:path w="18414" h="8254">
                  <a:moveTo>
                    <a:pt x="13969" y="635"/>
                  </a:moveTo>
                  <a:lnTo>
                    <a:pt x="4444" y="635"/>
                  </a:lnTo>
                  <a:lnTo>
                    <a:pt x="0" y="5714"/>
                  </a:lnTo>
                  <a:lnTo>
                    <a:pt x="0" y="8254"/>
                  </a:lnTo>
                  <a:lnTo>
                    <a:pt x="18415" y="8254"/>
                  </a:lnTo>
                  <a:lnTo>
                    <a:pt x="18415" y="5714"/>
                  </a:lnTo>
                  <a:lnTo>
                    <a:pt x="13969" y="635"/>
                  </a:lnTo>
                  <a:close/>
                </a:path>
                <a:path w="18414" h="8254">
                  <a:moveTo>
                    <a:pt x="10794" y="0"/>
                  </a:moveTo>
                  <a:lnTo>
                    <a:pt x="7619" y="0"/>
                  </a:lnTo>
                  <a:lnTo>
                    <a:pt x="6350" y="635"/>
                  </a:lnTo>
                  <a:lnTo>
                    <a:pt x="12065" y="635"/>
                  </a:lnTo>
                  <a:lnTo>
                    <a:pt x="1079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3214369" y="4497083"/>
              <a:ext cx="18415" cy="8255"/>
            </a:xfrm>
            <a:custGeom>
              <a:avLst/>
              <a:gdLst/>
              <a:ahLst/>
              <a:cxnLst/>
              <a:rect l="l" t="t" r="r" b="b"/>
              <a:pathLst>
                <a:path w="18414" h="8254">
                  <a:moveTo>
                    <a:pt x="0" y="8254"/>
                  </a:moveTo>
                  <a:lnTo>
                    <a:pt x="0" y="5714"/>
                  </a:lnTo>
                  <a:lnTo>
                    <a:pt x="1905" y="3810"/>
                  </a:lnTo>
                  <a:lnTo>
                    <a:pt x="3175" y="2539"/>
                  </a:lnTo>
                  <a:lnTo>
                    <a:pt x="4444" y="635"/>
                  </a:lnTo>
                  <a:lnTo>
                    <a:pt x="6350" y="635"/>
                  </a:lnTo>
                  <a:lnTo>
                    <a:pt x="7619" y="0"/>
                  </a:lnTo>
                  <a:lnTo>
                    <a:pt x="10794" y="0"/>
                  </a:lnTo>
                  <a:lnTo>
                    <a:pt x="12065" y="635"/>
                  </a:lnTo>
                  <a:lnTo>
                    <a:pt x="13969" y="635"/>
                  </a:lnTo>
                  <a:lnTo>
                    <a:pt x="15240" y="2539"/>
                  </a:lnTo>
                  <a:lnTo>
                    <a:pt x="17144" y="3810"/>
                  </a:lnTo>
                  <a:lnTo>
                    <a:pt x="18415" y="5714"/>
                  </a:lnTo>
                  <a:lnTo>
                    <a:pt x="18415" y="825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3215004" y="4505973"/>
              <a:ext cx="17780" cy="120650"/>
            </a:xfrm>
            <a:custGeom>
              <a:avLst/>
              <a:gdLst/>
              <a:ahLst/>
              <a:cxnLst/>
              <a:rect l="l" t="t" r="r" b="b"/>
              <a:pathLst>
                <a:path w="17780" h="120650">
                  <a:moveTo>
                    <a:pt x="17780" y="0"/>
                  </a:moveTo>
                  <a:lnTo>
                    <a:pt x="0" y="0"/>
                  </a:lnTo>
                  <a:lnTo>
                    <a:pt x="0" y="60325"/>
                  </a:lnTo>
                  <a:lnTo>
                    <a:pt x="0" y="120650"/>
                  </a:lnTo>
                  <a:lnTo>
                    <a:pt x="17780" y="120650"/>
                  </a:lnTo>
                  <a:lnTo>
                    <a:pt x="177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3215004" y="4505973"/>
              <a:ext cx="17780" cy="120650"/>
            </a:xfrm>
            <a:custGeom>
              <a:avLst/>
              <a:gdLst/>
              <a:ahLst/>
              <a:cxnLst/>
              <a:rect l="l" t="t" r="r" b="b"/>
              <a:pathLst>
                <a:path w="17780" h="120650">
                  <a:moveTo>
                    <a:pt x="0" y="60325"/>
                  </a:moveTo>
                  <a:lnTo>
                    <a:pt x="0" y="0"/>
                  </a:lnTo>
                  <a:lnTo>
                    <a:pt x="17780" y="0"/>
                  </a:lnTo>
                  <a:lnTo>
                    <a:pt x="17780" y="120650"/>
                  </a:lnTo>
                  <a:lnTo>
                    <a:pt x="0" y="120650"/>
                  </a:lnTo>
                  <a:lnTo>
                    <a:pt x="0" y="60325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3214369" y="4625988"/>
              <a:ext cx="18415" cy="8255"/>
            </a:xfrm>
            <a:custGeom>
              <a:avLst/>
              <a:gdLst/>
              <a:ahLst/>
              <a:cxnLst/>
              <a:rect l="l" t="t" r="r" b="b"/>
              <a:pathLst>
                <a:path w="18414" h="8254">
                  <a:moveTo>
                    <a:pt x="13969" y="6985"/>
                  </a:moveTo>
                  <a:lnTo>
                    <a:pt x="4444" y="6985"/>
                  </a:lnTo>
                  <a:lnTo>
                    <a:pt x="6350" y="8255"/>
                  </a:lnTo>
                  <a:lnTo>
                    <a:pt x="12065" y="8255"/>
                  </a:lnTo>
                  <a:lnTo>
                    <a:pt x="13969" y="6985"/>
                  </a:lnTo>
                  <a:close/>
                </a:path>
                <a:path w="18414" h="8254">
                  <a:moveTo>
                    <a:pt x="18415" y="0"/>
                  </a:moveTo>
                  <a:lnTo>
                    <a:pt x="0" y="0"/>
                  </a:lnTo>
                  <a:lnTo>
                    <a:pt x="0" y="3810"/>
                  </a:lnTo>
                  <a:lnTo>
                    <a:pt x="1905" y="5080"/>
                  </a:lnTo>
                  <a:lnTo>
                    <a:pt x="3175" y="6985"/>
                  </a:lnTo>
                  <a:lnTo>
                    <a:pt x="15240" y="6985"/>
                  </a:lnTo>
                  <a:lnTo>
                    <a:pt x="18415" y="3810"/>
                  </a:lnTo>
                  <a:lnTo>
                    <a:pt x="1841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3214369" y="4625988"/>
              <a:ext cx="18415" cy="8255"/>
            </a:xfrm>
            <a:custGeom>
              <a:avLst/>
              <a:gdLst/>
              <a:ahLst/>
              <a:cxnLst/>
              <a:rect l="l" t="t" r="r" b="b"/>
              <a:pathLst>
                <a:path w="18414" h="8254">
                  <a:moveTo>
                    <a:pt x="18415" y="0"/>
                  </a:moveTo>
                  <a:lnTo>
                    <a:pt x="18415" y="3810"/>
                  </a:lnTo>
                  <a:lnTo>
                    <a:pt x="17144" y="5080"/>
                  </a:lnTo>
                  <a:lnTo>
                    <a:pt x="15240" y="6985"/>
                  </a:lnTo>
                  <a:lnTo>
                    <a:pt x="13969" y="6985"/>
                  </a:lnTo>
                  <a:lnTo>
                    <a:pt x="12065" y="8255"/>
                  </a:lnTo>
                  <a:lnTo>
                    <a:pt x="6350" y="8255"/>
                  </a:lnTo>
                  <a:lnTo>
                    <a:pt x="4444" y="6985"/>
                  </a:lnTo>
                  <a:lnTo>
                    <a:pt x="3175" y="6985"/>
                  </a:lnTo>
                  <a:lnTo>
                    <a:pt x="1905" y="5080"/>
                  </a:lnTo>
                  <a:lnTo>
                    <a:pt x="0" y="3810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3214369" y="4671073"/>
              <a:ext cx="18415" cy="8255"/>
            </a:xfrm>
            <a:custGeom>
              <a:avLst/>
              <a:gdLst/>
              <a:ahLst/>
              <a:cxnLst/>
              <a:rect l="l" t="t" r="r" b="b"/>
              <a:pathLst>
                <a:path w="18414" h="8254">
                  <a:moveTo>
                    <a:pt x="12065" y="0"/>
                  </a:moveTo>
                  <a:lnTo>
                    <a:pt x="6350" y="0"/>
                  </a:lnTo>
                  <a:lnTo>
                    <a:pt x="4444" y="1270"/>
                  </a:lnTo>
                  <a:lnTo>
                    <a:pt x="3175" y="2539"/>
                  </a:lnTo>
                  <a:lnTo>
                    <a:pt x="0" y="5079"/>
                  </a:lnTo>
                  <a:lnTo>
                    <a:pt x="0" y="8254"/>
                  </a:lnTo>
                  <a:lnTo>
                    <a:pt x="18415" y="8254"/>
                  </a:lnTo>
                  <a:lnTo>
                    <a:pt x="18415" y="5079"/>
                  </a:lnTo>
                  <a:lnTo>
                    <a:pt x="17144" y="3810"/>
                  </a:lnTo>
                  <a:lnTo>
                    <a:pt x="1206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3214369" y="4671073"/>
              <a:ext cx="18415" cy="8255"/>
            </a:xfrm>
            <a:custGeom>
              <a:avLst/>
              <a:gdLst/>
              <a:ahLst/>
              <a:cxnLst/>
              <a:rect l="l" t="t" r="r" b="b"/>
              <a:pathLst>
                <a:path w="18414" h="8254">
                  <a:moveTo>
                    <a:pt x="0" y="8254"/>
                  </a:moveTo>
                  <a:lnTo>
                    <a:pt x="0" y="5079"/>
                  </a:lnTo>
                  <a:lnTo>
                    <a:pt x="1905" y="3810"/>
                  </a:lnTo>
                  <a:lnTo>
                    <a:pt x="3175" y="2539"/>
                  </a:lnTo>
                  <a:lnTo>
                    <a:pt x="4444" y="1270"/>
                  </a:lnTo>
                  <a:lnTo>
                    <a:pt x="6350" y="0"/>
                  </a:lnTo>
                  <a:lnTo>
                    <a:pt x="12065" y="0"/>
                  </a:lnTo>
                  <a:lnTo>
                    <a:pt x="13969" y="1270"/>
                  </a:lnTo>
                  <a:lnTo>
                    <a:pt x="15240" y="2539"/>
                  </a:lnTo>
                  <a:lnTo>
                    <a:pt x="17144" y="3810"/>
                  </a:lnTo>
                  <a:lnTo>
                    <a:pt x="18415" y="5079"/>
                  </a:lnTo>
                  <a:lnTo>
                    <a:pt x="18415" y="825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3215004" y="4678693"/>
              <a:ext cx="17780" cy="16510"/>
            </a:xfrm>
            <a:custGeom>
              <a:avLst/>
              <a:gdLst/>
              <a:ahLst/>
              <a:cxnLst/>
              <a:rect l="l" t="t" r="r" b="b"/>
              <a:pathLst>
                <a:path w="17780" h="16510">
                  <a:moveTo>
                    <a:pt x="17780" y="0"/>
                  </a:moveTo>
                  <a:lnTo>
                    <a:pt x="0" y="0"/>
                  </a:lnTo>
                  <a:lnTo>
                    <a:pt x="0" y="8254"/>
                  </a:lnTo>
                  <a:lnTo>
                    <a:pt x="0" y="16509"/>
                  </a:lnTo>
                  <a:lnTo>
                    <a:pt x="17780" y="16509"/>
                  </a:lnTo>
                  <a:lnTo>
                    <a:pt x="177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3215004" y="4678693"/>
              <a:ext cx="17780" cy="16510"/>
            </a:xfrm>
            <a:custGeom>
              <a:avLst/>
              <a:gdLst/>
              <a:ahLst/>
              <a:cxnLst/>
              <a:rect l="l" t="t" r="r" b="b"/>
              <a:pathLst>
                <a:path w="17780" h="16510">
                  <a:moveTo>
                    <a:pt x="0" y="8254"/>
                  </a:moveTo>
                  <a:lnTo>
                    <a:pt x="0" y="0"/>
                  </a:lnTo>
                  <a:lnTo>
                    <a:pt x="17780" y="0"/>
                  </a:lnTo>
                  <a:lnTo>
                    <a:pt x="17780" y="16509"/>
                  </a:lnTo>
                  <a:lnTo>
                    <a:pt x="0" y="16509"/>
                  </a:lnTo>
                  <a:lnTo>
                    <a:pt x="0" y="8254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3214369" y="4695203"/>
              <a:ext cx="18415" cy="8890"/>
            </a:xfrm>
            <a:custGeom>
              <a:avLst/>
              <a:gdLst/>
              <a:ahLst/>
              <a:cxnLst/>
              <a:rect l="l" t="t" r="r" b="b"/>
              <a:pathLst>
                <a:path w="18414" h="8889">
                  <a:moveTo>
                    <a:pt x="18415" y="0"/>
                  </a:moveTo>
                  <a:lnTo>
                    <a:pt x="0" y="0"/>
                  </a:lnTo>
                  <a:lnTo>
                    <a:pt x="0" y="2540"/>
                  </a:lnTo>
                  <a:lnTo>
                    <a:pt x="6350" y="8890"/>
                  </a:lnTo>
                  <a:lnTo>
                    <a:pt x="12065" y="8890"/>
                  </a:lnTo>
                  <a:lnTo>
                    <a:pt x="18415" y="2540"/>
                  </a:lnTo>
                  <a:lnTo>
                    <a:pt x="1841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3214369" y="4695203"/>
              <a:ext cx="18415" cy="8890"/>
            </a:xfrm>
            <a:custGeom>
              <a:avLst/>
              <a:gdLst/>
              <a:ahLst/>
              <a:cxnLst/>
              <a:rect l="l" t="t" r="r" b="b"/>
              <a:pathLst>
                <a:path w="18414" h="8889">
                  <a:moveTo>
                    <a:pt x="18415" y="0"/>
                  </a:moveTo>
                  <a:lnTo>
                    <a:pt x="18415" y="2540"/>
                  </a:lnTo>
                  <a:lnTo>
                    <a:pt x="17144" y="4445"/>
                  </a:lnTo>
                  <a:lnTo>
                    <a:pt x="15240" y="5715"/>
                  </a:lnTo>
                  <a:lnTo>
                    <a:pt x="13969" y="6985"/>
                  </a:lnTo>
                  <a:lnTo>
                    <a:pt x="12065" y="8890"/>
                  </a:lnTo>
                  <a:lnTo>
                    <a:pt x="6350" y="8890"/>
                  </a:lnTo>
                  <a:lnTo>
                    <a:pt x="4444" y="6985"/>
                  </a:lnTo>
                  <a:lnTo>
                    <a:pt x="3175" y="5715"/>
                  </a:lnTo>
                  <a:lnTo>
                    <a:pt x="1905" y="4445"/>
                  </a:lnTo>
                  <a:lnTo>
                    <a:pt x="0" y="2540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3214369" y="4738383"/>
              <a:ext cx="18415" cy="8255"/>
            </a:xfrm>
            <a:custGeom>
              <a:avLst/>
              <a:gdLst/>
              <a:ahLst/>
              <a:cxnLst/>
              <a:rect l="l" t="t" r="r" b="b"/>
              <a:pathLst>
                <a:path w="18414" h="8254">
                  <a:moveTo>
                    <a:pt x="15240" y="635"/>
                  </a:moveTo>
                  <a:lnTo>
                    <a:pt x="3175" y="635"/>
                  </a:lnTo>
                  <a:lnTo>
                    <a:pt x="1905" y="2539"/>
                  </a:lnTo>
                  <a:lnTo>
                    <a:pt x="0" y="5079"/>
                  </a:lnTo>
                  <a:lnTo>
                    <a:pt x="0" y="8254"/>
                  </a:lnTo>
                  <a:lnTo>
                    <a:pt x="18415" y="8254"/>
                  </a:lnTo>
                  <a:lnTo>
                    <a:pt x="18415" y="5079"/>
                  </a:lnTo>
                  <a:lnTo>
                    <a:pt x="17144" y="2539"/>
                  </a:lnTo>
                  <a:lnTo>
                    <a:pt x="15240" y="635"/>
                  </a:lnTo>
                  <a:close/>
                </a:path>
                <a:path w="18414" h="8254">
                  <a:moveTo>
                    <a:pt x="12065" y="0"/>
                  </a:moveTo>
                  <a:lnTo>
                    <a:pt x="6350" y="0"/>
                  </a:lnTo>
                  <a:lnTo>
                    <a:pt x="4444" y="635"/>
                  </a:lnTo>
                  <a:lnTo>
                    <a:pt x="13969" y="635"/>
                  </a:lnTo>
                  <a:lnTo>
                    <a:pt x="1206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3214369" y="4738383"/>
              <a:ext cx="18415" cy="8255"/>
            </a:xfrm>
            <a:custGeom>
              <a:avLst/>
              <a:gdLst/>
              <a:ahLst/>
              <a:cxnLst/>
              <a:rect l="l" t="t" r="r" b="b"/>
              <a:pathLst>
                <a:path w="18414" h="8254">
                  <a:moveTo>
                    <a:pt x="0" y="8254"/>
                  </a:moveTo>
                  <a:lnTo>
                    <a:pt x="0" y="5079"/>
                  </a:lnTo>
                  <a:lnTo>
                    <a:pt x="1905" y="2539"/>
                  </a:lnTo>
                  <a:lnTo>
                    <a:pt x="3175" y="635"/>
                  </a:lnTo>
                  <a:lnTo>
                    <a:pt x="4444" y="635"/>
                  </a:lnTo>
                  <a:lnTo>
                    <a:pt x="6350" y="0"/>
                  </a:lnTo>
                  <a:lnTo>
                    <a:pt x="12065" y="0"/>
                  </a:lnTo>
                  <a:lnTo>
                    <a:pt x="13969" y="635"/>
                  </a:lnTo>
                  <a:lnTo>
                    <a:pt x="15240" y="635"/>
                  </a:lnTo>
                  <a:lnTo>
                    <a:pt x="17144" y="2539"/>
                  </a:lnTo>
                  <a:lnTo>
                    <a:pt x="18415" y="5079"/>
                  </a:lnTo>
                  <a:lnTo>
                    <a:pt x="18415" y="825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3215004" y="4747908"/>
              <a:ext cx="17780" cy="162560"/>
            </a:xfrm>
            <a:custGeom>
              <a:avLst/>
              <a:gdLst/>
              <a:ahLst/>
              <a:cxnLst/>
              <a:rect l="l" t="t" r="r" b="b"/>
              <a:pathLst>
                <a:path w="17780" h="162560">
                  <a:moveTo>
                    <a:pt x="17780" y="0"/>
                  </a:moveTo>
                  <a:lnTo>
                    <a:pt x="0" y="0"/>
                  </a:lnTo>
                  <a:lnTo>
                    <a:pt x="0" y="81279"/>
                  </a:lnTo>
                  <a:lnTo>
                    <a:pt x="0" y="162560"/>
                  </a:lnTo>
                  <a:lnTo>
                    <a:pt x="17780" y="162560"/>
                  </a:lnTo>
                  <a:lnTo>
                    <a:pt x="177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3215004" y="4747908"/>
              <a:ext cx="17780" cy="162560"/>
            </a:xfrm>
            <a:custGeom>
              <a:avLst/>
              <a:gdLst/>
              <a:ahLst/>
              <a:cxnLst/>
              <a:rect l="l" t="t" r="r" b="b"/>
              <a:pathLst>
                <a:path w="17780" h="162560">
                  <a:moveTo>
                    <a:pt x="0" y="81279"/>
                  </a:moveTo>
                  <a:lnTo>
                    <a:pt x="0" y="0"/>
                  </a:lnTo>
                  <a:lnTo>
                    <a:pt x="17780" y="0"/>
                  </a:lnTo>
                  <a:lnTo>
                    <a:pt x="17780" y="162560"/>
                  </a:lnTo>
                  <a:lnTo>
                    <a:pt x="0" y="162560"/>
                  </a:lnTo>
                  <a:lnTo>
                    <a:pt x="0" y="81279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3214369" y="4909833"/>
              <a:ext cx="18415" cy="8255"/>
            </a:xfrm>
            <a:custGeom>
              <a:avLst/>
              <a:gdLst/>
              <a:ahLst/>
              <a:cxnLst/>
              <a:rect l="l" t="t" r="r" b="b"/>
              <a:pathLst>
                <a:path w="18414" h="8254">
                  <a:moveTo>
                    <a:pt x="18415" y="0"/>
                  </a:moveTo>
                  <a:lnTo>
                    <a:pt x="0" y="0"/>
                  </a:lnTo>
                  <a:lnTo>
                    <a:pt x="0" y="1904"/>
                  </a:lnTo>
                  <a:lnTo>
                    <a:pt x="6350" y="8254"/>
                  </a:lnTo>
                  <a:lnTo>
                    <a:pt x="12065" y="8254"/>
                  </a:lnTo>
                  <a:lnTo>
                    <a:pt x="13969" y="6985"/>
                  </a:lnTo>
                  <a:lnTo>
                    <a:pt x="18415" y="1904"/>
                  </a:lnTo>
                  <a:lnTo>
                    <a:pt x="1841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3043554" y="4222763"/>
              <a:ext cx="778510" cy="3768090"/>
            </a:xfrm>
            <a:custGeom>
              <a:avLst/>
              <a:gdLst/>
              <a:ahLst/>
              <a:cxnLst/>
              <a:rect l="l" t="t" r="r" b="b"/>
              <a:pathLst>
                <a:path w="778510" h="3768090">
                  <a:moveTo>
                    <a:pt x="190500" y="687070"/>
                  </a:moveTo>
                  <a:lnTo>
                    <a:pt x="190500" y="688975"/>
                  </a:lnTo>
                  <a:lnTo>
                    <a:pt x="189230" y="690880"/>
                  </a:lnTo>
                  <a:lnTo>
                    <a:pt x="187325" y="692150"/>
                  </a:lnTo>
                  <a:lnTo>
                    <a:pt x="186055" y="694055"/>
                  </a:lnTo>
                  <a:lnTo>
                    <a:pt x="184150" y="695325"/>
                  </a:lnTo>
                  <a:lnTo>
                    <a:pt x="178434" y="695325"/>
                  </a:lnTo>
                  <a:lnTo>
                    <a:pt x="176530" y="694055"/>
                  </a:lnTo>
                  <a:lnTo>
                    <a:pt x="175259" y="692150"/>
                  </a:lnTo>
                  <a:lnTo>
                    <a:pt x="173989" y="690880"/>
                  </a:lnTo>
                  <a:lnTo>
                    <a:pt x="172084" y="688975"/>
                  </a:lnTo>
                  <a:lnTo>
                    <a:pt x="172084" y="687070"/>
                  </a:lnTo>
                </a:path>
                <a:path w="778510" h="3768090">
                  <a:moveTo>
                    <a:pt x="778509" y="0"/>
                  </a:moveTo>
                  <a:lnTo>
                    <a:pt x="778509" y="346710"/>
                  </a:lnTo>
                </a:path>
                <a:path w="778510" h="3768090">
                  <a:moveTo>
                    <a:pt x="778509" y="407035"/>
                  </a:moveTo>
                  <a:lnTo>
                    <a:pt x="778509" y="466089"/>
                  </a:lnTo>
                </a:path>
                <a:path w="778510" h="3768090">
                  <a:moveTo>
                    <a:pt x="778509" y="526414"/>
                  </a:moveTo>
                  <a:lnTo>
                    <a:pt x="778509" y="828675"/>
                  </a:lnTo>
                </a:path>
                <a:path w="778510" h="3768090">
                  <a:moveTo>
                    <a:pt x="778509" y="889000"/>
                  </a:moveTo>
                  <a:lnTo>
                    <a:pt x="778509" y="949325"/>
                  </a:lnTo>
                </a:path>
                <a:path w="778510" h="3768090">
                  <a:moveTo>
                    <a:pt x="778509" y="1010285"/>
                  </a:moveTo>
                  <a:lnTo>
                    <a:pt x="778509" y="1310639"/>
                  </a:lnTo>
                </a:path>
                <a:path w="778510" h="3768090">
                  <a:moveTo>
                    <a:pt x="778509" y="1370330"/>
                  </a:moveTo>
                  <a:lnTo>
                    <a:pt x="778509" y="1431289"/>
                  </a:lnTo>
                </a:path>
                <a:path w="778510" h="3768090">
                  <a:moveTo>
                    <a:pt x="778509" y="1491614"/>
                  </a:moveTo>
                  <a:lnTo>
                    <a:pt x="778509" y="1791970"/>
                  </a:lnTo>
                </a:path>
                <a:path w="778510" h="3768090">
                  <a:moveTo>
                    <a:pt x="778509" y="1852930"/>
                  </a:moveTo>
                  <a:lnTo>
                    <a:pt x="778509" y="1913255"/>
                  </a:lnTo>
                </a:path>
                <a:path w="778510" h="3768090">
                  <a:moveTo>
                    <a:pt x="778509" y="1973580"/>
                  </a:moveTo>
                  <a:lnTo>
                    <a:pt x="778509" y="2275840"/>
                  </a:lnTo>
                </a:path>
                <a:path w="778510" h="3768090">
                  <a:moveTo>
                    <a:pt x="778509" y="2336165"/>
                  </a:moveTo>
                  <a:lnTo>
                    <a:pt x="778509" y="2396490"/>
                  </a:lnTo>
                </a:path>
                <a:path w="778510" h="3768090">
                  <a:moveTo>
                    <a:pt x="778509" y="2455545"/>
                  </a:moveTo>
                  <a:lnTo>
                    <a:pt x="778509" y="2757170"/>
                  </a:lnTo>
                </a:path>
                <a:path w="778510" h="3768090">
                  <a:moveTo>
                    <a:pt x="778509" y="2817495"/>
                  </a:moveTo>
                  <a:lnTo>
                    <a:pt x="778509" y="2878455"/>
                  </a:lnTo>
                </a:path>
                <a:path w="778510" h="3768090">
                  <a:moveTo>
                    <a:pt x="778509" y="2938780"/>
                  </a:moveTo>
                  <a:lnTo>
                    <a:pt x="778509" y="3239135"/>
                  </a:lnTo>
                </a:path>
                <a:path w="778510" h="3768090">
                  <a:moveTo>
                    <a:pt x="778509" y="3300095"/>
                  </a:moveTo>
                  <a:lnTo>
                    <a:pt x="778509" y="3360420"/>
                  </a:lnTo>
                </a:path>
                <a:path w="778510" h="3768090">
                  <a:moveTo>
                    <a:pt x="778509" y="3420745"/>
                  </a:moveTo>
                  <a:lnTo>
                    <a:pt x="778509" y="3768090"/>
                  </a:lnTo>
                </a:path>
                <a:path w="778510" h="3768090">
                  <a:moveTo>
                    <a:pt x="0" y="744220"/>
                  </a:moveTo>
                  <a:lnTo>
                    <a:pt x="0" y="1110614"/>
                  </a:lnTo>
                </a:path>
                <a:path w="778510" h="3768090">
                  <a:moveTo>
                    <a:pt x="0" y="1724660"/>
                  </a:moveTo>
                  <a:lnTo>
                    <a:pt x="0" y="135826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3031489" y="4909833"/>
              <a:ext cx="21590" cy="57785"/>
            </a:xfrm>
            <a:custGeom>
              <a:avLst/>
              <a:gdLst/>
              <a:ahLst/>
              <a:cxnLst/>
              <a:rect l="l" t="t" r="r" b="b"/>
              <a:pathLst>
                <a:path w="21589" h="57785">
                  <a:moveTo>
                    <a:pt x="10795" y="0"/>
                  </a:moveTo>
                  <a:lnTo>
                    <a:pt x="0" y="57785"/>
                  </a:lnTo>
                  <a:lnTo>
                    <a:pt x="21590" y="57785"/>
                  </a:lnTo>
                  <a:lnTo>
                    <a:pt x="1079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 descr=""/>
            <p:cNvSpPr/>
            <p:nvPr/>
          </p:nvSpPr>
          <p:spPr>
            <a:xfrm>
              <a:off x="3031489" y="4909833"/>
              <a:ext cx="21590" cy="57785"/>
            </a:xfrm>
            <a:custGeom>
              <a:avLst/>
              <a:gdLst/>
              <a:ahLst/>
              <a:cxnLst/>
              <a:rect l="l" t="t" r="r" b="b"/>
              <a:pathLst>
                <a:path w="21589" h="57785">
                  <a:moveTo>
                    <a:pt x="21590" y="57785"/>
                  </a:moveTo>
                  <a:lnTo>
                    <a:pt x="0" y="57785"/>
                  </a:lnTo>
                  <a:lnTo>
                    <a:pt x="10795" y="0"/>
                  </a:lnTo>
                  <a:lnTo>
                    <a:pt x="21590" y="57785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3031489" y="5949327"/>
              <a:ext cx="21590" cy="57785"/>
            </a:xfrm>
            <a:custGeom>
              <a:avLst/>
              <a:gdLst/>
              <a:ahLst/>
              <a:cxnLst/>
              <a:rect l="l" t="t" r="r" b="b"/>
              <a:pathLst>
                <a:path w="21589" h="57785">
                  <a:moveTo>
                    <a:pt x="21590" y="0"/>
                  </a:moveTo>
                  <a:lnTo>
                    <a:pt x="0" y="0"/>
                  </a:lnTo>
                  <a:lnTo>
                    <a:pt x="10795" y="57785"/>
                  </a:lnTo>
                  <a:lnTo>
                    <a:pt x="2159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 descr=""/>
            <p:cNvSpPr/>
            <p:nvPr/>
          </p:nvSpPr>
          <p:spPr>
            <a:xfrm>
              <a:off x="3031489" y="5949327"/>
              <a:ext cx="21590" cy="57785"/>
            </a:xfrm>
            <a:custGeom>
              <a:avLst/>
              <a:gdLst/>
              <a:ahLst/>
              <a:cxnLst/>
              <a:rect l="l" t="t" r="r" b="b"/>
              <a:pathLst>
                <a:path w="21589" h="57785">
                  <a:moveTo>
                    <a:pt x="21590" y="0"/>
                  </a:moveTo>
                  <a:lnTo>
                    <a:pt x="0" y="0"/>
                  </a:lnTo>
                  <a:lnTo>
                    <a:pt x="10795" y="57785"/>
                  </a:lnTo>
                  <a:lnTo>
                    <a:pt x="2159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3" name="object 63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99739" y="5357508"/>
              <a:ext cx="85089" cy="159385"/>
            </a:xfrm>
            <a:prstGeom prst="rect">
              <a:avLst/>
            </a:prstGeom>
          </p:spPr>
        </p:pic>
        <p:sp>
          <p:nvSpPr>
            <p:cNvPr id="64" name="object 64" descr=""/>
            <p:cNvSpPr/>
            <p:nvPr/>
          </p:nvSpPr>
          <p:spPr>
            <a:xfrm>
              <a:off x="3076574" y="5548643"/>
              <a:ext cx="24130" cy="8255"/>
            </a:xfrm>
            <a:custGeom>
              <a:avLst/>
              <a:gdLst/>
              <a:ahLst/>
              <a:cxnLst/>
              <a:rect l="l" t="t" r="r" b="b"/>
              <a:pathLst>
                <a:path w="24130" h="8254">
                  <a:moveTo>
                    <a:pt x="19685" y="8254"/>
                  </a:moveTo>
                  <a:lnTo>
                    <a:pt x="15239" y="4444"/>
                  </a:lnTo>
                  <a:lnTo>
                    <a:pt x="19685" y="0"/>
                  </a:lnTo>
                  <a:lnTo>
                    <a:pt x="24130" y="4444"/>
                  </a:lnTo>
                  <a:lnTo>
                    <a:pt x="19685" y="8254"/>
                  </a:lnTo>
                  <a:lnTo>
                    <a:pt x="12064" y="8254"/>
                  </a:lnTo>
                  <a:lnTo>
                    <a:pt x="4444" y="4444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 descr=""/>
            <p:cNvSpPr/>
            <p:nvPr/>
          </p:nvSpPr>
          <p:spPr>
            <a:xfrm>
              <a:off x="3053079" y="4909198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69" h="1270">
                  <a:moveTo>
                    <a:pt x="0" y="635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5"/>
                  </a:lnTo>
                  <a:lnTo>
                    <a:pt x="1084" y="1084"/>
                  </a:lnTo>
                  <a:lnTo>
                    <a:pt x="635" y="1270"/>
                  </a:lnTo>
                  <a:lnTo>
                    <a:pt x="185" y="1084"/>
                  </a:lnTo>
                  <a:lnTo>
                    <a:pt x="0" y="63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 descr=""/>
            <p:cNvSpPr/>
            <p:nvPr/>
          </p:nvSpPr>
          <p:spPr>
            <a:xfrm>
              <a:off x="3042919" y="6005208"/>
              <a:ext cx="10795" cy="1040130"/>
            </a:xfrm>
            <a:custGeom>
              <a:avLst/>
              <a:gdLst/>
              <a:ahLst/>
              <a:cxnLst/>
              <a:rect l="l" t="t" r="r" b="b"/>
              <a:pathLst>
                <a:path w="10794" h="1040129">
                  <a:moveTo>
                    <a:pt x="10794" y="0"/>
                  </a:moveTo>
                  <a:lnTo>
                    <a:pt x="10794" y="1269"/>
                  </a:lnTo>
                </a:path>
                <a:path w="10794" h="1040129">
                  <a:moveTo>
                    <a:pt x="0" y="0"/>
                  </a:moveTo>
                  <a:lnTo>
                    <a:pt x="0" y="1269"/>
                  </a:lnTo>
                </a:path>
                <a:path w="10794" h="1040129">
                  <a:moveTo>
                    <a:pt x="0" y="58419"/>
                  </a:moveTo>
                  <a:lnTo>
                    <a:pt x="0" y="419735"/>
                  </a:lnTo>
                </a:path>
                <a:path w="10794" h="1040129">
                  <a:moveTo>
                    <a:pt x="0" y="1040129"/>
                  </a:moveTo>
                  <a:lnTo>
                    <a:pt x="0" y="67691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 descr=""/>
            <p:cNvSpPr/>
            <p:nvPr/>
          </p:nvSpPr>
          <p:spPr>
            <a:xfrm>
              <a:off x="3031489" y="6006477"/>
              <a:ext cx="21590" cy="58419"/>
            </a:xfrm>
            <a:custGeom>
              <a:avLst/>
              <a:gdLst/>
              <a:ahLst/>
              <a:cxnLst/>
              <a:rect l="l" t="t" r="r" b="b"/>
              <a:pathLst>
                <a:path w="21589" h="58420">
                  <a:moveTo>
                    <a:pt x="10795" y="0"/>
                  </a:moveTo>
                  <a:lnTo>
                    <a:pt x="0" y="58420"/>
                  </a:lnTo>
                  <a:lnTo>
                    <a:pt x="21590" y="58420"/>
                  </a:lnTo>
                  <a:lnTo>
                    <a:pt x="1079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 descr=""/>
            <p:cNvSpPr/>
            <p:nvPr/>
          </p:nvSpPr>
          <p:spPr>
            <a:xfrm>
              <a:off x="3031489" y="6006477"/>
              <a:ext cx="21590" cy="58419"/>
            </a:xfrm>
            <a:custGeom>
              <a:avLst/>
              <a:gdLst/>
              <a:ahLst/>
              <a:cxnLst/>
              <a:rect l="l" t="t" r="r" b="b"/>
              <a:pathLst>
                <a:path w="21589" h="58420">
                  <a:moveTo>
                    <a:pt x="21590" y="58420"/>
                  </a:moveTo>
                  <a:lnTo>
                    <a:pt x="0" y="58420"/>
                  </a:lnTo>
                  <a:lnTo>
                    <a:pt x="10795" y="0"/>
                  </a:lnTo>
                  <a:lnTo>
                    <a:pt x="21590" y="5842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 descr=""/>
            <p:cNvSpPr/>
            <p:nvPr/>
          </p:nvSpPr>
          <p:spPr>
            <a:xfrm>
              <a:off x="3031489" y="7045337"/>
              <a:ext cx="21590" cy="57785"/>
            </a:xfrm>
            <a:custGeom>
              <a:avLst/>
              <a:gdLst/>
              <a:ahLst/>
              <a:cxnLst/>
              <a:rect l="l" t="t" r="r" b="b"/>
              <a:pathLst>
                <a:path w="21589" h="57784">
                  <a:moveTo>
                    <a:pt x="21590" y="0"/>
                  </a:moveTo>
                  <a:lnTo>
                    <a:pt x="0" y="0"/>
                  </a:lnTo>
                  <a:lnTo>
                    <a:pt x="10795" y="57785"/>
                  </a:lnTo>
                  <a:lnTo>
                    <a:pt x="2159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 descr=""/>
            <p:cNvSpPr/>
            <p:nvPr/>
          </p:nvSpPr>
          <p:spPr>
            <a:xfrm>
              <a:off x="3031489" y="7045337"/>
              <a:ext cx="21590" cy="57785"/>
            </a:xfrm>
            <a:custGeom>
              <a:avLst/>
              <a:gdLst/>
              <a:ahLst/>
              <a:cxnLst/>
              <a:rect l="l" t="t" r="r" b="b"/>
              <a:pathLst>
                <a:path w="21589" h="57784">
                  <a:moveTo>
                    <a:pt x="21590" y="0"/>
                  </a:moveTo>
                  <a:lnTo>
                    <a:pt x="0" y="0"/>
                  </a:lnTo>
                  <a:lnTo>
                    <a:pt x="10795" y="57785"/>
                  </a:lnTo>
                  <a:lnTo>
                    <a:pt x="2159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1" name="object 71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99739" y="6449073"/>
              <a:ext cx="85089" cy="177800"/>
            </a:xfrm>
            <a:prstGeom prst="rect">
              <a:avLst/>
            </a:prstGeom>
          </p:spPr>
        </p:pic>
        <p:sp>
          <p:nvSpPr>
            <p:cNvPr id="72" name="object 72" descr=""/>
            <p:cNvSpPr/>
            <p:nvPr/>
          </p:nvSpPr>
          <p:spPr>
            <a:xfrm>
              <a:off x="3053714" y="6006477"/>
              <a:ext cx="46990" cy="653415"/>
            </a:xfrm>
            <a:custGeom>
              <a:avLst/>
              <a:gdLst/>
              <a:ahLst/>
              <a:cxnLst/>
              <a:rect l="l" t="t" r="r" b="b"/>
              <a:pathLst>
                <a:path w="46989" h="653415">
                  <a:moveTo>
                    <a:pt x="42545" y="653415"/>
                  </a:moveTo>
                  <a:lnTo>
                    <a:pt x="38100" y="650240"/>
                  </a:lnTo>
                  <a:lnTo>
                    <a:pt x="42545" y="646430"/>
                  </a:lnTo>
                  <a:lnTo>
                    <a:pt x="46990" y="650240"/>
                  </a:lnTo>
                  <a:lnTo>
                    <a:pt x="42545" y="653415"/>
                  </a:lnTo>
                  <a:lnTo>
                    <a:pt x="34925" y="653415"/>
                  </a:lnTo>
                  <a:lnTo>
                    <a:pt x="27305" y="650240"/>
                  </a:lnTo>
                  <a:lnTo>
                    <a:pt x="22860" y="646430"/>
                  </a:lnTo>
                </a:path>
                <a:path w="46989" h="653415">
                  <a:moveTo>
                    <a:pt x="0" y="0"/>
                  </a:moveTo>
                  <a:lnTo>
                    <a:pt x="0" y="127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 descr=""/>
            <p:cNvSpPr/>
            <p:nvPr/>
          </p:nvSpPr>
          <p:spPr>
            <a:xfrm>
              <a:off x="3042272" y="7103122"/>
              <a:ext cx="12700" cy="1270"/>
            </a:xfrm>
            <a:custGeom>
              <a:avLst/>
              <a:gdLst/>
              <a:ahLst/>
              <a:cxnLst/>
              <a:rect l="l" t="t" r="r" b="b"/>
              <a:pathLst>
                <a:path w="12700" h="1270">
                  <a:moveTo>
                    <a:pt x="1282" y="635"/>
                  </a:moveTo>
                  <a:lnTo>
                    <a:pt x="1092" y="190"/>
                  </a:lnTo>
                  <a:lnTo>
                    <a:pt x="647" y="0"/>
                  </a:lnTo>
                  <a:lnTo>
                    <a:pt x="190" y="190"/>
                  </a:lnTo>
                  <a:lnTo>
                    <a:pt x="0" y="635"/>
                  </a:lnTo>
                  <a:lnTo>
                    <a:pt x="190" y="1092"/>
                  </a:lnTo>
                  <a:lnTo>
                    <a:pt x="647" y="1270"/>
                  </a:lnTo>
                  <a:lnTo>
                    <a:pt x="1092" y="1092"/>
                  </a:lnTo>
                  <a:lnTo>
                    <a:pt x="1282" y="635"/>
                  </a:lnTo>
                  <a:close/>
                </a:path>
                <a:path w="12700" h="1270">
                  <a:moveTo>
                    <a:pt x="12077" y="635"/>
                  </a:moveTo>
                  <a:lnTo>
                    <a:pt x="11887" y="190"/>
                  </a:lnTo>
                  <a:lnTo>
                    <a:pt x="11442" y="0"/>
                  </a:lnTo>
                  <a:lnTo>
                    <a:pt x="10985" y="190"/>
                  </a:lnTo>
                  <a:lnTo>
                    <a:pt x="10795" y="635"/>
                  </a:lnTo>
                  <a:lnTo>
                    <a:pt x="10985" y="1092"/>
                  </a:lnTo>
                  <a:lnTo>
                    <a:pt x="11442" y="1270"/>
                  </a:lnTo>
                  <a:lnTo>
                    <a:pt x="11887" y="1092"/>
                  </a:lnTo>
                  <a:lnTo>
                    <a:pt x="12077" y="63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 descr=""/>
            <p:cNvSpPr/>
            <p:nvPr/>
          </p:nvSpPr>
          <p:spPr>
            <a:xfrm>
              <a:off x="2776854" y="4968253"/>
              <a:ext cx="0" cy="2077720"/>
            </a:xfrm>
            <a:custGeom>
              <a:avLst/>
              <a:gdLst/>
              <a:ahLst/>
              <a:cxnLst/>
              <a:rect l="l" t="t" r="r" b="b"/>
              <a:pathLst>
                <a:path w="0" h="2077720">
                  <a:moveTo>
                    <a:pt x="0" y="0"/>
                  </a:moveTo>
                  <a:lnTo>
                    <a:pt x="0" y="936625"/>
                  </a:lnTo>
                </a:path>
                <a:path w="0" h="2077720">
                  <a:moveTo>
                    <a:pt x="0" y="2077720"/>
                  </a:moveTo>
                  <a:lnTo>
                    <a:pt x="0" y="114046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 descr=""/>
            <p:cNvSpPr/>
            <p:nvPr/>
          </p:nvSpPr>
          <p:spPr>
            <a:xfrm>
              <a:off x="2766694" y="4909833"/>
              <a:ext cx="20955" cy="57785"/>
            </a:xfrm>
            <a:custGeom>
              <a:avLst/>
              <a:gdLst/>
              <a:ahLst/>
              <a:cxnLst/>
              <a:rect l="l" t="t" r="r" b="b"/>
              <a:pathLst>
                <a:path w="20955" h="57785">
                  <a:moveTo>
                    <a:pt x="10160" y="0"/>
                  </a:moveTo>
                  <a:lnTo>
                    <a:pt x="0" y="57785"/>
                  </a:lnTo>
                  <a:lnTo>
                    <a:pt x="20955" y="57785"/>
                  </a:lnTo>
                  <a:lnTo>
                    <a:pt x="1016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 descr=""/>
            <p:cNvSpPr/>
            <p:nvPr/>
          </p:nvSpPr>
          <p:spPr>
            <a:xfrm>
              <a:off x="2766694" y="4909833"/>
              <a:ext cx="20955" cy="57785"/>
            </a:xfrm>
            <a:custGeom>
              <a:avLst/>
              <a:gdLst/>
              <a:ahLst/>
              <a:cxnLst/>
              <a:rect l="l" t="t" r="r" b="b"/>
              <a:pathLst>
                <a:path w="20955" h="57785">
                  <a:moveTo>
                    <a:pt x="20955" y="57785"/>
                  </a:moveTo>
                  <a:lnTo>
                    <a:pt x="0" y="57785"/>
                  </a:lnTo>
                  <a:lnTo>
                    <a:pt x="10160" y="0"/>
                  </a:lnTo>
                  <a:lnTo>
                    <a:pt x="20955" y="57785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 descr=""/>
            <p:cNvSpPr/>
            <p:nvPr/>
          </p:nvSpPr>
          <p:spPr>
            <a:xfrm>
              <a:off x="2766694" y="7045337"/>
              <a:ext cx="20955" cy="57785"/>
            </a:xfrm>
            <a:custGeom>
              <a:avLst/>
              <a:gdLst/>
              <a:ahLst/>
              <a:cxnLst/>
              <a:rect l="l" t="t" r="r" b="b"/>
              <a:pathLst>
                <a:path w="20955" h="57784">
                  <a:moveTo>
                    <a:pt x="20955" y="0"/>
                  </a:moveTo>
                  <a:lnTo>
                    <a:pt x="0" y="0"/>
                  </a:lnTo>
                  <a:lnTo>
                    <a:pt x="10160" y="57785"/>
                  </a:lnTo>
                  <a:lnTo>
                    <a:pt x="2095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 descr=""/>
            <p:cNvSpPr/>
            <p:nvPr/>
          </p:nvSpPr>
          <p:spPr>
            <a:xfrm>
              <a:off x="2766694" y="7045337"/>
              <a:ext cx="20955" cy="57785"/>
            </a:xfrm>
            <a:custGeom>
              <a:avLst/>
              <a:gdLst/>
              <a:ahLst/>
              <a:cxnLst/>
              <a:rect l="l" t="t" r="r" b="b"/>
              <a:pathLst>
                <a:path w="20955" h="57784">
                  <a:moveTo>
                    <a:pt x="20955" y="0"/>
                  </a:moveTo>
                  <a:lnTo>
                    <a:pt x="0" y="0"/>
                  </a:lnTo>
                  <a:lnTo>
                    <a:pt x="10160" y="57785"/>
                  </a:lnTo>
                  <a:lnTo>
                    <a:pt x="20955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9" name="object 7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733674" y="5929008"/>
              <a:ext cx="85725" cy="154304"/>
            </a:xfrm>
            <a:prstGeom prst="rect">
              <a:avLst/>
            </a:prstGeom>
          </p:spPr>
        </p:pic>
        <p:sp>
          <p:nvSpPr>
            <p:cNvPr id="80" name="object 80" descr=""/>
            <p:cNvSpPr/>
            <p:nvPr/>
          </p:nvSpPr>
          <p:spPr>
            <a:xfrm>
              <a:off x="2759697" y="4909832"/>
              <a:ext cx="18415" cy="2194560"/>
            </a:xfrm>
            <a:custGeom>
              <a:avLst/>
              <a:gdLst/>
              <a:ahLst/>
              <a:cxnLst/>
              <a:rect l="l" t="t" r="r" b="b"/>
              <a:pathLst>
                <a:path w="18414" h="2194559">
                  <a:moveTo>
                    <a:pt x="1282" y="635"/>
                  </a:moveTo>
                  <a:lnTo>
                    <a:pt x="1092" y="190"/>
                  </a:lnTo>
                  <a:lnTo>
                    <a:pt x="647" y="0"/>
                  </a:lnTo>
                  <a:lnTo>
                    <a:pt x="190" y="190"/>
                  </a:lnTo>
                  <a:lnTo>
                    <a:pt x="0" y="635"/>
                  </a:lnTo>
                  <a:lnTo>
                    <a:pt x="190" y="1092"/>
                  </a:lnTo>
                  <a:lnTo>
                    <a:pt x="647" y="1282"/>
                  </a:lnTo>
                  <a:lnTo>
                    <a:pt x="1092" y="1092"/>
                  </a:lnTo>
                  <a:lnTo>
                    <a:pt x="1282" y="635"/>
                  </a:lnTo>
                  <a:close/>
                </a:path>
                <a:path w="18414" h="2194559">
                  <a:moveTo>
                    <a:pt x="12077" y="2193925"/>
                  </a:moveTo>
                  <a:lnTo>
                    <a:pt x="11887" y="2193480"/>
                  </a:lnTo>
                  <a:lnTo>
                    <a:pt x="11442" y="2193290"/>
                  </a:lnTo>
                  <a:lnTo>
                    <a:pt x="10985" y="2193480"/>
                  </a:lnTo>
                  <a:lnTo>
                    <a:pt x="10795" y="2193925"/>
                  </a:lnTo>
                  <a:lnTo>
                    <a:pt x="10985" y="2194382"/>
                  </a:lnTo>
                  <a:lnTo>
                    <a:pt x="11442" y="2194560"/>
                  </a:lnTo>
                  <a:lnTo>
                    <a:pt x="11887" y="2194382"/>
                  </a:lnTo>
                  <a:lnTo>
                    <a:pt x="12077" y="2193925"/>
                  </a:lnTo>
                  <a:close/>
                </a:path>
                <a:path w="18414" h="2194559">
                  <a:moveTo>
                    <a:pt x="17792" y="2193925"/>
                  </a:moveTo>
                  <a:lnTo>
                    <a:pt x="17602" y="2193480"/>
                  </a:lnTo>
                  <a:lnTo>
                    <a:pt x="17157" y="2193290"/>
                  </a:lnTo>
                  <a:lnTo>
                    <a:pt x="16700" y="2193480"/>
                  </a:lnTo>
                  <a:lnTo>
                    <a:pt x="16522" y="2193925"/>
                  </a:lnTo>
                  <a:lnTo>
                    <a:pt x="16700" y="2194382"/>
                  </a:lnTo>
                  <a:lnTo>
                    <a:pt x="17157" y="2194560"/>
                  </a:lnTo>
                  <a:lnTo>
                    <a:pt x="17602" y="2194382"/>
                  </a:lnTo>
                  <a:lnTo>
                    <a:pt x="17792" y="219392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1" name="object 81" descr=""/>
          <p:cNvGrpSpPr/>
          <p:nvPr/>
        </p:nvGrpSpPr>
        <p:grpSpPr>
          <a:xfrm>
            <a:off x="4930775" y="7044702"/>
            <a:ext cx="85090" cy="137160"/>
            <a:chOff x="4930775" y="7044702"/>
            <a:chExt cx="85090" cy="137160"/>
          </a:xfrm>
        </p:grpSpPr>
        <p:pic>
          <p:nvPicPr>
            <p:cNvPr id="82" name="object 82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930775" y="7044702"/>
              <a:ext cx="85089" cy="62864"/>
            </a:xfrm>
            <a:prstGeom prst="rect">
              <a:avLst/>
            </a:prstGeom>
          </p:spPr>
        </p:pic>
        <p:sp>
          <p:nvSpPr>
            <p:cNvPr id="83" name="object 83" descr=""/>
            <p:cNvSpPr/>
            <p:nvPr/>
          </p:nvSpPr>
          <p:spPr>
            <a:xfrm>
              <a:off x="4931410" y="7129792"/>
              <a:ext cx="83820" cy="51435"/>
            </a:xfrm>
            <a:custGeom>
              <a:avLst/>
              <a:gdLst/>
              <a:ahLst/>
              <a:cxnLst/>
              <a:rect l="l" t="t" r="r" b="b"/>
              <a:pathLst>
                <a:path w="83820" h="51434">
                  <a:moveTo>
                    <a:pt x="68579" y="3810"/>
                  </a:moveTo>
                  <a:lnTo>
                    <a:pt x="64135" y="6985"/>
                  </a:lnTo>
                  <a:lnTo>
                    <a:pt x="59689" y="3810"/>
                  </a:lnTo>
                  <a:lnTo>
                    <a:pt x="64135" y="0"/>
                  </a:lnTo>
                  <a:lnTo>
                    <a:pt x="68579" y="0"/>
                  </a:lnTo>
                  <a:lnTo>
                    <a:pt x="76200" y="3810"/>
                  </a:lnTo>
                  <a:lnTo>
                    <a:pt x="79375" y="6985"/>
                  </a:lnTo>
                  <a:lnTo>
                    <a:pt x="83819" y="17780"/>
                  </a:lnTo>
                  <a:lnTo>
                    <a:pt x="83819" y="33020"/>
                  </a:lnTo>
                  <a:lnTo>
                    <a:pt x="79375" y="44450"/>
                  </a:lnTo>
                  <a:lnTo>
                    <a:pt x="76200" y="46990"/>
                  </a:lnTo>
                  <a:lnTo>
                    <a:pt x="68579" y="51435"/>
                  </a:lnTo>
                  <a:lnTo>
                    <a:pt x="59689" y="51435"/>
                  </a:lnTo>
                  <a:lnTo>
                    <a:pt x="52069" y="46990"/>
                  </a:lnTo>
                  <a:lnTo>
                    <a:pt x="44450" y="36195"/>
                  </a:lnTo>
                  <a:lnTo>
                    <a:pt x="36829" y="17780"/>
                  </a:lnTo>
                  <a:lnTo>
                    <a:pt x="32385" y="10795"/>
                  </a:lnTo>
                  <a:lnTo>
                    <a:pt x="24764" y="3810"/>
                  </a:lnTo>
                  <a:lnTo>
                    <a:pt x="12064" y="0"/>
                  </a:lnTo>
                  <a:lnTo>
                    <a:pt x="0" y="0"/>
                  </a:lnTo>
                </a:path>
                <a:path w="83820" h="51434">
                  <a:moveTo>
                    <a:pt x="83819" y="33020"/>
                  </a:moveTo>
                  <a:lnTo>
                    <a:pt x="79375" y="40005"/>
                  </a:lnTo>
                  <a:lnTo>
                    <a:pt x="76200" y="44450"/>
                  </a:lnTo>
                  <a:lnTo>
                    <a:pt x="68579" y="46990"/>
                  </a:lnTo>
                  <a:lnTo>
                    <a:pt x="59689" y="46990"/>
                  </a:lnTo>
                  <a:lnTo>
                    <a:pt x="52069" y="44450"/>
                  </a:lnTo>
                  <a:lnTo>
                    <a:pt x="44450" y="33020"/>
                  </a:lnTo>
                  <a:lnTo>
                    <a:pt x="36829" y="17780"/>
                  </a:lnTo>
                </a:path>
                <a:path w="83820" h="51434">
                  <a:moveTo>
                    <a:pt x="7619" y="0"/>
                  </a:moveTo>
                  <a:lnTo>
                    <a:pt x="12064" y="3810"/>
                  </a:lnTo>
                  <a:lnTo>
                    <a:pt x="12064" y="10795"/>
                  </a:lnTo>
                  <a:lnTo>
                    <a:pt x="4444" y="29210"/>
                  </a:lnTo>
                  <a:lnTo>
                    <a:pt x="4444" y="40005"/>
                  </a:lnTo>
                  <a:lnTo>
                    <a:pt x="7619" y="46990"/>
                  </a:lnTo>
                  <a:lnTo>
                    <a:pt x="12064" y="51435"/>
                  </a:lnTo>
                </a:path>
                <a:path w="83820" h="51434">
                  <a:moveTo>
                    <a:pt x="12064" y="10795"/>
                  </a:moveTo>
                  <a:lnTo>
                    <a:pt x="0" y="29210"/>
                  </a:lnTo>
                  <a:lnTo>
                    <a:pt x="0" y="44450"/>
                  </a:lnTo>
                  <a:lnTo>
                    <a:pt x="4444" y="46990"/>
                  </a:lnTo>
                  <a:lnTo>
                    <a:pt x="12064" y="51435"/>
                  </a:lnTo>
                  <a:lnTo>
                    <a:pt x="19685" y="5143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84" name="object 84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576445" y="5976632"/>
            <a:ext cx="85089" cy="65404"/>
          </a:xfrm>
          <a:prstGeom prst="rect">
            <a:avLst/>
          </a:prstGeom>
        </p:spPr>
      </p:pic>
      <p:grpSp>
        <p:nvGrpSpPr>
          <p:cNvPr id="85" name="object 85" descr=""/>
          <p:cNvGrpSpPr/>
          <p:nvPr/>
        </p:nvGrpSpPr>
        <p:grpSpPr>
          <a:xfrm>
            <a:off x="2465070" y="4051312"/>
            <a:ext cx="2666365" cy="4032250"/>
            <a:chOff x="2465070" y="4051312"/>
            <a:chExt cx="2666365" cy="4032250"/>
          </a:xfrm>
        </p:grpSpPr>
        <p:sp>
          <p:nvSpPr>
            <p:cNvPr id="86" name="object 86" descr=""/>
            <p:cNvSpPr/>
            <p:nvPr/>
          </p:nvSpPr>
          <p:spPr>
            <a:xfrm>
              <a:off x="2465705" y="4051947"/>
              <a:ext cx="2665095" cy="4030979"/>
            </a:xfrm>
            <a:custGeom>
              <a:avLst/>
              <a:gdLst/>
              <a:ahLst/>
              <a:cxnLst/>
              <a:rect l="l" t="t" r="r" b="b"/>
              <a:pathLst>
                <a:path w="2665095" h="4030979">
                  <a:moveTo>
                    <a:pt x="2548890" y="821690"/>
                  </a:moveTo>
                  <a:lnTo>
                    <a:pt x="2465070" y="821690"/>
                  </a:lnTo>
                </a:path>
                <a:path w="2665095" h="4030979">
                  <a:moveTo>
                    <a:pt x="2548890" y="825500"/>
                  </a:moveTo>
                  <a:lnTo>
                    <a:pt x="2465070" y="825500"/>
                  </a:lnTo>
                </a:path>
                <a:path w="2665095" h="4030979">
                  <a:moveTo>
                    <a:pt x="2524760" y="848360"/>
                  </a:moveTo>
                  <a:lnTo>
                    <a:pt x="2492374" y="848360"/>
                  </a:lnTo>
                </a:path>
                <a:path w="2665095" h="4030979">
                  <a:moveTo>
                    <a:pt x="2548890" y="810260"/>
                  </a:moveTo>
                  <a:lnTo>
                    <a:pt x="2548890" y="869315"/>
                  </a:lnTo>
                  <a:lnTo>
                    <a:pt x="2524760" y="869315"/>
                  </a:lnTo>
                  <a:lnTo>
                    <a:pt x="2548890" y="866775"/>
                  </a:lnTo>
                </a:path>
                <a:path w="2665095" h="4030979">
                  <a:moveTo>
                    <a:pt x="2509520" y="825500"/>
                  </a:moveTo>
                  <a:lnTo>
                    <a:pt x="2509520" y="848360"/>
                  </a:lnTo>
                </a:path>
                <a:path w="2665095" h="4030979">
                  <a:moveTo>
                    <a:pt x="2465070" y="810260"/>
                  </a:moveTo>
                  <a:lnTo>
                    <a:pt x="2465070" y="869315"/>
                  </a:lnTo>
                  <a:lnTo>
                    <a:pt x="2489835" y="869315"/>
                  </a:lnTo>
                  <a:lnTo>
                    <a:pt x="2465070" y="866775"/>
                  </a:lnTo>
                </a:path>
                <a:path w="2665095" h="4030979">
                  <a:moveTo>
                    <a:pt x="2533649" y="891540"/>
                  </a:moveTo>
                  <a:lnTo>
                    <a:pt x="2536824" y="898525"/>
                  </a:lnTo>
                  <a:lnTo>
                    <a:pt x="2548890" y="909955"/>
                  </a:lnTo>
                  <a:lnTo>
                    <a:pt x="2465070" y="909955"/>
                  </a:lnTo>
                </a:path>
                <a:path w="2665095" h="4030979">
                  <a:moveTo>
                    <a:pt x="2544445" y="906145"/>
                  </a:moveTo>
                  <a:lnTo>
                    <a:pt x="2465070" y="906145"/>
                  </a:lnTo>
                </a:path>
                <a:path w="2665095" h="4030979">
                  <a:moveTo>
                    <a:pt x="2465070" y="891540"/>
                  </a:moveTo>
                  <a:lnTo>
                    <a:pt x="2465070" y="925830"/>
                  </a:lnTo>
                </a:path>
                <a:path w="2665095" h="4030979">
                  <a:moveTo>
                    <a:pt x="0" y="0"/>
                  </a:moveTo>
                  <a:lnTo>
                    <a:pt x="0" y="4030980"/>
                  </a:lnTo>
                  <a:lnTo>
                    <a:pt x="2665095" y="4030980"/>
                  </a:lnTo>
                  <a:lnTo>
                    <a:pt x="2665095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7" name="object 87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549140" y="5219712"/>
              <a:ext cx="85089" cy="135889"/>
            </a:xfrm>
            <a:prstGeom prst="rect">
              <a:avLst/>
            </a:prstGeom>
          </p:spPr>
        </p:pic>
        <p:sp>
          <p:nvSpPr>
            <p:cNvPr id="88" name="object 88" descr=""/>
            <p:cNvSpPr/>
            <p:nvPr/>
          </p:nvSpPr>
          <p:spPr>
            <a:xfrm>
              <a:off x="4549775" y="5374652"/>
              <a:ext cx="83820" cy="32384"/>
            </a:xfrm>
            <a:custGeom>
              <a:avLst/>
              <a:gdLst/>
              <a:ahLst/>
              <a:cxnLst/>
              <a:rect l="l" t="t" r="r" b="b"/>
              <a:pathLst>
                <a:path w="83820" h="32385">
                  <a:moveTo>
                    <a:pt x="68579" y="0"/>
                  </a:moveTo>
                  <a:lnTo>
                    <a:pt x="71754" y="6985"/>
                  </a:lnTo>
                  <a:lnTo>
                    <a:pt x="83820" y="17780"/>
                  </a:lnTo>
                  <a:lnTo>
                    <a:pt x="0" y="17780"/>
                  </a:lnTo>
                </a:path>
                <a:path w="83820" h="32385">
                  <a:moveTo>
                    <a:pt x="80645" y="13970"/>
                  </a:moveTo>
                  <a:lnTo>
                    <a:pt x="0" y="13970"/>
                  </a:lnTo>
                </a:path>
                <a:path w="83820" h="32385">
                  <a:moveTo>
                    <a:pt x="0" y="0"/>
                  </a:moveTo>
                  <a:lnTo>
                    <a:pt x="0" y="3238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9" name="object 89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549140" y="6647827"/>
              <a:ext cx="85089" cy="62229"/>
            </a:xfrm>
            <a:prstGeom prst="rect">
              <a:avLst/>
            </a:prstGeom>
          </p:spPr>
        </p:pic>
        <p:sp>
          <p:nvSpPr>
            <p:cNvPr id="90" name="object 90" descr=""/>
            <p:cNvSpPr/>
            <p:nvPr/>
          </p:nvSpPr>
          <p:spPr>
            <a:xfrm>
              <a:off x="3301365" y="4794262"/>
              <a:ext cx="1332230" cy="2066925"/>
            </a:xfrm>
            <a:custGeom>
              <a:avLst/>
              <a:gdLst/>
              <a:ahLst/>
              <a:cxnLst/>
              <a:rect l="l" t="t" r="r" b="b"/>
              <a:pathLst>
                <a:path w="1332229" h="2066925">
                  <a:moveTo>
                    <a:pt x="1320164" y="1989455"/>
                  </a:moveTo>
                  <a:lnTo>
                    <a:pt x="1309370" y="1993264"/>
                  </a:lnTo>
                  <a:lnTo>
                    <a:pt x="1332230" y="1993264"/>
                  </a:lnTo>
                  <a:lnTo>
                    <a:pt x="1320164" y="1989455"/>
                  </a:lnTo>
                  <a:lnTo>
                    <a:pt x="1329055" y="1982470"/>
                  </a:lnTo>
                  <a:lnTo>
                    <a:pt x="1332230" y="1971039"/>
                  </a:lnTo>
                  <a:lnTo>
                    <a:pt x="1332230" y="1964055"/>
                  </a:lnTo>
                  <a:lnTo>
                    <a:pt x="1329055" y="1952625"/>
                  </a:lnTo>
                  <a:lnTo>
                    <a:pt x="1320164" y="1945639"/>
                  </a:lnTo>
                  <a:lnTo>
                    <a:pt x="1312545" y="1941195"/>
                  </a:lnTo>
                  <a:lnTo>
                    <a:pt x="1300480" y="1938655"/>
                  </a:lnTo>
                  <a:lnTo>
                    <a:pt x="1280795" y="1938655"/>
                  </a:lnTo>
                  <a:lnTo>
                    <a:pt x="1268095" y="1941195"/>
                  </a:lnTo>
                  <a:lnTo>
                    <a:pt x="1260475" y="1945639"/>
                  </a:lnTo>
                  <a:lnTo>
                    <a:pt x="1252855" y="1952625"/>
                  </a:lnTo>
                  <a:lnTo>
                    <a:pt x="1248410" y="1964055"/>
                  </a:lnTo>
                  <a:lnTo>
                    <a:pt x="1248410" y="1971039"/>
                  </a:lnTo>
                  <a:lnTo>
                    <a:pt x="1252855" y="1982470"/>
                  </a:lnTo>
                  <a:lnTo>
                    <a:pt x="1260475" y="1989455"/>
                  </a:lnTo>
                  <a:lnTo>
                    <a:pt x="1268095" y="1993264"/>
                  </a:lnTo>
                </a:path>
                <a:path w="1332229" h="2066925">
                  <a:moveTo>
                    <a:pt x="1332230" y="1964055"/>
                  </a:moveTo>
                  <a:lnTo>
                    <a:pt x="1329055" y="1957070"/>
                  </a:lnTo>
                  <a:lnTo>
                    <a:pt x="1320164" y="1950085"/>
                  </a:lnTo>
                  <a:lnTo>
                    <a:pt x="1312545" y="1945639"/>
                  </a:lnTo>
                  <a:lnTo>
                    <a:pt x="1300480" y="1941195"/>
                  </a:lnTo>
                  <a:lnTo>
                    <a:pt x="1280795" y="1941195"/>
                  </a:lnTo>
                  <a:lnTo>
                    <a:pt x="1268095" y="1945639"/>
                  </a:lnTo>
                  <a:lnTo>
                    <a:pt x="1260475" y="1950085"/>
                  </a:lnTo>
                  <a:lnTo>
                    <a:pt x="1252855" y="1957070"/>
                  </a:lnTo>
                  <a:lnTo>
                    <a:pt x="1248410" y="1964055"/>
                  </a:lnTo>
                </a:path>
                <a:path w="1332229" h="2066925">
                  <a:moveTo>
                    <a:pt x="1316989" y="2018664"/>
                  </a:moveTo>
                  <a:lnTo>
                    <a:pt x="1312545" y="2022475"/>
                  </a:lnTo>
                  <a:lnTo>
                    <a:pt x="1309370" y="2018664"/>
                  </a:lnTo>
                  <a:lnTo>
                    <a:pt x="1312545" y="2015489"/>
                  </a:lnTo>
                  <a:lnTo>
                    <a:pt x="1316989" y="2015489"/>
                  </a:lnTo>
                  <a:lnTo>
                    <a:pt x="1324610" y="2018664"/>
                  </a:lnTo>
                  <a:lnTo>
                    <a:pt x="1329055" y="2022475"/>
                  </a:lnTo>
                  <a:lnTo>
                    <a:pt x="1332230" y="2034539"/>
                  </a:lnTo>
                  <a:lnTo>
                    <a:pt x="1332230" y="2048510"/>
                  </a:lnTo>
                  <a:lnTo>
                    <a:pt x="1329055" y="2059305"/>
                  </a:lnTo>
                  <a:lnTo>
                    <a:pt x="1324610" y="2063750"/>
                  </a:lnTo>
                  <a:lnTo>
                    <a:pt x="1316989" y="2066925"/>
                  </a:lnTo>
                  <a:lnTo>
                    <a:pt x="1309370" y="2066925"/>
                  </a:lnTo>
                  <a:lnTo>
                    <a:pt x="1300480" y="2063750"/>
                  </a:lnTo>
                  <a:lnTo>
                    <a:pt x="1292860" y="2052320"/>
                  </a:lnTo>
                  <a:lnTo>
                    <a:pt x="1285239" y="2034539"/>
                  </a:lnTo>
                  <a:lnTo>
                    <a:pt x="1280795" y="2027555"/>
                  </a:lnTo>
                  <a:lnTo>
                    <a:pt x="1273175" y="2018664"/>
                  </a:lnTo>
                  <a:lnTo>
                    <a:pt x="1260475" y="2015489"/>
                  </a:lnTo>
                  <a:lnTo>
                    <a:pt x="1248410" y="2015489"/>
                  </a:lnTo>
                </a:path>
                <a:path w="1332229" h="2066925">
                  <a:moveTo>
                    <a:pt x="1332230" y="2048510"/>
                  </a:moveTo>
                  <a:lnTo>
                    <a:pt x="1329055" y="2055495"/>
                  </a:lnTo>
                  <a:lnTo>
                    <a:pt x="1324610" y="2059305"/>
                  </a:lnTo>
                  <a:lnTo>
                    <a:pt x="1316989" y="2063750"/>
                  </a:lnTo>
                  <a:lnTo>
                    <a:pt x="1309370" y="2063750"/>
                  </a:lnTo>
                  <a:lnTo>
                    <a:pt x="1300480" y="2059305"/>
                  </a:lnTo>
                  <a:lnTo>
                    <a:pt x="1292860" y="2048510"/>
                  </a:lnTo>
                  <a:lnTo>
                    <a:pt x="1285239" y="2034539"/>
                  </a:lnTo>
                </a:path>
                <a:path w="1332229" h="2066925">
                  <a:moveTo>
                    <a:pt x="1256030" y="2015489"/>
                  </a:moveTo>
                  <a:lnTo>
                    <a:pt x="1260475" y="2018664"/>
                  </a:lnTo>
                  <a:lnTo>
                    <a:pt x="1260475" y="2027555"/>
                  </a:lnTo>
                  <a:lnTo>
                    <a:pt x="1252855" y="2045335"/>
                  </a:lnTo>
                  <a:lnTo>
                    <a:pt x="1252855" y="2055495"/>
                  </a:lnTo>
                  <a:lnTo>
                    <a:pt x="1256030" y="2063750"/>
                  </a:lnTo>
                  <a:lnTo>
                    <a:pt x="1260475" y="2066925"/>
                  </a:lnTo>
                </a:path>
                <a:path w="1332229" h="2066925">
                  <a:moveTo>
                    <a:pt x="1260475" y="2027555"/>
                  </a:moveTo>
                  <a:lnTo>
                    <a:pt x="1248410" y="2045335"/>
                  </a:lnTo>
                  <a:lnTo>
                    <a:pt x="1248410" y="2059305"/>
                  </a:lnTo>
                  <a:lnTo>
                    <a:pt x="1252855" y="2063750"/>
                  </a:lnTo>
                  <a:lnTo>
                    <a:pt x="1260475" y="2066925"/>
                  </a:lnTo>
                  <a:lnTo>
                    <a:pt x="1268095" y="2066925"/>
                  </a:lnTo>
                </a:path>
                <a:path w="1332229" h="2066925">
                  <a:moveTo>
                    <a:pt x="0" y="488950"/>
                  </a:moveTo>
                  <a:lnTo>
                    <a:pt x="73025" y="488950"/>
                  </a:lnTo>
                </a:path>
                <a:path w="1332229" h="2066925">
                  <a:moveTo>
                    <a:pt x="106680" y="488950"/>
                  </a:moveTo>
                  <a:lnTo>
                    <a:pt x="172085" y="488950"/>
                  </a:lnTo>
                </a:path>
                <a:path w="1332229" h="2066925">
                  <a:moveTo>
                    <a:pt x="203835" y="488950"/>
                  </a:moveTo>
                  <a:lnTo>
                    <a:pt x="269239" y="488950"/>
                  </a:lnTo>
                </a:path>
                <a:path w="1332229" h="2066925">
                  <a:moveTo>
                    <a:pt x="302895" y="488950"/>
                  </a:moveTo>
                  <a:lnTo>
                    <a:pt x="368300" y="488950"/>
                  </a:lnTo>
                </a:path>
                <a:path w="1332229" h="2066925">
                  <a:moveTo>
                    <a:pt x="400685" y="488950"/>
                  </a:moveTo>
                  <a:lnTo>
                    <a:pt x="466089" y="488950"/>
                  </a:lnTo>
                </a:path>
                <a:path w="1332229" h="2066925">
                  <a:moveTo>
                    <a:pt x="499745" y="488950"/>
                  </a:moveTo>
                  <a:lnTo>
                    <a:pt x="563880" y="488950"/>
                  </a:lnTo>
                </a:path>
                <a:path w="1332229" h="2066925">
                  <a:moveTo>
                    <a:pt x="596900" y="488950"/>
                  </a:moveTo>
                  <a:lnTo>
                    <a:pt x="662939" y="488950"/>
                  </a:lnTo>
                </a:path>
                <a:path w="1332229" h="2066925">
                  <a:moveTo>
                    <a:pt x="695325" y="488950"/>
                  </a:moveTo>
                  <a:lnTo>
                    <a:pt x="760730" y="488950"/>
                  </a:lnTo>
                </a:path>
                <a:path w="1332229" h="2066925">
                  <a:moveTo>
                    <a:pt x="794385" y="488950"/>
                  </a:moveTo>
                  <a:lnTo>
                    <a:pt x="859789" y="488950"/>
                  </a:lnTo>
                </a:path>
                <a:path w="1332229" h="2066925">
                  <a:moveTo>
                    <a:pt x="892175" y="488950"/>
                  </a:moveTo>
                  <a:lnTo>
                    <a:pt x="957580" y="488950"/>
                  </a:lnTo>
                </a:path>
                <a:path w="1332229" h="2066925">
                  <a:moveTo>
                    <a:pt x="991235" y="488950"/>
                  </a:moveTo>
                  <a:lnTo>
                    <a:pt x="1056639" y="488950"/>
                  </a:lnTo>
                </a:path>
                <a:path w="1332229" h="2066925">
                  <a:moveTo>
                    <a:pt x="1088389" y="488950"/>
                  </a:moveTo>
                  <a:lnTo>
                    <a:pt x="1161414" y="488950"/>
                  </a:lnTo>
                </a:path>
                <a:path w="1332229" h="2066925">
                  <a:moveTo>
                    <a:pt x="0" y="1936114"/>
                  </a:moveTo>
                  <a:lnTo>
                    <a:pt x="73025" y="1936114"/>
                  </a:lnTo>
                </a:path>
                <a:path w="1332229" h="2066925">
                  <a:moveTo>
                    <a:pt x="106680" y="1936114"/>
                  </a:moveTo>
                  <a:lnTo>
                    <a:pt x="172085" y="1936114"/>
                  </a:lnTo>
                </a:path>
                <a:path w="1332229" h="2066925">
                  <a:moveTo>
                    <a:pt x="203835" y="1936114"/>
                  </a:moveTo>
                  <a:lnTo>
                    <a:pt x="269239" y="1936114"/>
                  </a:lnTo>
                </a:path>
                <a:path w="1332229" h="2066925">
                  <a:moveTo>
                    <a:pt x="302895" y="1936114"/>
                  </a:moveTo>
                  <a:lnTo>
                    <a:pt x="368300" y="1936114"/>
                  </a:lnTo>
                </a:path>
                <a:path w="1332229" h="2066925">
                  <a:moveTo>
                    <a:pt x="400685" y="1936114"/>
                  </a:moveTo>
                  <a:lnTo>
                    <a:pt x="466089" y="1936114"/>
                  </a:lnTo>
                </a:path>
                <a:path w="1332229" h="2066925">
                  <a:moveTo>
                    <a:pt x="499745" y="1936114"/>
                  </a:moveTo>
                  <a:lnTo>
                    <a:pt x="563880" y="1936114"/>
                  </a:lnTo>
                </a:path>
                <a:path w="1332229" h="2066925">
                  <a:moveTo>
                    <a:pt x="596900" y="1936114"/>
                  </a:moveTo>
                  <a:lnTo>
                    <a:pt x="662939" y="1936114"/>
                  </a:lnTo>
                </a:path>
                <a:path w="1332229" h="2066925">
                  <a:moveTo>
                    <a:pt x="695325" y="1936114"/>
                  </a:moveTo>
                  <a:lnTo>
                    <a:pt x="760730" y="1936114"/>
                  </a:lnTo>
                </a:path>
                <a:path w="1332229" h="2066925">
                  <a:moveTo>
                    <a:pt x="794385" y="1936114"/>
                  </a:moveTo>
                  <a:lnTo>
                    <a:pt x="859789" y="1936114"/>
                  </a:lnTo>
                </a:path>
                <a:path w="1332229" h="2066925">
                  <a:moveTo>
                    <a:pt x="892175" y="1936114"/>
                  </a:moveTo>
                  <a:lnTo>
                    <a:pt x="957580" y="1936114"/>
                  </a:lnTo>
                </a:path>
                <a:path w="1332229" h="2066925">
                  <a:moveTo>
                    <a:pt x="991235" y="1936114"/>
                  </a:moveTo>
                  <a:lnTo>
                    <a:pt x="1056639" y="1936114"/>
                  </a:lnTo>
                </a:path>
                <a:path w="1332229" h="2066925">
                  <a:moveTo>
                    <a:pt x="1088389" y="1936114"/>
                  </a:moveTo>
                  <a:lnTo>
                    <a:pt x="1161414" y="1936114"/>
                  </a:lnTo>
                </a:path>
                <a:path w="1332229" h="2066925">
                  <a:moveTo>
                    <a:pt x="307339" y="547370"/>
                  </a:moveTo>
                  <a:lnTo>
                    <a:pt x="307339" y="605789"/>
                  </a:lnTo>
                </a:path>
                <a:path w="1332229" h="2066925">
                  <a:moveTo>
                    <a:pt x="307339" y="59055"/>
                  </a:moveTo>
                  <a:lnTo>
                    <a:pt x="30733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 descr=""/>
            <p:cNvSpPr/>
            <p:nvPr/>
          </p:nvSpPr>
          <p:spPr>
            <a:xfrm>
              <a:off x="3597910" y="5283212"/>
              <a:ext cx="19685" cy="58419"/>
            </a:xfrm>
            <a:custGeom>
              <a:avLst/>
              <a:gdLst/>
              <a:ahLst/>
              <a:cxnLst/>
              <a:rect l="l" t="t" r="r" b="b"/>
              <a:pathLst>
                <a:path w="19685" h="58420">
                  <a:moveTo>
                    <a:pt x="10160" y="0"/>
                  </a:moveTo>
                  <a:lnTo>
                    <a:pt x="0" y="58420"/>
                  </a:lnTo>
                  <a:lnTo>
                    <a:pt x="19685" y="58420"/>
                  </a:lnTo>
                  <a:lnTo>
                    <a:pt x="1016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 descr=""/>
            <p:cNvSpPr/>
            <p:nvPr/>
          </p:nvSpPr>
          <p:spPr>
            <a:xfrm>
              <a:off x="3597910" y="5283212"/>
              <a:ext cx="19685" cy="58419"/>
            </a:xfrm>
            <a:custGeom>
              <a:avLst/>
              <a:gdLst/>
              <a:ahLst/>
              <a:cxnLst/>
              <a:rect l="l" t="t" r="r" b="b"/>
              <a:pathLst>
                <a:path w="19685" h="58420">
                  <a:moveTo>
                    <a:pt x="19685" y="58420"/>
                  </a:moveTo>
                  <a:lnTo>
                    <a:pt x="0" y="58420"/>
                  </a:lnTo>
                  <a:lnTo>
                    <a:pt x="10160" y="0"/>
                  </a:lnTo>
                  <a:lnTo>
                    <a:pt x="19685" y="5842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 descr=""/>
            <p:cNvSpPr/>
            <p:nvPr/>
          </p:nvSpPr>
          <p:spPr>
            <a:xfrm>
              <a:off x="3597910" y="4853317"/>
              <a:ext cx="19685" cy="57785"/>
            </a:xfrm>
            <a:custGeom>
              <a:avLst/>
              <a:gdLst/>
              <a:ahLst/>
              <a:cxnLst/>
              <a:rect l="l" t="t" r="r" b="b"/>
              <a:pathLst>
                <a:path w="19685" h="57785">
                  <a:moveTo>
                    <a:pt x="19685" y="0"/>
                  </a:moveTo>
                  <a:lnTo>
                    <a:pt x="0" y="0"/>
                  </a:lnTo>
                  <a:lnTo>
                    <a:pt x="10160" y="57784"/>
                  </a:lnTo>
                  <a:lnTo>
                    <a:pt x="1968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 descr=""/>
            <p:cNvSpPr/>
            <p:nvPr/>
          </p:nvSpPr>
          <p:spPr>
            <a:xfrm>
              <a:off x="3597910" y="4853317"/>
              <a:ext cx="19685" cy="57785"/>
            </a:xfrm>
            <a:custGeom>
              <a:avLst/>
              <a:gdLst/>
              <a:ahLst/>
              <a:cxnLst/>
              <a:rect l="l" t="t" r="r" b="b"/>
              <a:pathLst>
                <a:path w="19685" h="57785">
                  <a:moveTo>
                    <a:pt x="19685" y="0"/>
                  </a:moveTo>
                  <a:lnTo>
                    <a:pt x="0" y="0"/>
                  </a:lnTo>
                  <a:lnTo>
                    <a:pt x="10160" y="57784"/>
                  </a:lnTo>
                  <a:lnTo>
                    <a:pt x="19685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5" name="object 95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578860" y="4942852"/>
              <a:ext cx="85089" cy="147954"/>
            </a:xfrm>
            <a:prstGeom prst="rect">
              <a:avLst/>
            </a:prstGeom>
          </p:spPr>
        </p:pic>
        <p:pic>
          <p:nvPicPr>
            <p:cNvPr id="96" name="object 96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552190" y="5111762"/>
              <a:ext cx="128904" cy="137160"/>
            </a:xfrm>
            <a:prstGeom prst="rect">
              <a:avLst/>
            </a:prstGeom>
          </p:spPr>
        </p:pic>
        <p:sp>
          <p:nvSpPr>
            <p:cNvPr id="97" name="object 97" descr=""/>
            <p:cNvSpPr/>
            <p:nvPr/>
          </p:nvSpPr>
          <p:spPr>
            <a:xfrm>
              <a:off x="3662045" y="5281942"/>
              <a:ext cx="0" cy="1270"/>
            </a:xfrm>
            <a:custGeom>
              <a:avLst/>
              <a:gdLst/>
              <a:ahLst/>
              <a:cxnLst/>
              <a:rect l="l" t="t" r="r" b="b"/>
              <a:pathLst>
                <a:path w="0" h="1270">
                  <a:moveTo>
                    <a:pt x="0" y="0"/>
                  </a:moveTo>
                  <a:lnTo>
                    <a:pt x="0" y="126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 descr=""/>
            <p:cNvSpPr/>
            <p:nvPr/>
          </p:nvSpPr>
          <p:spPr>
            <a:xfrm>
              <a:off x="3608057" y="4909197"/>
              <a:ext cx="55244" cy="1270"/>
            </a:xfrm>
            <a:custGeom>
              <a:avLst/>
              <a:gdLst/>
              <a:ahLst/>
              <a:cxnLst/>
              <a:rect l="l" t="t" r="r" b="b"/>
              <a:pathLst>
                <a:path w="55245" h="1270">
                  <a:moveTo>
                    <a:pt x="1282" y="635"/>
                  </a:moveTo>
                  <a:lnTo>
                    <a:pt x="1092" y="190"/>
                  </a:lnTo>
                  <a:lnTo>
                    <a:pt x="647" y="0"/>
                  </a:lnTo>
                  <a:lnTo>
                    <a:pt x="190" y="190"/>
                  </a:lnTo>
                  <a:lnTo>
                    <a:pt x="0" y="635"/>
                  </a:lnTo>
                  <a:lnTo>
                    <a:pt x="190" y="1092"/>
                  </a:lnTo>
                  <a:lnTo>
                    <a:pt x="647" y="1270"/>
                  </a:lnTo>
                  <a:lnTo>
                    <a:pt x="1092" y="1092"/>
                  </a:lnTo>
                  <a:lnTo>
                    <a:pt x="1282" y="635"/>
                  </a:lnTo>
                  <a:close/>
                </a:path>
                <a:path w="55245" h="1270">
                  <a:moveTo>
                    <a:pt x="54622" y="635"/>
                  </a:moveTo>
                  <a:lnTo>
                    <a:pt x="54432" y="190"/>
                  </a:lnTo>
                  <a:lnTo>
                    <a:pt x="53987" y="0"/>
                  </a:lnTo>
                  <a:lnTo>
                    <a:pt x="53530" y="190"/>
                  </a:lnTo>
                  <a:lnTo>
                    <a:pt x="53352" y="635"/>
                  </a:lnTo>
                  <a:lnTo>
                    <a:pt x="53530" y="1092"/>
                  </a:lnTo>
                  <a:lnTo>
                    <a:pt x="53987" y="1270"/>
                  </a:lnTo>
                  <a:lnTo>
                    <a:pt x="54432" y="1092"/>
                  </a:lnTo>
                  <a:lnTo>
                    <a:pt x="54622" y="63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 descr=""/>
            <p:cNvSpPr/>
            <p:nvPr/>
          </p:nvSpPr>
          <p:spPr>
            <a:xfrm>
              <a:off x="3608705" y="6613537"/>
              <a:ext cx="0" cy="605790"/>
            </a:xfrm>
            <a:custGeom>
              <a:avLst/>
              <a:gdLst/>
              <a:ahLst/>
              <a:cxnLst/>
              <a:rect l="l" t="t" r="r" b="b"/>
              <a:pathLst>
                <a:path w="0" h="605790">
                  <a:moveTo>
                    <a:pt x="0" y="57785"/>
                  </a:moveTo>
                  <a:lnTo>
                    <a:pt x="0" y="0"/>
                  </a:lnTo>
                </a:path>
                <a:path w="0" h="605790">
                  <a:moveTo>
                    <a:pt x="0" y="546100"/>
                  </a:moveTo>
                  <a:lnTo>
                    <a:pt x="0" y="60578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 descr=""/>
            <p:cNvSpPr/>
            <p:nvPr/>
          </p:nvSpPr>
          <p:spPr>
            <a:xfrm>
              <a:off x="3597910" y="6671957"/>
              <a:ext cx="19685" cy="58419"/>
            </a:xfrm>
            <a:custGeom>
              <a:avLst/>
              <a:gdLst/>
              <a:ahLst/>
              <a:cxnLst/>
              <a:rect l="l" t="t" r="r" b="b"/>
              <a:pathLst>
                <a:path w="19685" h="58420">
                  <a:moveTo>
                    <a:pt x="19685" y="0"/>
                  </a:moveTo>
                  <a:lnTo>
                    <a:pt x="0" y="0"/>
                  </a:lnTo>
                  <a:lnTo>
                    <a:pt x="10160" y="58419"/>
                  </a:lnTo>
                  <a:lnTo>
                    <a:pt x="1968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 descr=""/>
            <p:cNvSpPr/>
            <p:nvPr/>
          </p:nvSpPr>
          <p:spPr>
            <a:xfrm>
              <a:off x="3597910" y="6671957"/>
              <a:ext cx="19685" cy="58419"/>
            </a:xfrm>
            <a:custGeom>
              <a:avLst/>
              <a:gdLst/>
              <a:ahLst/>
              <a:cxnLst/>
              <a:rect l="l" t="t" r="r" b="b"/>
              <a:pathLst>
                <a:path w="19685" h="58420">
                  <a:moveTo>
                    <a:pt x="19685" y="0"/>
                  </a:moveTo>
                  <a:lnTo>
                    <a:pt x="0" y="0"/>
                  </a:lnTo>
                  <a:lnTo>
                    <a:pt x="10160" y="58419"/>
                  </a:lnTo>
                  <a:lnTo>
                    <a:pt x="19685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 descr=""/>
            <p:cNvSpPr/>
            <p:nvPr/>
          </p:nvSpPr>
          <p:spPr>
            <a:xfrm>
              <a:off x="3597910" y="7103757"/>
              <a:ext cx="19685" cy="57150"/>
            </a:xfrm>
            <a:custGeom>
              <a:avLst/>
              <a:gdLst/>
              <a:ahLst/>
              <a:cxnLst/>
              <a:rect l="l" t="t" r="r" b="b"/>
              <a:pathLst>
                <a:path w="19685" h="57150">
                  <a:moveTo>
                    <a:pt x="10160" y="0"/>
                  </a:moveTo>
                  <a:lnTo>
                    <a:pt x="0" y="57150"/>
                  </a:lnTo>
                  <a:lnTo>
                    <a:pt x="19685" y="57150"/>
                  </a:lnTo>
                  <a:lnTo>
                    <a:pt x="1016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 descr=""/>
            <p:cNvSpPr/>
            <p:nvPr/>
          </p:nvSpPr>
          <p:spPr>
            <a:xfrm>
              <a:off x="3597910" y="7103757"/>
              <a:ext cx="19685" cy="57150"/>
            </a:xfrm>
            <a:custGeom>
              <a:avLst/>
              <a:gdLst/>
              <a:ahLst/>
              <a:cxnLst/>
              <a:rect l="l" t="t" r="r" b="b"/>
              <a:pathLst>
                <a:path w="19685" h="57150">
                  <a:moveTo>
                    <a:pt x="19685" y="57150"/>
                  </a:moveTo>
                  <a:lnTo>
                    <a:pt x="0" y="57150"/>
                  </a:lnTo>
                  <a:lnTo>
                    <a:pt x="10160" y="0"/>
                  </a:lnTo>
                  <a:lnTo>
                    <a:pt x="19685" y="5715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4" name="object 104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552190" y="6760222"/>
              <a:ext cx="128904" cy="313054"/>
            </a:xfrm>
            <a:prstGeom prst="rect">
              <a:avLst/>
            </a:prstGeom>
          </p:spPr>
        </p:pic>
        <p:sp>
          <p:nvSpPr>
            <p:cNvPr id="105" name="object 105" descr=""/>
            <p:cNvSpPr/>
            <p:nvPr/>
          </p:nvSpPr>
          <p:spPr>
            <a:xfrm>
              <a:off x="3662045" y="6730377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4">
                  <a:moveTo>
                    <a:pt x="0" y="0"/>
                  </a:moveTo>
                  <a:lnTo>
                    <a:pt x="0" y="63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6" name="object 106" descr=""/>
            <p:cNvSpPr/>
            <p:nvPr/>
          </p:nvSpPr>
          <p:spPr>
            <a:xfrm>
              <a:off x="3608057" y="7103122"/>
              <a:ext cx="55244" cy="1270"/>
            </a:xfrm>
            <a:custGeom>
              <a:avLst/>
              <a:gdLst/>
              <a:ahLst/>
              <a:cxnLst/>
              <a:rect l="l" t="t" r="r" b="b"/>
              <a:pathLst>
                <a:path w="55245" h="1270">
                  <a:moveTo>
                    <a:pt x="1282" y="635"/>
                  </a:moveTo>
                  <a:lnTo>
                    <a:pt x="1092" y="190"/>
                  </a:lnTo>
                  <a:lnTo>
                    <a:pt x="647" y="0"/>
                  </a:lnTo>
                  <a:lnTo>
                    <a:pt x="190" y="190"/>
                  </a:lnTo>
                  <a:lnTo>
                    <a:pt x="0" y="635"/>
                  </a:lnTo>
                  <a:lnTo>
                    <a:pt x="190" y="1092"/>
                  </a:lnTo>
                  <a:lnTo>
                    <a:pt x="647" y="1270"/>
                  </a:lnTo>
                  <a:lnTo>
                    <a:pt x="1092" y="1092"/>
                  </a:lnTo>
                  <a:lnTo>
                    <a:pt x="1282" y="635"/>
                  </a:lnTo>
                  <a:close/>
                </a:path>
                <a:path w="55245" h="1270">
                  <a:moveTo>
                    <a:pt x="54622" y="635"/>
                  </a:moveTo>
                  <a:lnTo>
                    <a:pt x="54432" y="190"/>
                  </a:lnTo>
                  <a:lnTo>
                    <a:pt x="53987" y="0"/>
                  </a:lnTo>
                  <a:lnTo>
                    <a:pt x="53530" y="190"/>
                  </a:lnTo>
                  <a:lnTo>
                    <a:pt x="53352" y="635"/>
                  </a:lnTo>
                  <a:lnTo>
                    <a:pt x="53530" y="1092"/>
                  </a:lnTo>
                  <a:lnTo>
                    <a:pt x="53987" y="1270"/>
                  </a:lnTo>
                  <a:lnTo>
                    <a:pt x="54432" y="1092"/>
                  </a:lnTo>
                  <a:lnTo>
                    <a:pt x="54622" y="63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7" name="object 107" descr=""/>
          <p:cNvSpPr txBox="1"/>
          <p:nvPr/>
        </p:nvSpPr>
        <p:spPr>
          <a:xfrm>
            <a:off x="1040130" y="1395742"/>
            <a:ext cx="5495925" cy="2211070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algn="just" marL="12700" marR="5080">
              <a:lnSpc>
                <a:spcPts val="1220"/>
              </a:lnSpc>
              <a:spcBef>
                <a:spcPts val="175"/>
              </a:spcBef>
            </a:pPr>
            <a:r>
              <a:rPr dirty="0" sz="1050">
                <a:latin typeface="Times New Roman"/>
                <a:cs typeface="Times New Roman"/>
              </a:rPr>
              <a:t>Si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ya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 ha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realizado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cálculo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para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cada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una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las curvas,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entonces se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debe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cumplir que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abscisa </a:t>
            </a:r>
            <a:r>
              <a:rPr dirty="0" sz="1050" spc="-50">
                <a:latin typeface="Times New Roman"/>
                <a:cs typeface="Times New Roman"/>
              </a:rPr>
              <a:t>H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una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curva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sea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menor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abscisa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curva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siguiente.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Si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esta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distancia</a:t>
            </a:r>
            <a:r>
              <a:rPr dirty="0" sz="1050" spc="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(A –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H)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muy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corta </a:t>
            </a:r>
            <a:r>
              <a:rPr dirty="0" sz="1050">
                <a:latin typeface="Times New Roman"/>
                <a:cs typeface="Times New Roman"/>
              </a:rPr>
              <a:t>(menor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10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metros)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puede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ser</a:t>
            </a:r>
            <a:r>
              <a:rPr dirty="0" sz="1050" spc="229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más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recomendable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tratar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ambas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curvas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con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100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forzado.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050">
              <a:latin typeface="Times New Roman"/>
              <a:cs typeface="Times New Roman"/>
            </a:endParaRPr>
          </a:p>
          <a:p>
            <a:pPr algn="just" marL="12700" marR="19685">
              <a:lnSpc>
                <a:spcPts val="1220"/>
              </a:lnSpc>
            </a:pPr>
            <a:r>
              <a:rPr dirty="0" sz="1050">
                <a:latin typeface="Times New Roman"/>
                <a:cs typeface="Times New Roman"/>
              </a:rPr>
              <a:t>Si</a:t>
            </a:r>
            <a:r>
              <a:rPr dirty="0" sz="1050" spc="2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2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ha</a:t>
            </a:r>
            <a:r>
              <a:rPr dirty="0" sz="1050" spc="2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trabajado</a:t>
            </a:r>
            <a:r>
              <a:rPr dirty="0" sz="1050" spc="2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con</a:t>
            </a:r>
            <a:r>
              <a:rPr dirty="0" sz="1050" spc="2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2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totalidad</a:t>
            </a:r>
            <a:r>
              <a:rPr dirty="0" sz="1050" spc="2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2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2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longitud</a:t>
            </a:r>
            <a:r>
              <a:rPr dirty="0" sz="1050" spc="2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2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transición</a:t>
            </a:r>
            <a:r>
              <a:rPr dirty="0" sz="1050" spc="2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por</a:t>
            </a:r>
            <a:r>
              <a:rPr dirty="0" sz="1050" spc="2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fuera</a:t>
            </a:r>
            <a:r>
              <a:rPr dirty="0" sz="1050" spc="2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2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2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curva,</a:t>
            </a:r>
            <a:r>
              <a:rPr dirty="0" sz="1050" spc="2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existe</a:t>
            </a:r>
            <a:r>
              <a:rPr dirty="0" sz="1050" spc="210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la </a:t>
            </a:r>
            <a:r>
              <a:rPr dirty="0" sz="1050">
                <a:latin typeface="Times New Roman"/>
                <a:cs typeface="Times New Roman"/>
              </a:rPr>
              <a:t>posibilidad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si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calcula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28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con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1/3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longitud</a:t>
            </a:r>
            <a:r>
              <a:rPr dirty="0" sz="1050" spc="155">
                <a:latin typeface="Times New Roman"/>
                <a:cs typeface="Times New Roman"/>
              </a:rPr>
              <a:t> 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transición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dentro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curva,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ya </a:t>
            </a:r>
            <a:r>
              <a:rPr dirty="0" sz="1050">
                <a:latin typeface="Times New Roman"/>
                <a:cs typeface="Times New Roman"/>
              </a:rPr>
              <a:t>no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requiera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forzar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18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peralte.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050">
              <a:latin typeface="Times New Roman"/>
              <a:cs typeface="Times New Roman"/>
            </a:endParaRPr>
          </a:p>
          <a:p>
            <a:pPr algn="just" marL="12700" marR="10160">
              <a:lnSpc>
                <a:spcPts val="1220"/>
              </a:lnSpc>
              <a:spcBef>
                <a:spcPts val="5"/>
              </a:spcBef>
            </a:pPr>
            <a:r>
              <a:rPr dirty="0" sz="1050">
                <a:latin typeface="Times New Roman"/>
                <a:cs typeface="Times New Roman"/>
              </a:rPr>
              <a:t>Los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análisis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-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harán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</a:t>
            </a:r>
            <a:r>
              <a:rPr dirty="0" sz="1050" spc="-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continuación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comprenden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básicamente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las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curvas</a:t>
            </a:r>
            <a:r>
              <a:rPr dirty="0" sz="1050" spc="-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circulares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simples</a:t>
            </a:r>
            <a:r>
              <a:rPr dirty="0" sz="1050" spc="-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ya</a:t>
            </a:r>
            <a:r>
              <a:rPr dirty="0" sz="1050" spc="-25">
                <a:latin typeface="Times New Roman"/>
                <a:cs typeface="Times New Roman"/>
              </a:rPr>
              <a:t> que </a:t>
            </a:r>
            <a:r>
              <a:rPr dirty="0" sz="1050">
                <a:latin typeface="Times New Roman"/>
                <a:cs typeface="Times New Roman"/>
              </a:rPr>
              <a:t>las</a:t>
            </a:r>
            <a:r>
              <a:rPr dirty="0" sz="1050" spc="1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curvas</a:t>
            </a:r>
            <a:r>
              <a:rPr dirty="0" sz="1050" spc="114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espiralizadas</a:t>
            </a:r>
            <a:r>
              <a:rPr dirty="0" sz="1050" spc="114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no</a:t>
            </a:r>
            <a:r>
              <a:rPr dirty="0" sz="1050" spc="10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presentan</a:t>
            </a:r>
            <a:r>
              <a:rPr dirty="0" sz="1050" spc="1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mayores</a:t>
            </a:r>
            <a:r>
              <a:rPr dirty="0" sz="1050" spc="114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complicaciones,</a:t>
            </a:r>
            <a:r>
              <a:rPr dirty="0" sz="1050" spc="114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aunque</a:t>
            </a:r>
            <a:r>
              <a:rPr dirty="0" sz="1050" spc="114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</a:t>
            </a:r>
            <a:r>
              <a:rPr dirty="0" sz="1050" spc="1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los</a:t>
            </a:r>
            <a:r>
              <a:rPr dirty="0" sz="1050" spc="114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ejemplos</a:t>
            </a:r>
            <a:r>
              <a:rPr dirty="0" sz="1050" spc="1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al</a:t>
            </a:r>
            <a:r>
              <a:rPr dirty="0" sz="1050" spc="114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final</a:t>
            </a:r>
            <a:r>
              <a:rPr dirty="0" sz="1050" spc="114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del </a:t>
            </a:r>
            <a:r>
              <a:rPr dirty="0" sz="1050">
                <a:latin typeface="Times New Roman"/>
                <a:cs typeface="Times New Roman"/>
              </a:rPr>
              <a:t>capítulo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tiene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uno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para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curvas</a:t>
            </a:r>
            <a:r>
              <a:rPr dirty="0" sz="1050" spc="-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espiralizadas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con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entretangencia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insuficiente.</a:t>
            </a:r>
            <a:endParaRPr sz="1050">
              <a:latin typeface="Times New Roman"/>
              <a:cs typeface="Times New Roman"/>
            </a:endParaRPr>
          </a:p>
          <a:p>
            <a:pPr algn="just" marL="12700">
              <a:lnSpc>
                <a:spcPct val="100000"/>
              </a:lnSpc>
              <a:spcBef>
                <a:spcPts val="805"/>
              </a:spcBef>
            </a:pPr>
            <a:r>
              <a:rPr dirty="0" sz="1150">
                <a:latin typeface="Times New Roman"/>
                <a:cs typeface="Times New Roman"/>
              </a:rPr>
              <a:t>CURVAS</a:t>
            </a:r>
            <a:r>
              <a:rPr dirty="0" sz="1150" spc="-2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DE</a:t>
            </a:r>
            <a:r>
              <a:rPr dirty="0" sz="1150" spc="-2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DIFERENTE</a:t>
            </a:r>
            <a:r>
              <a:rPr dirty="0" sz="1150" spc="-15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SENTIDO</a:t>
            </a:r>
            <a:endParaRPr sz="1150">
              <a:latin typeface="Times New Roman"/>
              <a:cs typeface="Times New Roman"/>
            </a:endParaRPr>
          </a:p>
          <a:p>
            <a:pPr algn="just" marL="12700">
              <a:lnSpc>
                <a:spcPct val="100000"/>
              </a:lnSpc>
              <a:spcBef>
                <a:spcPts val="250"/>
              </a:spcBef>
            </a:pPr>
            <a:r>
              <a:rPr dirty="0" sz="1050">
                <a:latin typeface="Times New Roman"/>
                <a:cs typeface="Times New Roman"/>
              </a:rPr>
              <a:t>Por</a:t>
            </a:r>
            <a:r>
              <a:rPr dirty="0" sz="1050" spc="10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10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hecho</a:t>
            </a:r>
            <a:r>
              <a:rPr dirty="0" sz="1050" spc="10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10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llamarlo</a:t>
            </a:r>
            <a:r>
              <a:rPr dirty="0" sz="1050" spc="114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forzado</a:t>
            </a:r>
            <a:r>
              <a:rPr dirty="0" sz="1050" spc="114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no</a:t>
            </a:r>
            <a:r>
              <a:rPr dirty="0" sz="1050" spc="10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quiere</a:t>
            </a:r>
            <a:r>
              <a:rPr dirty="0" sz="1050" spc="114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decir</a:t>
            </a:r>
            <a:r>
              <a:rPr dirty="0" sz="1050" spc="10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10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10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inclinación</a:t>
            </a:r>
            <a:r>
              <a:rPr dirty="0" sz="1050" spc="1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relativa</a:t>
            </a:r>
            <a:r>
              <a:rPr dirty="0" sz="1050" spc="1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10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10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rampa</a:t>
            </a:r>
            <a:r>
              <a:rPr dirty="0" sz="1050" spc="114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100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peralte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08" name="object 108" descr=""/>
          <p:cNvSpPr txBox="1"/>
          <p:nvPr/>
        </p:nvSpPr>
        <p:spPr>
          <a:xfrm>
            <a:off x="1040130" y="8101342"/>
            <a:ext cx="5496560" cy="1967230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algn="just" marL="12700" marR="10160">
              <a:lnSpc>
                <a:spcPts val="1220"/>
              </a:lnSpc>
              <a:spcBef>
                <a:spcPts val="175"/>
              </a:spcBef>
            </a:pPr>
            <a:r>
              <a:rPr dirty="0" sz="1050">
                <a:latin typeface="Times New Roman"/>
                <a:cs typeface="Times New Roman"/>
              </a:rPr>
              <a:t>aumente,</a:t>
            </a:r>
            <a:r>
              <a:rPr dirty="0" sz="1050" spc="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</a:t>
            </a:r>
            <a:r>
              <a:rPr dirty="0" sz="1050" spc="5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algunos</a:t>
            </a:r>
            <a:r>
              <a:rPr dirty="0" sz="1050" spc="5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casos</a:t>
            </a:r>
            <a:r>
              <a:rPr dirty="0" sz="1050" spc="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esta</a:t>
            </a:r>
            <a:r>
              <a:rPr dirty="0" sz="1050" spc="5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inclinación</a:t>
            </a:r>
            <a:r>
              <a:rPr dirty="0" sz="1050" spc="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puede</a:t>
            </a:r>
            <a:r>
              <a:rPr dirty="0" sz="1050" spc="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ser</a:t>
            </a:r>
            <a:r>
              <a:rPr dirty="0" sz="1050" spc="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menor</a:t>
            </a:r>
            <a:r>
              <a:rPr dirty="0" sz="1050" spc="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</a:t>
            </a:r>
            <a:r>
              <a:rPr dirty="0" sz="1050" spc="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5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caso</a:t>
            </a:r>
            <a:r>
              <a:rPr dirty="0" sz="1050" spc="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un</a:t>
            </a:r>
            <a:r>
              <a:rPr dirty="0" sz="1050" spc="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desarrollo</a:t>
            </a:r>
            <a:r>
              <a:rPr dirty="0" sz="1050" spc="5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normal. </a:t>
            </a:r>
            <a:r>
              <a:rPr dirty="0" sz="1050">
                <a:latin typeface="Times New Roman"/>
                <a:cs typeface="Times New Roman"/>
              </a:rPr>
              <a:t>Para</a:t>
            </a:r>
            <a:r>
              <a:rPr dirty="0" sz="1050" spc="8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este</a:t>
            </a:r>
            <a:r>
              <a:rPr dirty="0" sz="1050" spc="9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cálculo</a:t>
            </a:r>
            <a:r>
              <a:rPr dirty="0" sz="1050" spc="9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8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prescinde</a:t>
            </a:r>
            <a:r>
              <a:rPr dirty="0" sz="1050" spc="9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8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longitud</a:t>
            </a:r>
            <a:r>
              <a:rPr dirty="0" sz="1050" spc="9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8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desarrollo</a:t>
            </a:r>
            <a:r>
              <a:rPr dirty="0" sz="1050" spc="9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del</a:t>
            </a:r>
            <a:r>
              <a:rPr dirty="0" sz="1050" spc="8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bombeo,</a:t>
            </a:r>
            <a:r>
              <a:rPr dirty="0" sz="1050" spc="8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o</a:t>
            </a:r>
            <a:r>
              <a:rPr dirty="0" sz="1050" spc="8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sea,</a:t>
            </a:r>
            <a:r>
              <a:rPr dirty="0" sz="1050" spc="8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8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valor</a:t>
            </a:r>
            <a:r>
              <a:rPr dirty="0" sz="1050" spc="9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N,</a:t>
            </a:r>
            <a:r>
              <a:rPr dirty="0" sz="1050" spc="8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ya</a:t>
            </a:r>
            <a:r>
              <a:rPr dirty="0" sz="1050" spc="8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80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el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cambiará</a:t>
            </a:r>
            <a:r>
              <a:rPr dirty="0" sz="1050" spc="3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forma</a:t>
            </a:r>
            <a:r>
              <a:rPr dirty="0" sz="1050" spc="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lineal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desde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PT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o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punto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primera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curva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hasta</a:t>
            </a:r>
            <a:r>
              <a:rPr dirty="0" sz="1050" spc="3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3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PC</a:t>
            </a:r>
            <a:r>
              <a:rPr dirty="0" sz="1050" spc="3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o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punto</a:t>
            </a:r>
            <a:r>
              <a:rPr dirty="0" sz="1050" spc="35">
                <a:latin typeface="Times New Roman"/>
                <a:cs typeface="Times New Roman"/>
              </a:rPr>
              <a:t> </a:t>
            </a:r>
            <a:r>
              <a:rPr dirty="0" sz="1050" spc="-50">
                <a:latin typeface="Times New Roman"/>
                <a:cs typeface="Times New Roman"/>
              </a:rPr>
              <a:t>E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siguiente,</a:t>
            </a:r>
            <a:r>
              <a:rPr dirty="0" sz="1050" spc="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y</a:t>
            </a:r>
            <a:r>
              <a:rPr dirty="0" sz="1050" spc="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uno</a:t>
            </a:r>
            <a:r>
              <a:rPr dirty="0" sz="1050" spc="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los</a:t>
            </a:r>
            <a:r>
              <a:rPr dirty="0" sz="1050" spc="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bordes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vía</a:t>
            </a:r>
            <a:r>
              <a:rPr dirty="0" sz="1050" spc="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desplazará</a:t>
            </a:r>
            <a:r>
              <a:rPr dirty="0" sz="1050" spc="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desde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–e1</a:t>
            </a:r>
            <a:r>
              <a:rPr dirty="0" sz="1050" spc="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hasta</a:t>
            </a:r>
            <a:r>
              <a:rPr dirty="0" sz="1050" spc="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+e2,</a:t>
            </a:r>
            <a:r>
              <a:rPr dirty="0" sz="1050" spc="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mientras</a:t>
            </a:r>
            <a:r>
              <a:rPr dirty="0" sz="1050" spc="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 spc="-20">
                <a:latin typeface="Times New Roman"/>
                <a:cs typeface="Times New Roman"/>
              </a:rPr>
              <a:t>otro </a:t>
            </a:r>
            <a:r>
              <a:rPr dirty="0" sz="1050">
                <a:latin typeface="Times New Roman"/>
                <a:cs typeface="Times New Roman"/>
              </a:rPr>
              <a:t>borde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variará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desde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+e1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hasta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–e2.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siguiente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figura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ilustra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este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caso.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75"/>
              </a:spcBef>
            </a:pPr>
            <a:endParaRPr sz="1050">
              <a:latin typeface="Times New Roman"/>
              <a:cs typeface="Times New Roman"/>
            </a:endParaRPr>
          </a:p>
          <a:p>
            <a:pPr marL="598805">
              <a:lnSpc>
                <a:spcPct val="100000"/>
              </a:lnSpc>
            </a:pPr>
            <a:r>
              <a:rPr dirty="0" sz="1050">
                <a:latin typeface="Times New Roman"/>
                <a:cs typeface="Times New Roman"/>
              </a:rPr>
              <a:t>FIGURA</a:t>
            </a:r>
            <a:r>
              <a:rPr dirty="0" sz="1050" spc="-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8.15</a:t>
            </a:r>
            <a:r>
              <a:rPr dirty="0" sz="1050" spc="-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–</a:t>
            </a:r>
            <a:r>
              <a:rPr dirty="0" sz="1050" spc="-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-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FORZADO</a:t>
            </a:r>
            <a:r>
              <a:rPr dirty="0" sz="1050" spc="-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CURVAS</a:t>
            </a:r>
            <a:r>
              <a:rPr dirty="0" sz="1050" spc="-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DIFERENTE</a:t>
            </a:r>
            <a:r>
              <a:rPr dirty="0" sz="1050" spc="-30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SENTIDO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050">
              <a:latin typeface="Times New Roman"/>
              <a:cs typeface="Times New Roman"/>
            </a:endParaRPr>
          </a:p>
          <a:p>
            <a:pPr algn="just" marL="12700" marR="5080">
              <a:lnSpc>
                <a:spcPct val="99200"/>
              </a:lnSpc>
            </a:pPr>
            <a:r>
              <a:rPr dirty="0" sz="1050">
                <a:latin typeface="Times New Roman"/>
                <a:cs typeface="Times New Roman"/>
              </a:rPr>
              <a:t>A</a:t>
            </a:r>
            <a:r>
              <a:rPr dirty="0" sz="1050" spc="114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continuación</a:t>
            </a:r>
            <a:r>
              <a:rPr dirty="0" sz="1050" spc="1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1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describe</a:t>
            </a:r>
            <a:r>
              <a:rPr dirty="0" sz="1050" spc="1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1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metodología</a:t>
            </a:r>
            <a:r>
              <a:rPr dirty="0" sz="1050" spc="1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para</a:t>
            </a:r>
            <a:r>
              <a:rPr dirty="0" sz="1050" spc="1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1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cálculo</a:t>
            </a:r>
            <a:r>
              <a:rPr dirty="0" sz="1050" spc="1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del</a:t>
            </a:r>
            <a:r>
              <a:rPr dirty="0" sz="1050" spc="1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1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forzado</a:t>
            </a:r>
            <a:r>
              <a:rPr dirty="0" sz="1050" spc="21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entre</a:t>
            </a:r>
            <a:r>
              <a:rPr dirty="0" baseline="2645" sz="1575" spc="19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dos</a:t>
            </a:r>
            <a:r>
              <a:rPr dirty="0" baseline="2645" sz="1575" spc="179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curvas</a:t>
            </a:r>
            <a:r>
              <a:rPr dirty="0" baseline="2645" sz="1575" spc="195">
                <a:latin typeface="Times New Roman"/>
                <a:cs typeface="Times New Roman"/>
              </a:rPr>
              <a:t> </a:t>
            </a:r>
            <a:r>
              <a:rPr dirty="0" baseline="2645" sz="1575" spc="-37">
                <a:latin typeface="Times New Roman"/>
                <a:cs typeface="Times New Roman"/>
              </a:rPr>
              <a:t>de </a:t>
            </a:r>
            <a:r>
              <a:rPr dirty="0" baseline="2645" sz="1575">
                <a:latin typeface="Times New Roman"/>
                <a:cs typeface="Times New Roman"/>
              </a:rPr>
              <a:t>diferente</a:t>
            </a:r>
            <a:r>
              <a:rPr dirty="0" baseline="2645" sz="1575" spc="44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sentido</a:t>
            </a:r>
            <a:r>
              <a:rPr dirty="0" baseline="2645" sz="1575" spc="67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luego</a:t>
            </a:r>
            <a:r>
              <a:rPr dirty="0" baseline="2645" sz="1575" spc="52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de</a:t>
            </a:r>
            <a:r>
              <a:rPr dirty="0" baseline="2645" sz="1575" spc="44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calcular</a:t>
            </a:r>
            <a:r>
              <a:rPr dirty="0" baseline="2645" sz="1575" spc="44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los</a:t>
            </a:r>
            <a:r>
              <a:rPr dirty="0" baseline="2645" sz="1575" spc="67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valores</a:t>
            </a:r>
            <a:r>
              <a:rPr dirty="0" baseline="2645" sz="1575" spc="44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de</a:t>
            </a:r>
            <a:r>
              <a:rPr dirty="0" baseline="2645" sz="1575" spc="44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Lt</a:t>
            </a:r>
            <a:r>
              <a:rPr dirty="0" sz="650">
                <a:latin typeface="Times New Roman"/>
                <a:cs typeface="Times New Roman"/>
              </a:rPr>
              <a:t>1</a:t>
            </a:r>
            <a:r>
              <a:rPr dirty="0" baseline="2645" sz="1575">
                <a:latin typeface="Times New Roman"/>
                <a:cs typeface="Times New Roman"/>
              </a:rPr>
              <a:t>,</a:t>
            </a:r>
            <a:r>
              <a:rPr dirty="0" baseline="2645" sz="1575" spc="6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Lt</a:t>
            </a:r>
            <a:r>
              <a:rPr dirty="0" sz="650">
                <a:latin typeface="Times New Roman"/>
                <a:cs typeface="Times New Roman"/>
              </a:rPr>
              <a:t>2</a:t>
            </a:r>
            <a:r>
              <a:rPr dirty="0" baseline="2645" sz="1575">
                <a:latin typeface="Times New Roman"/>
                <a:cs typeface="Times New Roman"/>
              </a:rPr>
              <a:t>,</a:t>
            </a:r>
            <a:r>
              <a:rPr dirty="0" baseline="2645" sz="1575" spc="37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N</a:t>
            </a:r>
            <a:r>
              <a:rPr dirty="0" sz="650">
                <a:latin typeface="Times New Roman"/>
                <a:cs typeface="Times New Roman"/>
              </a:rPr>
              <a:t>1</a:t>
            </a:r>
            <a:r>
              <a:rPr dirty="0" sz="650" spc="4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y</a:t>
            </a:r>
            <a:r>
              <a:rPr dirty="0" baseline="2645" sz="1575" spc="494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N</a:t>
            </a:r>
            <a:r>
              <a:rPr dirty="0" sz="650">
                <a:latin typeface="Times New Roman"/>
                <a:cs typeface="Times New Roman"/>
              </a:rPr>
              <a:t>2,</a:t>
            </a:r>
            <a:r>
              <a:rPr dirty="0" sz="650" spc="3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y</a:t>
            </a:r>
            <a:r>
              <a:rPr dirty="0" baseline="2645" sz="1575" spc="6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verificar</a:t>
            </a:r>
            <a:r>
              <a:rPr dirty="0" baseline="2645" sz="1575" spc="44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que</a:t>
            </a:r>
            <a:r>
              <a:rPr dirty="0" baseline="2645" sz="1575" spc="52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se</a:t>
            </a:r>
            <a:r>
              <a:rPr dirty="0" baseline="2645" sz="1575" spc="44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requiere</a:t>
            </a:r>
            <a:r>
              <a:rPr dirty="0" baseline="2645" sz="1575" spc="67">
                <a:latin typeface="Times New Roman"/>
                <a:cs typeface="Times New Roman"/>
              </a:rPr>
              <a:t> </a:t>
            </a:r>
            <a:r>
              <a:rPr dirty="0" baseline="2645" sz="1575" spc="-15">
                <a:latin typeface="Times New Roman"/>
                <a:cs typeface="Times New Roman"/>
              </a:rPr>
              <a:t>peralte </a:t>
            </a:r>
            <a:r>
              <a:rPr dirty="0" baseline="2645" sz="1575">
                <a:latin typeface="Times New Roman"/>
                <a:cs typeface="Times New Roman"/>
              </a:rPr>
              <a:t>forzado.</a:t>
            </a:r>
            <a:r>
              <a:rPr dirty="0" baseline="2645" sz="1575" spc="209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El</a:t>
            </a:r>
            <a:r>
              <a:rPr dirty="0" baseline="2645" sz="1575" spc="179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análisis</a:t>
            </a:r>
            <a:r>
              <a:rPr dirty="0" baseline="2645" sz="1575" spc="209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se</a:t>
            </a:r>
            <a:r>
              <a:rPr dirty="0" baseline="2645" sz="1575" spc="217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presenta</a:t>
            </a:r>
            <a:r>
              <a:rPr dirty="0" baseline="2645" sz="1575" spc="209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para</a:t>
            </a:r>
            <a:r>
              <a:rPr dirty="0" baseline="2645" sz="1575" spc="217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los</a:t>
            </a:r>
            <a:r>
              <a:rPr dirty="0" baseline="2645" sz="1575" spc="209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dos</a:t>
            </a:r>
            <a:r>
              <a:rPr dirty="0" baseline="2645" sz="1575" spc="2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casos,</a:t>
            </a:r>
            <a:r>
              <a:rPr dirty="0" sz="1050" spc="1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cuando</a:t>
            </a:r>
            <a:r>
              <a:rPr dirty="0" sz="1050" spc="1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1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realiza</a:t>
            </a:r>
            <a:r>
              <a:rPr dirty="0" sz="1050" spc="1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1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transición</a:t>
            </a:r>
            <a:r>
              <a:rPr dirty="0" sz="1050" spc="1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por</a:t>
            </a:r>
            <a:r>
              <a:rPr dirty="0" sz="1050" spc="1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fuera</a:t>
            </a:r>
            <a:r>
              <a:rPr dirty="0" sz="1050" spc="1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135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la </a:t>
            </a:r>
            <a:r>
              <a:rPr dirty="0" sz="1050">
                <a:latin typeface="Times New Roman"/>
                <a:cs typeface="Times New Roman"/>
              </a:rPr>
              <a:t>curva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y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cuando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localiza</a:t>
            </a:r>
            <a:r>
              <a:rPr dirty="0" sz="1050" spc="2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1/3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Lt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dentro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 </a:t>
            </a:r>
            <a:r>
              <a:rPr dirty="0" sz="1050" spc="-20">
                <a:latin typeface="Times New Roman"/>
                <a:cs typeface="Times New Roman"/>
              </a:rPr>
              <a:t>esta.</a:t>
            </a:r>
            <a:endParaRPr sz="10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038860" y="1551952"/>
            <a:ext cx="5176520" cy="6642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63830" indent="-151130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163830" algn="l"/>
              </a:tabLst>
            </a:pPr>
            <a:r>
              <a:rPr dirty="0" sz="1050">
                <a:latin typeface="Times New Roman"/>
                <a:cs typeface="Times New Roman"/>
              </a:rPr>
              <a:t>Hallar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punto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X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donde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cero</a:t>
            </a:r>
            <a:r>
              <a:rPr dirty="0" sz="1050" spc="80">
                <a:latin typeface="Times New Roman"/>
                <a:cs typeface="Times New Roman"/>
              </a:rPr>
              <a:t> </a:t>
            </a:r>
            <a:r>
              <a:rPr dirty="0" sz="1050" spc="-20">
                <a:latin typeface="Times New Roman"/>
                <a:cs typeface="Times New Roman"/>
              </a:rPr>
              <a:t>(0).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  <a:buFont typeface="Times New Roman"/>
              <a:buAutoNum type="arabicPeriod"/>
            </a:pPr>
            <a:endParaRPr sz="1050">
              <a:latin typeface="Times New Roman"/>
              <a:cs typeface="Times New Roman"/>
            </a:endParaRPr>
          </a:p>
          <a:p>
            <a:pPr lvl="1" marL="234950" marR="5080" indent="-222250">
              <a:lnSpc>
                <a:spcPts val="1250"/>
              </a:lnSpc>
              <a:buFont typeface="Consolas"/>
              <a:buChar char="•"/>
              <a:tabLst>
                <a:tab pos="234950" algn="l"/>
              </a:tabLst>
            </a:pPr>
            <a:r>
              <a:rPr dirty="0" baseline="2645" sz="1575">
                <a:latin typeface="Times New Roman"/>
                <a:cs typeface="Times New Roman"/>
              </a:rPr>
              <a:t>Si</a:t>
            </a:r>
            <a:r>
              <a:rPr dirty="0" baseline="2645" sz="1575" spc="-22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e</a:t>
            </a:r>
            <a:r>
              <a:rPr dirty="0" sz="650">
                <a:latin typeface="Times New Roman"/>
                <a:cs typeface="Times New Roman"/>
              </a:rPr>
              <a:t>1</a:t>
            </a:r>
            <a:r>
              <a:rPr dirty="0" sz="650" spc="-1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es</a:t>
            </a:r>
            <a:r>
              <a:rPr dirty="0" baseline="2645" sz="1575" spc="-22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igual</a:t>
            </a:r>
            <a:r>
              <a:rPr dirty="0" baseline="2645" sz="1575" spc="-3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a</a:t>
            </a:r>
            <a:r>
              <a:rPr dirty="0" baseline="2645" sz="1575" spc="-22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e</a:t>
            </a:r>
            <a:r>
              <a:rPr dirty="0" sz="650">
                <a:latin typeface="Times New Roman"/>
                <a:cs typeface="Times New Roman"/>
              </a:rPr>
              <a:t>2</a:t>
            </a:r>
            <a:r>
              <a:rPr dirty="0" sz="650" spc="-1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entonces</a:t>
            </a:r>
            <a:r>
              <a:rPr dirty="0" baseline="2645" sz="1575" spc="-22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dicho</a:t>
            </a:r>
            <a:r>
              <a:rPr dirty="0" baseline="2645" sz="1575" spc="-22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punto</a:t>
            </a:r>
            <a:r>
              <a:rPr dirty="0" baseline="2645" sz="1575" spc="-22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estará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ubicado</a:t>
            </a:r>
            <a:r>
              <a:rPr dirty="0" baseline="2645" sz="1575" spc="-22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en</a:t>
            </a:r>
            <a:r>
              <a:rPr dirty="0" baseline="2645" sz="1575" spc="-22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la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mitad</a:t>
            </a:r>
            <a:r>
              <a:rPr dirty="0" baseline="2645" sz="1575" spc="-22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de</a:t>
            </a:r>
            <a:r>
              <a:rPr dirty="0" baseline="2645" sz="1575" spc="-22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la</a:t>
            </a:r>
            <a:r>
              <a:rPr dirty="0" baseline="2645" sz="1575" spc="7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entretangencia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por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lo </a:t>
            </a:r>
            <a:r>
              <a:rPr dirty="0" sz="1050" spc="-10">
                <a:latin typeface="Times New Roman"/>
                <a:cs typeface="Times New Roman"/>
              </a:rPr>
              <a:t>tanto: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3442970" y="2448573"/>
            <a:ext cx="38100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latin typeface="Times New Roman"/>
                <a:cs typeface="Times New Roman"/>
              </a:rPr>
              <a:t>(8 –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9)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040130" y="2876563"/>
            <a:ext cx="494411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34315" indent="-221615">
              <a:lnSpc>
                <a:spcPct val="100000"/>
              </a:lnSpc>
              <a:spcBef>
                <a:spcPts val="100"/>
              </a:spcBef>
              <a:buFont typeface="Consolas"/>
              <a:buChar char="•"/>
              <a:tabLst>
                <a:tab pos="234315" algn="l"/>
              </a:tabLst>
            </a:pPr>
            <a:r>
              <a:rPr dirty="0" sz="1050">
                <a:latin typeface="Times New Roman"/>
                <a:cs typeface="Times New Roman"/>
              </a:rPr>
              <a:t>Si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los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peraltes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son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diferentes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calcula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con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una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relación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triángulos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Figura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8.15: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135120" y="3310902"/>
            <a:ext cx="44704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latin typeface="Times New Roman"/>
                <a:cs typeface="Times New Roman"/>
              </a:rPr>
              <a:t>(8 –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10)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038860" y="3771913"/>
            <a:ext cx="144145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35585" indent="-222885">
              <a:lnSpc>
                <a:spcPct val="100000"/>
              </a:lnSpc>
              <a:spcBef>
                <a:spcPts val="100"/>
              </a:spcBef>
              <a:buFont typeface="Consolas"/>
              <a:buChar char="•"/>
              <a:tabLst>
                <a:tab pos="235585" algn="l"/>
              </a:tabLst>
            </a:pP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tiene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entonces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 spc="-20">
                <a:latin typeface="Times New Roman"/>
                <a:cs typeface="Times New Roman"/>
              </a:rPr>
              <a:t>que: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4135120" y="4105923"/>
            <a:ext cx="44704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latin typeface="Times New Roman"/>
                <a:cs typeface="Times New Roman"/>
              </a:rPr>
              <a:t>(8 –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11)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262380" y="4456442"/>
            <a:ext cx="121031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latin typeface="Times New Roman"/>
                <a:cs typeface="Times New Roman"/>
              </a:rPr>
              <a:t>Donde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E1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y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Ltf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serán: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262380" y="4770132"/>
            <a:ext cx="55753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i="1">
                <a:latin typeface="Times New Roman"/>
                <a:cs typeface="Times New Roman"/>
              </a:rPr>
              <a:t>E1</a:t>
            </a:r>
            <a:r>
              <a:rPr dirty="0" sz="1050" spc="5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=</a:t>
            </a:r>
            <a:r>
              <a:rPr dirty="0" sz="1050" spc="15" i="1">
                <a:latin typeface="Times New Roman"/>
                <a:cs typeface="Times New Roman"/>
              </a:rPr>
              <a:t> </a:t>
            </a:r>
            <a:r>
              <a:rPr dirty="0" sz="1050" spc="-25" i="1">
                <a:latin typeface="Times New Roman"/>
                <a:cs typeface="Times New Roman"/>
              </a:rPr>
              <a:t>PT1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3669029" y="4770132"/>
            <a:ext cx="2518410" cy="1294130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marL="12700" marR="5080">
              <a:lnSpc>
                <a:spcPts val="1220"/>
              </a:lnSpc>
              <a:spcBef>
                <a:spcPts val="175"/>
              </a:spcBef>
            </a:pPr>
            <a:r>
              <a:rPr dirty="0" sz="1050">
                <a:latin typeface="Times New Roman"/>
                <a:cs typeface="Times New Roman"/>
              </a:rPr>
              <a:t>Para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desarrollo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por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fuera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 spc="-20">
                <a:latin typeface="Times New Roman"/>
                <a:cs typeface="Times New Roman"/>
              </a:rPr>
              <a:t>curva </a:t>
            </a:r>
            <a:r>
              <a:rPr dirty="0" sz="1050">
                <a:latin typeface="Times New Roman"/>
                <a:cs typeface="Times New Roman"/>
              </a:rPr>
              <a:t>circular.</a:t>
            </a:r>
            <a:r>
              <a:rPr dirty="0" sz="1050" spc="-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(Figura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 spc="-20">
                <a:latin typeface="Times New Roman"/>
                <a:cs typeface="Times New Roman"/>
              </a:rPr>
              <a:t>8.16)</a:t>
            </a:r>
            <a:endParaRPr sz="1050">
              <a:latin typeface="Times New Roman"/>
              <a:cs typeface="Times New Roman"/>
            </a:endParaRPr>
          </a:p>
          <a:p>
            <a:pPr marL="12700" marR="40640">
              <a:lnSpc>
                <a:spcPts val="1240"/>
              </a:lnSpc>
              <a:spcBef>
                <a:spcPts val="30"/>
              </a:spcBef>
            </a:pPr>
            <a:r>
              <a:rPr dirty="0" baseline="2645" sz="1575">
                <a:latin typeface="Times New Roman"/>
                <a:cs typeface="Times New Roman"/>
              </a:rPr>
              <a:t>Para</a:t>
            </a:r>
            <a:r>
              <a:rPr dirty="0" baseline="2645" sz="1575" spc="-22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desarrollo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de</a:t>
            </a:r>
            <a:r>
              <a:rPr dirty="0" baseline="2645" sz="1575" spc="-22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peralte</a:t>
            </a:r>
            <a:r>
              <a:rPr dirty="0" baseline="2645" sz="1575" spc="-22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con</a:t>
            </a:r>
            <a:r>
              <a:rPr dirty="0" baseline="2645" sz="1575" spc="-3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Lt/3</a:t>
            </a:r>
            <a:r>
              <a:rPr dirty="0" baseline="2645" sz="1575" spc="-22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en</a:t>
            </a:r>
            <a:r>
              <a:rPr dirty="0" baseline="2645" sz="1575" spc="-3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la </a:t>
            </a:r>
            <a:r>
              <a:rPr dirty="0" sz="1050" spc="-20">
                <a:latin typeface="Times New Roman"/>
                <a:cs typeface="Times New Roman"/>
              </a:rPr>
              <a:t>curva </a:t>
            </a:r>
            <a:r>
              <a:rPr dirty="0" sz="1050">
                <a:latin typeface="Times New Roman"/>
                <a:cs typeface="Times New Roman"/>
              </a:rPr>
              <a:t>circular.</a:t>
            </a:r>
            <a:r>
              <a:rPr dirty="0" sz="1050" spc="-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(Figura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 spc="-20">
                <a:latin typeface="Times New Roman"/>
                <a:cs typeface="Times New Roman"/>
              </a:rPr>
              <a:t>8.15)</a:t>
            </a:r>
            <a:endParaRPr sz="1050">
              <a:latin typeface="Times New Roman"/>
              <a:cs typeface="Times New Roman"/>
            </a:endParaRPr>
          </a:p>
          <a:p>
            <a:pPr marL="12700" marR="5080">
              <a:lnSpc>
                <a:spcPts val="1240"/>
              </a:lnSpc>
              <a:spcBef>
                <a:spcPts val="10"/>
              </a:spcBef>
            </a:pPr>
            <a:r>
              <a:rPr dirty="0" sz="1050">
                <a:latin typeface="Times New Roman"/>
                <a:cs typeface="Times New Roman"/>
              </a:rPr>
              <a:t>Para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desarrollo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por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fuera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 spc="-20">
                <a:latin typeface="Times New Roman"/>
                <a:cs typeface="Times New Roman"/>
              </a:rPr>
              <a:t>curva </a:t>
            </a:r>
            <a:r>
              <a:rPr dirty="0" sz="1050">
                <a:latin typeface="Times New Roman"/>
                <a:cs typeface="Times New Roman"/>
              </a:rPr>
              <a:t>circular.</a:t>
            </a:r>
            <a:r>
              <a:rPr dirty="0" sz="1050" spc="-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(Figura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 spc="-20">
                <a:latin typeface="Times New Roman"/>
                <a:cs typeface="Times New Roman"/>
              </a:rPr>
              <a:t>8.16)</a:t>
            </a: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ts val="1190"/>
              </a:lnSpc>
            </a:pPr>
            <a:r>
              <a:rPr dirty="0" sz="1050">
                <a:latin typeface="Times New Roman"/>
                <a:cs typeface="Times New Roman"/>
              </a:rPr>
              <a:t>Para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desarrollo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con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Lt/3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la</a:t>
            </a: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z="1050">
                <a:latin typeface="Times New Roman"/>
                <a:cs typeface="Times New Roman"/>
              </a:rPr>
              <a:t>curva</a:t>
            </a:r>
            <a:r>
              <a:rPr dirty="0" sz="1050" spc="-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circular.</a:t>
            </a:r>
            <a:r>
              <a:rPr dirty="0" sz="1050" spc="-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(Figura</a:t>
            </a:r>
            <a:r>
              <a:rPr dirty="0" sz="1050" spc="-20">
                <a:latin typeface="Times New Roman"/>
                <a:cs typeface="Times New Roman"/>
              </a:rPr>
              <a:t> 8.15)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262380" y="5086362"/>
            <a:ext cx="95250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2645" sz="1575" i="1">
                <a:latin typeface="Times New Roman"/>
                <a:cs typeface="Times New Roman"/>
              </a:rPr>
              <a:t>E1 =</a:t>
            </a:r>
            <a:r>
              <a:rPr dirty="0" baseline="2645" sz="1575" spc="-15" i="1">
                <a:latin typeface="Times New Roman"/>
                <a:cs typeface="Times New Roman"/>
              </a:rPr>
              <a:t> </a:t>
            </a:r>
            <a:r>
              <a:rPr dirty="0" baseline="2645" sz="1575" i="1">
                <a:latin typeface="Times New Roman"/>
                <a:cs typeface="Times New Roman"/>
              </a:rPr>
              <a:t>PT1</a:t>
            </a:r>
            <a:r>
              <a:rPr dirty="0" baseline="2645" sz="1575" spc="104" i="1">
                <a:latin typeface="Times New Roman"/>
                <a:cs typeface="Times New Roman"/>
              </a:rPr>
              <a:t> </a:t>
            </a:r>
            <a:r>
              <a:rPr dirty="0" baseline="2645" sz="1575" i="1">
                <a:latin typeface="Times New Roman"/>
                <a:cs typeface="Times New Roman"/>
              </a:rPr>
              <a:t>– </a:t>
            </a:r>
            <a:r>
              <a:rPr dirty="0" baseline="2645" sz="1575" spc="-15" i="1">
                <a:latin typeface="Times New Roman"/>
                <a:cs typeface="Times New Roman"/>
              </a:rPr>
              <a:t>Lt</a:t>
            </a:r>
            <a:r>
              <a:rPr dirty="0" sz="650" spc="-10" i="1">
                <a:latin typeface="Times New Roman"/>
                <a:cs typeface="Times New Roman"/>
              </a:rPr>
              <a:t>1</a:t>
            </a:r>
            <a:r>
              <a:rPr dirty="0" baseline="2645" sz="1575" spc="-15" i="1">
                <a:latin typeface="Times New Roman"/>
                <a:cs typeface="Times New Roman"/>
              </a:rPr>
              <a:t>/3</a:t>
            </a:r>
            <a:endParaRPr baseline="2645" sz="1575">
              <a:latin typeface="Times New Roman"/>
              <a:cs typeface="Times New Roman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243330" y="5402592"/>
            <a:ext cx="93599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i="1">
                <a:latin typeface="Times New Roman"/>
                <a:cs typeface="Times New Roman"/>
              </a:rPr>
              <a:t>Ltf =</a:t>
            </a:r>
            <a:r>
              <a:rPr dirty="0" sz="1050" spc="-10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PC2</a:t>
            </a:r>
            <a:r>
              <a:rPr dirty="0" sz="1050" spc="75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–</a:t>
            </a:r>
            <a:r>
              <a:rPr dirty="0" sz="1050" spc="15" i="1">
                <a:latin typeface="Times New Roman"/>
                <a:cs typeface="Times New Roman"/>
              </a:rPr>
              <a:t> </a:t>
            </a:r>
            <a:r>
              <a:rPr dirty="0" sz="1050" spc="-25" i="1">
                <a:latin typeface="Times New Roman"/>
                <a:cs typeface="Times New Roman"/>
              </a:rPr>
              <a:t>PT1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244600" y="5721362"/>
            <a:ext cx="1739264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2645" sz="1575">
                <a:latin typeface="Times New Roman"/>
                <a:cs typeface="Times New Roman"/>
              </a:rPr>
              <a:t>Ltf</a:t>
            </a:r>
            <a:r>
              <a:rPr dirty="0" baseline="2645" sz="1575" spc="-22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=</a:t>
            </a:r>
            <a:r>
              <a:rPr dirty="0" baseline="2645" sz="1575" spc="-7">
                <a:latin typeface="Times New Roman"/>
                <a:cs typeface="Times New Roman"/>
              </a:rPr>
              <a:t> </a:t>
            </a:r>
            <a:r>
              <a:rPr dirty="0" baseline="2645" sz="1575" i="1">
                <a:latin typeface="Times New Roman"/>
                <a:cs typeface="Times New Roman"/>
              </a:rPr>
              <a:t>PC2 –</a:t>
            </a:r>
            <a:r>
              <a:rPr dirty="0" baseline="2645" sz="1575" spc="-30" i="1">
                <a:latin typeface="Times New Roman"/>
                <a:cs typeface="Times New Roman"/>
              </a:rPr>
              <a:t> </a:t>
            </a:r>
            <a:r>
              <a:rPr dirty="0" baseline="2645" sz="1575" i="1">
                <a:latin typeface="Times New Roman"/>
                <a:cs typeface="Times New Roman"/>
              </a:rPr>
              <a:t>PT1+</a:t>
            </a:r>
            <a:r>
              <a:rPr dirty="0" baseline="2645" sz="1575" spc="-7" i="1">
                <a:latin typeface="Times New Roman"/>
                <a:cs typeface="Times New Roman"/>
              </a:rPr>
              <a:t> </a:t>
            </a:r>
            <a:r>
              <a:rPr dirty="0" baseline="2645" sz="1575" i="1">
                <a:latin typeface="Times New Roman"/>
                <a:cs typeface="Times New Roman"/>
              </a:rPr>
              <a:t>Lt</a:t>
            </a:r>
            <a:r>
              <a:rPr dirty="0" sz="650" i="1">
                <a:latin typeface="Times New Roman"/>
                <a:cs typeface="Times New Roman"/>
              </a:rPr>
              <a:t>1</a:t>
            </a:r>
            <a:r>
              <a:rPr dirty="0" baseline="2645" sz="1575" i="1">
                <a:latin typeface="Times New Roman"/>
                <a:cs typeface="Times New Roman"/>
              </a:rPr>
              <a:t>/3</a:t>
            </a:r>
            <a:r>
              <a:rPr dirty="0" baseline="2645" sz="1575" spc="254" i="1">
                <a:latin typeface="Times New Roman"/>
                <a:cs typeface="Times New Roman"/>
              </a:rPr>
              <a:t> </a:t>
            </a:r>
            <a:r>
              <a:rPr dirty="0" baseline="2645" sz="1575" i="1">
                <a:latin typeface="Times New Roman"/>
                <a:cs typeface="Times New Roman"/>
              </a:rPr>
              <a:t>+</a:t>
            </a:r>
            <a:r>
              <a:rPr dirty="0" baseline="2645" sz="1575" spc="-7" i="1">
                <a:latin typeface="Times New Roman"/>
                <a:cs typeface="Times New Roman"/>
              </a:rPr>
              <a:t> </a:t>
            </a:r>
            <a:r>
              <a:rPr dirty="0" baseline="2645" sz="1575" spc="-30" i="1">
                <a:latin typeface="Times New Roman"/>
                <a:cs typeface="Times New Roman"/>
              </a:rPr>
              <a:t>Lt</a:t>
            </a:r>
            <a:r>
              <a:rPr dirty="0" sz="650" spc="-20" i="1">
                <a:latin typeface="Times New Roman"/>
                <a:cs typeface="Times New Roman"/>
              </a:rPr>
              <a:t>2</a:t>
            </a:r>
            <a:r>
              <a:rPr dirty="0" baseline="2645" sz="1575" spc="-30" i="1">
                <a:latin typeface="Times New Roman"/>
                <a:cs typeface="Times New Roman"/>
              </a:rPr>
              <a:t>/3</a:t>
            </a:r>
            <a:endParaRPr baseline="2645" sz="1575">
              <a:latin typeface="Times New Roman"/>
              <a:cs typeface="Times New Roman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038860" y="6191262"/>
            <a:ext cx="229743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latin typeface="Times New Roman"/>
                <a:cs typeface="Times New Roman"/>
              </a:rPr>
              <a:t>2.</a:t>
            </a:r>
            <a:r>
              <a:rPr dirty="0" sz="1050" spc="1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calcula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Factor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Forzado: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1040130" y="6621792"/>
            <a:ext cx="4996815" cy="6426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107690"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latin typeface="Times New Roman"/>
                <a:cs typeface="Times New Roman"/>
              </a:rPr>
              <a:t>(8 –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12)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30"/>
              </a:spcBef>
            </a:pP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50">
                <a:latin typeface="Times New Roman"/>
                <a:cs typeface="Times New Roman"/>
              </a:rPr>
              <a:t>Representa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cambio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por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unidad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longitud,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desde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punto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E1</a:t>
            </a:r>
            <a:r>
              <a:rPr dirty="0" sz="1050" spc="-5" i="1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hasta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punto </a:t>
            </a:r>
            <a:r>
              <a:rPr dirty="0" sz="1050" spc="-25" i="1">
                <a:latin typeface="Times New Roman"/>
                <a:cs typeface="Times New Roman"/>
              </a:rPr>
              <a:t>D2</a:t>
            </a:r>
            <a:r>
              <a:rPr dirty="0" sz="1050" spc="-25">
                <a:latin typeface="Times New Roman"/>
                <a:cs typeface="Times New Roman"/>
              </a:rPr>
              <a:t>.</a:t>
            </a:r>
            <a:endParaRPr sz="1050">
              <a:latin typeface="Times New Roman"/>
              <a:cs typeface="Times New Roman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1273810" y="3206127"/>
            <a:ext cx="927100" cy="445134"/>
            <a:chOff x="1273810" y="3206127"/>
            <a:chExt cx="927100" cy="445134"/>
          </a:xfrm>
        </p:grpSpPr>
        <p:sp>
          <p:nvSpPr>
            <p:cNvPr id="17" name="object 17" descr=""/>
            <p:cNvSpPr/>
            <p:nvPr/>
          </p:nvSpPr>
          <p:spPr>
            <a:xfrm>
              <a:off x="1273810" y="3355987"/>
              <a:ext cx="210185" cy="0"/>
            </a:xfrm>
            <a:custGeom>
              <a:avLst/>
              <a:gdLst/>
              <a:ahLst/>
              <a:cxnLst/>
              <a:rect l="l" t="t" r="r" b="b"/>
              <a:pathLst>
                <a:path w="210184" h="0">
                  <a:moveTo>
                    <a:pt x="0" y="0"/>
                  </a:moveTo>
                  <a:lnTo>
                    <a:pt x="21018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1520190" y="3206127"/>
              <a:ext cx="680720" cy="445134"/>
            </a:xfrm>
            <a:custGeom>
              <a:avLst/>
              <a:gdLst/>
              <a:ahLst/>
              <a:cxnLst/>
              <a:rect l="l" t="t" r="r" b="b"/>
              <a:pathLst>
                <a:path w="680719" h="445135">
                  <a:moveTo>
                    <a:pt x="680720" y="0"/>
                  </a:moveTo>
                  <a:lnTo>
                    <a:pt x="676910" y="0"/>
                  </a:lnTo>
                  <a:lnTo>
                    <a:pt x="676910" y="5715"/>
                  </a:lnTo>
                  <a:lnTo>
                    <a:pt x="676910" y="438785"/>
                  </a:lnTo>
                  <a:lnTo>
                    <a:pt x="4445" y="438785"/>
                  </a:lnTo>
                  <a:lnTo>
                    <a:pt x="4445" y="5715"/>
                  </a:lnTo>
                  <a:lnTo>
                    <a:pt x="676910" y="5715"/>
                  </a:lnTo>
                  <a:lnTo>
                    <a:pt x="676910" y="0"/>
                  </a:lnTo>
                  <a:lnTo>
                    <a:pt x="4445" y="0"/>
                  </a:lnTo>
                  <a:lnTo>
                    <a:pt x="0" y="0"/>
                  </a:lnTo>
                  <a:lnTo>
                    <a:pt x="0" y="445135"/>
                  </a:lnTo>
                  <a:lnTo>
                    <a:pt x="4445" y="445135"/>
                  </a:lnTo>
                  <a:lnTo>
                    <a:pt x="676910" y="445135"/>
                  </a:lnTo>
                  <a:lnTo>
                    <a:pt x="680720" y="445135"/>
                  </a:lnTo>
                  <a:lnTo>
                    <a:pt x="68072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 txBox="1"/>
          <p:nvPr/>
        </p:nvSpPr>
        <p:spPr>
          <a:xfrm>
            <a:off x="1545589" y="3290582"/>
            <a:ext cx="198120" cy="200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150" i="1">
                <a:latin typeface="Times New Roman"/>
                <a:cs typeface="Times New Roman"/>
              </a:rPr>
              <a:t>Lt</a:t>
            </a:r>
            <a:r>
              <a:rPr dirty="0" sz="1150" spc="-15" i="1">
                <a:latin typeface="Times New Roman"/>
                <a:cs typeface="Times New Roman"/>
              </a:rPr>
              <a:t> </a:t>
            </a:r>
            <a:r>
              <a:rPr dirty="0" sz="1150" spc="-50">
                <a:latin typeface="Times New Roman"/>
                <a:cs typeface="Times New Roman"/>
              </a:rPr>
              <a:t>'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1871979" y="3228352"/>
            <a:ext cx="118745" cy="200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150" spc="-25" i="1">
                <a:latin typeface="Times New Roman"/>
                <a:cs typeface="Times New Roman"/>
              </a:rPr>
              <a:t>e</a:t>
            </a:r>
            <a:r>
              <a:rPr dirty="0" sz="650" spc="-25">
                <a:latin typeface="Times New Roman"/>
                <a:cs typeface="Times New Roman"/>
              </a:rPr>
              <a:t>1</a:t>
            </a:r>
            <a:endParaRPr sz="650">
              <a:latin typeface="Times New Roman"/>
              <a:cs typeface="Times New Roman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1638300" y="3404882"/>
            <a:ext cx="53975" cy="1244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650" spc="-50">
                <a:latin typeface="Times New Roman"/>
                <a:cs typeface="Times New Roman"/>
              </a:rPr>
              <a:t>1</a:t>
            </a:r>
            <a:endParaRPr sz="650">
              <a:latin typeface="Times New Roman"/>
              <a:cs typeface="Times New Roman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1805939" y="3416313"/>
            <a:ext cx="241300" cy="200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baseline="4830" sz="1725" spc="-254">
                <a:latin typeface="Times New Roman"/>
                <a:cs typeface="Times New Roman"/>
              </a:rPr>
              <a:t>(</a:t>
            </a:r>
            <a:r>
              <a:rPr dirty="0" baseline="4830" sz="1725" spc="-254" i="1">
                <a:latin typeface="Times New Roman"/>
                <a:cs typeface="Times New Roman"/>
              </a:rPr>
              <a:t>e</a:t>
            </a:r>
            <a:r>
              <a:rPr dirty="0" sz="1150" spc="-170" i="1">
                <a:latin typeface="Times New Roman"/>
                <a:cs typeface="Times New Roman"/>
              </a:rPr>
              <a:t>Lt</a:t>
            </a:r>
            <a:r>
              <a:rPr dirty="0" baseline="4830" sz="1725" spc="-254">
                <a:latin typeface="Consolas"/>
                <a:cs typeface="Consolas"/>
              </a:rPr>
              <a:t>+</a:t>
            </a:r>
            <a:r>
              <a:rPr dirty="0" sz="1150" spc="-170" i="1">
                <a:latin typeface="Times New Roman"/>
                <a:cs typeface="Times New Roman"/>
              </a:rPr>
              <a:t>f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1793239" y="3580142"/>
            <a:ext cx="175895" cy="200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i="1">
                <a:latin typeface="Times New Roman"/>
                <a:cs typeface="Times New Roman"/>
              </a:rPr>
              <a:t>e</a:t>
            </a:r>
            <a:r>
              <a:rPr dirty="0" sz="1150" spc="-10" i="1">
                <a:latin typeface="Times New Roman"/>
                <a:cs typeface="Times New Roman"/>
              </a:rPr>
              <a:t> </a:t>
            </a:r>
            <a:r>
              <a:rPr dirty="0" sz="1150" spc="-50">
                <a:latin typeface="Times New Roman"/>
                <a:cs typeface="Times New Roman"/>
              </a:rPr>
              <a:t>)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1545589" y="3458223"/>
            <a:ext cx="437515" cy="200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340995" algn="l"/>
              </a:tabLst>
            </a:pPr>
            <a:r>
              <a:rPr dirty="0" sz="1150" spc="-50">
                <a:latin typeface="Consolas"/>
                <a:cs typeface="Consolas"/>
              </a:rPr>
              <a:t>=</a:t>
            </a:r>
            <a:r>
              <a:rPr dirty="0" sz="1150">
                <a:latin typeface="Consolas"/>
                <a:cs typeface="Consolas"/>
              </a:rPr>
              <a:t>	</a:t>
            </a:r>
            <a:r>
              <a:rPr dirty="0" sz="650" spc="-25">
                <a:latin typeface="Times New Roman"/>
                <a:cs typeface="Times New Roman"/>
              </a:rPr>
              <a:t>12</a:t>
            </a:r>
            <a:endParaRPr sz="650">
              <a:latin typeface="Times New Roman"/>
              <a:cs typeface="Times New Roman"/>
            </a:endParaRPr>
          </a:p>
        </p:txBody>
      </p:sp>
      <p:graphicFrame>
        <p:nvGraphicFramePr>
          <p:cNvPr id="25" name="object 25" descr=""/>
          <p:cNvGraphicFramePr>
            <a:graphicFrameLocks noGrp="1"/>
          </p:cNvGraphicFramePr>
          <p:nvPr/>
        </p:nvGraphicFramePr>
        <p:xfrm>
          <a:off x="1273175" y="6517652"/>
          <a:ext cx="967105" cy="4273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8945"/>
                <a:gridCol w="435610"/>
              </a:tblGrid>
              <a:tr h="213995">
                <a:tc rowSpan="2">
                  <a:txBody>
                    <a:bodyPr/>
                    <a:lstStyle/>
                    <a:p>
                      <a:pPr marL="30480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dirty="0" sz="1150" i="1">
                          <a:latin typeface="Times New Roman"/>
                          <a:cs typeface="Times New Roman"/>
                        </a:rPr>
                        <a:t>FPf</a:t>
                      </a:r>
                      <a:r>
                        <a:rPr dirty="0" sz="1150" spc="-20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50" spc="-50">
                          <a:latin typeface="Consolas"/>
                          <a:cs typeface="Consolas"/>
                        </a:rPr>
                        <a:t>=</a:t>
                      </a:r>
                      <a:endParaRPr sz="1150">
                        <a:latin typeface="Consolas"/>
                        <a:cs typeface="Consolas"/>
                      </a:endParaRPr>
                    </a:p>
                  </a:txBody>
                  <a:tcPr marL="0" marR="0" marB="0" marT="62865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40005">
                        <a:lnSpc>
                          <a:spcPts val="1015"/>
                        </a:lnSpc>
                      </a:pPr>
                      <a:r>
                        <a:rPr dirty="0" sz="1150" i="1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dirty="0" baseline="-25641" sz="975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dirty="0" baseline="-25641" sz="975" spc="-52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50">
                          <a:latin typeface="Consolas"/>
                          <a:cs typeface="Consolas"/>
                        </a:rPr>
                        <a:t>+</a:t>
                      </a:r>
                      <a:r>
                        <a:rPr dirty="0" sz="1150" spc="-1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150" spc="-25" i="1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dirty="0" baseline="-25641" sz="975" spc="-37">
                          <a:latin typeface="Times New Roman"/>
                          <a:cs typeface="Times New Roman"/>
                        </a:rPr>
                        <a:t>2</a:t>
                      </a:r>
                      <a:endParaRPr baseline="-25641" sz="9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1336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62865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5588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1150" spc="-25" i="1">
                          <a:latin typeface="Times New Roman"/>
                          <a:cs typeface="Times New Roman"/>
                        </a:rPr>
                        <a:t>Ltf</a:t>
                      </a:r>
                      <a:endParaRPr sz="11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620"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pSp>
        <p:nvGrpSpPr>
          <p:cNvPr id="26" name="object 26" descr=""/>
          <p:cNvGrpSpPr/>
          <p:nvPr/>
        </p:nvGrpSpPr>
        <p:grpSpPr>
          <a:xfrm>
            <a:off x="1273175" y="2357132"/>
            <a:ext cx="1002030" cy="402590"/>
            <a:chOff x="1273175" y="2357132"/>
            <a:chExt cx="1002030" cy="402590"/>
          </a:xfrm>
        </p:grpSpPr>
        <p:sp>
          <p:nvSpPr>
            <p:cNvPr id="27" name="object 27" descr=""/>
            <p:cNvSpPr/>
            <p:nvPr/>
          </p:nvSpPr>
          <p:spPr>
            <a:xfrm>
              <a:off x="1273175" y="2360307"/>
              <a:ext cx="1002030" cy="396240"/>
            </a:xfrm>
            <a:custGeom>
              <a:avLst/>
              <a:gdLst/>
              <a:ahLst/>
              <a:cxnLst/>
              <a:rect l="l" t="t" r="r" b="b"/>
              <a:pathLst>
                <a:path w="1002030" h="396239">
                  <a:moveTo>
                    <a:pt x="0" y="0"/>
                  </a:moveTo>
                  <a:lnTo>
                    <a:pt x="1002030" y="0"/>
                  </a:lnTo>
                </a:path>
                <a:path w="1002030" h="396239">
                  <a:moveTo>
                    <a:pt x="0" y="396239"/>
                  </a:moveTo>
                  <a:lnTo>
                    <a:pt x="746125" y="396239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2019300" y="2755277"/>
              <a:ext cx="255904" cy="0"/>
            </a:xfrm>
            <a:custGeom>
              <a:avLst/>
              <a:gdLst/>
              <a:ahLst/>
              <a:cxnLst/>
              <a:rect l="l" t="t" r="r" b="b"/>
              <a:pathLst>
                <a:path w="255905" h="0">
                  <a:moveTo>
                    <a:pt x="0" y="0"/>
                  </a:moveTo>
                  <a:lnTo>
                    <a:pt x="25590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1276350" y="2357132"/>
              <a:ext cx="995680" cy="402590"/>
            </a:xfrm>
            <a:custGeom>
              <a:avLst/>
              <a:gdLst/>
              <a:ahLst/>
              <a:cxnLst/>
              <a:rect l="l" t="t" r="r" b="b"/>
              <a:pathLst>
                <a:path w="995680" h="402589">
                  <a:moveTo>
                    <a:pt x="0" y="0"/>
                  </a:moveTo>
                  <a:lnTo>
                    <a:pt x="0" y="402589"/>
                  </a:lnTo>
                </a:path>
                <a:path w="995680" h="402589">
                  <a:moveTo>
                    <a:pt x="995680" y="0"/>
                  </a:moveTo>
                  <a:lnTo>
                    <a:pt x="995680" y="399414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 descr=""/>
          <p:cNvSpPr txBox="1"/>
          <p:nvPr/>
        </p:nvSpPr>
        <p:spPr>
          <a:xfrm>
            <a:off x="1339850" y="2440952"/>
            <a:ext cx="421005" cy="200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150" i="1">
                <a:latin typeface="Times New Roman"/>
                <a:cs typeface="Times New Roman"/>
              </a:rPr>
              <a:t>Lt</a:t>
            </a:r>
            <a:r>
              <a:rPr dirty="0" baseline="-8547" sz="975">
                <a:latin typeface="Times New Roman"/>
                <a:cs typeface="Times New Roman"/>
              </a:rPr>
              <a:t>1</a:t>
            </a:r>
            <a:r>
              <a:rPr dirty="0" baseline="-8547" sz="975" spc="16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' </a:t>
            </a:r>
            <a:r>
              <a:rPr dirty="0" sz="1150" spc="-50">
                <a:latin typeface="Consolas"/>
                <a:cs typeface="Consolas"/>
              </a:rPr>
              <a:t>=</a:t>
            </a:r>
            <a:endParaRPr sz="1150">
              <a:latin typeface="Consolas"/>
              <a:cs typeface="Consolas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1493519" y="2689873"/>
            <a:ext cx="67945" cy="1276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650" spc="-50">
                <a:latin typeface="Times New Roman"/>
                <a:cs typeface="Times New Roman"/>
              </a:rPr>
              <a:t>2</a:t>
            </a:r>
            <a:endParaRPr sz="650">
              <a:latin typeface="Times New Roman"/>
              <a:cs typeface="Times New Roman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1365250" y="2614942"/>
            <a:ext cx="380365" cy="200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i="1">
                <a:latin typeface="Times New Roman"/>
                <a:cs typeface="Times New Roman"/>
              </a:rPr>
              <a:t>Lt</a:t>
            </a:r>
            <a:r>
              <a:rPr dirty="0" sz="1150" spc="390" i="1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'</a:t>
            </a:r>
            <a:r>
              <a:rPr dirty="0" sz="1150" spc="5">
                <a:latin typeface="Times New Roman"/>
                <a:cs typeface="Times New Roman"/>
              </a:rPr>
              <a:t> </a:t>
            </a:r>
            <a:r>
              <a:rPr dirty="0" sz="1150" spc="-50">
                <a:latin typeface="Consolas"/>
                <a:cs typeface="Consolas"/>
              </a:rPr>
              <a:t>=</a:t>
            </a:r>
            <a:endParaRPr sz="1150">
              <a:latin typeface="Consolas"/>
              <a:cs typeface="Consolas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2077720" y="2348242"/>
            <a:ext cx="106680" cy="5372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350"/>
              </a:lnSpc>
              <a:spcBef>
                <a:spcPts val="100"/>
              </a:spcBef>
            </a:pPr>
            <a:r>
              <a:rPr dirty="0" sz="1150" spc="-50" i="1">
                <a:latin typeface="Times New Roman"/>
                <a:cs typeface="Times New Roman"/>
              </a:rPr>
              <a:t>L</a:t>
            </a:r>
            <a:endParaRPr sz="1150">
              <a:latin typeface="Times New Roman"/>
              <a:cs typeface="Times New Roman"/>
            </a:endParaRPr>
          </a:p>
          <a:p>
            <a:pPr marL="12700" marR="45720">
              <a:lnSpc>
                <a:spcPts val="1330"/>
              </a:lnSpc>
              <a:spcBef>
                <a:spcPts val="55"/>
              </a:spcBef>
            </a:pPr>
            <a:r>
              <a:rPr dirty="0" sz="1150" spc="-50" i="1">
                <a:latin typeface="Times New Roman"/>
                <a:cs typeface="Times New Roman"/>
              </a:rPr>
              <a:t>t f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1276985" y="4104017"/>
            <a:ext cx="821690" cy="216535"/>
          </a:xfrm>
          <a:prstGeom prst="rect">
            <a:avLst/>
          </a:prstGeom>
          <a:ln w="6350">
            <a:solidFill>
              <a:srgbClr val="000000"/>
            </a:solidFill>
          </a:ln>
        </p:spPr>
        <p:txBody>
          <a:bodyPr wrap="square" lIns="0" tIns="4445" rIns="0" bIns="0" rtlCol="0" vert="horz">
            <a:spAutoFit/>
          </a:bodyPr>
          <a:lstStyle/>
          <a:p>
            <a:pPr marL="36195">
              <a:lnSpc>
                <a:spcPct val="100000"/>
              </a:lnSpc>
              <a:spcBef>
                <a:spcPts val="35"/>
              </a:spcBef>
            </a:pPr>
            <a:r>
              <a:rPr dirty="0" sz="1150" i="1">
                <a:latin typeface="Times New Roman"/>
                <a:cs typeface="Times New Roman"/>
              </a:rPr>
              <a:t>X</a:t>
            </a:r>
            <a:r>
              <a:rPr dirty="0" sz="1150" spc="-5" i="1">
                <a:latin typeface="Times New Roman"/>
                <a:cs typeface="Times New Roman"/>
              </a:rPr>
              <a:t> </a:t>
            </a:r>
            <a:r>
              <a:rPr dirty="0" sz="1150">
                <a:latin typeface="Consolas"/>
                <a:cs typeface="Consolas"/>
              </a:rPr>
              <a:t>=</a:t>
            </a:r>
            <a:r>
              <a:rPr dirty="0" sz="1150" spc="5">
                <a:latin typeface="Consolas"/>
                <a:cs typeface="Consolas"/>
              </a:rPr>
              <a:t> </a:t>
            </a:r>
            <a:r>
              <a:rPr dirty="0" sz="1150" i="1">
                <a:latin typeface="Times New Roman"/>
                <a:cs typeface="Times New Roman"/>
              </a:rPr>
              <a:t>E</a:t>
            </a:r>
            <a:r>
              <a:rPr dirty="0" sz="1150">
                <a:latin typeface="Times New Roman"/>
                <a:cs typeface="Times New Roman"/>
              </a:rPr>
              <a:t>1</a:t>
            </a:r>
            <a:r>
              <a:rPr dirty="0" sz="1150" spc="-25">
                <a:latin typeface="Times New Roman"/>
                <a:cs typeface="Times New Roman"/>
              </a:rPr>
              <a:t> </a:t>
            </a:r>
            <a:r>
              <a:rPr dirty="0" sz="1150" spc="-50">
                <a:latin typeface="Consolas"/>
                <a:cs typeface="Consolas"/>
              </a:rPr>
              <a:t>+</a:t>
            </a:r>
            <a:endParaRPr sz="115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850389" y="6793877"/>
            <a:ext cx="205740" cy="0"/>
          </a:xfrm>
          <a:custGeom>
            <a:avLst/>
            <a:gdLst/>
            <a:ahLst/>
            <a:cxnLst/>
            <a:rect l="l" t="t" r="r" b="b"/>
            <a:pathLst>
              <a:path w="205739" h="0">
                <a:moveTo>
                  <a:pt x="0" y="0"/>
                </a:moveTo>
                <a:lnTo>
                  <a:pt x="20574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1002030" y="5718823"/>
            <a:ext cx="5468620" cy="9436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48030"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latin typeface="Times New Roman"/>
                <a:cs typeface="Times New Roman"/>
              </a:rPr>
              <a:t>FIGURA</a:t>
            </a:r>
            <a:r>
              <a:rPr dirty="0" sz="1050" spc="-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8.16</a:t>
            </a:r>
            <a:r>
              <a:rPr dirty="0" sz="1050" spc="-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–</a:t>
            </a:r>
            <a:r>
              <a:rPr dirty="0" sz="1050" spc="-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-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FORZADO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CURVAS</a:t>
            </a:r>
            <a:r>
              <a:rPr dirty="0" sz="1050" spc="-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DIFERENTE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SENTIDO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050">
              <a:latin typeface="Times New Roman"/>
              <a:cs typeface="Times New Roman"/>
            </a:endParaRPr>
          </a:p>
          <a:p>
            <a:pPr marL="273050" marR="43180" indent="-222250">
              <a:lnSpc>
                <a:spcPts val="1240"/>
              </a:lnSpc>
            </a:pPr>
            <a:r>
              <a:rPr dirty="0" sz="1050">
                <a:latin typeface="Times New Roman"/>
                <a:cs typeface="Times New Roman"/>
              </a:rPr>
              <a:t>3.</a:t>
            </a:r>
            <a:r>
              <a:rPr dirty="0" sz="1050" spc="180">
                <a:latin typeface="Times New Roman"/>
                <a:cs typeface="Times New Roman"/>
              </a:rPr>
              <a:t> 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calcula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para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cada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abscisa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su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correspondiente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peralte.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Figura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8.16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obtiene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siguiente </a:t>
            </a:r>
            <a:r>
              <a:rPr dirty="0" sz="1050">
                <a:latin typeface="Times New Roman"/>
                <a:cs typeface="Times New Roman"/>
              </a:rPr>
              <a:t>relación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triángulos:</a:t>
            </a:r>
            <a:endParaRPr sz="1050">
              <a:latin typeface="Times New Roman"/>
              <a:cs typeface="Times New Roman"/>
            </a:endParaRPr>
          </a:p>
          <a:p>
            <a:pPr marL="286385">
              <a:lnSpc>
                <a:spcPct val="100000"/>
              </a:lnSpc>
              <a:spcBef>
                <a:spcPts val="850"/>
              </a:spcBef>
            </a:pPr>
            <a:r>
              <a:rPr dirty="0" sz="1150" i="1">
                <a:latin typeface="Times New Roman"/>
                <a:cs typeface="Times New Roman"/>
              </a:rPr>
              <a:t>e</a:t>
            </a:r>
            <a:r>
              <a:rPr dirty="0" baseline="-25641" sz="975">
                <a:latin typeface="Times New Roman"/>
                <a:cs typeface="Times New Roman"/>
              </a:rPr>
              <a:t>1</a:t>
            </a:r>
            <a:r>
              <a:rPr dirty="0" baseline="-25641" sz="975" spc="-67">
                <a:latin typeface="Times New Roman"/>
                <a:cs typeface="Times New Roman"/>
              </a:rPr>
              <a:t> </a:t>
            </a:r>
            <a:r>
              <a:rPr dirty="0" sz="1150" spc="-60">
                <a:latin typeface="Consolas"/>
                <a:cs typeface="Consolas"/>
              </a:rPr>
              <a:t>+</a:t>
            </a:r>
            <a:endParaRPr sz="1150">
              <a:latin typeface="Consolas"/>
              <a:cs typeface="Consolas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267460" y="6672592"/>
            <a:ext cx="427990" cy="200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14655" algn="l"/>
              </a:tabLst>
            </a:pPr>
            <a:r>
              <a:rPr dirty="0" sz="1150" spc="130" strike="sngStrike">
                <a:latin typeface="Times New Roman"/>
                <a:cs typeface="Times New Roman"/>
              </a:rPr>
              <a:t>  </a:t>
            </a:r>
            <a:r>
              <a:rPr dirty="0" sz="1150" spc="-50" i="1" strike="sngStrike">
                <a:latin typeface="Times New Roman"/>
                <a:cs typeface="Times New Roman"/>
              </a:rPr>
              <a:t>e</a:t>
            </a:r>
            <a:r>
              <a:rPr dirty="0" sz="1150" i="1" strike="sngStrike">
                <a:latin typeface="Times New Roman"/>
                <a:cs typeface="Times New Roman"/>
              </a:rPr>
              <a:t>	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374139" y="6767180"/>
            <a:ext cx="187960" cy="316230"/>
          </a:xfrm>
          <a:prstGeom prst="rect">
            <a:avLst/>
          </a:prstGeom>
        </p:spPr>
        <p:txBody>
          <a:bodyPr wrap="square" lIns="0" tIns="18415" rIns="0" bIns="0" rtlCol="0" vert="horz">
            <a:spAutoFit/>
          </a:bodyPr>
          <a:lstStyle/>
          <a:p>
            <a:pPr algn="ctr" marL="8255">
              <a:lnSpc>
                <a:spcPct val="100000"/>
              </a:lnSpc>
              <a:spcBef>
                <a:spcPts val="145"/>
              </a:spcBef>
            </a:pPr>
            <a:r>
              <a:rPr dirty="0" sz="650" spc="-50">
                <a:latin typeface="Times New Roman"/>
                <a:cs typeface="Times New Roman"/>
              </a:rPr>
              <a:t>2</a:t>
            </a:r>
            <a:endParaRPr sz="6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80"/>
              </a:spcBef>
            </a:pPr>
            <a:r>
              <a:rPr dirty="0" sz="1150" spc="-25" i="1">
                <a:latin typeface="Times New Roman"/>
                <a:cs typeface="Times New Roman"/>
              </a:rPr>
              <a:t>Ltf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690370" y="6615442"/>
            <a:ext cx="361315" cy="325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99390">
              <a:lnSpc>
                <a:spcPts val="1180"/>
              </a:lnSpc>
              <a:spcBef>
                <a:spcPts val="100"/>
              </a:spcBef>
            </a:pPr>
            <a:r>
              <a:rPr dirty="0" sz="1150" spc="-25" i="1">
                <a:latin typeface="Times New Roman"/>
                <a:cs typeface="Times New Roman"/>
              </a:rPr>
              <a:t>e</a:t>
            </a:r>
            <a:r>
              <a:rPr dirty="0" baseline="-25641" sz="975" spc="-37" i="1">
                <a:latin typeface="Times New Roman"/>
                <a:cs typeface="Times New Roman"/>
              </a:rPr>
              <a:t>p</a:t>
            </a:r>
            <a:endParaRPr baseline="-25641" sz="975">
              <a:latin typeface="Times New Roman"/>
              <a:cs typeface="Times New Roman"/>
            </a:endParaRPr>
          </a:p>
          <a:p>
            <a:pPr marL="38100">
              <a:lnSpc>
                <a:spcPts val="1180"/>
              </a:lnSpc>
            </a:pPr>
            <a:r>
              <a:rPr dirty="0" sz="1150" spc="-10">
                <a:latin typeface="Consolas"/>
                <a:cs typeface="Consolas"/>
              </a:rPr>
              <a:t>=</a:t>
            </a:r>
            <a:r>
              <a:rPr dirty="0" sz="1150" spc="-175">
                <a:latin typeface="Consolas"/>
                <a:cs typeface="Consolas"/>
              </a:rPr>
              <a:t> </a:t>
            </a:r>
            <a:r>
              <a:rPr dirty="0" baseline="-9661" sz="1725" spc="-37" i="1">
                <a:latin typeface="Times New Roman"/>
                <a:cs typeface="Times New Roman"/>
              </a:rPr>
              <a:t>D</a:t>
            </a:r>
            <a:r>
              <a:rPr dirty="0" baseline="-38461" sz="975" spc="-37" i="1">
                <a:latin typeface="Times New Roman"/>
                <a:cs typeface="Times New Roman"/>
              </a:rPr>
              <a:t>p</a:t>
            </a:r>
            <a:endParaRPr baseline="-38461" sz="975">
              <a:latin typeface="Times New Roman"/>
              <a:cs typeface="Times New Roman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262380" y="7252982"/>
            <a:ext cx="68453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latin typeface="Times New Roman"/>
                <a:cs typeface="Times New Roman"/>
              </a:rPr>
              <a:t>Por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lo</a:t>
            </a:r>
            <a:r>
              <a:rPr dirty="0" sz="1050" spc="-10">
                <a:latin typeface="Times New Roman"/>
                <a:cs typeface="Times New Roman"/>
              </a:rPr>
              <a:t> tanto: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3409950" y="7691132"/>
            <a:ext cx="44704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latin typeface="Times New Roman"/>
                <a:cs typeface="Times New Roman"/>
              </a:rPr>
              <a:t>(8 –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13)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4135120" y="8474723"/>
            <a:ext cx="44704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latin typeface="Times New Roman"/>
                <a:cs typeface="Times New Roman"/>
              </a:rPr>
              <a:t>(8 –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14)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038860" y="8848103"/>
            <a:ext cx="5496560" cy="15925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36220">
              <a:lnSpc>
                <a:spcPct val="100000"/>
              </a:lnSpc>
              <a:spcBef>
                <a:spcPts val="100"/>
              </a:spcBef>
            </a:pPr>
            <a:r>
              <a:rPr dirty="0" baseline="2645" sz="1575">
                <a:latin typeface="Times New Roman"/>
                <a:cs typeface="Times New Roman"/>
              </a:rPr>
              <a:t>Donde</a:t>
            </a:r>
            <a:r>
              <a:rPr dirty="0" baseline="2645" sz="1575" spc="-22">
                <a:latin typeface="Times New Roman"/>
                <a:cs typeface="Times New Roman"/>
              </a:rPr>
              <a:t> </a:t>
            </a:r>
            <a:r>
              <a:rPr dirty="0" baseline="2645" sz="1575" i="1">
                <a:latin typeface="Times New Roman"/>
                <a:cs typeface="Times New Roman"/>
              </a:rPr>
              <a:t>D</a:t>
            </a:r>
            <a:r>
              <a:rPr dirty="0" baseline="2645" sz="1575" spc="-22" i="1">
                <a:latin typeface="Times New Roman"/>
                <a:cs typeface="Times New Roman"/>
              </a:rPr>
              <a:t> </a:t>
            </a:r>
            <a:r>
              <a:rPr dirty="0" sz="650" i="1">
                <a:latin typeface="Times New Roman"/>
                <a:cs typeface="Times New Roman"/>
              </a:rPr>
              <a:t>p</a:t>
            </a:r>
            <a:r>
              <a:rPr dirty="0" sz="650" spc="-10" i="1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es</a:t>
            </a:r>
            <a:r>
              <a:rPr dirty="0" baseline="2645" sz="1575" spc="-22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la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distancia</a:t>
            </a:r>
            <a:r>
              <a:rPr dirty="0" baseline="2645" sz="1575" spc="-22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de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la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abscisa</a:t>
            </a:r>
            <a:r>
              <a:rPr dirty="0" baseline="2645" sz="1575" spc="-22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del</a:t>
            </a:r>
            <a:r>
              <a:rPr dirty="0" baseline="2645" sz="1575" spc="-22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punto</a:t>
            </a:r>
            <a:r>
              <a:rPr dirty="0" baseline="2645" sz="1575" spc="7">
                <a:latin typeface="Times New Roman"/>
                <a:cs typeface="Times New Roman"/>
              </a:rPr>
              <a:t> </a:t>
            </a:r>
            <a:r>
              <a:rPr dirty="0" baseline="2645" sz="1575" i="1">
                <a:latin typeface="Times New Roman"/>
                <a:cs typeface="Times New Roman"/>
              </a:rPr>
              <a:t>p</a:t>
            </a:r>
            <a:r>
              <a:rPr dirty="0" baseline="2645" sz="1575" spc="-22" i="1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al</a:t>
            </a:r>
            <a:r>
              <a:rPr dirty="0" baseline="2645" sz="1575" spc="-22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punto </a:t>
            </a:r>
            <a:r>
              <a:rPr dirty="0" baseline="2645" sz="1575" i="1">
                <a:latin typeface="Times New Roman"/>
                <a:cs typeface="Times New Roman"/>
              </a:rPr>
              <a:t>X</a:t>
            </a:r>
            <a:r>
              <a:rPr dirty="0" baseline="2645" sz="1575">
                <a:latin typeface="Times New Roman"/>
                <a:cs typeface="Times New Roman"/>
              </a:rPr>
              <a:t>.</a:t>
            </a:r>
            <a:r>
              <a:rPr dirty="0" baseline="2645" sz="1575" spc="-30">
                <a:latin typeface="Times New Roman"/>
                <a:cs typeface="Times New Roman"/>
              </a:rPr>
              <a:t> </a:t>
            </a:r>
            <a:r>
              <a:rPr dirty="0" sz="1050" spc="-20">
                <a:latin typeface="Times New Roman"/>
                <a:cs typeface="Times New Roman"/>
              </a:rPr>
              <a:t>Esta</a:t>
            </a:r>
            <a:endParaRPr sz="1050">
              <a:latin typeface="Times New Roman"/>
              <a:cs typeface="Times New Roman"/>
            </a:endParaRPr>
          </a:p>
          <a:p>
            <a:pPr marL="13970">
              <a:lnSpc>
                <a:spcPct val="100000"/>
              </a:lnSpc>
              <a:spcBef>
                <a:spcPts val="1200"/>
              </a:spcBef>
            </a:pPr>
            <a:r>
              <a:rPr dirty="0" sz="1050">
                <a:latin typeface="Times New Roman"/>
                <a:cs typeface="Times New Roman"/>
              </a:rPr>
              <a:t>metodología</a:t>
            </a:r>
            <a:r>
              <a:rPr dirty="0" sz="1050" spc="-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puede</a:t>
            </a:r>
            <a:r>
              <a:rPr dirty="0" sz="1050" spc="-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arrojar</a:t>
            </a:r>
            <a:r>
              <a:rPr dirty="0" sz="1050" spc="-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los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siguientes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inconvenientes: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050">
              <a:latin typeface="Times New Roman"/>
              <a:cs typeface="Times New Roman"/>
            </a:endParaRPr>
          </a:p>
          <a:p>
            <a:pPr algn="just" marL="233679" marR="5080" indent="-220979">
              <a:lnSpc>
                <a:spcPct val="97600"/>
              </a:lnSpc>
              <a:buFont typeface="Consolas"/>
              <a:buChar char="•"/>
              <a:tabLst>
                <a:tab pos="234950" algn="l"/>
              </a:tabLst>
            </a:pPr>
            <a:r>
              <a:rPr dirty="0" sz="1050">
                <a:latin typeface="Times New Roman"/>
                <a:cs typeface="Times New Roman"/>
              </a:rPr>
              <a:t>Si</a:t>
            </a:r>
            <a:r>
              <a:rPr dirty="0" sz="1050" spc="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trabaja</a:t>
            </a:r>
            <a:r>
              <a:rPr dirty="0" sz="1050" spc="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con</a:t>
            </a:r>
            <a:r>
              <a:rPr dirty="0" sz="1050" spc="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Lt/3</a:t>
            </a:r>
            <a:r>
              <a:rPr dirty="0" sz="1050" spc="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dentro</a:t>
            </a:r>
            <a:r>
              <a:rPr dirty="0" sz="1050" spc="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curva</a:t>
            </a:r>
            <a:r>
              <a:rPr dirty="0" sz="1050" spc="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circular</a:t>
            </a:r>
            <a:r>
              <a:rPr dirty="0" sz="1050" spc="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puede</a:t>
            </a:r>
            <a:r>
              <a:rPr dirty="0" sz="1050" spc="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suceder</a:t>
            </a:r>
            <a:r>
              <a:rPr dirty="0" sz="1050" spc="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para</a:t>
            </a:r>
            <a:r>
              <a:rPr dirty="0" sz="1050" spc="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curvas</a:t>
            </a:r>
            <a:r>
              <a:rPr dirty="0" sz="1050" spc="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circulares</a:t>
            </a:r>
            <a:r>
              <a:rPr dirty="0" sz="1050" spc="40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cortas </a:t>
            </a:r>
            <a:r>
              <a:rPr dirty="0" sz="1050" spc="-10">
                <a:latin typeface="Times New Roman"/>
                <a:cs typeface="Times New Roman"/>
              </a:rPr>
              <a:t>	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longitud</a:t>
            </a:r>
            <a:r>
              <a:rPr dirty="0" sz="1050" spc="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curva</a:t>
            </a:r>
            <a:r>
              <a:rPr dirty="0" sz="1050" spc="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con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constante</a:t>
            </a:r>
            <a:r>
              <a:rPr dirty="0" sz="1050" spc="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no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sea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mayor</a:t>
            </a:r>
            <a:r>
              <a:rPr dirty="0" sz="1050" spc="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1/3.</a:t>
            </a:r>
            <a:r>
              <a:rPr dirty="0" sz="1050" spc="10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Esto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soluciona</a:t>
            </a:r>
            <a:r>
              <a:rPr dirty="0" sz="1050" spc="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trabajando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con </a:t>
            </a:r>
            <a:r>
              <a:rPr dirty="0" sz="1050" spc="-25">
                <a:latin typeface="Times New Roman"/>
                <a:cs typeface="Times New Roman"/>
              </a:rPr>
              <a:t>	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otro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método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o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utilizando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un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porcentaje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menor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Lt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dentro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curva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circular,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por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ejemplo,</a:t>
            </a:r>
            <a:r>
              <a:rPr dirty="0" sz="1050" spc="170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¼.</a:t>
            </a:r>
            <a:endParaRPr sz="1050">
              <a:latin typeface="Times New Roman"/>
              <a:cs typeface="Times New Roman"/>
            </a:endParaRPr>
          </a:p>
          <a:p>
            <a:pPr algn="just" marL="233679" marR="18415" indent="-220979">
              <a:lnSpc>
                <a:spcPct val="97600"/>
              </a:lnSpc>
              <a:buFont typeface="Consolas"/>
              <a:buChar char="•"/>
              <a:tabLst>
                <a:tab pos="234950" algn="l"/>
              </a:tabLst>
            </a:pP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8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obtenga</a:t>
            </a:r>
            <a:r>
              <a:rPr dirty="0" sz="1050" spc="8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un</a:t>
            </a:r>
            <a:r>
              <a:rPr dirty="0" sz="1050" spc="8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Factor</a:t>
            </a:r>
            <a:r>
              <a:rPr dirty="0" sz="1050" spc="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8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Forzado</a:t>
            </a:r>
            <a:r>
              <a:rPr dirty="0" sz="1050" spc="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muy</a:t>
            </a:r>
            <a:r>
              <a:rPr dirty="0" sz="1050" spc="9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superior</a:t>
            </a:r>
            <a:r>
              <a:rPr dirty="0" sz="1050" spc="8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al</a:t>
            </a:r>
            <a:r>
              <a:rPr dirty="0" sz="1050" spc="8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admisible</a:t>
            </a:r>
            <a:r>
              <a:rPr dirty="0" sz="1050" spc="8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para</a:t>
            </a:r>
            <a:r>
              <a:rPr dirty="0" sz="1050" spc="8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ambas</a:t>
            </a:r>
            <a:r>
              <a:rPr dirty="0" sz="1050" spc="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curvas.</a:t>
            </a:r>
            <a:r>
              <a:rPr dirty="0" sz="1050" spc="80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La </a:t>
            </a:r>
            <a:r>
              <a:rPr dirty="0" sz="1050" spc="-25">
                <a:latin typeface="Times New Roman"/>
                <a:cs typeface="Times New Roman"/>
              </a:rPr>
              <a:t>	</a:t>
            </a:r>
            <a:r>
              <a:rPr dirty="0" sz="1050">
                <a:latin typeface="Times New Roman"/>
                <a:cs typeface="Times New Roman"/>
              </a:rPr>
              <a:t>solución</a:t>
            </a:r>
            <a:r>
              <a:rPr dirty="0" sz="1050" spc="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puede</a:t>
            </a:r>
            <a:r>
              <a:rPr dirty="0" sz="1050" spc="8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ser</a:t>
            </a:r>
            <a:r>
              <a:rPr dirty="0" sz="1050" spc="8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utilizar</a:t>
            </a:r>
            <a:r>
              <a:rPr dirty="0" sz="1050" spc="8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mayor</a:t>
            </a:r>
            <a:r>
              <a:rPr dirty="0" sz="1050" spc="8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porcentaje</a:t>
            </a:r>
            <a:r>
              <a:rPr dirty="0" sz="1050" spc="4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7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Lt</a:t>
            </a:r>
            <a:r>
              <a:rPr dirty="0" sz="1050" spc="8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dentro</a:t>
            </a:r>
            <a:r>
              <a:rPr dirty="0" sz="1050" spc="9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8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curva</a:t>
            </a:r>
            <a:r>
              <a:rPr dirty="0" sz="1050" spc="8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circular</a:t>
            </a:r>
            <a:r>
              <a:rPr dirty="0" sz="1050" spc="8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pero</a:t>
            </a:r>
            <a:r>
              <a:rPr dirty="0" sz="1050" spc="80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verificando </a:t>
            </a:r>
            <a:r>
              <a:rPr dirty="0" sz="1050" spc="-10">
                <a:latin typeface="Times New Roman"/>
                <a:cs typeface="Times New Roman"/>
              </a:rPr>
              <a:t>	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al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menos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permanezca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1/3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longitud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circular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con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constante.</a:t>
            </a:r>
            <a:endParaRPr sz="1050">
              <a:latin typeface="Times New Roman"/>
              <a:cs typeface="Times New Roman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2142489" y="1443367"/>
            <a:ext cx="4254500" cy="4254500"/>
            <a:chOff x="2142489" y="1443367"/>
            <a:chExt cx="4254500" cy="4254500"/>
          </a:xfrm>
        </p:grpSpPr>
        <p:sp>
          <p:nvSpPr>
            <p:cNvPr id="12" name="object 12" descr=""/>
            <p:cNvSpPr/>
            <p:nvPr/>
          </p:nvSpPr>
          <p:spPr>
            <a:xfrm>
              <a:off x="4271644" y="2501912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69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01669" y="2077732"/>
              <a:ext cx="1663700" cy="1664334"/>
            </a:xfrm>
            <a:prstGeom prst="rect">
              <a:avLst/>
            </a:prstGeom>
          </p:spPr>
        </p:pic>
        <p:sp>
          <p:nvSpPr>
            <p:cNvPr id="14" name="object 14" descr=""/>
            <p:cNvSpPr/>
            <p:nvPr/>
          </p:nvSpPr>
          <p:spPr>
            <a:xfrm>
              <a:off x="3208019" y="2531757"/>
              <a:ext cx="1885314" cy="1885950"/>
            </a:xfrm>
            <a:custGeom>
              <a:avLst/>
              <a:gdLst/>
              <a:ahLst/>
              <a:cxnLst/>
              <a:rect l="l" t="t" r="r" b="b"/>
              <a:pathLst>
                <a:path w="1885314" h="1885950">
                  <a:moveTo>
                    <a:pt x="0" y="0"/>
                  </a:moveTo>
                  <a:lnTo>
                    <a:pt x="193675" y="194309"/>
                  </a:lnTo>
                </a:path>
                <a:path w="1885314" h="1885950">
                  <a:moveTo>
                    <a:pt x="235584" y="236220"/>
                  </a:moveTo>
                  <a:lnTo>
                    <a:pt x="278765" y="278764"/>
                  </a:lnTo>
                </a:path>
                <a:path w="1885314" h="1885950">
                  <a:moveTo>
                    <a:pt x="1250950" y="1251584"/>
                  </a:moveTo>
                  <a:lnTo>
                    <a:pt x="1294130" y="1294129"/>
                  </a:lnTo>
                </a:path>
                <a:path w="1885314" h="1885950">
                  <a:moveTo>
                    <a:pt x="1335405" y="1336039"/>
                  </a:moveTo>
                  <a:lnTo>
                    <a:pt x="1546859" y="1547495"/>
                  </a:lnTo>
                </a:path>
                <a:path w="1885314" h="1885950">
                  <a:moveTo>
                    <a:pt x="1590040" y="1590675"/>
                  </a:moveTo>
                  <a:lnTo>
                    <a:pt x="1631950" y="1632584"/>
                  </a:lnTo>
                </a:path>
                <a:path w="1885314" h="1885950">
                  <a:moveTo>
                    <a:pt x="1674495" y="1674494"/>
                  </a:moveTo>
                  <a:lnTo>
                    <a:pt x="1885315" y="188595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11144" y="2911487"/>
              <a:ext cx="122555" cy="122554"/>
            </a:xfrm>
            <a:prstGeom prst="rect">
              <a:avLst/>
            </a:prstGeom>
          </p:spPr>
        </p:pic>
        <p:sp>
          <p:nvSpPr>
            <p:cNvPr id="16" name="object 16" descr=""/>
            <p:cNvSpPr/>
            <p:nvPr/>
          </p:nvSpPr>
          <p:spPr>
            <a:xfrm>
              <a:off x="2955925" y="3056267"/>
              <a:ext cx="13970" cy="13970"/>
            </a:xfrm>
            <a:custGeom>
              <a:avLst/>
              <a:gdLst/>
              <a:ahLst/>
              <a:cxnLst/>
              <a:rect l="l" t="t" r="r" b="b"/>
              <a:pathLst>
                <a:path w="13969" h="13969">
                  <a:moveTo>
                    <a:pt x="12064" y="0"/>
                  </a:moveTo>
                  <a:lnTo>
                    <a:pt x="3175" y="635"/>
                  </a:lnTo>
                  <a:lnTo>
                    <a:pt x="0" y="3810"/>
                  </a:lnTo>
                  <a:lnTo>
                    <a:pt x="0" y="12065"/>
                  </a:lnTo>
                  <a:lnTo>
                    <a:pt x="2539" y="13970"/>
                  </a:lnTo>
                  <a:lnTo>
                    <a:pt x="13969" y="2540"/>
                  </a:lnTo>
                  <a:lnTo>
                    <a:pt x="120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2955925" y="3056267"/>
              <a:ext cx="13970" cy="13970"/>
            </a:xfrm>
            <a:custGeom>
              <a:avLst/>
              <a:gdLst/>
              <a:ahLst/>
              <a:cxnLst/>
              <a:rect l="l" t="t" r="r" b="b"/>
              <a:pathLst>
                <a:path w="13969" h="13969">
                  <a:moveTo>
                    <a:pt x="2539" y="13970"/>
                  </a:moveTo>
                  <a:lnTo>
                    <a:pt x="0" y="12065"/>
                  </a:lnTo>
                  <a:lnTo>
                    <a:pt x="0" y="10160"/>
                  </a:lnTo>
                  <a:lnTo>
                    <a:pt x="0" y="8254"/>
                  </a:lnTo>
                  <a:lnTo>
                    <a:pt x="0" y="5715"/>
                  </a:lnTo>
                  <a:lnTo>
                    <a:pt x="0" y="3810"/>
                  </a:lnTo>
                  <a:lnTo>
                    <a:pt x="3175" y="635"/>
                  </a:lnTo>
                  <a:lnTo>
                    <a:pt x="5714" y="0"/>
                  </a:lnTo>
                  <a:lnTo>
                    <a:pt x="7619" y="635"/>
                  </a:lnTo>
                  <a:lnTo>
                    <a:pt x="10160" y="0"/>
                  </a:lnTo>
                  <a:lnTo>
                    <a:pt x="12064" y="0"/>
                  </a:lnTo>
                  <a:lnTo>
                    <a:pt x="13969" y="254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2959100" y="305944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11430" y="0"/>
                  </a:moveTo>
                  <a:lnTo>
                    <a:pt x="0" y="11429"/>
                  </a:lnTo>
                  <a:lnTo>
                    <a:pt x="3175" y="14604"/>
                  </a:lnTo>
                  <a:lnTo>
                    <a:pt x="6350" y="17779"/>
                  </a:lnTo>
                  <a:lnTo>
                    <a:pt x="17780" y="6350"/>
                  </a:lnTo>
                  <a:lnTo>
                    <a:pt x="114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2959100" y="3059442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3175" y="14604"/>
                  </a:moveTo>
                  <a:lnTo>
                    <a:pt x="0" y="11429"/>
                  </a:lnTo>
                  <a:lnTo>
                    <a:pt x="11430" y="0"/>
                  </a:lnTo>
                  <a:lnTo>
                    <a:pt x="17780" y="6350"/>
                  </a:lnTo>
                  <a:lnTo>
                    <a:pt x="6350" y="17779"/>
                  </a:lnTo>
                  <a:lnTo>
                    <a:pt x="3175" y="14604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2965450" y="3065792"/>
              <a:ext cx="13970" cy="13970"/>
            </a:xfrm>
            <a:custGeom>
              <a:avLst/>
              <a:gdLst/>
              <a:ahLst/>
              <a:cxnLst/>
              <a:rect l="l" t="t" r="r" b="b"/>
              <a:pathLst>
                <a:path w="13969" h="13969">
                  <a:moveTo>
                    <a:pt x="11430" y="0"/>
                  </a:moveTo>
                  <a:lnTo>
                    <a:pt x="0" y="11429"/>
                  </a:lnTo>
                  <a:lnTo>
                    <a:pt x="1905" y="13335"/>
                  </a:lnTo>
                  <a:lnTo>
                    <a:pt x="8255" y="13970"/>
                  </a:lnTo>
                  <a:lnTo>
                    <a:pt x="9525" y="12700"/>
                  </a:lnTo>
                  <a:lnTo>
                    <a:pt x="11430" y="12700"/>
                  </a:lnTo>
                  <a:lnTo>
                    <a:pt x="12700" y="11429"/>
                  </a:lnTo>
                  <a:lnTo>
                    <a:pt x="12700" y="9525"/>
                  </a:lnTo>
                  <a:lnTo>
                    <a:pt x="13969" y="8254"/>
                  </a:lnTo>
                  <a:lnTo>
                    <a:pt x="13335" y="6350"/>
                  </a:lnTo>
                  <a:lnTo>
                    <a:pt x="13969" y="3810"/>
                  </a:lnTo>
                  <a:lnTo>
                    <a:pt x="13335" y="1904"/>
                  </a:lnTo>
                  <a:lnTo>
                    <a:pt x="114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2965450" y="3065792"/>
              <a:ext cx="13970" cy="13970"/>
            </a:xfrm>
            <a:custGeom>
              <a:avLst/>
              <a:gdLst/>
              <a:ahLst/>
              <a:cxnLst/>
              <a:rect l="l" t="t" r="r" b="b"/>
              <a:pathLst>
                <a:path w="13969" h="13969">
                  <a:moveTo>
                    <a:pt x="11430" y="0"/>
                  </a:moveTo>
                  <a:lnTo>
                    <a:pt x="13335" y="1904"/>
                  </a:lnTo>
                  <a:lnTo>
                    <a:pt x="13969" y="3810"/>
                  </a:lnTo>
                  <a:lnTo>
                    <a:pt x="13335" y="6350"/>
                  </a:lnTo>
                  <a:lnTo>
                    <a:pt x="13969" y="8254"/>
                  </a:lnTo>
                  <a:lnTo>
                    <a:pt x="12700" y="9525"/>
                  </a:lnTo>
                  <a:lnTo>
                    <a:pt x="12700" y="11429"/>
                  </a:lnTo>
                  <a:lnTo>
                    <a:pt x="11430" y="12700"/>
                  </a:lnTo>
                  <a:lnTo>
                    <a:pt x="9525" y="12700"/>
                  </a:lnTo>
                  <a:lnTo>
                    <a:pt x="8255" y="13970"/>
                  </a:lnTo>
                  <a:lnTo>
                    <a:pt x="5714" y="13970"/>
                  </a:lnTo>
                  <a:lnTo>
                    <a:pt x="3810" y="13970"/>
                  </a:lnTo>
                  <a:lnTo>
                    <a:pt x="1905" y="13335"/>
                  </a:lnTo>
                  <a:lnTo>
                    <a:pt x="0" y="114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01009" y="3101987"/>
              <a:ext cx="123190" cy="123189"/>
            </a:xfrm>
            <a:prstGeom prst="rect">
              <a:avLst/>
            </a:prstGeom>
          </p:spPr>
        </p:pic>
        <p:sp>
          <p:nvSpPr>
            <p:cNvPr id="23" name="object 23" descr=""/>
            <p:cNvSpPr/>
            <p:nvPr/>
          </p:nvSpPr>
          <p:spPr>
            <a:xfrm>
              <a:off x="4645660" y="4751717"/>
              <a:ext cx="17145" cy="12065"/>
            </a:xfrm>
            <a:custGeom>
              <a:avLst/>
              <a:gdLst/>
              <a:ahLst/>
              <a:cxnLst/>
              <a:rect l="l" t="t" r="r" b="b"/>
              <a:pathLst>
                <a:path w="17145" h="12064">
                  <a:moveTo>
                    <a:pt x="17144" y="0"/>
                  </a:moveTo>
                  <a:lnTo>
                    <a:pt x="7619" y="3175"/>
                  </a:lnTo>
                  <a:lnTo>
                    <a:pt x="0" y="6350"/>
                  </a:lnTo>
                  <a:lnTo>
                    <a:pt x="4444" y="10794"/>
                  </a:lnTo>
                  <a:lnTo>
                    <a:pt x="6350" y="10794"/>
                  </a:lnTo>
                  <a:lnTo>
                    <a:pt x="7619" y="12064"/>
                  </a:lnTo>
                  <a:lnTo>
                    <a:pt x="11429" y="12064"/>
                  </a:lnTo>
                  <a:lnTo>
                    <a:pt x="15239" y="7619"/>
                  </a:lnTo>
                  <a:lnTo>
                    <a:pt x="15875" y="5714"/>
                  </a:lnTo>
                  <a:lnTo>
                    <a:pt x="17144" y="4444"/>
                  </a:lnTo>
                  <a:lnTo>
                    <a:pt x="1714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4645660" y="4751717"/>
              <a:ext cx="17145" cy="12065"/>
            </a:xfrm>
            <a:custGeom>
              <a:avLst/>
              <a:gdLst/>
              <a:ahLst/>
              <a:cxnLst/>
              <a:rect l="l" t="t" r="r" b="b"/>
              <a:pathLst>
                <a:path w="17145" h="12064">
                  <a:moveTo>
                    <a:pt x="17144" y="0"/>
                  </a:moveTo>
                  <a:lnTo>
                    <a:pt x="17144" y="2539"/>
                  </a:lnTo>
                  <a:lnTo>
                    <a:pt x="17144" y="4444"/>
                  </a:lnTo>
                  <a:lnTo>
                    <a:pt x="15875" y="5714"/>
                  </a:lnTo>
                  <a:lnTo>
                    <a:pt x="15239" y="7619"/>
                  </a:lnTo>
                  <a:lnTo>
                    <a:pt x="11429" y="12064"/>
                  </a:lnTo>
                  <a:lnTo>
                    <a:pt x="9525" y="12064"/>
                  </a:lnTo>
                  <a:lnTo>
                    <a:pt x="7619" y="12064"/>
                  </a:lnTo>
                  <a:lnTo>
                    <a:pt x="6350" y="10794"/>
                  </a:lnTo>
                  <a:lnTo>
                    <a:pt x="4444" y="10794"/>
                  </a:lnTo>
                  <a:lnTo>
                    <a:pt x="0" y="635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3883660" y="2435872"/>
              <a:ext cx="779780" cy="2321560"/>
            </a:xfrm>
            <a:custGeom>
              <a:avLst/>
              <a:gdLst/>
              <a:ahLst/>
              <a:cxnLst/>
              <a:rect l="l" t="t" r="r" b="b"/>
              <a:pathLst>
                <a:path w="779779" h="2321560">
                  <a:moveTo>
                    <a:pt x="17144" y="0"/>
                  </a:moveTo>
                  <a:lnTo>
                    <a:pt x="8889" y="4445"/>
                  </a:lnTo>
                  <a:lnTo>
                    <a:pt x="0" y="6350"/>
                  </a:lnTo>
                  <a:lnTo>
                    <a:pt x="762635" y="2321560"/>
                  </a:lnTo>
                  <a:lnTo>
                    <a:pt x="770254" y="2318385"/>
                  </a:lnTo>
                  <a:lnTo>
                    <a:pt x="779779" y="2315210"/>
                  </a:lnTo>
                  <a:lnTo>
                    <a:pt x="1714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3808094" y="2435872"/>
              <a:ext cx="855344" cy="2321560"/>
            </a:xfrm>
            <a:custGeom>
              <a:avLst/>
              <a:gdLst/>
              <a:ahLst/>
              <a:cxnLst/>
              <a:rect l="l" t="t" r="r" b="b"/>
              <a:pathLst>
                <a:path w="855345" h="2321560">
                  <a:moveTo>
                    <a:pt x="838200" y="2321560"/>
                  </a:moveTo>
                  <a:lnTo>
                    <a:pt x="845819" y="2318385"/>
                  </a:lnTo>
                  <a:lnTo>
                    <a:pt x="855344" y="2315210"/>
                  </a:lnTo>
                  <a:lnTo>
                    <a:pt x="92709" y="0"/>
                  </a:lnTo>
                  <a:lnTo>
                    <a:pt x="84454" y="3810"/>
                  </a:lnTo>
                  <a:lnTo>
                    <a:pt x="76200" y="6350"/>
                  </a:lnTo>
                  <a:lnTo>
                    <a:pt x="838200" y="2321560"/>
                  </a:lnTo>
                  <a:close/>
                </a:path>
                <a:path w="855345" h="2321560">
                  <a:moveTo>
                    <a:pt x="0" y="1707515"/>
                  </a:moveTo>
                  <a:lnTo>
                    <a:pt x="254000" y="196151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3768089" y="4103382"/>
              <a:ext cx="46355" cy="46355"/>
            </a:xfrm>
            <a:custGeom>
              <a:avLst/>
              <a:gdLst/>
              <a:ahLst/>
              <a:cxnLst/>
              <a:rect l="l" t="t" r="r" b="b"/>
              <a:pathLst>
                <a:path w="46354" h="46354">
                  <a:moveTo>
                    <a:pt x="0" y="0"/>
                  </a:moveTo>
                  <a:lnTo>
                    <a:pt x="33655" y="46354"/>
                  </a:lnTo>
                  <a:lnTo>
                    <a:pt x="46355" y="336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3768089" y="4103382"/>
              <a:ext cx="46355" cy="46355"/>
            </a:xfrm>
            <a:custGeom>
              <a:avLst/>
              <a:gdLst/>
              <a:ahLst/>
              <a:cxnLst/>
              <a:rect l="l" t="t" r="r" b="b"/>
              <a:pathLst>
                <a:path w="46354" h="46354">
                  <a:moveTo>
                    <a:pt x="46355" y="33654"/>
                  </a:moveTo>
                  <a:lnTo>
                    <a:pt x="33655" y="46354"/>
                  </a:lnTo>
                  <a:lnTo>
                    <a:pt x="0" y="0"/>
                  </a:lnTo>
                  <a:lnTo>
                    <a:pt x="46355" y="33654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9" name="object 2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050664" y="4385322"/>
              <a:ext cx="179704" cy="179704"/>
            </a:xfrm>
            <a:prstGeom prst="rect">
              <a:avLst/>
            </a:prstGeom>
          </p:spPr>
        </p:pic>
        <p:sp>
          <p:nvSpPr>
            <p:cNvPr id="30" name="object 30" descr=""/>
            <p:cNvSpPr/>
            <p:nvPr/>
          </p:nvSpPr>
          <p:spPr>
            <a:xfrm>
              <a:off x="4235450" y="336487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70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4490085" y="4826012"/>
              <a:ext cx="46355" cy="46355"/>
            </a:xfrm>
            <a:custGeom>
              <a:avLst/>
              <a:gdLst/>
              <a:ahLst/>
              <a:cxnLst/>
              <a:rect l="l" t="t" r="r" b="b"/>
              <a:pathLst>
                <a:path w="46354" h="46354">
                  <a:moveTo>
                    <a:pt x="12700" y="0"/>
                  </a:moveTo>
                  <a:lnTo>
                    <a:pt x="0" y="12700"/>
                  </a:lnTo>
                  <a:lnTo>
                    <a:pt x="46354" y="46355"/>
                  </a:lnTo>
                  <a:lnTo>
                    <a:pt x="127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4241164" y="4520577"/>
              <a:ext cx="294640" cy="351155"/>
            </a:xfrm>
            <a:custGeom>
              <a:avLst/>
              <a:gdLst/>
              <a:ahLst/>
              <a:cxnLst/>
              <a:rect l="l" t="t" r="r" b="b"/>
              <a:pathLst>
                <a:path w="294639" h="351154">
                  <a:moveTo>
                    <a:pt x="260350" y="304800"/>
                  </a:moveTo>
                  <a:lnTo>
                    <a:pt x="247650" y="317500"/>
                  </a:lnTo>
                  <a:lnTo>
                    <a:pt x="294639" y="351155"/>
                  </a:lnTo>
                  <a:lnTo>
                    <a:pt x="260350" y="304800"/>
                  </a:lnTo>
                  <a:close/>
                </a:path>
                <a:path w="294639" h="351154">
                  <a:moveTo>
                    <a:pt x="18414" y="6350"/>
                  </a:moveTo>
                  <a:lnTo>
                    <a:pt x="13335" y="5080"/>
                  </a:lnTo>
                  <a:lnTo>
                    <a:pt x="13335" y="635"/>
                  </a:lnTo>
                  <a:lnTo>
                    <a:pt x="18414" y="0"/>
                  </a:lnTo>
                  <a:lnTo>
                    <a:pt x="18414" y="6350"/>
                  </a:lnTo>
                  <a:lnTo>
                    <a:pt x="13970" y="10795"/>
                  </a:lnTo>
                  <a:lnTo>
                    <a:pt x="5714" y="12700"/>
                  </a:lnTo>
                  <a:lnTo>
                    <a:pt x="0" y="1397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3773805" y="4095140"/>
              <a:ext cx="770255" cy="777240"/>
            </a:xfrm>
            <a:custGeom>
              <a:avLst/>
              <a:gdLst/>
              <a:ahLst/>
              <a:cxnLst/>
              <a:rect l="l" t="t" r="r" b="b"/>
              <a:pathLst>
                <a:path w="770254" h="777239">
                  <a:moveTo>
                    <a:pt x="1270" y="622"/>
                  </a:moveTo>
                  <a:lnTo>
                    <a:pt x="1079" y="177"/>
                  </a:lnTo>
                  <a:lnTo>
                    <a:pt x="635" y="0"/>
                  </a:lnTo>
                  <a:lnTo>
                    <a:pt x="177" y="177"/>
                  </a:lnTo>
                  <a:lnTo>
                    <a:pt x="0" y="622"/>
                  </a:lnTo>
                  <a:lnTo>
                    <a:pt x="177" y="1079"/>
                  </a:lnTo>
                  <a:lnTo>
                    <a:pt x="635" y="1257"/>
                  </a:lnTo>
                  <a:lnTo>
                    <a:pt x="1079" y="1079"/>
                  </a:lnTo>
                  <a:lnTo>
                    <a:pt x="1270" y="622"/>
                  </a:lnTo>
                  <a:close/>
                </a:path>
                <a:path w="770254" h="777239">
                  <a:moveTo>
                    <a:pt x="762635" y="776592"/>
                  </a:moveTo>
                  <a:lnTo>
                    <a:pt x="762444" y="776147"/>
                  </a:lnTo>
                  <a:lnTo>
                    <a:pt x="762000" y="775957"/>
                  </a:lnTo>
                  <a:lnTo>
                    <a:pt x="761542" y="776147"/>
                  </a:lnTo>
                  <a:lnTo>
                    <a:pt x="761352" y="776592"/>
                  </a:lnTo>
                  <a:lnTo>
                    <a:pt x="761542" y="777049"/>
                  </a:lnTo>
                  <a:lnTo>
                    <a:pt x="762000" y="777227"/>
                  </a:lnTo>
                  <a:lnTo>
                    <a:pt x="762444" y="777049"/>
                  </a:lnTo>
                  <a:lnTo>
                    <a:pt x="762635" y="776592"/>
                  </a:lnTo>
                  <a:close/>
                </a:path>
                <a:path w="770254" h="777239">
                  <a:moveTo>
                    <a:pt x="770255" y="768972"/>
                  </a:moveTo>
                  <a:lnTo>
                    <a:pt x="770064" y="768527"/>
                  </a:lnTo>
                  <a:lnTo>
                    <a:pt x="769620" y="768337"/>
                  </a:lnTo>
                  <a:lnTo>
                    <a:pt x="769162" y="768527"/>
                  </a:lnTo>
                  <a:lnTo>
                    <a:pt x="768985" y="768972"/>
                  </a:lnTo>
                  <a:lnTo>
                    <a:pt x="769162" y="769429"/>
                  </a:lnTo>
                  <a:lnTo>
                    <a:pt x="769620" y="769607"/>
                  </a:lnTo>
                  <a:lnTo>
                    <a:pt x="770064" y="769429"/>
                  </a:lnTo>
                  <a:lnTo>
                    <a:pt x="770255" y="7689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3468369" y="3804932"/>
              <a:ext cx="257810" cy="257810"/>
            </a:xfrm>
            <a:custGeom>
              <a:avLst/>
              <a:gdLst/>
              <a:ahLst/>
              <a:cxnLst/>
              <a:rect l="l" t="t" r="r" b="b"/>
              <a:pathLst>
                <a:path w="257810" h="257810">
                  <a:moveTo>
                    <a:pt x="257809" y="25780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3720464" y="4055757"/>
              <a:ext cx="46990" cy="46990"/>
            </a:xfrm>
            <a:custGeom>
              <a:avLst/>
              <a:gdLst/>
              <a:ahLst/>
              <a:cxnLst/>
              <a:rect l="l" t="t" r="r" b="b"/>
              <a:pathLst>
                <a:path w="46989" h="46989">
                  <a:moveTo>
                    <a:pt x="12064" y="0"/>
                  </a:moveTo>
                  <a:lnTo>
                    <a:pt x="0" y="12064"/>
                  </a:lnTo>
                  <a:lnTo>
                    <a:pt x="46989" y="46989"/>
                  </a:lnTo>
                  <a:lnTo>
                    <a:pt x="120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3039109" y="3374402"/>
              <a:ext cx="728980" cy="728980"/>
            </a:xfrm>
            <a:custGeom>
              <a:avLst/>
              <a:gdLst/>
              <a:ahLst/>
              <a:cxnLst/>
              <a:rect l="l" t="t" r="r" b="b"/>
              <a:pathLst>
                <a:path w="728979" h="728979">
                  <a:moveTo>
                    <a:pt x="694054" y="681354"/>
                  </a:moveTo>
                  <a:lnTo>
                    <a:pt x="681354" y="694054"/>
                  </a:lnTo>
                  <a:lnTo>
                    <a:pt x="728979" y="728979"/>
                  </a:lnTo>
                  <a:lnTo>
                    <a:pt x="694054" y="681354"/>
                  </a:lnTo>
                  <a:close/>
                </a:path>
                <a:path w="728979" h="728979">
                  <a:moveTo>
                    <a:pt x="0" y="0"/>
                  </a:moveTo>
                  <a:lnTo>
                    <a:pt x="256539" y="25653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2997834" y="3333127"/>
              <a:ext cx="47625" cy="47625"/>
            </a:xfrm>
            <a:custGeom>
              <a:avLst/>
              <a:gdLst/>
              <a:ahLst/>
              <a:cxnLst/>
              <a:rect l="l" t="t" r="r" b="b"/>
              <a:pathLst>
                <a:path w="47625" h="47625">
                  <a:moveTo>
                    <a:pt x="0" y="0"/>
                  </a:moveTo>
                  <a:lnTo>
                    <a:pt x="34925" y="47625"/>
                  </a:lnTo>
                  <a:lnTo>
                    <a:pt x="47625" y="349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2997834" y="3333127"/>
              <a:ext cx="47625" cy="47625"/>
            </a:xfrm>
            <a:custGeom>
              <a:avLst/>
              <a:gdLst/>
              <a:ahLst/>
              <a:cxnLst/>
              <a:rect l="l" t="t" r="r" b="b"/>
              <a:pathLst>
                <a:path w="47625" h="47625">
                  <a:moveTo>
                    <a:pt x="47625" y="34925"/>
                  </a:moveTo>
                  <a:lnTo>
                    <a:pt x="34925" y="47625"/>
                  </a:lnTo>
                  <a:lnTo>
                    <a:pt x="0" y="0"/>
                  </a:lnTo>
                  <a:lnTo>
                    <a:pt x="47625" y="34925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9" name="object 39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284854" y="3619512"/>
              <a:ext cx="165735" cy="166370"/>
            </a:xfrm>
            <a:prstGeom prst="rect">
              <a:avLst/>
            </a:prstGeom>
          </p:spPr>
        </p:pic>
        <p:sp>
          <p:nvSpPr>
            <p:cNvPr id="40" name="object 40" descr=""/>
            <p:cNvSpPr/>
            <p:nvPr/>
          </p:nvSpPr>
          <p:spPr>
            <a:xfrm>
              <a:off x="3468369" y="3747782"/>
              <a:ext cx="19050" cy="12700"/>
            </a:xfrm>
            <a:custGeom>
              <a:avLst/>
              <a:gdLst/>
              <a:ahLst/>
              <a:cxnLst/>
              <a:rect l="l" t="t" r="r" b="b"/>
              <a:pathLst>
                <a:path w="19050" h="12700">
                  <a:moveTo>
                    <a:pt x="18414" y="5079"/>
                  </a:moveTo>
                  <a:lnTo>
                    <a:pt x="13969" y="5079"/>
                  </a:lnTo>
                  <a:lnTo>
                    <a:pt x="12700" y="0"/>
                  </a:lnTo>
                  <a:lnTo>
                    <a:pt x="19050" y="0"/>
                  </a:lnTo>
                  <a:lnTo>
                    <a:pt x="18414" y="5079"/>
                  </a:lnTo>
                  <a:lnTo>
                    <a:pt x="13969" y="9525"/>
                  </a:lnTo>
                  <a:lnTo>
                    <a:pt x="6350" y="12700"/>
                  </a:lnTo>
                  <a:lnTo>
                    <a:pt x="0" y="127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3004820" y="3325507"/>
              <a:ext cx="770890" cy="778510"/>
            </a:xfrm>
            <a:custGeom>
              <a:avLst/>
              <a:gdLst/>
              <a:ahLst/>
              <a:cxnLst/>
              <a:rect l="l" t="t" r="r" b="b"/>
              <a:pathLst>
                <a:path w="770889" h="778510">
                  <a:moveTo>
                    <a:pt x="1270" y="635"/>
                  </a:moveTo>
                  <a:lnTo>
                    <a:pt x="1079" y="190"/>
                  </a:lnTo>
                  <a:lnTo>
                    <a:pt x="635" y="0"/>
                  </a:lnTo>
                  <a:lnTo>
                    <a:pt x="177" y="190"/>
                  </a:lnTo>
                  <a:lnTo>
                    <a:pt x="0" y="635"/>
                  </a:lnTo>
                  <a:lnTo>
                    <a:pt x="177" y="1092"/>
                  </a:lnTo>
                  <a:lnTo>
                    <a:pt x="635" y="1270"/>
                  </a:lnTo>
                  <a:lnTo>
                    <a:pt x="1079" y="1092"/>
                  </a:lnTo>
                  <a:lnTo>
                    <a:pt x="1270" y="635"/>
                  </a:lnTo>
                  <a:close/>
                </a:path>
                <a:path w="770889" h="778510">
                  <a:moveTo>
                    <a:pt x="763270" y="777875"/>
                  </a:moveTo>
                  <a:lnTo>
                    <a:pt x="763079" y="777430"/>
                  </a:lnTo>
                  <a:lnTo>
                    <a:pt x="762635" y="777252"/>
                  </a:lnTo>
                  <a:lnTo>
                    <a:pt x="762177" y="777430"/>
                  </a:lnTo>
                  <a:lnTo>
                    <a:pt x="761987" y="777875"/>
                  </a:lnTo>
                  <a:lnTo>
                    <a:pt x="762177" y="778332"/>
                  </a:lnTo>
                  <a:lnTo>
                    <a:pt x="762635" y="778510"/>
                  </a:lnTo>
                  <a:lnTo>
                    <a:pt x="763079" y="778332"/>
                  </a:lnTo>
                  <a:lnTo>
                    <a:pt x="763270" y="777875"/>
                  </a:lnTo>
                  <a:close/>
                </a:path>
                <a:path w="770889" h="778510">
                  <a:moveTo>
                    <a:pt x="770890" y="770255"/>
                  </a:moveTo>
                  <a:lnTo>
                    <a:pt x="770699" y="769810"/>
                  </a:lnTo>
                  <a:lnTo>
                    <a:pt x="770255" y="769632"/>
                  </a:lnTo>
                  <a:lnTo>
                    <a:pt x="769797" y="769810"/>
                  </a:lnTo>
                  <a:lnTo>
                    <a:pt x="769620" y="770255"/>
                  </a:lnTo>
                  <a:lnTo>
                    <a:pt x="769797" y="770712"/>
                  </a:lnTo>
                  <a:lnTo>
                    <a:pt x="770255" y="770890"/>
                  </a:lnTo>
                  <a:lnTo>
                    <a:pt x="770699" y="770712"/>
                  </a:lnTo>
                  <a:lnTo>
                    <a:pt x="770890" y="77025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5136514" y="4460887"/>
              <a:ext cx="278130" cy="278130"/>
            </a:xfrm>
            <a:custGeom>
              <a:avLst/>
              <a:gdLst/>
              <a:ahLst/>
              <a:cxnLst/>
              <a:rect l="l" t="t" r="r" b="b"/>
              <a:pathLst>
                <a:path w="278129" h="278129">
                  <a:moveTo>
                    <a:pt x="0" y="0"/>
                  </a:moveTo>
                  <a:lnTo>
                    <a:pt x="42545" y="42545"/>
                  </a:lnTo>
                </a:path>
                <a:path w="278129" h="278129">
                  <a:moveTo>
                    <a:pt x="84455" y="83820"/>
                  </a:moveTo>
                  <a:lnTo>
                    <a:pt x="278130" y="27813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3" name="object 43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048000" y="2312682"/>
              <a:ext cx="2881629" cy="2881629"/>
            </a:xfrm>
            <a:prstGeom prst="rect">
              <a:avLst/>
            </a:prstGeom>
          </p:spPr>
        </p:pic>
        <p:sp>
          <p:nvSpPr>
            <p:cNvPr id="44" name="object 44" descr=""/>
            <p:cNvSpPr/>
            <p:nvPr/>
          </p:nvSpPr>
          <p:spPr>
            <a:xfrm>
              <a:off x="2865754" y="2157742"/>
              <a:ext cx="1308100" cy="2046605"/>
            </a:xfrm>
            <a:custGeom>
              <a:avLst/>
              <a:gdLst/>
              <a:ahLst/>
              <a:cxnLst/>
              <a:rect l="l" t="t" r="r" b="b"/>
              <a:pathLst>
                <a:path w="1308100" h="2046604">
                  <a:moveTo>
                    <a:pt x="1308099" y="0"/>
                  </a:moveTo>
                  <a:lnTo>
                    <a:pt x="1275080" y="33020"/>
                  </a:lnTo>
                </a:path>
                <a:path w="1308100" h="2046604">
                  <a:moveTo>
                    <a:pt x="1254124" y="53975"/>
                  </a:moveTo>
                  <a:lnTo>
                    <a:pt x="1210945" y="97154"/>
                  </a:lnTo>
                </a:path>
                <a:path w="1308100" h="2046604">
                  <a:moveTo>
                    <a:pt x="1189355" y="118110"/>
                  </a:moveTo>
                  <a:lnTo>
                    <a:pt x="1147445" y="160654"/>
                  </a:lnTo>
                </a:path>
                <a:path w="1308100" h="2046604">
                  <a:moveTo>
                    <a:pt x="1125855" y="182245"/>
                  </a:moveTo>
                  <a:lnTo>
                    <a:pt x="1083945" y="224154"/>
                  </a:lnTo>
                </a:path>
                <a:path w="1308100" h="2046604">
                  <a:moveTo>
                    <a:pt x="231139" y="1076325"/>
                  </a:moveTo>
                  <a:lnTo>
                    <a:pt x="189230" y="1118870"/>
                  </a:lnTo>
                </a:path>
                <a:path w="1308100" h="2046604">
                  <a:moveTo>
                    <a:pt x="167639" y="1140460"/>
                  </a:moveTo>
                  <a:lnTo>
                    <a:pt x="124459" y="1183640"/>
                  </a:lnTo>
                </a:path>
                <a:path w="1308100" h="2046604">
                  <a:moveTo>
                    <a:pt x="104139" y="1203960"/>
                  </a:moveTo>
                  <a:lnTo>
                    <a:pt x="60959" y="1246504"/>
                  </a:lnTo>
                </a:path>
                <a:path w="1308100" h="2046604">
                  <a:moveTo>
                    <a:pt x="0" y="1389379"/>
                  </a:moveTo>
                  <a:lnTo>
                    <a:pt x="657224" y="204660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2824479" y="3506482"/>
              <a:ext cx="47625" cy="47625"/>
            </a:xfrm>
            <a:custGeom>
              <a:avLst/>
              <a:gdLst/>
              <a:ahLst/>
              <a:cxnLst/>
              <a:rect l="l" t="t" r="r" b="b"/>
              <a:pathLst>
                <a:path w="47625" h="47625">
                  <a:moveTo>
                    <a:pt x="0" y="0"/>
                  </a:moveTo>
                  <a:lnTo>
                    <a:pt x="34925" y="47625"/>
                  </a:lnTo>
                  <a:lnTo>
                    <a:pt x="47625" y="349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2825114" y="3506482"/>
              <a:ext cx="1497965" cy="1497965"/>
            </a:xfrm>
            <a:custGeom>
              <a:avLst/>
              <a:gdLst/>
              <a:ahLst/>
              <a:cxnLst/>
              <a:rect l="l" t="t" r="r" b="b"/>
              <a:pathLst>
                <a:path w="1497964" h="1497964">
                  <a:moveTo>
                    <a:pt x="46990" y="34289"/>
                  </a:moveTo>
                  <a:lnTo>
                    <a:pt x="34290" y="46989"/>
                  </a:lnTo>
                  <a:lnTo>
                    <a:pt x="0" y="0"/>
                  </a:lnTo>
                  <a:lnTo>
                    <a:pt x="46990" y="34289"/>
                  </a:lnTo>
                  <a:close/>
                </a:path>
                <a:path w="1497964" h="1497964">
                  <a:moveTo>
                    <a:pt x="1497964" y="1497964"/>
                  </a:moveTo>
                  <a:lnTo>
                    <a:pt x="839470" y="83946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4317364" y="4998733"/>
              <a:ext cx="46355" cy="46355"/>
            </a:xfrm>
            <a:custGeom>
              <a:avLst/>
              <a:gdLst/>
              <a:ahLst/>
              <a:cxnLst/>
              <a:rect l="l" t="t" r="r" b="b"/>
              <a:pathLst>
                <a:path w="46354" h="46354">
                  <a:moveTo>
                    <a:pt x="12700" y="0"/>
                  </a:moveTo>
                  <a:lnTo>
                    <a:pt x="0" y="12700"/>
                  </a:lnTo>
                  <a:lnTo>
                    <a:pt x="46355" y="46354"/>
                  </a:lnTo>
                  <a:lnTo>
                    <a:pt x="127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4317364" y="4998733"/>
              <a:ext cx="46355" cy="46355"/>
            </a:xfrm>
            <a:custGeom>
              <a:avLst/>
              <a:gdLst/>
              <a:ahLst/>
              <a:cxnLst/>
              <a:rect l="l" t="t" r="r" b="b"/>
              <a:pathLst>
                <a:path w="46354" h="46354">
                  <a:moveTo>
                    <a:pt x="12700" y="0"/>
                  </a:moveTo>
                  <a:lnTo>
                    <a:pt x="0" y="12700"/>
                  </a:lnTo>
                  <a:lnTo>
                    <a:pt x="46355" y="46354"/>
                  </a:lnTo>
                  <a:lnTo>
                    <a:pt x="1270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9" name="object 49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512184" y="4192917"/>
              <a:ext cx="164464" cy="165100"/>
            </a:xfrm>
            <a:prstGeom prst="rect">
              <a:avLst/>
            </a:prstGeom>
          </p:spPr>
        </p:pic>
        <p:sp>
          <p:nvSpPr>
            <p:cNvPr id="50" name="object 50" descr=""/>
            <p:cNvSpPr/>
            <p:nvPr/>
          </p:nvSpPr>
          <p:spPr>
            <a:xfrm>
              <a:off x="2813672" y="3516655"/>
              <a:ext cx="1551940" cy="1532255"/>
            </a:xfrm>
            <a:custGeom>
              <a:avLst/>
              <a:gdLst/>
              <a:ahLst/>
              <a:cxnLst/>
              <a:rect l="l" t="t" r="r" b="b"/>
              <a:pathLst>
                <a:path w="1551939" h="1532254">
                  <a:moveTo>
                    <a:pt x="1282" y="622"/>
                  </a:moveTo>
                  <a:lnTo>
                    <a:pt x="1092" y="177"/>
                  </a:lnTo>
                  <a:lnTo>
                    <a:pt x="647" y="0"/>
                  </a:lnTo>
                  <a:lnTo>
                    <a:pt x="190" y="177"/>
                  </a:lnTo>
                  <a:lnTo>
                    <a:pt x="0" y="622"/>
                  </a:lnTo>
                  <a:lnTo>
                    <a:pt x="190" y="1079"/>
                  </a:lnTo>
                  <a:lnTo>
                    <a:pt x="647" y="1257"/>
                  </a:lnTo>
                  <a:lnTo>
                    <a:pt x="1092" y="1079"/>
                  </a:lnTo>
                  <a:lnTo>
                    <a:pt x="1282" y="622"/>
                  </a:lnTo>
                  <a:close/>
                </a:path>
                <a:path w="1551939" h="1532254">
                  <a:moveTo>
                    <a:pt x="1548142" y="1531607"/>
                  </a:moveTo>
                  <a:lnTo>
                    <a:pt x="1547952" y="1531162"/>
                  </a:lnTo>
                  <a:lnTo>
                    <a:pt x="1547507" y="1530972"/>
                  </a:lnTo>
                  <a:lnTo>
                    <a:pt x="1547050" y="1531162"/>
                  </a:lnTo>
                  <a:lnTo>
                    <a:pt x="1546860" y="1531607"/>
                  </a:lnTo>
                  <a:lnTo>
                    <a:pt x="1547050" y="1532064"/>
                  </a:lnTo>
                  <a:lnTo>
                    <a:pt x="1547507" y="1532242"/>
                  </a:lnTo>
                  <a:lnTo>
                    <a:pt x="1547952" y="1532064"/>
                  </a:lnTo>
                  <a:lnTo>
                    <a:pt x="1548142" y="1531607"/>
                  </a:lnTo>
                  <a:close/>
                </a:path>
                <a:path w="1551939" h="1532254">
                  <a:moveTo>
                    <a:pt x="1551317" y="1528432"/>
                  </a:moveTo>
                  <a:lnTo>
                    <a:pt x="1551127" y="1527987"/>
                  </a:lnTo>
                  <a:lnTo>
                    <a:pt x="1550682" y="1527797"/>
                  </a:lnTo>
                  <a:lnTo>
                    <a:pt x="1550225" y="1527987"/>
                  </a:lnTo>
                  <a:lnTo>
                    <a:pt x="1550035" y="1528432"/>
                  </a:lnTo>
                  <a:lnTo>
                    <a:pt x="1550225" y="1528889"/>
                  </a:lnTo>
                  <a:lnTo>
                    <a:pt x="1550682" y="1529067"/>
                  </a:lnTo>
                  <a:lnTo>
                    <a:pt x="1551127" y="1528889"/>
                  </a:lnTo>
                  <a:lnTo>
                    <a:pt x="1551317" y="152843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2743834" y="2295537"/>
              <a:ext cx="2968625" cy="2830830"/>
            </a:xfrm>
            <a:custGeom>
              <a:avLst/>
              <a:gdLst/>
              <a:ahLst/>
              <a:cxnLst/>
              <a:rect l="l" t="t" r="r" b="b"/>
              <a:pathLst>
                <a:path w="2968625" h="2830829">
                  <a:moveTo>
                    <a:pt x="162559" y="1129665"/>
                  </a:moveTo>
                  <a:lnTo>
                    <a:pt x="119379" y="1172845"/>
                  </a:lnTo>
                </a:path>
                <a:path w="2968625" h="2830829">
                  <a:moveTo>
                    <a:pt x="97789" y="1194434"/>
                  </a:moveTo>
                  <a:lnTo>
                    <a:pt x="55244" y="1236979"/>
                  </a:lnTo>
                </a:path>
                <a:path w="2968625" h="2830829">
                  <a:moveTo>
                    <a:pt x="33654" y="1258570"/>
                  </a:moveTo>
                  <a:lnTo>
                    <a:pt x="0" y="1292225"/>
                  </a:lnTo>
                </a:path>
                <a:path w="2968625" h="2830829">
                  <a:moveTo>
                    <a:pt x="979804" y="1852295"/>
                  </a:moveTo>
                  <a:lnTo>
                    <a:pt x="1024889" y="1807209"/>
                  </a:lnTo>
                </a:path>
                <a:path w="2968625" h="2830829">
                  <a:moveTo>
                    <a:pt x="1046479" y="1786254"/>
                  </a:moveTo>
                  <a:lnTo>
                    <a:pt x="1088389" y="1743709"/>
                  </a:lnTo>
                </a:path>
                <a:path w="2968625" h="2830829">
                  <a:moveTo>
                    <a:pt x="2004694" y="827404"/>
                  </a:moveTo>
                  <a:lnTo>
                    <a:pt x="2047875" y="784225"/>
                  </a:lnTo>
                </a:path>
                <a:path w="2968625" h="2830829">
                  <a:moveTo>
                    <a:pt x="2068194" y="763904"/>
                  </a:moveTo>
                  <a:lnTo>
                    <a:pt x="2113915" y="718820"/>
                  </a:lnTo>
                </a:path>
                <a:path w="2968625" h="2830829">
                  <a:moveTo>
                    <a:pt x="1539239" y="2830830"/>
                  </a:moveTo>
                  <a:lnTo>
                    <a:pt x="1572894" y="2797175"/>
                  </a:lnTo>
                </a:path>
                <a:path w="2968625" h="2830829">
                  <a:moveTo>
                    <a:pt x="1593850" y="2775585"/>
                  </a:moveTo>
                  <a:lnTo>
                    <a:pt x="1636394" y="2733675"/>
                  </a:lnTo>
                </a:path>
                <a:path w="2968625" h="2830829">
                  <a:moveTo>
                    <a:pt x="1657985" y="2712085"/>
                  </a:moveTo>
                  <a:lnTo>
                    <a:pt x="1701164" y="2668905"/>
                  </a:lnTo>
                </a:path>
                <a:path w="2968625" h="2830829">
                  <a:moveTo>
                    <a:pt x="1721485" y="2647950"/>
                  </a:moveTo>
                  <a:lnTo>
                    <a:pt x="1764664" y="2604770"/>
                  </a:lnTo>
                </a:path>
                <a:path w="2968625" h="2830829">
                  <a:moveTo>
                    <a:pt x="1784985" y="2584450"/>
                  </a:moveTo>
                  <a:lnTo>
                    <a:pt x="1828164" y="2541905"/>
                  </a:lnTo>
                </a:path>
                <a:path w="2968625" h="2830829">
                  <a:moveTo>
                    <a:pt x="2807969" y="1562100"/>
                  </a:moveTo>
                  <a:lnTo>
                    <a:pt x="2849879" y="1519554"/>
                  </a:lnTo>
                </a:path>
                <a:path w="2968625" h="2830829">
                  <a:moveTo>
                    <a:pt x="2871469" y="1497965"/>
                  </a:moveTo>
                  <a:lnTo>
                    <a:pt x="2914650" y="1454784"/>
                  </a:lnTo>
                </a:path>
                <a:path w="2968625" h="2830829">
                  <a:moveTo>
                    <a:pt x="2935604" y="1434465"/>
                  </a:moveTo>
                  <a:lnTo>
                    <a:pt x="2968625" y="1401445"/>
                  </a:lnTo>
                </a:path>
                <a:path w="2968625" h="2830829">
                  <a:moveTo>
                    <a:pt x="925829" y="0"/>
                  </a:moveTo>
                  <a:lnTo>
                    <a:pt x="815975" y="109854"/>
                  </a:lnTo>
                </a:path>
                <a:path w="2968625" h="2830829">
                  <a:moveTo>
                    <a:pt x="617854" y="307975"/>
                  </a:moveTo>
                  <a:lnTo>
                    <a:pt x="726439" y="19939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3662044" y="2256167"/>
              <a:ext cx="46355" cy="46355"/>
            </a:xfrm>
            <a:custGeom>
              <a:avLst/>
              <a:gdLst/>
              <a:ahLst/>
              <a:cxnLst/>
              <a:rect l="l" t="t" r="r" b="b"/>
              <a:pathLst>
                <a:path w="46354" h="46355">
                  <a:moveTo>
                    <a:pt x="46354" y="0"/>
                  </a:moveTo>
                  <a:lnTo>
                    <a:pt x="0" y="33654"/>
                  </a:lnTo>
                  <a:lnTo>
                    <a:pt x="13334" y="46354"/>
                  </a:lnTo>
                  <a:lnTo>
                    <a:pt x="4635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3662044" y="2256167"/>
              <a:ext cx="46355" cy="46355"/>
            </a:xfrm>
            <a:custGeom>
              <a:avLst/>
              <a:gdLst/>
              <a:ahLst/>
              <a:cxnLst/>
              <a:rect l="l" t="t" r="r" b="b"/>
              <a:pathLst>
                <a:path w="46354" h="46355">
                  <a:moveTo>
                    <a:pt x="0" y="33654"/>
                  </a:moveTo>
                  <a:lnTo>
                    <a:pt x="13334" y="46354"/>
                  </a:lnTo>
                  <a:lnTo>
                    <a:pt x="46354" y="0"/>
                  </a:lnTo>
                  <a:lnTo>
                    <a:pt x="0" y="33654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3320414" y="2597162"/>
              <a:ext cx="47625" cy="46990"/>
            </a:xfrm>
            <a:custGeom>
              <a:avLst/>
              <a:gdLst/>
              <a:ahLst/>
              <a:cxnLst/>
              <a:rect l="l" t="t" r="r" b="b"/>
              <a:pathLst>
                <a:path w="47625" h="46989">
                  <a:moveTo>
                    <a:pt x="34925" y="0"/>
                  </a:moveTo>
                  <a:lnTo>
                    <a:pt x="0" y="46990"/>
                  </a:lnTo>
                  <a:lnTo>
                    <a:pt x="47625" y="12700"/>
                  </a:lnTo>
                  <a:lnTo>
                    <a:pt x="349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3320414" y="2595257"/>
              <a:ext cx="47625" cy="46990"/>
            </a:xfrm>
            <a:custGeom>
              <a:avLst/>
              <a:gdLst/>
              <a:ahLst/>
              <a:cxnLst/>
              <a:rect l="l" t="t" r="r" b="b"/>
              <a:pathLst>
                <a:path w="47625" h="46989">
                  <a:moveTo>
                    <a:pt x="34925" y="0"/>
                  </a:moveTo>
                  <a:lnTo>
                    <a:pt x="47625" y="13334"/>
                  </a:lnTo>
                  <a:lnTo>
                    <a:pt x="0" y="46989"/>
                  </a:lnTo>
                  <a:lnTo>
                    <a:pt x="34925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6" name="object 56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460750" y="2413012"/>
              <a:ext cx="108585" cy="98425"/>
            </a:xfrm>
            <a:prstGeom prst="rect">
              <a:avLst/>
            </a:prstGeom>
          </p:spPr>
        </p:pic>
        <p:sp>
          <p:nvSpPr>
            <p:cNvPr id="57" name="object 57" descr=""/>
            <p:cNvSpPr/>
            <p:nvPr/>
          </p:nvSpPr>
          <p:spPr>
            <a:xfrm>
              <a:off x="3319767" y="2258072"/>
              <a:ext cx="394970" cy="389890"/>
            </a:xfrm>
            <a:custGeom>
              <a:avLst/>
              <a:gdLst/>
              <a:ahLst/>
              <a:cxnLst/>
              <a:rect l="l" t="t" r="r" b="b"/>
              <a:pathLst>
                <a:path w="394970" h="389889">
                  <a:moveTo>
                    <a:pt x="1282" y="384175"/>
                  </a:moveTo>
                  <a:lnTo>
                    <a:pt x="1092" y="383730"/>
                  </a:lnTo>
                  <a:lnTo>
                    <a:pt x="647" y="383540"/>
                  </a:lnTo>
                  <a:lnTo>
                    <a:pt x="190" y="383730"/>
                  </a:lnTo>
                  <a:lnTo>
                    <a:pt x="0" y="384175"/>
                  </a:lnTo>
                  <a:lnTo>
                    <a:pt x="190" y="384632"/>
                  </a:lnTo>
                  <a:lnTo>
                    <a:pt x="647" y="384810"/>
                  </a:lnTo>
                  <a:lnTo>
                    <a:pt x="1092" y="384632"/>
                  </a:lnTo>
                  <a:lnTo>
                    <a:pt x="1282" y="384175"/>
                  </a:lnTo>
                  <a:close/>
                </a:path>
                <a:path w="394970" h="389889">
                  <a:moveTo>
                    <a:pt x="6362" y="389255"/>
                  </a:moveTo>
                  <a:lnTo>
                    <a:pt x="6172" y="388810"/>
                  </a:lnTo>
                  <a:lnTo>
                    <a:pt x="5727" y="388632"/>
                  </a:lnTo>
                  <a:lnTo>
                    <a:pt x="5270" y="388810"/>
                  </a:lnTo>
                  <a:lnTo>
                    <a:pt x="5092" y="389255"/>
                  </a:lnTo>
                  <a:lnTo>
                    <a:pt x="5270" y="389712"/>
                  </a:lnTo>
                  <a:lnTo>
                    <a:pt x="5727" y="389890"/>
                  </a:lnTo>
                  <a:lnTo>
                    <a:pt x="6172" y="389712"/>
                  </a:lnTo>
                  <a:lnTo>
                    <a:pt x="6362" y="389255"/>
                  </a:lnTo>
                  <a:close/>
                </a:path>
                <a:path w="394970" h="389889">
                  <a:moveTo>
                    <a:pt x="394347" y="635"/>
                  </a:moveTo>
                  <a:lnTo>
                    <a:pt x="394157" y="190"/>
                  </a:lnTo>
                  <a:lnTo>
                    <a:pt x="393712" y="0"/>
                  </a:lnTo>
                  <a:lnTo>
                    <a:pt x="393255" y="190"/>
                  </a:lnTo>
                  <a:lnTo>
                    <a:pt x="393065" y="635"/>
                  </a:lnTo>
                  <a:lnTo>
                    <a:pt x="393255" y="1092"/>
                  </a:lnTo>
                  <a:lnTo>
                    <a:pt x="393712" y="1270"/>
                  </a:lnTo>
                  <a:lnTo>
                    <a:pt x="394157" y="1092"/>
                  </a:lnTo>
                  <a:lnTo>
                    <a:pt x="394347" y="63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8" name="object 58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083685" y="1908822"/>
              <a:ext cx="181610" cy="189864"/>
            </a:xfrm>
            <a:prstGeom prst="rect">
              <a:avLst/>
            </a:prstGeom>
          </p:spPr>
        </p:pic>
        <p:pic>
          <p:nvPicPr>
            <p:cNvPr id="59" name="object 59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248785" y="2074557"/>
              <a:ext cx="186689" cy="186690"/>
            </a:xfrm>
            <a:prstGeom prst="rect">
              <a:avLst/>
            </a:prstGeom>
          </p:spPr>
        </p:pic>
        <p:pic>
          <p:nvPicPr>
            <p:cNvPr id="60" name="object 60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973319" y="2799092"/>
              <a:ext cx="101600" cy="101600"/>
            </a:xfrm>
            <a:prstGeom prst="rect">
              <a:avLst/>
            </a:prstGeom>
          </p:spPr>
        </p:pic>
        <p:pic>
          <p:nvPicPr>
            <p:cNvPr id="61" name="object 61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608319" y="3434092"/>
              <a:ext cx="99695" cy="99695"/>
            </a:xfrm>
            <a:prstGeom prst="rect">
              <a:avLst/>
            </a:prstGeom>
          </p:spPr>
        </p:pic>
        <p:sp>
          <p:nvSpPr>
            <p:cNvPr id="62" name="object 62" descr=""/>
            <p:cNvSpPr/>
            <p:nvPr/>
          </p:nvSpPr>
          <p:spPr>
            <a:xfrm>
              <a:off x="5668010" y="3501402"/>
              <a:ext cx="132715" cy="116205"/>
            </a:xfrm>
            <a:custGeom>
              <a:avLst/>
              <a:gdLst/>
              <a:ahLst/>
              <a:cxnLst/>
              <a:rect l="l" t="t" r="r" b="b"/>
              <a:pathLst>
                <a:path w="132714" h="116204">
                  <a:moveTo>
                    <a:pt x="47625" y="5079"/>
                  </a:moveTo>
                  <a:lnTo>
                    <a:pt x="46354" y="10794"/>
                  </a:lnTo>
                  <a:lnTo>
                    <a:pt x="42544" y="10794"/>
                  </a:lnTo>
                  <a:lnTo>
                    <a:pt x="40639" y="5079"/>
                  </a:lnTo>
                  <a:lnTo>
                    <a:pt x="44450" y="1904"/>
                  </a:lnTo>
                  <a:lnTo>
                    <a:pt x="52069" y="1269"/>
                  </a:lnTo>
                  <a:lnTo>
                    <a:pt x="56514" y="0"/>
                  </a:lnTo>
                  <a:lnTo>
                    <a:pt x="66675" y="5079"/>
                  </a:lnTo>
                  <a:lnTo>
                    <a:pt x="77469" y="15875"/>
                  </a:lnTo>
                  <a:lnTo>
                    <a:pt x="82550" y="26034"/>
                  </a:lnTo>
                  <a:lnTo>
                    <a:pt x="81914" y="31114"/>
                  </a:lnTo>
                  <a:lnTo>
                    <a:pt x="81279" y="38734"/>
                  </a:lnTo>
                  <a:lnTo>
                    <a:pt x="75564" y="43814"/>
                  </a:lnTo>
                  <a:lnTo>
                    <a:pt x="67310" y="46354"/>
                  </a:lnTo>
                  <a:lnTo>
                    <a:pt x="53975" y="43814"/>
                  </a:lnTo>
                  <a:lnTo>
                    <a:pt x="35560" y="36194"/>
                  </a:lnTo>
                  <a:lnTo>
                    <a:pt x="29210" y="34289"/>
                  </a:lnTo>
                  <a:lnTo>
                    <a:pt x="18414" y="34289"/>
                  </a:lnTo>
                  <a:lnTo>
                    <a:pt x="7619" y="38734"/>
                  </a:lnTo>
                  <a:lnTo>
                    <a:pt x="0" y="46354"/>
                  </a:lnTo>
                </a:path>
                <a:path w="132714" h="116204">
                  <a:moveTo>
                    <a:pt x="77469" y="15875"/>
                  </a:moveTo>
                  <a:lnTo>
                    <a:pt x="80644" y="23494"/>
                  </a:lnTo>
                  <a:lnTo>
                    <a:pt x="80010" y="29209"/>
                  </a:lnTo>
                  <a:lnTo>
                    <a:pt x="78104" y="35559"/>
                  </a:lnTo>
                  <a:lnTo>
                    <a:pt x="72389" y="40639"/>
                  </a:lnTo>
                  <a:lnTo>
                    <a:pt x="64769" y="43814"/>
                  </a:lnTo>
                  <a:lnTo>
                    <a:pt x="52069" y="41275"/>
                  </a:lnTo>
                  <a:lnTo>
                    <a:pt x="35560" y="36194"/>
                  </a:lnTo>
                </a:path>
                <a:path w="132714" h="116204">
                  <a:moveTo>
                    <a:pt x="4444" y="41275"/>
                  </a:moveTo>
                  <a:lnTo>
                    <a:pt x="10794" y="41909"/>
                  </a:lnTo>
                  <a:lnTo>
                    <a:pt x="16510" y="47625"/>
                  </a:lnTo>
                  <a:lnTo>
                    <a:pt x="22860" y="64769"/>
                  </a:lnTo>
                  <a:lnTo>
                    <a:pt x="31114" y="73025"/>
                  </a:lnTo>
                  <a:lnTo>
                    <a:pt x="38100" y="74929"/>
                  </a:lnTo>
                  <a:lnTo>
                    <a:pt x="44450" y="74929"/>
                  </a:lnTo>
                </a:path>
                <a:path w="132714" h="116204">
                  <a:moveTo>
                    <a:pt x="16510" y="47625"/>
                  </a:moveTo>
                  <a:lnTo>
                    <a:pt x="20319" y="66675"/>
                  </a:lnTo>
                  <a:lnTo>
                    <a:pt x="31114" y="77469"/>
                  </a:lnTo>
                  <a:lnTo>
                    <a:pt x="35560" y="77469"/>
                  </a:lnTo>
                  <a:lnTo>
                    <a:pt x="44450" y="74929"/>
                  </a:lnTo>
                  <a:lnTo>
                    <a:pt x="49529" y="69850"/>
                  </a:lnTo>
                </a:path>
                <a:path w="132714" h="116204">
                  <a:moveTo>
                    <a:pt x="86360" y="69850"/>
                  </a:moveTo>
                  <a:lnTo>
                    <a:pt x="132714" y="11620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3" name="object 63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737860" y="3586492"/>
              <a:ext cx="145414" cy="123189"/>
            </a:xfrm>
            <a:prstGeom prst="rect">
              <a:avLst/>
            </a:prstGeom>
          </p:spPr>
        </p:pic>
        <p:pic>
          <p:nvPicPr>
            <p:cNvPr id="64" name="object 64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854699" y="3681742"/>
              <a:ext cx="126364" cy="128269"/>
            </a:xfrm>
            <a:prstGeom prst="rect">
              <a:avLst/>
            </a:prstGeom>
          </p:spPr>
        </p:pic>
        <p:sp>
          <p:nvSpPr>
            <p:cNvPr id="65" name="object 65" descr=""/>
            <p:cNvSpPr/>
            <p:nvPr/>
          </p:nvSpPr>
          <p:spPr>
            <a:xfrm>
              <a:off x="2143124" y="1444002"/>
              <a:ext cx="4253230" cy="4253230"/>
            </a:xfrm>
            <a:custGeom>
              <a:avLst/>
              <a:gdLst/>
              <a:ahLst/>
              <a:cxnLst/>
              <a:rect l="l" t="t" r="r" b="b"/>
              <a:pathLst>
                <a:path w="4253230" h="4253230">
                  <a:moveTo>
                    <a:pt x="0" y="1752600"/>
                  </a:moveTo>
                  <a:lnTo>
                    <a:pt x="2501265" y="4253230"/>
                  </a:lnTo>
                  <a:lnTo>
                    <a:pt x="4253230" y="2501264"/>
                  </a:lnTo>
                  <a:lnTo>
                    <a:pt x="1752600" y="0"/>
                  </a:lnTo>
                  <a:lnTo>
                    <a:pt x="0" y="175260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66" name="object 66" descr=""/>
          <p:cNvGraphicFramePr>
            <a:graphicFrameLocks noGrp="1"/>
          </p:cNvGraphicFramePr>
          <p:nvPr/>
        </p:nvGraphicFramePr>
        <p:xfrm>
          <a:off x="1274444" y="7575563"/>
          <a:ext cx="1137920" cy="4457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0200"/>
                <a:gridCol w="725169"/>
              </a:tblGrid>
              <a:tr h="39370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 marL="93980">
                        <a:lnSpc>
                          <a:spcPct val="100000"/>
                        </a:lnSpc>
                      </a:pPr>
                      <a:r>
                        <a:rPr dirty="0" sz="1150" spc="-25" i="1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dirty="0" baseline="-25641" sz="975" spc="-37" i="1">
                          <a:latin typeface="Times New Roman"/>
                          <a:cs typeface="Times New Roman"/>
                        </a:rPr>
                        <a:t>p</a:t>
                      </a:r>
                      <a:endParaRPr baseline="-25641" sz="975">
                        <a:latin typeface="Times New Roman"/>
                        <a:cs typeface="Times New Roman"/>
                      </a:endParaRPr>
                    </a:p>
                    <a:p>
                      <a:pPr marL="93980">
                        <a:lnSpc>
                          <a:spcPts val="1015"/>
                        </a:lnSpc>
                        <a:spcBef>
                          <a:spcPts val="90"/>
                        </a:spcBef>
                      </a:pPr>
                      <a:r>
                        <a:rPr dirty="0" sz="1150" spc="-50">
                          <a:latin typeface="Consolas"/>
                          <a:cs typeface="Consolas"/>
                        </a:rPr>
                        <a:t>=</a:t>
                      </a:r>
                      <a:endParaRPr sz="1150">
                        <a:latin typeface="Consolas"/>
                        <a:cs typeface="Consolas"/>
                      </a:endParaRPr>
                    </a:p>
                  </a:txBody>
                  <a:tcPr marL="0" marR="0" marB="0" marT="22225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50" i="1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dirty="0" baseline="-25641" sz="975" i="1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dirty="0" baseline="-25641" sz="975" spc="150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5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dirty="0" sz="1150" i="1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dirty="0" baseline="-25641" sz="975">
                          <a:latin typeface="Times New Roman"/>
                          <a:cs typeface="Times New Roman"/>
                        </a:rPr>
                        <a:t>1 </a:t>
                      </a:r>
                      <a:r>
                        <a:rPr dirty="0" sz="1150" spc="-50">
                          <a:latin typeface="Consolas"/>
                          <a:cs typeface="Consolas"/>
                        </a:rPr>
                        <a:t>+</a:t>
                      </a:r>
                      <a:endParaRPr sz="1150">
                        <a:latin typeface="Consolas"/>
                        <a:cs typeface="Consolas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dirty="0" sz="1150" i="1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dirty="0" baseline="-25641" sz="975"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dirty="0" baseline="-25641" sz="975" spc="-22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50" spc="-50">
                          <a:latin typeface="Times New Roman"/>
                          <a:cs typeface="Times New Roman"/>
                        </a:rPr>
                        <a:t>)</a:t>
                      </a:r>
                      <a:endParaRPr sz="11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905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2069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22225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7" name="object 67" descr=""/>
          <p:cNvSpPr txBox="1"/>
          <p:nvPr/>
        </p:nvSpPr>
        <p:spPr>
          <a:xfrm>
            <a:off x="1262380" y="7969262"/>
            <a:ext cx="3052445" cy="358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98805">
              <a:lnSpc>
                <a:spcPts val="1370"/>
              </a:lnSpc>
              <a:spcBef>
                <a:spcPts val="100"/>
              </a:spcBef>
            </a:pPr>
            <a:r>
              <a:rPr dirty="0" sz="1150" spc="-25" i="1">
                <a:latin typeface="Times New Roman"/>
                <a:cs typeface="Times New Roman"/>
              </a:rPr>
              <a:t>Ltf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ts val="1250"/>
              </a:lnSpc>
            </a:pPr>
            <a:r>
              <a:rPr dirty="0" sz="1050">
                <a:latin typeface="Times New Roman"/>
                <a:cs typeface="Times New Roman"/>
              </a:rPr>
              <a:t>Reemplazando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Factor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Forzado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tiene</a:t>
            </a:r>
            <a:r>
              <a:rPr dirty="0" sz="1050" spc="-20">
                <a:latin typeface="Times New Roman"/>
                <a:cs typeface="Times New Roman"/>
              </a:rPr>
              <a:t> que: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68" name="object 68" descr=""/>
          <p:cNvSpPr txBox="1"/>
          <p:nvPr/>
        </p:nvSpPr>
        <p:spPr>
          <a:xfrm>
            <a:off x="1276350" y="8473452"/>
            <a:ext cx="833755" cy="241300"/>
          </a:xfrm>
          <a:prstGeom prst="rect">
            <a:avLst/>
          </a:prstGeom>
          <a:ln w="6350">
            <a:solidFill>
              <a:srgbClr val="000000"/>
            </a:solidFill>
          </a:ln>
        </p:spPr>
        <p:txBody>
          <a:bodyPr wrap="square" lIns="0" tIns="3810" rIns="0" bIns="0" rtlCol="0" vert="horz">
            <a:spAutoFit/>
          </a:bodyPr>
          <a:lstStyle/>
          <a:p>
            <a:pPr marL="22225">
              <a:lnSpc>
                <a:spcPct val="100000"/>
              </a:lnSpc>
              <a:spcBef>
                <a:spcPts val="30"/>
              </a:spcBef>
            </a:pPr>
            <a:r>
              <a:rPr dirty="0" sz="1150" i="1">
                <a:latin typeface="Times New Roman"/>
                <a:cs typeface="Times New Roman"/>
              </a:rPr>
              <a:t>e</a:t>
            </a:r>
            <a:r>
              <a:rPr dirty="0" baseline="-25641" sz="975" i="1">
                <a:latin typeface="Times New Roman"/>
                <a:cs typeface="Times New Roman"/>
              </a:rPr>
              <a:t>p</a:t>
            </a:r>
            <a:r>
              <a:rPr dirty="0" baseline="-25641" sz="975" spc="172" i="1">
                <a:latin typeface="Times New Roman"/>
                <a:cs typeface="Times New Roman"/>
              </a:rPr>
              <a:t> </a:t>
            </a:r>
            <a:r>
              <a:rPr dirty="0" sz="1150">
                <a:latin typeface="Consolas"/>
                <a:cs typeface="Consolas"/>
              </a:rPr>
              <a:t>=</a:t>
            </a:r>
            <a:r>
              <a:rPr dirty="0" sz="1150" spc="50">
                <a:latin typeface="Consolas"/>
                <a:cs typeface="Consolas"/>
              </a:rPr>
              <a:t> </a:t>
            </a:r>
            <a:r>
              <a:rPr dirty="0" sz="1150" i="1">
                <a:latin typeface="Times New Roman"/>
                <a:cs typeface="Times New Roman"/>
              </a:rPr>
              <a:t>D</a:t>
            </a:r>
            <a:r>
              <a:rPr dirty="0" baseline="-25641" sz="975" i="1">
                <a:latin typeface="Times New Roman"/>
                <a:cs typeface="Times New Roman"/>
              </a:rPr>
              <a:t>p</a:t>
            </a:r>
            <a:r>
              <a:rPr dirty="0" baseline="-25641" sz="975" spc="157" i="1">
                <a:latin typeface="Times New Roman"/>
                <a:cs typeface="Times New Roman"/>
              </a:rPr>
              <a:t> </a:t>
            </a:r>
            <a:r>
              <a:rPr dirty="0" sz="1150" spc="-20">
                <a:latin typeface="Times New Roman"/>
                <a:cs typeface="Times New Roman"/>
              </a:rPr>
              <a:t>.</a:t>
            </a:r>
            <a:r>
              <a:rPr dirty="0" sz="1150" spc="-20" i="1">
                <a:latin typeface="Times New Roman"/>
                <a:cs typeface="Times New Roman"/>
              </a:rPr>
              <a:t>FPf</a:t>
            </a:r>
            <a:endParaRPr sz="11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3674745" y="2751467"/>
            <a:ext cx="0" cy="1117600"/>
          </a:xfrm>
          <a:custGeom>
            <a:avLst/>
            <a:gdLst/>
            <a:ahLst/>
            <a:cxnLst/>
            <a:rect l="l" t="t" r="r" b="b"/>
            <a:pathLst>
              <a:path w="0" h="1117600">
                <a:moveTo>
                  <a:pt x="0" y="1117600"/>
                </a:moveTo>
                <a:lnTo>
                  <a:pt x="0" y="1045845"/>
                </a:lnTo>
              </a:path>
              <a:path w="0" h="1117600">
                <a:moveTo>
                  <a:pt x="0" y="1015365"/>
                </a:moveTo>
                <a:lnTo>
                  <a:pt x="0" y="951229"/>
                </a:lnTo>
              </a:path>
              <a:path w="0" h="1117600">
                <a:moveTo>
                  <a:pt x="0" y="920750"/>
                </a:moveTo>
                <a:lnTo>
                  <a:pt x="0" y="856615"/>
                </a:lnTo>
              </a:path>
              <a:path w="0" h="1117600">
                <a:moveTo>
                  <a:pt x="0" y="826135"/>
                </a:moveTo>
                <a:lnTo>
                  <a:pt x="0" y="762000"/>
                </a:lnTo>
              </a:path>
              <a:path w="0" h="1117600">
                <a:moveTo>
                  <a:pt x="0" y="731520"/>
                </a:moveTo>
                <a:lnTo>
                  <a:pt x="0" y="669290"/>
                </a:lnTo>
              </a:path>
              <a:path w="0" h="1117600">
                <a:moveTo>
                  <a:pt x="0" y="637540"/>
                </a:moveTo>
                <a:lnTo>
                  <a:pt x="0" y="574675"/>
                </a:lnTo>
              </a:path>
              <a:path w="0" h="1117600">
                <a:moveTo>
                  <a:pt x="0" y="542925"/>
                </a:moveTo>
                <a:lnTo>
                  <a:pt x="0" y="480060"/>
                </a:lnTo>
              </a:path>
              <a:path w="0" h="1117600">
                <a:moveTo>
                  <a:pt x="0" y="448310"/>
                </a:moveTo>
                <a:lnTo>
                  <a:pt x="0" y="386079"/>
                </a:lnTo>
              </a:path>
              <a:path w="0" h="1117600">
                <a:moveTo>
                  <a:pt x="0" y="353695"/>
                </a:moveTo>
                <a:lnTo>
                  <a:pt x="0" y="291465"/>
                </a:lnTo>
              </a:path>
              <a:path w="0" h="1117600">
                <a:moveTo>
                  <a:pt x="0" y="259079"/>
                </a:moveTo>
                <a:lnTo>
                  <a:pt x="0" y="196850"/>
                </a:lnTo>
              </a:path>
              <a:path w="0" h="1117600">
                <a:moveTo>
                  <a:pt x="0" y="165100"/>
                </a:moveTo>
                <a:lnTo>
                  <a:pt x="0" y="102235"/>
                </a:lnTo>
              </a:path>
              <a:path w="0" h="1117600">
                <a:moveTo>
                  <a:pt x="0" y="71754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3339465" y="2751467"/>
            <a:ext cx="0" cy="1117600"/>
          </a:xfrm>
          <a:custGeom>
            <a:avLst/>
            <a:gdLst/>
            <a:ahLst/>
            <a:cxnLst/>
            <a:rect l="l" t="t" r="r" b="b"/>
            <a:pathLst>
              <a:path w="0" h="1117600">
                <a:moveTo>
                  <a:pt x="0" y="1117600"/>
                </a:moveTo>
                <a:lnTo>
                  <a:pt x="0" y="1045845"/>
                </a:lnTo>
              </a:path>
              <a:path w="0" h="1117600">
                <a:moveTo>
                  <a:pt x="0" y="1015365"/>
                </a:moveTo>
                <a:lnTo>
                  <a:pt x="0" y="951229"/>
                </a:lnTo>
              </a:path>
              <a:path w="0" h="1117600">
                <a:moveTo>
                  <a:pt x="0" y="920750"/>
                </a:moveTo>
                <a:lnTo>
                  <a:pt x="0" y="856615"/>
                </a:lnTo>
              </a:path>
              <a:path w="0" h="1117600">
                <a:moveTo>
                  <a:pt x="0" y="826135"/>
                </a:moveTo>
                <a:lnTo>
                  <a:pt x="0" y="762000"/>
                </a:lnTo>
              </a:path>
              <a:path w="0" h="1117600">
                <a:moveTo>
                  <a:pt x="0" y="731520"/>
                </a:moveTo>
                <a:lnTo>
                  <a:pt x="0" y="669290"/>
                </a:lnTo>
              </a:path>
              <a:path w="0" h="1117600">
                <a:moveTo>
                  <a:pt x="0" y="637540"/>
                </a:moveTo>
                <a:lnTo>
                  <a:pt x="0" y="574675"/>
                </a:lnTo>
              </a:path>
              <a:path w="0" h="1117600">
                <a:moveTo>
                  <a:pt x="0" y="542925"/>
                </a:moveTo>
                <a:lnTo>
                  <a:pt x="0" y="480060"/>
                </a:lnTo>
              </a:path>
              <a:path w="0" h="1117600">
                <a:moveTo>
                  <a:pt x="0" y="448310"/>
                </a:moveTo>
                <a:lnTo>
                  <a:pt x="0" y="386079"/>
                </a:lnTo>
              </a:path>
              <a:path w="0" h="1117600">
                <a:moveTo>
                  <a:pt x="0" y="353695"/>
                </a:moveTo>
                <a:lnTo>
                  <a:pt x="0" y="291465"/>
                </a:lnTo>
              </a:path>
              <a:path w="0" h="1117600">
                <a:moveTo>
                  <a:pt x="0" y="259079"/>
                </a:moveTo>
                <a:lnTo>
                  <a:pt x="0" y="196850"/>
                </a:lnTo>
              </a:path>
              <a:path w="0" h="1117600">
                <a:moveTo>
                  <a:pt x="0" y="165100"/>
                </a:moveTo>
                <a:lnTo>
                  <a:pt x="0" y="102235"/>
                </a:lnTo>
              </a:path>
              <a:path w="0" h="1117600">
                <a:moveTo>
                  <a:pt x="0" y="71754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3587750" y="2587002"/>
            <a:ext cx="224154" cy="81915"/>
            <a:chOff x="3587750" y="2587002"/>
            <a:chExt cx="224154" cy="81915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87750" y="2587002"/>
              <a:ext cx="66675" cy="81915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3677285" y="2587637"/>
              <a:ext cx="133985" cy="80645"/>
            </a:xfrm>
            <a:custGeom>
              <a:avLst/>
              <a:gdLst/>
              <a:ahLst/>
              <a:cxnLst/>
              <a:rect l="l" t="t" r="r" b="b"/>
              <a:pathLst>
                <a:path w="133985" h="80644">
                  <a:moveTo>
                    <a:pt x="53339" y="10159"/>
                  </a:moveTo>
                  <a:lnTo>
                    <a:pt x="57785" y="22859"/>
                  </a:lnTo>
                  <a:lnTo>
                    <a:pt x="57785" y="0"/>
                  </a:lnTo>
                  <a:lnTo>
                    <a:pt x="53339" y="10159"/>
                  </a:lnTo>
                  <a:lnTo>
                    <a:pt x="45719" y="2540"/>
                  </a:lnTo>
                  <a:lnTo>
                    <a:pt x="34925" y="0"/>
                  </a:lnTo>
                  <a:lnTo>
                    <a:pt x="27304" y="0"/>
                  </a:lnTo>
                  <a:lnTo>
                    <a:pt x="15239" y="2540"/>
                  </a:lnTo>
                  <a:lnTo>
                    <a:pt x="7619" y="10159"/>
                  </a:lnTo>
                  <a:lnTo>
                    <a:pt x="4444" y="17779"/>
                  </a:lnTo>
                  <a:lnTo>
                    <a:pt x="0" y="30479"/>
                  </a:lnTo>
                  <a:lnTo>
                    <a:pt x="0" y="50165"/>
                  </a:lnTo>
                  <a:lnTo>
                    <a:pt x="4444" y="60959"/>
                  </a:lnTo>
                  <a:lnTo>
                    <a:pt x="7619" y="68579"/>
                  </a:lnTo>
                  <a:lnTo>
                    <a:pt x="15239" y="76200"/>
                  </a:lnTo>
                  <a:lnTo>
                    <a:pt x="27304" y="80645"/>
                  </a:lnTo>
                  <a:lnTo>
                    <a:pt x="34925" y="80645"/>
                  </a:lnTo>
                  <a:lnTo>
                    <a:pt x="45719" y="76200"/>
                  </a:lnTo>
                  <a:lnTo>
                    <a:pt x="53339" y="68579"/>
                  </a:lnTo>
                  <a:lnTo>
                    <a:pt x="57785" y="60959"/>
                  </a:lnTo>
                </a:path>
                <a:path w="133985" h="80644">
                  <a:moveTo>
                    <a:pt x="27304" y="0"/>
                  </a:moveTo>
                  <a:lnTo>
                    <a:pt x="19685" y="2540"/>
                  </a:lnTo>
                  <a:lnTo>
                    <a:pt x="12064" y="10159"/>
                  </a:lnTo>
                  <a:lnTo>
                    <a:pt x="7619" y="17779"/>
                  </a:lnTo>
                  <a:lnTo>
                    <a:pt x="4444" y="30479"/>
                  </a:lnTo>
                  <a:lnTo>
                    <a:pt x="4444" y="50165"/>
                  </a:lnTo>
                  <a:lnTo>
                    <a:pt x="7619" y="60959"/>
                  </a:lnTo>
                  <a:lnTo>
                    <a:pt x="12064" y="68579"/>
                  </a:lnTo>
                  <a:lnTo>
                    <a:pt x="19685" y="76200"/>
                  </a:lnTo>
                  <a:lnTo>
                    <a:pt x="27304" y="80645"/>
                  </a:lnTo>
                </a:path>
                <a:path w="133985" h="80644">
                  <a:moveTo>
                    <a:pt x="83819" y="15240"/>
                  </a:moveTo>
                  <a:lnTo>
                    <a:pt x="88264" y="17779"/>
                  </a:lnTo>
                  <a:lnTo>
                    <a:pt x="83819" y="22859"/>
                  </a:lnTo>
                  <a:lnTo>
                    <a:pt x="80644" y="17779"/>
                  </a:lnTo>
                  <a:lnTo>
                    <a:pt x="80644" y="15240"/>
                  </a:lnTo>
                  <a:lnTo>
                    <a:pt x="83819" y="7620"/>
                  </a:lnTo>
                  <a:lnTo>
                    <a:pt x="88264" y="2540"/>
                  </a:lnTo>
                  <a:lnTo>
                    <a:pt x="99060" y="0"/>
                  </a:lnTo>
                  <a:lnTo>
                    <a:pt x="114300" y="0"/>
                  </a:lnTo>
                  <a:lnTo>
                    <a:pt x="126364" y="2540"/>
                  </a:lnTo>
                  <a:lnTo>
                    <a:pt x="129539" y="7620"/>
                  </a:lnTo>
                  <a:lnTo>
                    <a:pt x="133985" y="15240"/>
                  </a:lnTo>
                  <a:lnTo>
                    <a:pt x="133985" y="22859"/>
                  </a:lnTo>
                  <a:lnTo>
                    <a:pt x="129539" y="30479"/>
                  </a:lnTo>
                  <a:lnTo>
                    <a:pt x="118744" y="38100"/>
                  </a:lnTo>
                  <a:lnTo>
                    <a:pt x="99060" y="45720"/>
                  </a:lnTo>
                  <a:lnTo>
                    <a:pt x="91439" y="50165"/>
                  </a:lnTo>
                  <a:lnTo>
                    <a:pt x="83819" y="57784"/>
                  </a:lnTo>
                  <a:lnTo>
                    <a:pt x="80644" y="68579"/>
                  </a:lnTo>
                  <a:lnTo>
                    <a:pt x="80644" y="80645"/>
                  </a:lnTo>
                </a:path>
                <a:path w="133985" h="80644">
                  <a:moveTo>
                    <a:pt x="114300" y="0"/>
                  </a:moveTo>
                  <a:lnTo>
                    <a:pt x="121919" y="2540"/>
                  </a:lnTo>
                  <a:lnTo>
                    <a:pt x="126364" y="7620"/>
                  </a:lnTo>
                  <a:lnTo>
                    <a:pt x="129539" y="15240"/>
                  </a:lnTo>
                  <a:lnTo>
                    <a:pt x="129539" y="22859"/>
                  </a:lnTo>
                  <a:lnTo>
                    <a:pt x="126364" y="30479"/>
                  </a:lnTo>
                  <a:lnTo>
                    <a:pt x="114300" y="38100"/>
                  </a:lnTo>
                  <a:lnTo>
                    <a:pt x="99060" y="45720"/>
                  </a:lnTo>
                </a:path>
                <a:path w="133985" h="80644">
                  <a:moveTo>
                    <a:pt x="80644" y="73025"/>
                  </a:moveTo>
                  <a:lnTo>
                    <a:pt x="83819" y="68579"/>
                  </a:lnTo>
                  <a:lnTo>
                    <a:pt x="91439" y="68579"/>
                  </a:lnTo>
                  <a:lnTo>
                    <a:pt x="111125" y="76200"/>
                  </a:lnTo>
                  <a:lnTo>
                    <a:pt x="121919" y="76200"/>
                  </a:lnTo>
                  <a:lnTo>
                    <a:pt x="129539" y="73025"/>
                  </a:lnTo>
                  <a:lnTo>
                    <a:pt x="133985" y="68579"/>
                  </a:lnTo>
                </a:path>
                <a:path w="133985" h="80644">
                  <a:moveTo>
                    <a:pt x="91439" y="68579"/>
                  </a:moveTo>
                  <a:lnTo>
                    <a:pt x="111125" y="80645"/>
                  </a:lnTo>
                  <a:lnTo>
                    <a:pt x="126364" y="80645"/>
                  </a:lnTo>
                  <a:lnTo>
                    <a:pt x="129539" y="76200"/>
                  </a:lnTo>
                  <a:lnTo>
                    <a:pt x="133985" y="68579"/>
                  </a:lnTo>
                  <a:lnTo>
                    <a:pt x="133985" y="6095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" name="object 7" descr=""/>
          <p:cNvGrpSpPr/>
          <p:nvPr/>
        </p:nvGrpSpPr>
        <p:grpSpPr>
          <a:xfrm>
            <a:off x="1668779" y="2110117"/>
            <a:ext cx="4200525" cy="2560955"/>
            <a:chOff x="1668779" y="2110117"/>
            <a:chExt cx="4200525" cy="2560955"/>
          </a:xfrm>
        </p:grpSpPr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74059" y="2587002"/>
              <a:ext cx="195579" cy="81915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1669414" y="2110752"/>
              <a:ext cx="4199255" cy="2559685"/>
            </a:xfrm>
            <a:custGeom>
              <a:avLst/>
              <a:gdLst/>
              <a:ahLst/>
              <a:cxnLst/>
              <a:rect l="l" t="t" r="r" b="b"/>
              <a:pathLst>
                <a:path w="4199255" h="2559685">
                  <a:moveTo>
                    <a:pt x="0" y="2559684"/>
                  </a:moveTo>
                  <a:lnTo>
                    <a:pt x="4199255" y="2559684"/>
                  </a:lnTo>
                  <a:lnTo>
                    <a:pt x="4199255" y="0"/>
                  </a:lnTo>
                  <a:lnTo>
                    <a:pt x="0" y="0"/>
                  </a:lnTo>
                  <a:lnTo>
                    <a:pt x="0" y="2559684"/>
                  </a:lnTo>
                  <a:close/>
                </a:path>
                <a:path w="4199255" h="2559685">
                  <a:moveTo>
                    <a:pt x="952500" y="2259965"/>
                  </a:moveTo>
                  <a:lnTo>
                    <a:pt x="1930400" y="2259965"/>
                  </a:lnTo>
                </a:path>
                <a:path w="4199255" h="2559685">
                  <a:moveTo>
                    <a:pt x="3117850" y="2259965"/>
                  </a:moveTo>
                  <a:lnTo>
                    <a:pt x="2140585" y="225996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2562224" y="4361192"/>
              <a:ext cx="59055" cy="19685"/>
            </a:xfrm>
            <a:custGeom>
              <a:avLst/>
              <a:gdLst/>
              <a:ahLst/>
              <a:cxnLst/>
              <a:rect l="l" t="t" r="r" b="b"/>
              <a:pathLst>
                <a:path w="59055" h="19685">
                  <a:moveTo>
                    <a:pt x="59055" y="0"/>
                  </a:moveTo>
                  <a:lnTo>
                    <a:pt x="0" y="8889"/>
                  </a:lnTo>
                  <a:lnTo>
                    <a:pt x="59055" y="19684"/>
                  </a:lnTo>
                  <a:lnTo>
                    <a:pt x="5905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2562224" y="4361192"/>
              <a:ext cx="59055" cy="19685"/>
            </a:xfrm>
            <a:custGeom>
              <a:avLst/>
              <a:gdLst/>
              <a:ahLst/>
              <a:cxnLst/>
              <a:rect l="l" t="t" r="r" b="b"/>
              <a:pathLst>
                <a:path w="59055" h="19685">
                  <a:moveTo>
                    <a:pt x="59055" y="0"/>
                  </a:moveTo>
                  <a:lnTo>
                    <a:pt x="59055" y="19684"/>
                  </a:lnTo>
                  <a:lnTo>
                    <a:pt x="0" y="8889"/>
                  </a:lnTo>
                  <a:lnTo>
                    <a:pt x="59055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4787264" y="4361192"/>
              <a:ext cx="60960" cy="19685"/>
            </a:xfrm>
            <a:custGeom>
              <a:avLst/>
              <a:gdLst/>
              <a:ahLst/>
              <a:cxnLst/>
              <a:rect l="l" t="t" r="r" b="b"/>
              <a:pathLst>
                <a:path w="60960" h="19685">
                  <a:moveTo>
                    <a:pt x="0" y="0"/>
                  </a:moveTo>
                  <a:lnTo>
                    <a:pt x="0" y="19684"/>
                  </a:lnTo>
                  <a:lnTo>
                    <a:pt x="60960" y="88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4787264" y="4361192"/>
              <a:ext cx="60960" cy="19685"/>
            </a:xfrm>
            <a:custGeom>
              <a:avLst/>
              <a:gdLst/>
              <a:ahLst/>
              <a:cxnLst/>
              <a:rect l="l" t="t" r="r" b="b"/>
              <a:pathLst>
                <a:path w="60960" h="19685">
                  <a:moveTo>
                    <a:pt x="0" y="0"/>
                  </a:moveTo>
                  <a:lnTo>
                    <a:pt x="0" y="19684"/>
                  </a:lnTo>
                  <a:lnTo>
                    <a:pt x="60960" y="8889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624579" y="4330077"/>
              <a:ext cx="161925" cy="81914"/>
            </a:xfrm>
            <a:prstGeom prst="rect">
              <a:avLst/>
            </a:prstGeom>
          </p:spPr>
        </p:pic>
        <p:sp>
          <p:nvSpPr>
            <p:cNvPr id="15" name="object 15" descr=""/>
            <p:cNvSpPr/>
            <p:nvPr/>
          </p:nvSpPr>
          <p:spPr>
            <a:xfrm>
              <a:off x="2562225" y="4370082"/>
              <a:ext cx="2285365" cy="18415"/>
            </a:xfrm>
            <a:custGeom>
              <a:avLst/>
              <a:gdLst/>
              <a:ahLst/>
              <a:cxnLst/>
              <a:rect l="l" t="t" r="r" b="b"/>
              <a:pathLst>
                <a:path w="2285365" h="18414">
                  <a:moveTo>
                    <a:pt x="1270" y="17780"/>
                  </a:moveTo>
                  <a:lnTo>
                    <a:pt x="1079" y="17335"/>
                  </a:lnTo>
                  <a:lnTo>
                    <a:pt x="635" y="17145"/>
                  </a:lnTo>
                  <a:lnTo>
                    <a:pt x="177" y="17335"/>
                  </a:lnTo>
                  <a:lnTo>
                    <a:pt x="0" y="17780"/>
                  </a:lnTo>
                  <a:lnTo>
                    <a:pt x="177" y="18237"/>
                  </a:lnTo>
                  <a:lnTo>
                    <a:pt x="635" y="18415"/>
                  </a:lnTo>
                  <a:lnTo>
                    <a:pt x="1079" y="18237"/>
                  </a:lnTo>
                  <a:lnTo>
                    <a:pt x="1270" y="17780"/>
                  </a:lnTo>
                  <a:close/>
                </a:path>
                <a:path w="2285365" h="18414">
                  <a:moveTo>
                    <a:pt x="2285365" y="6985"/>
                  </a:moveTo>
                  <a:lnTo>
                    <a:pt x="2285174" y="6540"/>
                  </a:lnTo>
                  <a:lnTo>
                    <a:pt x="2284730" y="6350"/>
                  </a:lnTo>
                  <a:lnTo>
                    <a:pt x="2284272" y="6540"/>
                  </a:lnTo>
                  <a:lnTo>
                    <a:pt x="2284082" y="6985"/>
                  </a:lnTo>
                  <a:lnTo>
                    <a:pt x="2284272" y="7442"/>
                  </a:lnTo>
                  <a:lnTo>
                    <a:pt x="2284730" y="7632"/>
                  </a:lnTo>
                  <a:lnTo>
                    <a:pt x="2285174" y="7442"/>
                  </a:lnTo>
                  <a:lnTo>
                    <a:pt x="2285365" y="6985"/>
                  </a:lnTo>
                  <a:close/>
                </a:path>
                <a:path w="2285365" h="18414">
                  <a:moveTo>
                    <a:pt x="2285365" y="635"/>
                  </a:moveTo>
                  <a:lnTo>
                    <a:pt x="2285174" y="190"/>
                  </a:lnTo>
                  <a:lnTo>
                    <a:pt x="2284730" y="0"/>
                  </a:lnTo>
                  <a:lnTo>
                    <a:pt x="2284272" y="190"/>
                  </a:lnTo>
                  <a:lnTo>
                    <a:pt x="2284082" y="635"/>
                  </a:lnTo>
                  <a:lnTo>
                    <a:pt x="2284272" y="1092"/>
                  </a:lnTo>
                  <a:lnTo>
                    <a:pt x="2284730" y="1282"/>
                  </a:lnTo>
                  <a:lnTo>
                    <a:pt x="2285174" y="1092"/>
                  </a:lnTo>
                  <a:lnTo>
                    <a:pt x="2285365" y="63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3977004" y="4116082"/>
              <a:ext cx="808990" cy="0"/>
            </a:xfrm>
            <a:custGeom>
              <a:avLst/>
              <a:gdLst/>
              <a:ahLst/>
              <a:cxnLst/>
              <a:rect l="l" t="t" r="r" b="b"/>
              <a:pathLst>
                <a:path w="808989" h="0">
                  <a:moveTo>
                    <a:pt x="0" y="0"/>
                  </a:moveTo>
                  <a:lnTo>
                    <a:pt x="271145" y="0"/>
                  </a:lnTo>
                </a:path>
                <a:path w="808989" h="0">
                  <a:moveTo>
                    <a:pt x="808990" y="0"/>
                  </a:moveTo>
                  <a:lnTo>
                    <a:pt x="53975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3917950" y="4105922"/>
              <a:ext cx="59690" cy="19685"/>
            </a:xfrm>
            <a:custGeom>
              <a:avLst/>
              <a:gdLst/>
              <a:ahLst/>
              <a:cxnLst/>
              <a:rect l="l" t="t" r="r" b="b"/>
              <a:pathLst>
                <a:path w="59689" h="19685">
                  <a:moveTo>
                    <a:pt x="59689" y="0"/>
                  </a:moveTo>
                  <a:lnTo>
                    <a:pt x="0" y="8890"/>
                  </a:lnTo>
                  <a:lnTo>
                    <a:pt x="59689" y="19685"/>
                  </a:lnTo>
                  <a:lnTo>
                    <a:pt x="5968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3917950" y="4105922"/>
              <a:ext cx="59690" cy="19685"/>
            </a:xfrm>
            <a:custGeom>
              <a:avLst/>
              <a:gdLst/>
              <a:ahLst/>
              <a:cxnLst/>
              <a:rect l="l" t="t" r="r" b="b"/>
              <a:pathLst>
                <a:path w="59689" h="19685">
                  <a:moveTo>
                    <a:pt x="59689" y="0"/>
                  </a:moveTo>
                  <a:lnTo>
                    <a:pt x="59689" y="19685"/>
                  </a:lnTo>
                  <a:lnTo>
                    <a:pt x="0" y="8890"/>
                  </a:lnTo>
                  <a:lnTo>
                    <a:pt x="59689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4787264" y="4105922"/>
              <a:ext cx="60960" cy="19685"/>
            </a:xfrm>
            <a:custGeom>
              <a:avLst/>
              <a:gdLst/>
              <a:ahLst/>
              <a:cxnLst/>
              <a:rect l="l" t="t" r="r" b="b"/>
              <a:pathLst>
                <a:path w="60960" h="19685">
                  <a:moveTo>
                    <a:pt x="0" y="0"/>
                  </a:moveTo>
                  <a:lnTo>
                    <a:pt x="0" y="19685"/>
                  </a:lnTo>
                  <a:lnTo>
                    <a:pt x="60960" y="8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4787264" y="4105922"/>
              <a:ext cx="60960" cy="19685"/>
            </a:xfrm>
            <a:custGeom>
              <a:avLst/>
              <a:gdLst/>
              <a:ahLst/>
              <a:cxnLst/>
              <a:rect l="l" t="t" r="r" b="b"/>
              <a:pathLst>
                <a:path w="60960" h="19685">
                  <a:moveTo>
                    <a:pt x="0" y="0"/>
                  </a:moveTo>
                  <a:lnTo>
                    <a:pt x="0" y="19685"/>
                  </a:lnTo>
                  <a:lnTo>
                    <a:pt x="60960" y="889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272914" y="4074807"/>
              <a:ext cx="185420" cy="81915"/>
            </a:xfrm>
            <a:prstGeom prst="rect">
              <a:avLst/>
            </a:prstGeom>
          </p:spPr>
        </p:pic>
        <p:sp>
          <p:nvSpPr>
            <p:cNvPr id="22" name="object 22" descr=""/>
            <p:cNvSpPr/>
            <p:nvPr/>
          </p:nvSpPr>
          <p:spPr>
            <a:xfrm>
              <a:off x="4483734" y="4061472"/>
              <a:ext cx="7620" cy="22860"/>
            </a:xfrm>
            <a:custGeom>
              <a:avLst/>
              <a:gdLst/>
              <a:ahLst/>
              <a:cxnLst/>
              <a:rect l="l" t="t" r="r" b="b"/>
              <a:pathLst>
                <a:path w="7620" h="22860">
                  <a:moveTo>
                    <a:pt x="7619" y="3175"/>
                  </a:moveTo>
                  <a:lnTo>
                    <a:pt x="4444" y="7620"/>
                  </a:lnTo>
                  <a:lnTo>
                    <a:pt x="0" y="3175"/>
                  </a:lnTo>
                  <a:lnTo>
                    <a:pt x="4444" y="0"/>
                  </a:lnTo>
                  <a:lnTo>
                    <a:pt x="7619" y="3175"/>
                  </a:lnTo>
                  <a:lnTo>
                    <a:pt x="7619" y="10795"/>
                  </a:lnTo>
                  <a:lnTo>
                    <a:pt x="4444" y="18415"/>
                  </a:lnTo>
                  <a:lnTo>
                    <a:pt x="0" y="2286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3917315" y="4105287"/>
              <a:ext cx="931544" cy="11430"/>
            </a:xfrm>
            <a:custGeom>
              <a:avLst/>
              <a:gdLst/>
              <a:ahLst/>
              <a:cxnLst/>
              <a:rect l="l" t="t" r="r" b="b"/>
              <a:pathLst>
                <a:path w="931545" h="11429">
                  <a:moveTo>
                    <a:pt x="1270" y="635"/>
                  </a:moveTo>
                  <a:lnTo>
                    <a:pt x="1079" y="190"/>
                  </a:lnTo>
                  <a:lnTo>
                    <a:pt x="635" y="0"/>
                  </a:lnTo>
                  <a:lnTo>
                    <a:pt x="177" y="190"/>
                  </a:lnTo>
                  <a:lnTo>
                    <a:pt x="0" y="635"/>
                  </a:lnTo>
                  <a:lnTo>
                    <a:pt x="177" y="1092"/>
                  </a:lnTo>
                  <a:lnTo>
                    <a:pt x="635" y="1270"/>
                  </a:lnTo>
                  <a:lnTo>
                    <a:pt x="1079" y="1092"/>
                  </a:lnTo>
                  <a:lnTo>
                    <a:pt x="1270" y="635"/>
                  </a:lnTo>
                  <a:close/>
                </a:path>
                <a:path w="931545" h="11429">
                  <a:moveTo>
                    <a:pt x="931545" y="10795"/>
                  </a:moveTo>
                  <a:lnTo>
                    <a:pt x="931354" y="10350"/>
                  </a:lnTo>
                  <a:lnTo>
                    <a:pt x="930910" y="10172"/>
                  </a:lnTo>
                  <a:lnTo>
                    <a:pt x="930452" y="10350"/>
                  </a:lnTo>
                  <a:lnTo>
                    <a:pt x="930275" y="10795"/>
                  </a:lnTo>
                  <a:lnTo>
                    <a:pt x="930452" y="11252"/>
                  </a:lnTo>
                  <a:lnTo>
                    <a:pt x="930910" y="11430"/>
                  </a:lnTo>
                  <a:lnTo>
                    <a:pt x="931354" y="11252"/>
                  </a:lnTo>
                  <a:lnTo>
                    <a:pt x="931545" y="10795"/>
                  </a:lnTo>
                  <a:close/>
                </a:path>
                <a:path w="931545" h="11429">
                  <a:moveTo>
                    <a:pt x="931545" y="635"/>
                  </a:moveTo>
                  <a:lnTo>
                    <a:pt x="931354" y="190"/>
                  </a:lnTo>
                  <a:lnTo>
                    <a:pt x="930910" y="0"/>
                  </a:lnTo>
                  <a:lnTo>
                    <a:pt x="930452" y="190"/>
                  </a:lnTo>
                  <a:lnTo>
                    <a:pt x="930275" y="635"/>
                  </a:lnTo>
                  <a:lnTo>
                    <a:pt x="930452" y="1092"/>
                  </a:lnTo>
                  <a:lnTo>
                    <a:pt x="930910" y="1270"/>
                  </a:lnTo>
                  <a:lnTo>
                    <a:pt x="931354" y="1092"/>
                  </a:lnTo>
                  <a:lnTo>
                    <a:pt x="931545" y="63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2622549" y="4116082"/>
              <a:ext cx="1234440" cy="0"/>
            </a:xfrm>
            <a:custGeom>
              <a:avLst/>
              <a:gdLst/>
              <a:ahLst/>
              <a:cxnLst/>
              <a:rect l="l" t="t" r="r" b="b"/>
              <a:pathLst>
                <a:path w="1234439" h="0">
                  <a:moveTo>
                    <a:pt x="0" y="0"/>
                  </a:moveTo>
                  <a:lnTo>
                    <a:pt x="489585" y="0"/>
                  </a:lnTo>
                </a:path>
                <a:path w="1234439" h="0">
                  <a:moveTo>
                    <a:pt x="1234439" y="0"/>
                  </a:moveTo>
                  <a:lnTo>
                    <a:pt x="74548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2562224" y="4105922"/>
              <a:ext cx="59055" cy="19685"/>
            </a:xfrm>
            <a:custGeom>
              <a:avLst/>
              <a:gdLst/>
              <a:ahLst/>
              <a:cxnLst/>
              <a:rect l="l" t="t" r="r" b="b"/>
              <a:pathLst>
                <a:path w="59055" h="19685">
                  <a:moveTo>
                    <a:pt x="59055" y="0"/>
                  </a:moveTo>
                  <a:lnTo>
                    <a:pt x="0" y="8890"/>
                  </a:lnTo>
                  <a:lnTo>
                    <a:pt x="59055" y="19685"/>
                  </a:lnTo>
                  <a:lnTo>
                    <a:pt x="5905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2562224" y="4105922"/>
              <a:ext cx="59055" cy="19685"/>
            </a:xfrm>
            <a:custGeom>
              <a:avLst/>
              <a:gdLst/>
              <a:ahLst/>
              <a:cxnLst/>
              <a:rect l="l" t="t" r="r" b="b"/>
              <a:pathLst>
                <a:path w="59055" h="19685">
                  <a:moveTo>
                    <a:pt x="59055" y="0"/>
                  </a:moveTo>
                  <a:lnTo>
                    <a:pt x="59055" y="19685"/>
                  </a:lnTo>
                  <a:lnTo>
                    <a:pt x="0" y="8890"/>
                  </a:lnTo>
                  <a:lnTo>
                    <a:pt x="59055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3857625" y="4105922"/>
              <a:ext cx="60960" cy="19685"/>
            </a:xfrm>
            <a:custGeom>
              <a:avLst/>
              <a:gdLst/>
              <a:ahLst/>
              <a:cxnLst/>
              <a:rect l="l" t="t" r="r" b="b"/>
              <a:pathLst>
                <a:path w="60960" h="19685">
                  <a:moveTo>
                    <a:pt x="0" y="0"/>
                  </a:moveTo>
                  <a:lnTo>
                    <a:pt x="0" y="19685"/>
                  </a:lnTo>
                  <a:lnTo>
                    <a:pt x="60960" y="8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3857625" y="4105922"/>
              <a:ext cx="60960" cy="19685"/>
            </a:xfrm>
            <a:custGeom>
              <a:avLst/>
              <a:gdLst/>
              <a:ahLst/>
              <a:cxnLst/>
              <a:rect l="l" t="t" r="r" b="b"/>
              <a:pathLst>
                <a:path w="60960" h="19685">
                  <a:moveTo>
                    <a:pt x="0" y="0"/>
                  </a:moveTo>
                  <a:lnTo>
                    <a:pt x="0" y="19685"/>
                  </a:lnTo>
                  <a:lnTo>
                    <a:pt x="60960" y="889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9" name="object 29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134994" y="4074807"/>
              <a:ext cx="165100" cy="81915"/>
            </a:xfrm>
            <a:prstGeom prst="rect">
              <a:avLst/>
            </a:prstGeom>
          </p:spPr>
        </p:pic>
        <p:sp>
          <p:nvSpPr>
            <p:cNvPr id="30" name="object 30" descr=""/>
            <p:cNvSpPr/>
            <p:nvPr/>
          </p:nvSpPr>
          <p:spPr>
            <a:xfrm>
              <a:off x="3336289" y="4059567"/>
              <a:ext cx="7620" cy="22860"/>
            </a:xfrm>
            <a:custGeom>
              <a:avLst/>
              <a:gdLst/>
              <a:ahLst/>
              <a:cxnLst/>
              <a:rect l="l" t="t" r="r" b="b"/>
              <a:pathLst>
                <a:path w="7620" h="22860">
                  <a:moveTo>
                    <a:pt x="7620" y="3175"/>
                  </a:moveTo>
                  <a:lnTo>
                    <a:pt x="2539" y="7620"/>
                  </a:lnTo>
                  <a:lnTo>
                    <a:pt x="0" y="3175"/>
                  </a:lnTo>
                  <a:lnTo>
                    <a:pt x="2539" y="0"/>
                  </a:lnTo>
                  <a:lnTo>
                    <a:pt x="7620" y="3175"/>
                  </a:lnTo>
                  <a:lnTo>
                    <a:pt x="7620" y="10795"/>
                  </a:lnTo>
                  <a:lnTo>
                    <a:pt x="2539" y="18415"/>
                  </a:lnTo>
                  <a:lnTo>
                    <a:pt x="0" y="2286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2562225" y="4103382"/>
              <a:ext cx="1356360" cy="11430"/>
            </a:xfrm>
            <a:custGeom>
              <a:avLst/>
              <a:gdLst/>
              <a:ahLst/>
              <a:cxnLst/>
              <a:rect l="l" t="t" r="r" b="b"/>
              <a:pathLst>
                <a:path w="1356360" h="11429">
                  <a:moveTo>
                    <a:pt x="1270" y="635"/>
                  </a:moveTo>
                  <a:lnTo>
                    <a:pt x="1079" y="190"/>
                  </a:lnTo>
                  <a:lnTo>
                    <a:pt x="635" y="0"/>
                  </a:lnTo>
                  <a:lnTo>
                    <a:pt x="177" y="190"/>
                  </a:lnTo>
                  <a:lnTo>
                    <a:pt x="0" y="635"/>
                  </a:lnTo>
                  <a:lnTo>
                    <a:pt x="177" y="1092"/>
                  </a:lnTo>
                  <a:lnTo>
                    <a:pt x="635" y="1270"/>
                  </a:lnTo>
                  <a:lnTo>
                    <a:pt x="1079" y="1092"/>
                  </a:lnTo>
                  <a:lnTo>
                    <a:pt x="1270" y="635"/>
                  </a:lnTo>
                  <a:close/>
                </a:path>
                <a:path w="1356360" h="11429">
                  <a:moveTo>
                    <a:pt x="1356360" y="10807"/>
                  </a:moveTo>
                  <a:lnTo>
                    <a:pt x="1356169" y="10350"/>
                  </a:lnTo>
                  <a:lnTo>
                    <a:pt x="1355725" y="10172"/>
                  </a:lnTo>
                  <a:lnTo>
                    <a:pt x="1355267" y="10350"/>
                  </a:lnTo>
                  <a:lnTo>
                    <a:pt x="1355090" y="10807"/>
                  </a:lnTo>
                  <a:lnTo>
                    <a:pt x="1355267" y="11252"/>
                  </a:lnTo>
                  <a:lnTo>
                    <a:pt x="1355725" y="11430"/>
                  </a:lnTo>
                  <a:lnTo>
                    <a:pt x="1356169" y="11252"/>
                  </a:lnTo>
                  <a:lnTo>
                    <a:pt x="1356360" y="10807"/>
                  </a:lnTo>
                  <a:close/>
                </a:path>
                <a:path w="1356360" h="11429">
                  <a:moveTo>
                    <a:pt x="1356360" y="635"/>
                  </a:moveTo>
                  <a:lnTo>
                    <a:pt x="1356169" y="190"/>
                  </a:lnTo>
                  <a:lnTo>
                    <a:pt x="1355725" y="0"/>
                  </a:lnTo>
                  <a:lnTo>
                    <a:pt x="1355267" y="190"/>
                  </a:lnTo>
                  <a:lnTo>
                    <a:pt x="1355090" y="635"/>
                  </a:lnTo>
                  <a:lnTo>
                    <a:pt x="1355267" y="1092"/>
                  </a:lnTo>
                  <a:lnTo>
                    <a:pt x="1355725" y="1270"/>
                  </a:lnTo>
                  <a:lnTo>
                    <a:pt x="1356169" y="1092"/>
                  </a:lnTo>
                  <a:lnTo>
                    <a:pt x="1356360" y="63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2141854" y="3366147"/>
              <a:ext cx="3229610" cy="0"/>
            </a:xfrm>
            <a:custGeom>
              <a:avLst/>
              <a:gdLst/>
              <a:ahLst/>
              <a:cxnLst/>
              <a:rect l="l" t="t" r="r" b="b"/>
              <a:pathLst>
                <a:path w="3229610" h="0">
                  <a:moveTo>
                    <a:pt x="0" y="0"/>
                  </a:moveTo>
                  <a:lnTo>
                    <a:pt x="264159" y="0"/>
                  </a:lnTo>
                </a:path>
                <a:path w="3229610" h="0">
                  <a:moveTo>
                    <a:pt x="327659" y="0"/>
                  </a:moveTo>
                  <a:lnTo>
                    <a:pt x="390525" y="0"/>
                  </a:lnTo>
                </a:path>
                <a:path w="3229610" h="0">
                  <a:moveTo>
                    <a:pt x="452755" y="0"/>
                  </a:moveTo>
                  <a:lnTo>
                    <a:pt x="767080" y="0"/>
                  </a:lnTo>
                </a:path>
                <a:path w="3229610" h="0">
                  <a:moveTo>
                    <a:pt x="829309" y="0"/>
                  </a:moveTo>
                  <a:lnTo>
                    <a:pt x="891539" y="0"/>
                  </a:lnTo>
                </a:path>
                <a:path w="3229610" h="0">
                  <a:moveTo>
                    <a:pt x="954405" y="0"/>
                  </a:moveTo>
                  <a:lnTo>
                    <a:pt x="1268730" y="0"/>
                  </a:lnTo>
                </a:path>
                <a:path w="3229610" h="0">
                  <a:moveTo>
                    <a:pt x="1332865" y="0"/>
                  </a:moveTo>
                  <a:lnTo>
                    <a:pt x="1395095" y="0"/>
                  </a:lnTo>
                </a:path>
                <a:path w="3229610" h="0">
                  <a:moveTo>
                    <a:pt x="1457959" y="0"/>
                  </a:moveTo>
                  <a:lnTo>
                    <a:pt x="1771649" y="0"/>
                  </a:lnTo>
                </a:path>
                <a:path w="3229610" h="0">
                  <a:moveTo>
                    <a:pt x="1834515" y="0"/>
                  </a:moveTo>
                  <a:lnTo>
                    <a:pt x="1896745" y="0"/>
                  </a:lnTo>
                </a:path>
                <a:path w="3229610" h="0">
                  <a:moveTo>
                    <a:pt x="1960880" y="0"/>
                  </a:moveTo>
                  <a:lnTo>
                    <a:pt x="2273935" y="0"/>
                  </a:lnTo>
                </a:path>
                <a:path w="3229610" h="0">
                  <a:moveTo>
                    <a:pt x="2338070" y="0"/>
                  </a:moveTo>
                  <a:lnTo>
                    <a:pt x="2400299" y="0"/>
                  </a:lnTo>
                </a:path>
                <a:path w="3229610" h="0">
                  <a:moveTo>
                    <a:pt x="2462530" y="0"/>
                  </a:moveTo>
                  <a:lnTo>
                    <a:pt x="2776855" y="0"/>
                  </a:lnTo>
                </a:path>
                <a:path w="3229610" h="0">
                  <a:moveTo>
                    <a:pt x="2839085" y="0"/>
                  </a:moveTo>
                  <a:lnTo>
                    <a:pt x="2901949" y="0"/>
                  </a:lnTo>
                </a:path>
                <a:path w="3229610" h="0">
                  <a:moveTo>
                    <a:pt x="2965449" y="0"/>
                  </a:moveTo>
                  <a:lnTo>
                    <a:pt x="322961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2134234" y="3933202"/>
              <a:ext cx="7620" cy="17145"/>
            </a:xfrm>
            <a:custGeom>
              <a:avLst/>
              <a:gdLst/>
              <a:ahLst/>
              <a:cxnLst/>
              <a:rect l="l" t="t" r="r" b="b"/>
              <a:pathLst>
                <a:path w="7619" h="17145">
                  <a:moveTo>
                    <a:pt x="7619" y="0"/>
                  </a:moveTo>
                  <a:lnTo>
                    <a:pt x="5079" y="0"/>
                  </a:lnTo>
                  <a:lnTo>
                    <a:pt x="0" y="5079"/>
                  </a:lnTo>
                  <a:lnTo>
                    <a:pt x="0" y="13969"/>
                  </a:lnTo>
                  <a:lnTo>
                    <a:pt x="1904" y="15239"/>
                  </a:lnTo>
                  <a:lnTo>
                    <a:pt x="3175" y="15239"/>
                  </a:lnTo>
                  <a:lnTo>
                    <a:pt x="5079" y="17144"/>
                  </a:lnTo>
                  <a:lnTo>
                    <a:pt x="7619" y="17144"/>
                  </a:lnTo>
                  <a:lnTo>
                    <a:pt x="761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2134234" y="3933202"/>
              <a:ext cx="7620" cy="17145"/>
            </a:xfrm>
            <a:custGeom>
              <a:avLst/>
              <a:gdLst/>
              <a:ahLst/>
              <a:cxnLst/>
              <a:rect l="l" t="t" r="r" b="b"/>
              <a:pathLst>
                <a:path w="7619" h="17145">
                  <a:moveTo>
                    <a:pt x="7619" y="17144"/>
                  </a:moveTo>
                  <a:lnTo>
                    <a:pt x="5079" y="17144"/>
                  </a:lnTo>
                  <a:lnTo>
                    <a:pt x="3175" y="15239"/>
                  </a:lnTo>
                  <a:lnTo>
                    <a:pt x="1904" y="15239"/>
                  </a:lnTo>
                  <a:lnTo>
                    <a:pt x="0" y="13969"/>
                  </a:lnTo>
                  <a:lnTo>
                    <a:pt x="0" y="5079"/>
                  </a:lnTo>
                  <a:lnTo>
                    <a:pt x="1904" y="3175"/>
                  </a:lnTo>
                  <a:lnTo>
                    <a:pt x="3175" y="1904"/>
                  </a:lnTo>
                  <a:lnTo>
                    <a:pt x="5079" y="0"/>
                  </a:lnTo>
                  <a:lnTo>
                    <a:pt x="761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2141854" y="3933202"/>
              <a:ext cx="147320" cy="16510"/>
            </a:xfrm>
            <a:custGeom>
              <a:avLst/>
              <a:gdLst/>
              <a:ahLst/>
              <a:cxnLst/>
              <a:rect l="l" t="t" r="r" b="b"/>
              <a:pathLst>
                <a:path w="147319" h="16510">
                  <a:moveTo>
                    <a:pt x="147319" y="0"/>
                  </a:moveTo>
                  <a:lnTo>
                    <a:pt x="0" y="0"/>
                  </a:lnTo>
                  <a:lnTo>
                    <a:pt x="0" y="16509"/>
                  </a:lnTo>
                  <a:lnTo>
                    <a:pt x="73659" y="16509"/>
                  </a:lnTo>
                  <a:lnTo>
                    <a:pt x="147319" y="16509"/>
                  </a:lnTo>
                  <a:lnTo>
                    <a:pt x="14731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2141854" y="3933202"/>
              <a:ext cx="147320" cy="16510"/>
            </a:xfrm>
            <a:custGeom>
              <a:avLst/>
              <a:gdLst/>
              <a:ahLst/>
              <a:cxnLst/>
              <a:rect l="l" t="t" r="r" b="b"/>
              <a:pathLst>
                <a:path w="147319" h="16510">
                  <a:moveTo>
                    <a:pt x="73659" y="16509"/>
                  </a:moveTo>
                  <a:lnTo>
                    <a:pt x="0" y="16509"/>
                  </a:lnTo>
                  <a:lnTo>
                    <a:pt x="0" y="0"/>
                  </a:lnTo>
                  <a:lnTo>
                    <a:pt x="147319" y="0"/>
                  </a:lnTo>
                  <a:lnTo>
                    <a:pt x="147319" y="16509"/>
                  </a:lnTo>
                  <a:lnTo>
                    <a:pt x="73659" y="16509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2289809" y="3933202"/>
              <a:ext cx="9525" cy="17145"/>
            </a:xfrm>
            <a:custGeom>
              <a:avLst/>
              <a:gdLst/>
              <a:ahLst/>
              <a:cxnLst/>
              <a:rect l="l" t="t" r="r" b="b"/>
              <a:pathLst>
                <a:path w="9525" h="17145">
                  <a:moveTo>
                    <a:pt x="3175" y="0"/>
                  </a:moveTo>
                  <a:lnTo>
                    <a:pt x="0" y="0"/>
                  </a:lnTo>
                  <a:lnTo>
                    <a:pt x="0" y="17144"/>
                  </a:lnTo>
                  <a:lnTo>
                    <a:pt x="3175" y="17144"/>
                  </a:lnTo>
                  <a:lnTo>
                    <a:pt x="4444" y="15239"/>
                  </a:lnTo>
                  <a:lnTo>
                    <a:pt x="6350" y="15239"/>
                  </a:lnTo>
                  <a:lnTo>
                    <a:pt x="7619" y="13969"/>
                  </a:lnTo>
                  <a:lnTo>
                    <a:pt x="9525" y="10794"/>
                  </a:lnTo>
                  <a:lnTo>
                    <a:pt x="9525" y="6350"/>
                  </a:lnTo>
                  <a:lnTo>
                    <a:pt x="31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2289809" y="3933202"/>
              <a:ext cx="9525" cy="17145"/>
            </a:xfrm>
            <a:custGeom>
              <a:avLst/>
              <a:gdLst/>
              <a:ahLst/>
              <a:cxnLst/>
              <a:rect l="l" t="t" r="r" b="b"/>
              <a:pathLst>
                <a:path w="9525" h="17145">
                  <a:moveTo>
                    <a:pt x="0" y="0"/>
                  </a:moveTo>
                  <a:lnTo>
                    <a:pt x="3175" y="0"/>
                  </a:lnTo>
                  <a:lnTo>
                    <a:pt x="4444" y="1904"/>
                  </a:lnTo>
                  <a:lnTo>
                    <a:pt x="6350" y="3175"/>
                  </a:lnTo>
                  <a:lnTo>
                    <a:pt x="7619" y="5079"/>
                  </a:lnTo>
                  <a:lnTo>
                    <a:pt x="9525" y="6350"/>
                  </a:lnTo>
                  <a:lnTo>
                    <a:pt x="9525" y="10794"/>
                  </a:lnTo>
                  <a:lnTo>
                    <a:pt x="7619" y="13969"/>
                  </a:lnTo>
                  <a:lnTo>
                    <a:pt x="6350" y="15239"/>
                  </a:lnTo>
                  <a:lnTo>
                    <a:pt x="4444" y="15239"/>
                  </a:lnTo>
                  <a:lnTo>
                    <a:pt x="3175" y="17144"/>
                  </a:lnTo>
                  <a:lnTo>
                    <a:pt x="0" y="1714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2338069" y="3933202"/>
              <a:ext cx="8890" cy="17145"/>
            </a:xfrm>
            <a:custGeom>
              <a:avLst/>
              <a:gdLst/>
              <a:ahLst/>
              <a:cxnLst/>
              <a:rect l="l" t="t" r="r" b="b"/>
              <a:pathLst>
                <a:path w="8889" h="17145">
                  <a:moveTo>
                    <a:pt x="8890" y="0"/>
                  </a:moveTo>
                  <a:lnTo>
                    <a:pt x="4444" y="0"/>
                  </a:lnTo>
                  <a:lnTo>
                    <a:pt x="0" y="5079"/>
                  </a:lnTo>
                  <a:lnTo>
                    <a:pt x="0" y="13969"/>
                  </a:lnTo>
                  <a:lnTo>
                    <a:pt x="1269" y="15239"/>
                  </a:lnTo>
                  <a:lnTo>
                    <a:pt x="3175" y="15239"/>
                  </a:lnTo>
                  <a:lnTo>
                    <a:pt x="4444" y="17144"/>
                  </a:lnTo>
                  <a:lnTo>
                    <a:pt x="8890" y="17144"/>
                  </a:lnTo>
                  <a:lnTo>
                    <a:pt x="889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2338069" y="3933202"/>
              <a:ext cx="8890" cy="17145"/>
            </a:xfrm>
            <a:custGeom>
              <a:avLst/>
              <a:gdLst/>
              <a:ahLst/>
              <a:cxnLst/>
              <a:rect l="l" t="t" r="r" b="b"/>
              <a:pathLst>
                <a:path w="8889" h="17145">
                  <a:moveTo>
                    <a:pt x="8890" y="17144"/>
                  </a:moveTo>
                  <a:lnTo>
                    <a:pt x="4444" y="17144"/>
                  </a:lnTo>
                  <a:lnTo>
                    <a:pt x="3175" y="15239"/>
                  </a:lnTo>
                  <a:lnTo>
                    <a:pt x="1269" y="15239"/>
                  </a:lnTo>
                  <a:lnTo>
                    <a:pt x="0" y="13969"/>
                  </a:lnTo>
                  <a:lnTo>
                    <a:pt x="0" y="5079"/>
                  </a:lnTo>
                  <a:lnTo>
                    <a:pt x="1269" y="3175"/>
                  </a:lnTo>
                  <a:lnTo>
                    <a:pt x="3175" y="1904"/>
                  </a:lnTo>
                  <a:lnTo>
                    <a:pt x="4444" y="0"/>
                  </a:lnTo>
                  <a:lnTo>
                    <a:pt x="889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2347594" y="3933202"/>
              <a:ext cx="10160" cy="16510"/>
            </a:xfrm>
            <a:custGeom>
              <a:avLst/>
              <a:gdLst/>
              <a:ahLst/>
              <a:cxnLst/>
              <a:rect l="l" t="t" r="r" b="b"/>
              <a:pathLst>
                <a:path w="10160" h="16510">
                  <a:moveTo>
                    <a:pt x="10160" y="0"/>
                  </a:moveTo>
                  <a:lnTo>
                    <a:pt x="0" y="0"/>
                  </a:lnTo>
                  <a:lnTo>
                    <a:pt x="0" y="16509"/>
                  </a:lnTo>
                  <a:lnTo>
                    <a:pt x="5080" y="16509"/>
                  </a:lnTo>
                  <a:lnTo>
                    <a:pt x="10160" y="16509"/>
                  </a:lnTo>
                  <a:lnTo>
                    <a:pt x="1016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2347594" y="3933202"/>
              <a:ext cx="10160" cy="16510"/>
            </a:xfrm>
            <a:custGeom>
              <a:avLst/>
              <a:gdLst/>
              <a:ahLst/>
              <a:cxnLst/>
              <a:rect l="l" t="t" r="r" b="b"/>
              <a:pathLst>
                <a:path w="10160" h="16510">
                  <a:moveTo>
                    <a:pt x="5080" y="16509"/>
                  </a:moveTo>
                  <a:lnTo>
                    <a:pt x="0" y="16509"/>
                  </a:lnTo>
                  <a:lnTo>
                    <a:pt x="0" y="0"/>
                  </a:lnTo>
                  <a:lnTo>
                    <a:pt x="10160" y="0"/>
                  </a:lnTo>
                  <a:lnTo>
                    <a:pt x="10160" y="16509"/>
                  </a:lnTo>
                  <a:lnTo>
                    <a:pt x="5080" y="16509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2358389" y="3933202"/>
              <a:ext cx="7620" cy="17145"/>
            </a:xfrm>
            <a:custGeom>
              <a:avLst/>
              <a:gdLst/>
              <a:ahLst/>
              <a:cxnLst/>
              <a:rect l="l" t="t" r="r" b="b"/>
              <a:pathLst>
                <a:path w="7619" h="17145">
                  <a:moveTo>
                    <a:pt x="3175" y="0"/>
                  </a:moveTo>
                  <a:lnTo>
                    <a:pt x="0" y="0"/>
                  </a:lnTo>
                  <a:lnTo>
                    <a:pt x="0" y="17144"/>
                  </a:lnTo>
                  <a:lnTo>
                    <a:pt x="3175" y="17144"/>
                  </a:lnTo>
                  <a:lnTo>
                    <a:pt x="4445" y="15239"/>
                  </a:lnTo>
                  <a:lnTo>
                    <a:pt x="6350" y="15239"/>
                  </a:lnTo>
                  <a:lnTo>
                    <a:pt x="7620" y="13969"/>
                  </a:lnTo>
                  <a:lnTo>
                    <a:pt x="7620" y="5079"/>
                  </a:lnTo>
                  <a:lnTo>
                    <a:pt x="6350" y="3175"/>
                  </a:lnTo>
                  <a:lnTo>
                    <a:pt x="31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2358389" y="3933202"/>
              <a:ext cx="7620" cy="17145"/>
            </a:xfrm>
            <a:custGeom>
              <a:avLst/>
              <a:gdLst/>
              <a:ahLst/>
              <a:cxnLst/>
              <a:rect l="l" t="t" r="r" b="b"/>
              <a:pathLst>
                <a:path w="7619" h="17145">
                  <a:moveTo>
                    <a:pt x="0" y="0"/>
                  </a:moveTo>
                  <a:lnTo>
                    <a:pt x="3175" y="0"/>
                  </a:lnTo>
                  <a:lnTo>
                    <a:pt x="4445" y="1904"/>
                  </a:lnTo>
                  <a:lnTo>
                    <a:pt x="6350" y="3175"/>
                  </a:lnTo>
                  <a:lnTo>
                    <a:pt x="7620" y="5079"/>
                  </a:lnTo>
                  <a:lnTo>
                    <a:pt x="7620" y="13969"/>
                  </a:lnTo>
                  <a:lnTo>
                    <a:pt x="6350" y="15239"/>
                  </a:lnTo>
                  <a:lnTo>
                    <a:pt x="4445" y="15239"/>
                  </a:lnTo>
                  <a:lnTo>
                    <a:pt x="3175" y="17144"/>
                  </a:lnTo>
                  <a:lnTo>
                    <a:pt x="0" y="1714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2406014" y="3933202"/>
              <a:ext cx="8890" cy="17145"/>
            </a:xfrm>
            <a:custGeom>
              <a:avLst/>
              <a:gdLst/>
              <a:ahLst/>
              <a:cxnLst/>
              <a:rect l="l" t="t" r="r" b="b"/>
              <a:pathLst>
                <a:path w="8889" h="17145">
                  <a:moveTo>
                    <a:pt x="8890" y="0"/>
                  </a:moveTo>
                  <a:lnTo>
                    <a:pt x="5715" y="0"/>
                  </a:lnTo>
                  <a:lnTo>
                    <a:pt x="4445" y="1904"/>
                  </a:lnTo>
                  <a:lnTo>
                    <a:pt x="1270" y="5079"/>
                  </a:lnTo>
                  <a:lnTo>
                    <a:pt x="1270" y="6350"/>
                  </a:lnTo>
                  <a:lnTo>
                    <a:pt x="0" y="7619"/>
                  </a:lnTo>
                  <a:lnTo>
                    <a:pt x="0" y="9525"/>
                  </a:lnTo>
                  <a:lnTo>
                    <a:pt x="1270" y="10794"/>
                  </a:lnTo>
                  <a:lnTo>
                    <a:pt x="1270" y="13969"/>
                  </a:lnTo>
                  <a:lnTo>
                    <a:pt x="2540" y="15239"/>
                  </a:lnTo>
                  <a:lnTo>
                    <a:pt x="4445" y="15239"/>
                  </a:lnTo>
                  <a:lnTo>
                    <a:pt x="5715" y="17144"/>
                  </a:lnTo>
                  <a:lnTo>
                    <a:pt x="8890" y="17144"/>
                  </a:lnTo>
                  <a:lnTo>
                    <a:pt x="889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2406014" y="3933202"/>
              <a:ext cx="8890" cy="17145"/>
            </a:xfrm>
            <a:custGeom>
              <a:avLst/>
              <a:gdLst/>
              <a:ahLst/>
              <a:cxnLst/>
              <a:rect l="l" t="t" r="r" b="b"/>
              <a:pathLst>
                <a:path w="8889" h="17145">
                  <a:moveTo>
                    <a:pt x="8890" y="17144"/>
                  </a:moveTo>
                  <a:lnTo>
                    <a:pt x="5715" y="17144"/>
                  </a:lnTo>
                  <a:lnTo>
                    <a:pt x="4445" y="15239"/>
                  </a:lnTo>
                  <a:lnTo>
                    <a:pt x="2540" y="15239"/>
                  </a:lnTo>
                  <a:lnTo>
                    <a:pt x="1270" y="13969"/>
                  </a:lnTo>
                  <a:lnTo>
                    <a:pt x="1270" y="10794"/>
                  </a:lnTo>
                  <a:lnTo>
                    <a:pt x="0" y="9525"/>
                  </a:lnTo>
                  <a:lnTo>
                    <a:pt x="0" y="7619"/>
                  </a:lnTo>
                  <a:lnTo>
                    <a:pt x="1270" y="6350"/>
                  </a:lnTo>
                  <a:lnTo>
                    <a:pt x="1270" y="5079"/>
                  </a:lnTo>
                  <a:lnTo>
                    <a:pt x="2540" y="3175"/>
                  </a:lnTo>
                  <a:lnTo>
                    <a:pt x="4445" y="1904"/>
                  </a:lnTo>
                  <a:lnTo>
                    <a:pt x="5715" y="0"/>
                  </a:lnTo>
                  <a:lnTo>
                    <a:pt x="889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2414904" y="3933202"/>
              <a:ext cx="147320" cy="16510"/>
            </a:xfrm>
            <a:custGeom>
              <a:avLst/>
              <a:gdLst/>
              <a:ahLst/>
              <a:cxnLst/>
              <a:rect l="l" t="t" r="r" b="b"/>
              <a:pathLst>
                <a:path w="147319" h="16510">
                  <a:moveTo>
                    <a:pt x="147319" y="0"/>
                  </a:moveTo>
                  <a:lnTo>
                    <a:pt x="0" y="0"/>
                  </a:lnTo>
                  <a:lnTo>
                    <a:pt x="0" y="16509"/>
                  </a:lnTo>
                  <a:lnTo>
                    <a:pt x="73659" y="16509"/>
                  </a:lnTo>
                  <a:lnTo>
                    <a:pt x="147319" y="16509"/>
                  </a:lnTo>
                  <a:lnTo>
                    <a:pt x="14731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2414904" y="3933202"/>
              <a:ext cx="147320" cy="16510"/>
            </a:xfrm>
            <a:custGeom>
              <a:avLst/>
              <a:gdLst/>
              <a:ahLst/>
              <a:cxnLst/>
              <a:rect l="l" t="t" r="r" b="b"/>
              <a:pathLst>
                <a:path w="147319" h="16510">
                  <a:moveTo>
                    <a:pt x="73659" y="16509"/>
                  </a:moveTo>
                  <a:lnTo>
                    <a:pt x="0" y="16509"/>
                  </a:lnTo>
                  <a:lnTo>
                    <a:pt x="0" y="0"/>
                  </a:lnTo>
                  <a:lnTo>
                    <a:pt x="147319" y="0"/>
                  </a:lnTo>
                  <a:lnTo>
                    <a:pt x="147319" y="16509"/>
                  </a:lnTo>
                  <a:lnTo>
                    <a:pt x="73659" y="16509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2562859" y="3933202"/>
              <a:ext cx="8890" cy="17145"/>
            </a:xfrm>
            <a:custGeom>
              <a:avLst/>
              <a:gdLst/>
              <a:ahLst/>
              <a:cxnLst/>
              <a:rect l="l" t="t" r="r" b="b"/>
              <a:pathLst>
                <a:path w="8889" h="17145">
                  <a:moveTo>
                    <a:pt x="3175" y="0"/>
                  </a:moveTo>
                  <a:lnTo>
                    <a:pt x="0" y="0"/>
                  </a:lnTo>
                  <a:lnTo>
                    <a:pt x="0" y="17144"/>
                  </a:lnTo>
                  <a:lnTo>
                    <a:pt x="3175" y="17144"/>
                  </a:lnTo>
                  <a:lnTo>
                    <a:pt x="4444" y="15239"/>
                  </a:lnTo>
                  <a:lnTo>
                    <a:pt x="5714" y="15239"/>
                  </a:lnTo>
                  <a:lnTo>
                    <a:pt x="7619" y="13969"/>
                  </a:lnTo>
                  <a:lnTo>
                    <a:pt x="7619" y="10794"/>
                  </a:lnTo>
                  <a:lnTo>
                    <a:pt x="8889" y="9525"/>
                  </a:lnTo>
                  <a:lnTo>
                    <a:pt x="8889" y="7619"/>
                  </a:lnTo>
                  <a:lnTo>
                    <a:pt x="7619" y="6350"/>
                  </a:lnTo>
                  <a:lnTo>
                    <a:pt x="7619" y="5079"/>
                  </a:lnTo>
                  <a:lnTo>
                    <a:pt x="4444" y="1904"/>
                  </a:lnTo>
                  <a:lnTo>
                    <a:pt x="31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2562859" y="3933202"/>
              <a:ext cx="8890" cy="17145"/>
            </a:xfrm>
            <a:custGeom>
              <a:avLst/>
              <a:gdLst/>
              <a:ahLst/>
              <a:cxnLst/>
              <a:rect l="l" t="t" r="r" b="b"/>
              <a:pathLst>
                <a:path w="8889" h="17145">
                  <a:moveTo>
                    <a:pt x="0" y="0"/>
                  </a:moveTo>
                  <a:lnTo>
                    <a:pt x="3175" y="0"/>
                  </a:lnTo>
                  <a:lnTo>
                    <a:pt x="4444" y="1904"/>
                  </a:lnTo>
                  <a:lnTo>
                    <a:pt x="5714" y="3175"/>
                  </a:lnTo>
                  <a:lnTo>
                    <a:pt x="7619" y="5079"/>
                  </a:lnTo>
                  <a:lnTo>
                    <a:pt x="7619" y="6350"/>
                  </a:lnTo>
                  <a:lnTo>
                    <a:pt x="8889" y="7619"/>
                  </a:lnTo>
                  <a:lnTo>
                    <a:pt x="8889" y="9525"/>
                  </a:lnTo>
                  <a:lnTo>
                    <a:pt x="7619" y="10794"/>
                  </a:lnTo>
                  <a:lnTo>
                    <a:pt x="7619" y="13969"/>
                  </a:lnTo>
                  <a:lnTo>
                    <a:pt x="5714" y="15239"/>
                  </a:lnTo>
                  <a:lnTo>
                    <a:pt x="4444" y="15239"/>
                  </a:lnTo>
                  <a:lnTo>
                    <a:pt x="3175" y="17144"/>
                  </a:lnTo>
                  <a:lnTo>
                    <a:pt x="0" y="1714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2562859" y="2785122"/>
              <a:ext cx="8890" cy="18415"/>
            </a:xfrm>
            <a:custGeom>
              <a:avLst/>
              <a:gdLst/>
              <a:ahLst/>
              <a:cxnLst/>
              <a:rect l="l" t="t" r="r" b="b"/>
              <a:pathLst>
                <a:path w="8889" h="18414">
                  <a:moveTo>
                    <a:pt x="3175" y="0"/>
                  </a:moveTo>
                  <a:lnTo>
                    <a:pt x="0" y="0"/>
                  </a:lnTo>
                  <a:lnTo>
                    <a:pt x="0" y="18415"/>
                  </a:lnTo>
                  <a:lnTo>
                    <a:pt x="1269" y="18415"/>
                  </a:lnTo>
                  <a:lnTo>
                    <a:pt x="3175" y="17145"/>
                  </a:lnTo>
                  <a:lnTo>
                    <a:pt x="4444" y="17145"/>
                  </a:lnTo>
                  <a:lnTo>
                    <a:pt x="5714" y="15240"/>
                  </a:lnTo>
                  <a:lnTo>
                    <a:pt x="7619" y="13970"/>
                  </a:lnTo>
                  <a:lnTo>
                    <a:pt x="7619" y="12065"/>
                  </a:lnTo>
                  <a:lnTo>
                    <a:pt x="8889" y="10795"/>
                  </a:lnTo>
                  <a:lnTo>
                    <a:pt x="8889" y="7620"/>
                  </a:lnTo>
                  <a:lnTo>
                    <a:pt x="7619" y="6350"/>
                  </a:lnTo>
                  <a:lnTo>
                    <a:pt x="7619" y="4445"/>
                  </a:lnTo>
                  <a:lnTo>
                    <a:pt x="31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2562859" y="2785122"/>
              <a:ext cx="8890" cy="18415"/>
            </a:xfrm>
            <a:custGeom>
              <a:avLst/>
              <a:gdLst/>
              <a:ahLst/>
              <a:cxnLst/>
              <a:rect l="l" t="t" r="r" b="b"/>
              <a:pathLst>
                <a:path w="8889" h="18414">
                  <a:moveTo>
                    <a:pt x="0" y="0"/>
                  </a:moveTo>
                  <a:lnTo>
                    <a:pt x="3175" y="0"/>
                  </a:lnTo>
                  <a:lnTo>
                    <a:pt x="4444" y="1905"/>
                  </a:lnTo>
                  <a:lnTo>
                    <a:pt x="5714" y="3175"/>
                  </a:lnTo>
                  <a:lnTo>
                    <a:pt x="7619" y="4445"/>
                  </a:lnTo>
                  <a:lnTo>
                    <a:pt x="7619" y="6350"/>
                  </a:lnTo>
                  <a:lnTo>
                    <a:pt x="8889" y="7620"/>
                  </a:lnTo>
                  <a:lnTo>
                    <a:pt x="8889" y="10795"/>
                  </a:lnTo>
                  <a:lnTo>
                    <a:pt x="7619" y="12065"/>
                  </a:lnTo>
                  <a:lnTo>
                    <a:pt x="7619" y="13970"/>
                  </a:lnTo>
                  <a:lnTo>
                    <a:pt x="5714" y="15240"/>
                  </a:lnTo>
                  <a:lnTo>
                    <a:pt x="4444" y="17145"/>
                  </a:lnTo>
                  <a:lnTo>
                    <a:pt x="3175" y="17145"/>
                  </a:lnTo>
                  <a:lnTo>
                    <a:pt x="1269" y="18415"/>
                  </a:lnTo>
                  <a:lnTo>
                    <a:pt x="0" y="1841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2141219" y="2785122"/>
              <a:ext cx="421005" cy="17780"/>
            </a:xfrm>
            <a:custGeom>
              <a:avLst/>
              <a:gdLst/>
              <a:ahLst/>
              <a:cxnLst/>
              <a:rect l="l" t="t" r="r" b="b"/>
              <a:pathLst>
                <a:path w="421005" h="17780">
                  <a:moveTo>
                    <a:pt x="421005" y="0"/>
                  </a:moveTo>
                  <a:lnTo>
                    <a:pt x="0" y="0"/>
                  </a:lnTo>
                  <a:lnTo>
                    <a:pt x="0" y="17780"/>
                  </a:lnTo>
                  <a:lnTo>
                    <a:pt x="210819" y="17780"/>
                  </a:lnTo>
                  <a:lnTo>
                    <a:pt x="421005" y="17780"/>
                  </a:lnTo>
                  <a:lnTo>
                    <a:pt x="42100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2141219" y="2785122"/>
              <a:ext cx="421005" cy="17780"/>
            </a:xfrm>
            <a:custGeom>
              <a:avLst/>
              <a:gdLst/>
              <a:ahLst/>
              <a:cxnLst/>
              <a:rect l="l" t="t" r="r" b="b"/>
              <a:pathLst>
                <a:path w="421005" h="17780">
                  <a:moveTo>
                    <a:pt x="210819" y="17780"/>
                  </a:moveTo>
                  <a:lnTo>
                    <a:pt x="0" y="17780"/>
                  </a:lnTo>
                  <a:lnTo>
                    <a:pt x="0" y="0"/>
                  </a:lnTo>
                  <a:lnTo>
                    <a:pt x="421005" y="0"/>
                  </a:lnTo>
                  <a:lnTo>
                    <a:pt x="421005" y="17780"/>
                  </a:lnTo>
                  <a:lnTo>
                    <a:pt x="210819" y="1778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2134234" y="2785122"/>
              <a:ext cx="7620" cy="18415"/>
            </a:xfrm>
            <a:custGeom>
              <a:avLst/>
              <a:gdLst/>
              <a:ahLst/>
              <a:cxnLst/>
              <a:rect l="l" t="t" r="r" b="b"/>
              <a:pathLst>
                <a:path w="7619" h="18414">
                  <a:moveTo>
                    <a:pt x="7619" y="0"/>
                  </a:moveTo>
                  <a:lnTo>
                    <a:pt x="5079" y="0"/>
                  </a:lnTo>
                  <a:lnTo>
                    <a:pt x="3175" y="1905"/>
                  </a:lnTo>
                  <a:lnTo>
                    <a:pt x="0" y="4445"/>
                  </a:lnTo>
                  <a:lnTo>
                    <a:pt x="0" y="13970"/>
                  </a:lnTo>
                  <a:lnTo>
                    <a:pt x="3175" y="17145"/>
                  </a:lnTo>
                  <a:lnTo>
                    <a:pt x="5079" y="17145"/>
                  </a:lnTo>
                  <a:lnTo>
                    <a:pt x="6350" y="18415"/>
                  </a:lnTo>
                  <a:lnTo>
                    <a:pt x="7619" y="18415"/>
                  </a:lnTo>
                  <a:lnTo>
                    <a:pt x="761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2134234" y="2785122"/>
              <a:ext cx="7620" cy="18415"/>
            </a:xfrm>
            <a:custGeom>
              <a:avLst/>
              <a:gdLst/>
              <a:ahLst/>
              <a:cxnLst/>
              <a:rect l="l" t="t" r="r" b="b"/>
              <a:pathLst>
                <a:path w="7619" h="18414">
                  <a:moveTo>
                    <a:pt x="7619" y="18415"/>
                  </a:moveTo>
                  <a:lnTo>
                    <a:pt x="6350" y="18415"/>
                  </a:lnTo>
                  <a:lnTo>
                    <a:pt x="5079" y="17145"/>
                  </a:lnTo>
                  <a:lnTo>
                    <a:pt x="3175" y="17145"/>
                  </a:lnTo>
                  <a:lnTo>
                    <a:pt x="1904" y="15240"/>
                  </a:lnTo>
                  <a:lnTo>
                    <a:pt x="0" y="13970"/>
                  </a:lnTo>
                  <a:lnTo>
                    <a:pt x="0" y="4445"/>
                  </a:lnTo>
                  <a:lnTo>
                    <a:pt x="1904" y="3175"/>
                  </a:lnTo>
                  <a:lnTo>
                    <a:pt x="3175" y="1905"/>
                  </a:lnTo>
                  <a:lnTo>
                    <a:pt x="5079" y="0"/>
                  </a:lnTo>
                  <a:lnTo>
                    <a:pt x="761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4843144" y="3753497"/>
              <a:ext cx="13970" cy="17145"/>
            </a:xfrm>
            <a:custGeom>
              <a:avLst/>
              <a:gdLst/>
              <a:ahLst/>
              <a:cxnLst/>
              <a:rect l="l" t="t" r="r" b="b"/>
              <a:pathLst>
                <a:path w="13970" h="17145">
                  <a:moveTo>
                    <a:pt x="7619" y="0"/>
                  </a:moveTo>
                  <a:lnTo>
                    <a:pt x="4444" y="9525"/>
                  </a:lnTo>
                  <a:lnTo>
                    <a:pt x="0" y="17145"/>
                  </a:lnTo>
                  <a:lnTo>
                    <a:pt x="7619" y="17145"/>
                  </a:lnTo>
                  <a:lnTo>
                    <a:pt x="10794" y="13970"/>
                  </a:lnTo>
                  <a:lnTo>
                    <a:pt x="12064" y="12065"/>
                  </a:lnTo>
                  <a:lnTo>
                    <a:pt x="12064" y="10795"/>
                  </a:lnTo>
                  <a:lnTo>
                    <a:pt x="13969" y="9525"/>
                  </a:lnTo>
                  <a:lnTo>
                    <a:pt x="13969" y="7620"/>
                  </a:lnTo>
                  <a:lnTo>
                    <a:pt x="12064" y="6350"/>
                  </a:lnTo>
                  <a:lnTo>
                    <a:pt x="12064" y="4445"/>
                  </a:lnTo>
                  <a:lnTo>
                    <a:pt x="761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4843144" y="3753497"/>
              <a:ext cx="13970" cy="17145"/>
            </a:xfrm>
            <a:custGeom>
              <a:avLst/>
              <a:gdLst/>
              <a:ahLst/>
              <a:cxnLst/>
              <a:rect l="l" t="t" r="r" b="b"/>
              <a:pathLst>
                <a:path w="13970" h="17145">
                  <a:moveTo>
                    <a:pt x="7619" y="0"/>
                  </a:moveTo>
                  <a:lnTo>
                    <a:pt x="9525" y="1905"/>
                  </a:lnTo>
                  <a:lnTo>
                    <a:pt x="10794" y="3175"/>
                  </a:lnTo>
                  <a:lnTo>
                    <a:pt x="12064" y="4445"/>
                  </a:lnTo>
                  <a:lnTo>
                    <a:pt x="12064" y="6350"/>
                  </a:lnTo>
                  <a:lnTo>
                    <a:pt x="13969" y="7620"/>
                  </a:lnTo>
                  <a:lnTo>
                    <a:pt x="13969" y="9525"/>
                  </a:lnTo>
                  <a:lnTo>
                    <a:pt x="12064" y="10795"/>
                  </a:lnTo>
                  <a:lnTo>
                    <a:pt x="12064" y="12065"/>
                  </a:lnTo>
                  <a:lnTo>
                    <a:pt x="10794" y="13970"/>
                  </a:lnTo>
                  <a:lnTo>
                    <a:pt x="9525" y="15240"/>
                  </a:lnTo>
                  <a:lnTo>
                    <a:pt x="7619" y="17145"/>
                  </a:lnTo>
                  <a:lnTo>
                    <a:pt x="0" y="1714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2559684" y="2784487"/>
              <a:ext cx="2290445" cy="985519"/>
            </a:xfrm>
            <a:custGeom>
              <a:avLst/>
              <a:gdLst/>
              <a:ahLst/>
              <a:cxnLst/>
              <a:rect l="l" t="t" r="r" b="b"/>
              <a:pathLst>
                <a:path w="2290445" h="985520">
                  <a:moveTo>
                    <a:pt x="6350" y="0"/>
                  </a:moveTo>
                  <a:lnTo>
                    <a:pt x="3175" y="9525"/>
                  </a:lnTo>
                  <a:lnTo>
                    <a:pt x="0" y="17145"/>
                  </a:lnTo>
                  <a:lnTo>
                    <a:pt x="2282825" y="985520"/>
                  </a:lnTo>
                  <a:lnTo>
                    <a:pt x="2287269" y="977265"/>
                  </a:lnTo>
                  <a:lnTo>
                    <a:pt x="2290444" y="967740"/>
                  </a:lnTo>
                  <a:lnTo>
                    <a:pt x="63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 descr=""/>
            <p:cNvSpPr/>
            <p:nvPr/>
          </p:nvSpPr>
          <p:spPr>
            <a:xfrm>
              <a:off x="2559684" y="2784487"/>
              <a:ext cx="2290445" cy="985519"/>
            </a:xfrm>
            <a:custGeom>
              <a:avLst/>
              <a:gdLst/>
              <a:ahLst/>
              <a:cxnLst/>
              <a:rect l="l" t="t" r="r" b="b"/>
              <a:pathLst>
                <a:path w="2290445" h="985520">
                  <a:moveTo>
                    <a:pt x="2282825" y="985520"/>
                  </a:moveTo>
                  <a:lnTo>
                    <a:pt x="2287269" y="977265"/>
                  </a:lnTo>
                  <a:lnTo>
                    <a:pt x="2290444" y="967740"/>
                  </a:lnTo>
                  <a:lnTo>
                    <a:pt x="6350" y="0"/>
                  </a:lnTo>
                  <a:lnTo>
                    <a:pt x="3175" y="9525"/>
                  </a:lnTo>
                  <a:lnTo>
                    <a:pt x="0" y="17145"/>
                  </a:lnTo>
                  <a:lnTo>
                    <a:pt x="2282825" y="98552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2553334" y="2785122"/>
              <a:ext cx="12700" cy="17145"/>
            </a:xfrm>
            <a:custGeom>
              <a:avLst/>
              <a:gdLst/>
              <a:ahLst/>
              <a:cxnLst/>
              <a:rect l="l" t="t" r="r" b="b"/>
              <a:pathLst>
                <a:path w="12700" h="17144">
                  <a:moveTo>
                    <a:pt x="12700" y="0"/>
                  </a:moveTo>
                  <a:lnTo>
                    <a:pt x="6350" y="0"/>
                  </a:lnTo>
                  <a:lnTo>
                    <a:pt x="5079" y="1905"/>
                  </a:lnTo>
                  <a:lnTo>
                    <a:pt x="3175" y="1905"/>
                  </a:lnTo>
                  <a:lnTo>
                    <a:pt x="1904" y="3175"/>
                  </a:lnTo>
                  <a:lnTo>
                    <a:pt x="1904" y="4445"/>
                  </a:lnTo>
                  <a:lnTo>
                    <a:pt x="0" y="6350"/>
                  </a:lnTo>
                  <a:lnTo>
                    <a:pt x="0" y="12065"/>
                  </a:lnTo>
                  <a:lnTo>
                    <a:pt x="3175" y="15240"/>
                  </a:lnTo>
                  <a:lnTo>
                    <a:pt x="3175" y="17145"/>
                  </a:lnTo>
                  <a:lnTo>
                    <a:pt x="6350" y="17145"/>
                  </a:lnTo>
                  <a:lnTo>
                    <a:pt x="9525" y="9525"/>
                  </a:lnTo>
                  <a:lnTo>
                    <a:pt x="127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 descr=""/>
            <p:cNvSpPr/>
            <p:nvPr/>
          </p:nvSpPr>
          <p:spPr>
            <a:xfrm>
              <a:off x="2553334" y="2785122"/>
              <a:ext cx="12700" cy="17145"/>
            </a:xfrm>
            <a:custGeom>
              <a:avLst/>
              <a:gdLst/>
              <a:ahLst/>
              <a:cxnLst/>
              <a:rect l="l" t="t" r="r" b="b"/>
              <a:pathLst>
                <a:path w="12700" h="17144">
                  <a:moveTo>
                    <a:pt x="6350" y="17145"/>
                  </a:moveTo>
                  <a:lnTo>
                    <a:pt x="3175" y="17145"/>
                  </a:lnTo>
                  <a:lnTo>
                    <a:pt x="3175" y="15240"/>
                  </a:lnTo>
                  <a:lnTo>
                    <a:pt x="1904" y="13970"/>
                  </a:lnTo>
                  <a:lnTo>
                    <a:pt x="0" y="12065"/>
                  </a:lnTo>
                  <a:lnTo>
                    <a:pt x="0" y="6350"/>
                  </a:lnTo>
                  <a:lnTo>
                    <a:pt x="1904" y="4445"/>
                  </a:lnTo>
                  <a:lnTo>
                    <a:pt x="1904" y="3175"/>
                  </a:lnTo>
                  <a:lnTo>
                    <a:pt x="3175" y="1905"/>
                  </a:lnTo>
                  <a:lnTo>
                    <a:pt x="5079" y="1905"/>
                  </a:lnTo>
                  <a:lnTo>
                    <a:pt x="6350" y="0"/>
                  </a:lnTo>
                  <a:lnTo>
                    <a:pt x="1270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3" name="object 63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553334" y="2930537"/>
              <a:ext cx="2826385" cy="1019175"/>
            </a:xfrm>
            <a:prstGeom prst="rect">
              <a:avLst/>
            </a:prstGeom>
          </p:spPr>
        </p:pic>
        <p:sp>
          <p:nvSpPr>
            <p:cNvPr id="64" name="object 64" descr=""/>
            <p:cNvSpPr/>
            <p:nvPr/>
          </p:nvSpPr>
          <p:spPr>
            <a:xfrm>
              <a:off x="2513329" y="2221242"/>
              <a:ext cx="2332990" cy="2266950"/>
            </a:xfrm>
            <a:custGeom>
              <a:avLst/>
              <a:gdLst/>
              <a:ahLst/>
              <a:cxnLst/>
              <a:rect l="l" t="t" r="r" b="b"/>
              <a:pathLst>
                <a:path w="2332990" h="2266950">
                  <a:moveTo>
                    <a:pt x="48894" y="154940"/>
                  </a:moveTo>
                  <a:lnTo>
                    <a:pt x="48894" y="205740"/>
                  </a:lnTo>
                </a:path>
                <a:path w="2332990" h="2266950">
                  <a:moveTo>
                    <a:pt x="48894" y="236220"/>
                  </a:moveTo>
                  <a:lnTo>
                    <a:pt x="48894" y="299720"/>
                  </a:lnTo>
                </a:path>
                <a:path w="2332990" h="2266950">
                  <a:moveTo>
                    <a:pt x="48894" y="330200"/>
                  </a:moveTo>
                  <a:lnTo>
                    <a:pt x="48894" y="393065"/>
                  </a:lnTo>
                </a:path>
                <a:path w="2332990" h="2266950">
                  <a:moveTo>
                    <a:pt x="48894" y="424815"/>
                  </a:moveTo>
                  <a:lnTo>
                    <a:pt x="48894" y="487679"/>
                  </a:lnTo>
                </a:path>
                <a:path w="2332990" h="2266950">
                  <a:moveTo>
                    <a:pt x="48894" y="519429"/>
                  </a:moveTo>
                  <a:lnTo>
                    <a:pt x="48894" y="581660"/>
                  </a:lnTo>
                </a:path>
                <a:path w="2332990" h="2266950">
                  <a:moveTo>
                    <a:pt x="48894" y="614045"/>
                  </a:moveTo>
                  <a:lnTo>
                    <a:pt x="48894" y="676275"/>
                  </a:lnTo>
                </a:path>
                <a:path w="2332990" h="2266950">
                  <a:moveTo>
                    <a:pt x="48894" y="1747520"/>
                  </a:moveTo>
                  <a:lnTo>
                    <a:pt x="48894" y="1809750"/>
                  </a:lnTo>
                </a:path>
                <a:path w="2332990" h="2266950">
                  <a:moveTo>
                    <a:pt x="48894" y="1840229"/>
                  </a:moveTo>
                  <a:lnTo>
                    <a:pt x="48894" y="1904365"/>
                  </a:lnTo>
                </a:path>
                <a:path w="2332990" h="2266950">
                  <a:moveTo>
                    <a:pt x="48894" y="1934845"/>
                  </a:moveTo>
                  <a:lnTo>
                    <a:pt x="48894" y="1998980"/>
                  </a:lnTo>
                </a:path>
                <a:path w="2332990" h="2266950">
                  <a:moveTo>
                    <a:pt x="48894" y="2029460"/>
                  </a:moveTo>
                  <a:lnTo>
                    <a:pt x="48894" y="2093595"/>
                  </a:lnTo>
                </a:path>
                <a:path w="2332990" h="2266950">
                  <a:moveTo>
                    <a:pt x="48894" y="2124075"/>
                  </a:moveTo>
                  <a:lnTo>
                    <a:pt x="48894" y="2186305"/>
                  </a:lnTo>
                </a:path>
                <a:path w="2332990" h="2266950">
                  <a:moveTo>
                    <a:pt x="48894" y="2218690"/>
                  </a:moveTo>
                  <a:lnTo>
                    <a:pt x="48894" y="2266950"/>
                  </a:lnTo>
                </a:path>
                <a:path w="2332990" h="2266950">
                  <a:moveTo>
                    <a:pt x="1403349" y="2012950"/>
                  </a:moveTo>
                  <a:lnTo>
                    <a:pt x="1403349" y="1946910"/>
                  </a:lnTo>
                </a:path>
                <a:path w="2332990" h="2266950">
                  <a:moveTo>
                    <a:pt x="1403349" y="1916429"/>
                  </a:moveTo>
                  <a:lnTo>
                    <a:pt x="1403349" y="1852929"/>
                  </a:lnTo>
                </a:path>
                <a:path w="2332990" h="2266950">
                  <a:moveTo>
                    <a:pt x="1403349" y="1822450"/>
                  </a:moveTo>
                  <a:lnTo>
                    <a:pt x="1403349" y="1758315"/>
                  </a:lnTo>
                </a:path>
                <a:path w="2332990" h="2266950">
                  <a:moveTo>
                    <a:pt x="1403349" y="688340"/>
                  </a:moveTo>
                  <a:lnTo>
                    <a:pt x="1403349" y="626110"/>
                  </a:lnTo>
                </a:path>
                <a:path w="2332990" h="2266950">
                  <a:moveTo>
                    <a:pt x="1403349" y="594360"/>
                  </a:moveTo>
                  <a:lnTo>
                    <a:pt x="1403349" y="528320"/>
                  </a:lnTo>
                </a:path>
                <a:path w="2332990" h="2266950">
                  <a:moveTo>
                    <a:pt x="2332990" y="2266950"/>
                  </a:moveTo>
                  <a:lnTo>
                    <a:pt x="2332990" y="2218690"/>
                  </a:lnTo>
                </a:path>
                <a:path w="2332990" h="2266950">
                  <a:moveTo>
                    <a:pt x="2332990" y="2186305"/>
                  </a:moveTo>
                  <a:lnTo>
                    <a:pt x="2332990" y="2124075"/>
                  </a:lnTo>
                </a:path>
                <a:path w="2332990" h="2266950">
                  <a:moveTo>
                    <a:pt x="2332990" y="2093595"/>
                  </a:moveTo>
                  <a:lnTo>
                    <a:pt x="2332990" y="2029460"/>
                  </a:lnTo>
                </a:path>
                <a:path w="2332990" h="2266950">
                  <a:moveTo>
                    <a:pt x="2332990" y="1998980"/>
                  </a:moveTo>
                  <a:lnTo>
                    <a:pt x="2332990" y="1934845"/>
                  </a:lnTo>
                </a:path>
                <a:path w="2332990" h="2266950">
                  <a:moveTo>
                    <a:pt x="2332990" y="1904365"/>
                  </a:moveTo>
                  <a:lnTo>
                    <a:pt x="2332990" y="1840229"/>
                  </a:lnTo>
                </a:path>
                <a:path w="2332990" h="2266950">
                  <a:moveTo>
                    <a:pt x="2332990" y="1809750"/>
                  </a:moveTo>
                  <a:lnTo>
                    <a:pt x="2332990" y="1747520"/>
                  </a:lnTo>
                </a:path>
                <a:path w="2332990" h="2266950">
                  <a:moveTo>
                    <a:pt x="2332990" y="676275"/>
                  </a:moveTo>
                  <a:lnTo>
                    <a:pt x="2332990" y="614045"/>
                  </a:lnTo>
                </a:path>
                <a:path w="2332990" h="2266950">
                  <a:moveTo>
                    <a:pt x="2332990" y="581660"/>
                  </a:moveTo>
                  <a:lnTo>
                    <a:pt x="2332990" y="519429"/>
                  </a:lnTo>
                </a:path>
                <a:path w="2332990" h="2266950">
                  <a:moveTo>
                    <a:pt x="2332990" y="487679"/>
                  </a:moveTo>
                  <a:lnTo>
                    <a:pt x="2332990" y="424815"/>
                  </a:lnTo>
                </a:path>
                <a:path w="2332990" h="2266950">
                  <a:moveTo>
                    <a:pt x="2332990" y="393065"/>
                  </a:moveTo>
                  <a:lnTo>
                    <a:pt x="2332990" y="330200"/>
                  </a:lnTo>
                </a:path>
                <a:path w="2332990" h="2266950">
                  <a:moveTo>
                    <a:pt x="2332990" y="299720"/>
                  </a:moveTo>
                  <a:lnTo>
                    <a:pt x="2332990" y="236220"/>
                  </a:lnTo>
                </a:path>
                <a:path w="2332990" h="2266950">
                  <a:moveTo>
                    <a:pt x="2332990" y="205740"/>
                  </a:moveTo>
                  <a:lnTo>
                    <a:pt x="2332990" y="154940"/>
                  </a:lnTo>
                </a:path>
                <a:path w="2332990" h="2266950">
                  <a:moveTo>
                    <a:pt x="10794" y="0"/>
                  </a:moveTo>
                  <a:lnTo>
                    <a:pt x="10794" y="80645"/>
                  </a:lnTo>
                </a:path>
                <a:path w="2332990" h="2266950">
                  <a:moveTo>
                    <a:pt x="15239" y="0"/>
                  </a:moveTo>
                  <a:lnTo>
                    <a:pt x="15239" y="80645"/>
                  </a:lnTo>
                </a:path>
                <a:path w="2332990" h="2266950">
                  <a:moveTo>
                    <a:pt x="38100" y="22860"/>
                  </a:moveTo>
                  <a:lnTo>
                    <a:pt x="38100" y="53340"/>
                  </a:lnTo>
                </a:path>
                <a:path w="2332990" h="2266950">
                  <a:moveTo>
                    <a:pt x="0" y="0"/>
                  </a:moveTo>
                  <a:lnTo>
                    <a:pt x="60959" y="0"/>
                  </a:lnTo>
                  <a:lnTo>
                    <a:pt x="60959" y="22860"/>
                  </a:lnTo>
                  <a:lnTo>
                    <a:pt x="57784" y="0"/>
                  </a:lnTo>
                </a:path>
                <a:path w="2332990" h="2266950">
                  <a:moveTo>
                    <a:pt x="15239" y="38100"/>
                  </a:moveTo>
                  <a:lnTo>
                    <a:pt x="38100" y="38100"/>
                  </a:lnTo>
                </a:path>
                <a:path w="2332990" h="2266950">
                  <a:moveTo>
                    <a:pt x="0" y="80645"/>
                  </a:moveTo>
                  <a:lnTo>
                    <a:pt x="60959" y="80645"/>
                  </a:lnTo>
                  <a:lnTo>
                    <a:pt x="60959" y="57785"/>
                  </a:lnTo>
                  <a:lnTo>
                    <a:pt x="57784" y="80645"/>
                  </a:lnTo>
                </a:path>
                <a:path w="2332990" h="2266950">
                  <a:moveTo>
                    <a:pt x="83819" y="15240"/>
                  </a:moveTo>
                  <a:lnTo>
                    <a:pt x="91439" y="10160"/>
                  </a:lnTo>
                  <a:lnTo>
                    <a:pt x="103505" y="0"/>
                  </a:lnTo>
                  <a:lnTo>
                    <a:pt x="103505" y="80645"/>
                  </a:lnTo>
                </a:path>
                <a:path w="2332990" h="2266950">
                  <a:moveTo>
                    <a:pt x="99059" y="2540"/>
                  </a:moveTo>
                  <a:lnTo>
                    <a:pt x="99059" y="80645"/>
                  </a:lnTo>
                </a:path>
                <a:path w="2332990" h="2266950">
                  <a:moveTo>
                    <a:pt x="83819" y="80645"/>
                  </a:moveTo>
                  <a:lnTo>
                    <a:pt x="118744" y="8064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5" name="object 65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896994" y="2560967"/>
              <a:ext cx="67945" cy="81915"/>
            </a:xfrm>
            <a:prstGeom prst="rect">
              <a:avLst/>
            </a:prstGeom>
          </p:spPr>
        </p:pic>
        <p:pic>
          <p:nvPicPr>
            <p:cNvPr id="66" name="object 66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786629" y="2220607"/>
              <a:ext cx="66675" cy="81915"/>
            </a:xfrm>
            <a:prstGeom prst="rect">
              <a:avLst/>
            </a:prstGeom>
          </p:spPr>
        </p:pic>
        <p:sp>
          <p:nvSpPr>
            <p:cNvPr id="67" name="object 67" descr=""/>
            <p:cNvSpPr/>
            <p:nvPr/>
          </p:nvSpPr>
          <p:spPr>
            <a:xfrm>
              <a:off x="2346959" y="2221242"/>
              <a:ext cx="2581910" cy="1084580"/>
            </a:xfrm>
            <a:custGeom>
              <a:avLst/>
              <a:gdLst/>
              <a:ahLst/>
              <a:cxnLst/>
              <a:rect l="l" t="t" r="r" b="b"/>
              <a:pathLst>
                <a:path w="2581910" h="1084579">
                  <a:moveTo>
                    <a:pt x="2530475" y="15240"/>
                  </a:moveTo>
                  <a:lnTo>
                    <a:pt x="2535554" y="17779"/>
                  </a:lnTo>
                  <a:lnTo>
                    <a:pt x="2530475" y="22860"/>
                  </a:lnTo>
                  <a:lnTo>
                    <a:pt x="2527935" y="17779"/>
                  </a:lnTo>
                  <a:lnTo>
                    <a:pt x="2527935" y="15240"/>
                  </a:lnTo>
                  <a:lnTo>
                    <a:pt x="2530475" y="7620"/>
                  </a:lnTo>
                  <a:lnTo>
                    <a:pt x="2535554" y="2540"/>
                  </a:lnTo>
                  <a:lnTo>
                    <a:pt x="2547619" y="0"/>
                  </a:lnTo>
                  <a:lnTo>
                    <a:pt x="2562860" y="0"/>
                  </a:lnTo>
                  <a:lnTo>
                    <a:pt x="2573654" y="2540"/>
                  </a:lnTo>
                  <a:lnTo>
                    <a:pt x="2578100" y="7620"/>
                  </a:lnTo>
                  <a:lnTo>
                    <a:pt x="2581910" y="15240"/>
                  </a:lnTo>
                  <a:lnTo>
                    <a:pt x="2581910" y="22860"/>
                  </a:lnTo>
                  <a:lnTo>
                    <a:pt x="2578100" y="30479"/>
                  </a:lnTo>
                  <a:lnTo>
                    <a:pt x="2566035" y="38100"/>
                  </a:lnTo>
                  <a:lnTo>
                    <a:pt x="2547619" y="45720"/>
                  </a:lnTo>
                  <a:lnTo>
                    <a:pt x="2540000" y="50165"/>
                  </a:lnTo>
                  <a:lnTo>
                    <a:pt x="2530475" y="57785"/>
                  </a:lnTo>
                  <a:lnTo>
                    <a:pt x="2527935" y="68579"/>
                  </a:lnTo>
                  <a:lnTo>
                    <a:pt x="2527935" y="80645"/>
                  </a:lnTo>
                </a:path>
                <a:path w="2581910" h="1084579">
                  <a:moveTo>
                    <a:pt x="2562860" y="0"/>
                  </a:moveTo>
                  <a:lnTo>
                    <a:pt x="2570479" y="2540"/>
                  </a:lnTo>
                  <a:lnTo>
                    <a:pt x="2573654" y="7620"/>
                  </a:lnTo>
                  <a:lnTo>
                    <a:pt x="2578100" y="15240"/>
                  </a:lnTo>
                  <a:lnTo>
                    <a:pt x="2578100" y="22860"/>
                  </a:lnTo>
                  <a:lnTo>
                    <a:pt x="2573654" y="30479"/>
                  </a:lnTo>
                  <a:lnTo>
                    <a:pt x="2562860" y="38100"/>
                  </a:lnTo>
                  <a:lnTo>
                    <a:pt x="2547619" y="45720"/>
                  </a:lnTo>
                </a:path>
                <a:path w="2581910" h="1084579">
                  <a:moveTo>
                    <a:pt x="2527935" y="73025"/>
                  </a:moveTo>
                  <a:lnTo>
                    <a:pt x="2530475" y="68579"/>
                  </a:lnTo>
                  <a:lnTo>
                    <a:pt x="2540000" y="68579"/>
                  </a:lnTo>
                  <a:lnTo>
                    <a:pt x="2558415" y="76200"/>
                  </a:lnTo>
                  <a:lnTo>
                    <a:pt x="2570479" y="76200"/>
                  </a:lnTo>
                  <a:lnTo>
                    <a:pt x="2578100" y="73025"/>
                  </a:lnTo>
                  <a:lnTo>
                    <a:pt x="2581910" y="68579"/>
                  </a:lnTo>
                </a:path>
                <a:path w="2581910" h="1084579">
                  <a:moveTo>
                    <a:pt x="2540000" y="68579"/>
                  </a:moveTo>
                  <a:lnTo>
                    <a:pt x="2558415" y="80645"/>
                  </a:lnTo>
                  <a:lnTo>
                    <a:pt x="2573654" y="80645"/>
                  </a:lnTo>
                  <a:lnTo>
                    <a:pt x="2578100" y="76200"/>
                  </a:lnTo>
                  <a:lnTo>
                    <a:pt x="2581910" y="68579"/>
                  </a:lnTo>
                  <a:lnTo>
                    <a:pt x="2581910" y="60960"/>
                  </a:lnTo>
                </a:path>
                <a:path w="2581910" h="1084579">
                  <a:moveTo>
                    <a:pt x="0" y="632460"/>
                  </a:moveTo>
                  <a:lnTo>
                    <a:pt x="0" y="792479"/>
                  </a:lnTo>
                </a:path>
                <a:path w="2581910" h="1084579">
                  <a:moveTo>
                    <a:pt x="0" y="1084579"/>
                  </a:moveTo>
                  <a:lnTo>
                    <a:pt x="0" y="92329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 descr=""/>
            <p:cNvSpPr/>
            <p:nvPr/>
          </p:nvSpPr>
          <p:spPr>
            <a:xfrm>
              <a:off x="2337434" y="2793377"/>
              <a:ext cx="19685" cy="60960"/>
            </a:xfrm>
            <a:custGeom>
              <a:avLst/>
              <a:gdLst/>
              <a:ahLst/>
              <a:cxnLst/>
              <a:rect l="l" t="t" r="r" b="b"/>
              <a:pathLst>
                <a:path w="19685" h="60960">
                  <a:moveTo>
                    <a:pt x="8889" y="0"/>
                  </a:moveTo>
                  <a:lnTo>
                    <a:pt x="0" y="60959"/>
                  </a:lnTo>
                  <a:lnTo>
                    <a:pt x="19684" y="60959"/>
                  </a:lnTo>
                  <a:lnTo>
                    <a:pt x="888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 descr=""/>
            <p:cNvSpPr/>
            <p:nvPr/>
          </p:nvSpPr>
          <p:spPr>
            <a:xfrm>
              <a:off x="2337434" y="2793377"/>
              <a:ext cx="19685" cy="60960"/>
            </a:xfrm>
            <a:custGeom>
              <a:avLst/>
              <a:gdLst/>
              <a:ahLst/>
              <a:cxnLst/>
              <a:rect l="l" t="t" r="r" b="b"/>
              <a:pathLst>
                <a:path w="19685" h="60960">
                  <a:moveTo>
                    <a:pt x="0" y="60959"/>
                  </a:moveTo>
                  <a:lnTo>
                    <a:pt x="19684" y="60959"/>
                  </a:lnTo>
                  <a:lnTo>
                    <a:pt x="8889" y="0"/>
                  </a:lnTo>
                  <a:lnTo>
                    <a:pt x="0" y="60959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 descr=""/>
            <p:cNvSpPr/>
            <p:nvPr/>
          </p:nvSpPr>
          <p:spPr>
            <a:xfrm>
              <a:off x="2337434" y="3307092"/>
              <a:ext cx="19685" cy="59690"/>
            </a:xfrm>
            <a:custGeom>
              <a:avLst/>
              <a:gdLst/>
              <a:ahLst/>
              <a:cxnLst/>
              <a:rect l="l" t="t" r="r" b="b"/>
              <a:pathLst>
                <a:path w="19685" h="59689">
                  <a:moveTo>
                    <a:pt x="19684" y="0"/>
                  </a:moveTo>
                  <a:lnTo>
                    <a:pt x="0" y="0"/>
                  </a:lnTo>
                  <a:lnTo>
                    <a:pt x="8889" y="59690"/>
                  </a:lnTo>
                  <a:lnTo>
                    <a:pt x="1968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 descr=""/>
            <p:cNvSpPr/>
            <p:nvPr/>
          </p:nvSpPr>
          <p:spPr>
            <a:xfrm>
              <a:off x="2294254" y="2794012"/>
              <a:ext cx="107314" cy="572770"/>
            </a:xfrm>
            <a:custGeom>
              <a:avLst/>
              <a:gdLst/>
              <a:ahLst/>
              <a:cxnLst/>
              <a:rect l="l" t="t" r="r" b="b"/>
              <a:pathLst>
                <a:path w="107314" h="572770">
                  <a:moveTo>
                    <a:pt x="44450" y="513079"/>
                  </a:moveTo>
                  <a:lnTo>
                    <a:pt x="64134" y="513079"/>
                  </a:lnTo>
                  <a:lnTo>
                    <a:pt x="53339" y="572770"/>
                  </a:lnTo>
                  <a:lnTo>
                    <a:pt x="44450" y="513079"/>
                  </a:lnTo>
                  <a:close/>
                </a:path>
                <a:path w="107314" h="572770">
                  <a:moveTo>
                    <a:pt x="5080" y="295275"/>
                  </a:moveTo>
                  <a:lnTo>
                    <a:pt x="50800" y="295275"/>
                  </a:lnTo>
                  <a:lnTo>
                    <a:pt x="50800" y="287654"/>
                  </a:lnTo>
                  <a:lnTo>
                    <a:pt x="45719" y="280034"/>
                  </a:lnTo>
                  <a:lnTo>
                    <a:pt x="43180" y="276859"/>
                  </a:lnTo>
                  <a:lnTo>
                    <a:pt x="35559" y="272415"/>
                  </a:lnTo>
                  <a:lnTo>
                    <a:pt x="22859" y="272415"/>
                  </a:lnTo>
                  <a:lnTo>
                    <a:pt x="12700" y="276859"/>
                  </a:lnTo>
                  <a:lnTo>
                    <a:pt x="5080" y="284479"/>
                  </a:lnTo>
                  <a:lnTo>
                    <a:pt x="0" y="295275"/>
                  </a:lnTo>
                  <a:lnTo>
                    <a:pt x="0" y="302895"/>
                  </a:lnTo>
                  <a:lnTo>
                    <a:pt x="5080" y="314959"/>
                  </a:lnTo>
                  <a:lnTo>
                    <a:pt x="12700" y="322579"/>
                  </a:lnTo>
                  <a:lnTo>
                    <a:pt x="22859" y="325754"/>
                  </a:lnTo>
                  <a:lnTo>
                    <a:pt x="30480" y="325754"/>
                  </a:lnTo>
                  <a:lnTo>
                    <a:pt x="43180" y="322579"/>
                  </a:lnTo>
                  <a:lnTo>
                    <a:pt x="50800" y="314959"/>
                  </a:lnTo>
                </a:path>
                <a:path w="107314" h="572770">
                  <a:moveTo>
                    <a:pt x="45719" y="295275"/>
                  </a:moveTo>
                  <a:lnTo>
                    <a:pt x="45719" y="284479"/>
                  </a:lnTo>
                  <a:lnTo>
                    <a:pt x="43180" y="276859"/>
                  </a:lnTo>
                </a:path>
                <a:path w="107314" h="572770">
                  <a:moveTo>
                    <a:pt x="22859" y="272415"/>
                  </a:moveTo>
                  <a:lnTo>
                    <a:pt x="15239" y="276859"/>
                  </a:lnTo>
                  <a:lnTo>
                    <a:pt x="7619" y="284479"/>
                  </a:lnTo>
                  <a:lnTo>
                    <a:pt x="5080" y="295275"/>
                  </a:lnTo>
                  <a:lnTo>
                    <a:pt x="5080" y="302895"/>
                  </a:lnTo>
                  <a:lnTo>
                    <a:pt x="7619" y="314959"/>
                  </a:lnTo>
                  <a:lnTo>
                    <a:pt x="15239" y="322579"/>
                  </a:lnTo>
                  <a:lnTo>
                    <a:pt x="22859" y="325754"/>
                  </a:lnTo>
                </a:path>
                <a:path w="107314" h="572770">
                  <a:moveTo>
                    <a:pt x="73659" y="261620"/>
                  </a:moveTo>
                  <a:lnTo>
                    <a:pt x="81280" y="257175"/>
                  </a:lnTo>
                  <a:lnTo>
                    <a:pt x="91439" y="246379"/>
                  </a:lnTo>
                  <a:lnTo>
                    <a:pt x="91439" y="325754"/>
                  </a:lnTo>
                </a:path>
                <a:path w="107314" h="572770">
                  <a:moveTo>
                    <a:pt x="88900" y="249554"/>
                  </a:moveTo>
                  <a:lnTo>
                    <a:pt x="88900" y="325754"/>
                  </a:lnTo>
                </a:path>
                <a:path w="107314" h="572770">
                  <a:moveTo>
                    <a:pt x="73659" y="325754"/>
                  </a:moveTo>
                  <a:lnTo>
                    <a:pt x="107314" y="325754"/>
                  </a:lnTo>
                </a:path>
                <a:path w="107314" h="572770">
                  <a:moveTo>
                    <a:pt x="59689" y="0"/>
                  </a:moveTo>
                  <a:lnTo>
                    <a:pt x="60959" y="0"/>
                  </a:lnTo>
                </a:path>
                <a:path w="107314" h="572770">
                  <a:moveTo>
                    <a:pt x="59689" y="572770"/>
                  </a:moveTo>
                  <a:lnTo>
                    <a:pt x="60959" y="57277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 descr=""/>
            <p:cNvSpPr/>
            <p:nvPr/>
          </p:nvSpPr>
          <p:spPr>
            <a:xfrm>
              <a:off x="2346959" y="336614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69" h="1270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3" name="object 73" descr=""/>
          <p:cNvSpPr txBox="1"/>
          <p:nvPr/>
        </p:nvSpPr>
        <p:spPr>
          <a:xfrm>
            <a:off x="1040130" y="1395742"/>
            <a:ext cx="5492115" cy="4978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algn="just" marL="233679" marR="5080" indent="-220979">
              <a:lnSpc>
                <a:spcPct val="97600"/>
              </a:lnSpc>
              <a:spcBef>
                <a:spcPts val="130"/>
              </a:spcBef>
              <a:buFont typeface="Consolas"/>
              <a:buChar char="•"/>
              <a:tabLst>
                <a:tab pos="234950" algn="l"/>
              </a:tabLst>
            </a:pPr>
            <a:r>
              <a:rPr dirty="0" sz="1050">
                <a:latin typeface="Times New Roman"/>
                <a:cs typeface="Times New Roman"/>
              </a:rPr>
              <a:t>Puede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suceder,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cuando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entretangencia</a:t>
            </a:r>
            <a:r>
              <a:rPr dirty="0" sz="1050" spc="2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muy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pequeña,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2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punto</a:t>
            </a:r>
            <a:r>
              <a:rPr dirty="0" sz="1050" spc="80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X</a:t>
            </a:r>
            <a:r>
              <a:rPr dirty="0" sz="1050" spc="240" i="1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no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esté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ubicado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dentro </a:t>
            </a:r>
            <a:r>
              <a:rPr dirty="0" sz="1050" spc="-10">
                <a:latin typeface="Times New Roman"/>
                <a:cs typeface="Times New Roman"/>
              </a:rPr>
              <a:t>	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ésta,</a:t>
            </a:r>
            <a:r>
              <a:rPr dirty="0" sz="1050" spc="5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lo</a:t>
            </a:r>
            <a:r>
              <a:rPr dirty="0" sz="1050" spc="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generaría</a:t>
            </a:r>
            <a:r>
              <a:rPr dirty="0" sz="1050" spc="38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38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tenga</a:t>
            </a:r>
            <a:r>
              <a:rPr dirty="0" sz="1050" spc="5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algún</a:t>
            </a:r>
            <a:r>
              <a:rPr dirty="0" sz="1050" spc="5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tramo</a:t>
            </a:r>
            <a:r>
              <a:rPr dirty="0" sz="1050" spc="39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curva</a:t>
            </a:r>
            <a:r>
              <a:rPr dirty="0" sz="1050" spc="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con</a:t>
            </a:r>
            <a:r>
              <a:rPr dirty="0" sz="1050" spc="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contrario,</a:t>
            </a:r>
            <a:r>
              <a:rPr dirty="0" sz="1050" spc="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tal</a:t>
            </a:r>
            <a:r>
              <a:rPr dirty="0" sz="1050" spc="5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como</a:t>
            </a:r>
            <a:r>
              <a:rPr dirty="0" sz="1050" spc="65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lo </a:t>
            </a:r>
            <a:r>
              <a:rPr dirty="0" sz="1050" spc="-25">
                <a:latin typeface="Times New Roman"/>
                <a:cs typeface="Times New Roman"/>
              </a:rPr>
              <a:t>	</a:t>
            </a:r>
            <a:r>
              <a:rPr dirty="0" sz="1050">
                <a:latin typeface="Times New Roman"/>
                <a:cs typeface="Times New Roman"/>
              </a:rPr>
              <a:t>muestra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figura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8.17,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donde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tramo </a:t>
            </a:r>
            <a:r>
              <a:rPr dirty="0" sz="1050" i="1">
                <a:latin typeface="Times New Roman"/>
                <a:cs typeface="Times New Roman"/>
              </a:rPr>
              <a:t>PC2</a:t>
            </a:r>
            <a:r>
              <a:rPr dirty="0" sz="1050" spc="-10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–</a:t>
            </a:r>
            <a:r>
              <a:rPr dirty="0" sz="1050" spc="-15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X</a:t>
            </a:r>
            <a:r>
              <a:rPr dirty="0" sz="1050" spc="-20" i="1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presenta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este</a:t>
            </a:r>
            <a:r>
              <a:rPr dirty="0" sz="1050" spc="6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problema.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74" name="object 74" descr=""/>
          <p:cNvSpPr txBox="1"/>
          <p:nvPr/>
        </p:nvSpPr>
        <p:spPr>
          <a:xfrm>
            <a:off x="1262380" y="4663452"/>
            <a:ext cx="5272405" cy="11214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latin typeface="Times New Roman"/>
                <a:cs typeface="Times New Roman"/>
              </a:rPr>
              <a:t>FIGURA</a:t>
            </a:r>
            <a:r>
              <a:rPr dirty="0" sz="1050" spc="-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8.17</a:t>
            </a:r>
            <a:r>
              <a:rPr dirty="0" sz="1050" spc="-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–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TRAMO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CURVA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CON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CONTRARIO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1050">
              <a:latin typeface="Times New Roman"/>
              <a:cs typeface="Times New Roman"/>
            </a:endParaRPr>
          </a:p>
          <a:p>
            <a:pPr algn="just" marL="12700" marR="5080">
              <a:lnSpc>
                <a:spcPts val="1220"/>
              </a:lnSpc>
            </a:pPr>
            <a:r>
              <a:rPr dirty="0" sz="1050">
                <a:latin typeface="Times New Roman"/>
                <a:cs typeface="Times New Roman"/>
              </a:rPr>
              <a:t>Si</a:t>
            </a:r>
            <a:r>
              <a:rPr dirty="0" sz="1050" spc="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presenta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situación</a:t>
            </a:r>
            <a:r>
              <a:rPr dirty="0" sz="1050" spc="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mostrada</a:t>
            </a:r>
            <a:r>
              <a:rPr dirty="0" sz="1050" spc="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</a:t>
            </a:r>
            <a:r>
              <a:rPr dirty="0" sz="1050" spc="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anterior</a:t>
            </a:r>
            <a:r>
              <a:rPr dirty="0" sz="1050" spc="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figura</a:t>
            </a:r>
            <a:r>
              <a:rPr dirty="0" sz="1050" spc="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debe</a:t>
            </a:r>
            <a:r>
              <a:rPr dirty="0" sz="1050" spc="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mover</a:t>
            </a:r>
            <a:r>
              <a:rPr dirty="0" sz="1050" spc="3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3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punto</a:t>
            </a:r>
            <a:r>
              <a:rPr dirty="0" sz="1050" spc="150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X</a:t>
            </a:r>
            <a:r>
              <a:rPr dirty="0" sz="1050" spc="45" i="1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al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punto</a:t>
            </a:r>
            <a:r>
              <a:rPr dirty="0" sz="1050" spc="40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del </a:t>
            </a:r>
            <a:r>
              <a:rPr dirty="0" sz="1050" i="1">
                <a:latin typeface="Times New Roman"/>
                <a:cs typeface="Times New Roman"/>
              </a:rPr>
              <a:t>PC</a:t>
            </a:r>
            <a:r>
              <a:rPr dirty="0" sz="1050" spc="20" i="1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o</a:t>
            </a:r>
            <a:r>
              <a:rPr dirty="0" sz="1050" spc="40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PT</a:t>
            </a:r>
            <a:r>
              <a:rPr dirty="0" sz="1050" spc="40" i="1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según</a:t>
            </a:r>
            <a:r>
              <a:rPr dirty="0" sz="1050" spc="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caso.</a:t>
            </a:r>
            <a:r>
              <a:rPr dirty="0" sz="1050" spc="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</a:t>
            </a:r>
            <a:r>
              <a:rPr dirty="0" sz="1050" spc="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caso</a:t>
            </a:r>
            <a:r>
              <a:rPr dirty="0" sz="1050" spc="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figura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punto</a:t>
            </a:r>
            <a:r>
              <a:rPr dirty="0" sz="1050" spc="114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X</a:t>
            </a:r>
            <a:r>
              <a:rPr dirty="0" sz="1050" spc="45" i="1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debe</a:t>
            </a:r>
            <a:r>
              <a:rPr dirty="0" sz="1050" spc="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ser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desplazado</a:t>
            </a:r>
            <a:r>
              <a:rPr dirty="0" sz="1050" spc="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al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punto</a:t>
            </a:r>
            <a:r>
              <a:rPr dirty="0" sz="1050" spc="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del</a:t>
            </a:r>
            <a:r>
              <a:rPr dirty="0" sz="1050" spc="80">
                <a:latin typeface="Times New Roman"/>
                <a:cs typeface="Times New Roman"/>
              </a:rPr>
              <a:t> </a:t>
            </a:r>
            <a:r>
              <a:rPr dirty="0" sz="1050" spc="-20" i="1">
                <a:latin typeface="Times New Roman"/>
                <a:cs typeface="Times New Roman"/>
              </a:rPr>
              <a:t>PC2</a:t>
            </a:r>
            <a:r>
              <a:rPr dirty="0" sz="1050" spc="-20">
                <a:latin typeface="Times New Roman"/>
                <a:cs typeface="Times New Roman"/>
              </a:rPr>
              <a:t>. </a:t>
            </a:r>
            <a:r>
              <a:rPr dirty="0" sz="1050">
                <a:latin typeface="Times New Roman"/>
                <a:cs typeface="Times New Roman"/>
              </a:rPr>
              <a:t>Con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esta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solución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deben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manejar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entonces</a:t>
            </a:r>
            <a:r>
              <a:rPr dirty="0" sz="1050" spc="-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dos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inclinaciones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diferentes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rampas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60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peralte.</a:t>
            </a:r>
            <a:endParaRPr sz="1050">
              <a:latin typeface="Times New Roman"/>
              <a:cs typeface="Times New Roman"/>
            </a:endParaRPr>
          </a:p>
          <a:p>
            <a:pPr algn="just" marL="12700">
              <a:lnSpc>
                <a:spcPct val="100000"/>
              </a:lnSpc>
              <a:spcBef>
                <a:spcPts val="1155"/>
              </a:spcBef>
            </a:pP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primera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rampa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sería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entre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punto E1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y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punto X,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donde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factor</a:t>
            </a:r>
            <a:r>
              <a:rPr dirty="0" sz="1050" spc="229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es: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75" name="object 75" descr=""/>
          <p:cNvSpPr txBox="1"/>
          <p:nvPr/>
        </p:nvSpPr>
        <p:spPr>
          <a:xfrm>
            <a:off x="4133850" y="5920752"/>
            <a:ext cx="448309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latin typeface="Times New Roman"/>
                <a:cs typeface="Times New Roman"/>
              </a:rPr>
              <a:t>(8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–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15)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76" name="object 76" descr=""/>
          <p:cNvSpPr txBox="1"/>
          <p:nvPr/>
        </p:nvSpPr>
        <p:spPr>
          <a:xfrm>
            <a:off x="1262380" y="6244602"/>
            <a:ext cx="515620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segunda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rampa,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comprendida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entre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los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puntos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X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y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D2,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presenta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siguiente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factor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peralte: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77" name="object 77" descr=""/>
          <p:cNvSpPr txBox="1"/>
          <p:nvPr/>
        </p:nvSpPr>
        <p:spPr>
          <a:xfrm>
            <a:off x="4133850" y="6565912"/>
            <a:ext cx="448309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latin typeface="Times New Roman"/>
                <a:cs typeface="Times New Roman"/>
              </a:rPr>
              <a:t>(8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–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16)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78" name="object 78" descr=""/>
          <p:cNvSpPr txBox="1"/>
          <p:nvPr/>
        </p:nvSpPr>
        <p:spPr>
          <a:xfrm>
            <a:off x="1267460" y="6888492"/>
            <a:ext cx="251904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Figura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8.18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muestra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solución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este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 spc="-20">
                <a:latin typeface="Times New Roman"/>
                <a:cs typeface="Times New Roman"/>
              </a:rPr>
              <a:t>caso.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79" name="object 79" descr=""/>
          <p:cNvSpPr txBox="1"/>
          <p:nvPr/>
        </p:nvSpPr>
        <p:spPr>
          <a:xfrm>
            <a:off x="1276350" y="5935992"/>
            <a:ext cx="818515" cy="172720"/>
          </a:xfrm>
          <a:prstGeom prst="rect">
            <a:avLst/>
          </a:prstGeom>
          <a:ln w="6350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2540">
              <a:lnSpc>
                <a:spcPct val="100000"/>
              </a:lnSpc>
            </a:pPr>
            <a:r>
              <a:rPr dirty="0" baseline="2645" sz="1575" i="1">
                <a:latin typeface="Times New Roman"/>
                <a:cs typeface="Times New Roman"/>
              </a:rPr>
              <a:t>FPf1=e1/</a:t>
            </a:r>
            <a:r>
              <a:rPr dirty="0" baseline="2645" sz="1575" spc="254" i="1">
                <a:latin typeface="Times New Roman"/>
                <a:cs typeface="Times New Roman"/>
              </a:rPr>
              <a:t> </a:t>
            </a:r>
            <a:r>
              <a:rPr dirty="0" baseline="2645" sz="1575" spc="-30" i="1">
                <a:latin typeface="Times New Roman"/>
                <a:cs typeface="Times New Roman"/>
              </a:rPr>
              <a:t>Lt</a:t>
            </a:r>
            <a:r>
              <a:rPr dirty="0" sz="650" spc="-20" i="1">
                <a:latin typeface="Times New Roman"/>
                <a:cs typeface="Times New Roman"/>
              </a:rPr>
              <a:t>1</a:t>
            </a:r>
            <a:r>
              <a:rPr dirty="0" baseline="2645" sz="1575" spc="-30" i="1">
                <a:latin typeface="Times New Roman"/>
                <a:cs typeface="Times New Roman"/>
              </a:rPr>
              <a:t>‘</a:t>
            </a:r>
            <a:endParaRPr baseline="2645" sz="1575">
              <a:latin typeface="Times New Roman"/>
              <a:cs typeface="Times New Roman"/>
            </a:endParaRPr>
          </a:p>
        </p:txBody>
      </p:sp>
      <p:sp>
        <p:nvSpPr>
          <p:cNvPr id="80" name="object 80" descr=""/>
          <p:cNvSpPr txBox="1"/>
          <p:nvPr/>
        </p:nvSpPr>
        <p:spPr>
          <a:xfrm>
            <a:off x="1276985" y="6579882"/>
            <a:ext cx="782320" cy="171450"/>
          </a:xfrm>
          <a:prstGeom prst="rect">
            <a:avLst/>
          </a:prstGeom>
          <a:ln w="6350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905">
              <a:lnSpc>
                <a:spcPct val="100000"/>
              </a:lnSpc>
            </a:pPr>
            <a:r>
              <a:rPr dirty="0" baseline="2645" sz="1575" spc="-15" i="1">
                <a:latin typeface="Times New Roman"/>
                <a:cs typeface="Times New Roman"/>
              </a:rPr>
              <a:t>FPf2=e2/Lt</a:t>
            </a:r>
            <a:r>
              <a:rPr dirty="0" sz="650" spc="-10" i="1">
                <a:latin typeface="Times New Roman"/>
                <a:cs typeface="Times New Roman"/>
              </a:rPr>
              <a:t>2</a:t>
            </a:r>
            <a:r>
              <a:rPr dirty="0" baseline="2645" sz="1575" spc="-15" i="1">
                <a:latin typeface="Times New Roman"/>
                <a:cs typeface="Times New Roman"/>
              </a:rPr>
              <a:t>‘</a:t>
            </a:r>
            <a:endParaRPr baseline="2645" sz="1575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040130" y="3649992"/>
            <a:ext cx="5494020" cy="161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16585"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latin typeface="Times New Roman"/>
                <a:cs typeface="Times New Roman"/>
              </a:rPr>
              <a:t>FIGURA</a:t>
            </a:r>
            <a:r>
              <a:rPr dirty="0" sz="1050" spc="-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8.18</a:t>
            </a:r>
            <a:r>
              <a:rPr dirty="0" sz="1050" spc="-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-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FORZADO</a:t>
            </a:r>
            <a:r>
              <a:rPr dirty="0" sz="1050" spc="-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CON</a:t>
            </a:r>
            <a:r>
              <a:rPr dirty="0" sz="1050" spc="-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DIFERENTES</a:t>
            </a:r>
            <a:r>
              <a:rPr dirty="0" sz="1050" spc="-40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INCLINACIONES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19"/>
              </a:spcBef>
            </a:pP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50">
                <a:latin typeface="Times New Roman"/>
                <a:cs typeface="Times New Roman"/>
              </a:rPr>
              <a:t>Ejercicios</a:t>
            </a:r>
            <a:r>
              <a:rPr dirty="0" sz="1150" spc="155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resueltos</a:t>
            </a:r>
            <a:endParaRPr sz="1150">
              <a:latin typeface="Times New Roman"/>
              <a:cs typeface="Times New Roman"/>
            </a:endParaRPr>
          </a:p>
          <a:p>
            <a:pPr marL="12700" marR="12700">
              <a:lnSpc>
                <a:spcPts val="1220"/>
              </a:lnSpc>
              <a:spcBef>
                <a:spcPts val="345"/>
              </a:spcBef>
              <a:tabLst>
                <a:tab pos="3415665" algn="l"/>
                <a:tab pos="4910455" algn="l"/>
              </a:tabLst>
            </a:pPr>
            <a:r>
              <a:rPr dirty="0" sz="1050">
                <a:latin typeface="Times New Roman"/>
                <a:cs typeface="Times New Roman"/>
              </a:rPr>
              <a:t>A</a:t>
            </a:r>
            <a:r>
              <a:rPr dirty="0" sz="1050" spc="2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continuación</a:t>
            </a:r>
            <a:r>
              <a:rPr dirty="0" sz="1050" spc="229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2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presentan</a:t>
            </a:r>
            <a:r>
              <a:rPr dirty="0" sz="1050" spc="2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varios</a:t>
            </a:r>
            <a:r>
              <a:rPr dirty="0" sz="1050" spc="2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ejemplos</a:t>
            </a:r>
            <a:r>
              <a:rPr dirty="0" sz="1050" spc="2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229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ilustran</a:t>
            </a:r>
            <a:r>
              <a:rPr dirty="0" sz="1050">
                <a:latin typeface="Times New Roman"/>
                <a:cs typeface="Times New Roman"/>
              </a:rPr>
              <a:t>	los</a:t>
            </a:r>
            <a:r>
              <a:rPr dirty="0" sz="1050" spc="2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diferentes</a:t>
            </a:r>
            <a:r>
              <a:rPr dirty="0" sz="1050" spc="229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casos</a:t>
            </a:r>
            <a:r>
              <a:rPr dirty="0" sz="1050" spc="229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que</a:t>
            </a:r>
            <a:r>
              <a:rPr dirty="0" sz="1050">
                <a:latin typeface="Times New Roman"/>
                <a:cs typeface="Times New Roman"/>
              </a:rPr>
              <a:t>	se</a:t>
            </a:r>
            <a:r>
              <a:rPr dirty="0" sz="1050" spc="250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pueden presentar.</a:t>
            </a: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65"/>
              </a:spcBef>
            </a:pPr>
            <a:r>
              <a:rPr dirty="0" sz="1050" spc="-10">
                <a:latin typeface="Times New Roman"/>
                <a:cs typeface="Times New Roman"/>
              </a:rPr>
              <a:t>Ejemplo1</a:t>
            </a:r>
            <a:endParaRPr sz="105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  <a:spcBef>
                <a:spcPts val="10"/>
              </a:spcBef>
            </a:pPr>
            <a:r>
              <a:rPr dirty="0" sz="1050">
                <a:latin typeface="Times New Roman"/>
                <a:cs typeface="Times New Roman"/>
              </a:rPr>
              <a:t>Consideremos</a:t>
            </a:r>
            <a:r>
              <a:rPr dirty="0" sz="1050" spc="1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1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ejemplo</a:t>
            </a:r>
            <a:r>
              <a:rPr dirty="0" sz="1050" spc="1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número</a:t>
            </a:r>
            <a:r>
              <a:rPr dirty="0" sz="1050" spc="1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1</a:t>
            </a:r>
            <a:r>
              <a:rPr dirty="0" sz="1050" spc="1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del</a:t>
            </a:r>
            <a:r>
              <a:rPr dirty="0" sz="1050" spc="1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caso</a:t>
            </a:r>
            <a:r>
              <a:rPr dirty="0" sz="1050" spc="1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1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1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con</a:t>
            </a:r>
            <a:r>
              <a:rPr dirty="0" sz="1050" spc="1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desarrollo</a:t>
            </a:r>
            <a:r>
              <a:rPr dirty="0" sz="1050" spc="1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normal</a:t>
            </a:r>
            <a:r>
              <a:rPr dirty="0" sz="1050" spc="18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donde</a:t>
            </a:r>
            <a:r>
              <a:rPr dirty="0" baseline="2645" sz="1575" spc="202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se</a:t>
            </a:r>
            <a:r>
              <a:rPr dirty="0" baseline="2645" sz="1575" spc="202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tienen</a:t>
            </a:r>
            <a:r>
              <a:rPr dirty="0" baseline="2645" sz="1575" spc="202">
                <a:latin typeface="Times New Roman"/>
                <a:cs typeface="Times New Roman"/>
              </a:rPr>
              <a:t> </a:t>
            </a:r>
            <a:r>
              <a:rPr dirty="0" baseline="2645" sz="1575" spc="-37">
                <a:latin typeface="Times New Roman"/>
                <a:cs typeface="Times New Roman"/>
              </a:rPr>
              <a:t>los </a:t>
            </a:r>
            <a:r>
              <a:rPr dirty="0" baseline="2645" sz="1575">
                <a:latin typeface="Times New Roman"/>
                <a:cs typeface="Times New Roman"/>
              </a:rPr>
              <a:t>siguientes</a:t>
            </a:r>
            <a:r>
              <a:rPr dirty="0" baseline="2645" sz="1575" spc="-3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valores,</a:t>
            </a:r>
            <a:r>
              <a:rPr dirty="0" baseline="2645" sz="1575" spc="-22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para</a:t>
            </a:r>
            <a:r>
              <a:rPr dirty="0" baseline="2645" sz="1575" spc="-22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una</a:t>
            </a:r>
            <a:r>
              <a:rPr dirty="0" baseline="2645" sz="1575" spc="-22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curva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derecha</a:t>
            </a:r>
            <a:r>
              <a:rPr dirty="0" baseline="2645" sz="1575" spc="-22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con</a:t>
            </a:r>
            <a:r>
              <a:rPr dirty="0" baseline="2645" sz="1575" spc="-22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peralte</a:t>
            </a:r>
            <a:r>
              <a:rPr dirty="0" baseline="2645" sz="1575" spc="-22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e</a:t>
            </a:r>
            <a:r>
              <a:rPr dirty="0" sz="650">
                <a:latin typeface="Times New Roman"/>
                <a:cs typeface="Times New Roman"/>
              </a:rPr>
              <a:t>1</a:t>
            </a:r>
            <a:r>
              <a:rPr dirty="0" baseline="2645" sz="1575">
                <a:latin typeface="Times New Roman"/>
                <a:cs typeface="Times New Roman"/>
              </a:rPr>
              <a:t>=</a:t>
            </a:r>
            <a:r>
              <a:rPr dirty="0" baseline="2645" sz="1575" spc="-22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8.0%,</a:t>
            </a:r>
            <a:r>
              <a:rPr dirty="0" baseline="2645" sz="1575" spc="-22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Lt</a:t>
            </a:r>
            <a:r>
              <a:rPr dirty="0" sz="650">
                <a:latin typeface="Times New Roman"/>
                <a:cs typeface="Times New Roman"/>
              </a:rPr>
              <a:t>1=</a:t>
            </a:r>
            <a:r>
              <a:rPr dirty="0" sz="650" spc="-1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45</a:t>
            </a:r>
            <a:r>
              <a:rPr dirty="0" baseline="2645" sz="1575" spc="-22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m</a:t>
            </a:r>
            <a:r>
              <a:rPr dirty="0" baseline="2645" sz="1575" spc="-22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y</a:t>
            </a:r>
            <a:r>
              <a:rPr dirty="0" baseline="2645" sz="1575" spc="-22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N</a:t>
            </a:r>
            <a:r>
              <a:rPr dirty="0" sz="650">
                <a:latin typeface="Times New Roman"/>
                <a:cs typeface="Times New Roman"/>
              </a:rPr>
              <a:t>1</a:t>
            </a:r>
            <a:r>
              <a:rPr dirty="0" sz="650" spc="-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=</a:t>
            </a:r>
            <a:r>
              <a:rPr dirty="0" baseline="2645" sz="1575" spc="-3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11.25</a:t>
            </a:r>
            <a:r>
              <a:rPr dirty="0" baseline="2645" sz="1575" spc="-22">
                <a:latin typeface="Times New Roman"/>
                <a:cs typeface="Times New Roman"/>
              </a:rPr>
              <a:t> </a:t>
            </a:r>
            <a:r>
              <a:rPr dirty="0" baseline="2645" sz="1575" spc="-37">
                <a:latin typeface="Times New Roman"/>
                <a:cs typeface="Times New Roman"/>
              </a:rPr>
              <a:t>m.</a:t>
            </a:r>
            <a:endParaRPr baseline="2645" sz="1575">
              <a:latin typeface="Times New Roman"/>
              <a:cs typeface="Times New Roman"/>
            </a:endParaRPr>
          </a:p>
        </p:txBody>
      </p:sp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1970404" y="5410212"/>
          <a:ext cx="3304540" cy="41833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32460"/>
                <a:gridCol w="643890"/>
                <a:gridCol w="1002030"/>
                <a:gridCol w="943609"/>
              </a:tblGrid>
              <a:tr h="503555">
                <a:tc>
                  <a:txBody>
                    <a:bodyPr/>
                    <a:lstStyle/>
                    <a:p>
                      <a:pPr marL="273050" marR="130810" indent="-127000">
                        <a:lnSpc>
                          <a:spcPts val="1210"/>
                        </a:lnSpc>
                        <a:spcBef>
                          <a:spcPts val="65"/>
                        </a:spcBef>
                      </a:pP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PUNT </a:t>
                      </a: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O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25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1300" marR="114300" indent="-111760">
                        <a:lnSpc>
                          <a:spcPts val="1210"/>
                        </a:lnSpc>
                        <a:spcBef>
                          <a:spcPts val="65"/>
                        </a:spcBef>
                      </a:pP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ABSCI </a:t>
                      </a:r>
                      <a:r>
                        <a:rPr dirty="0" sz="1050" spc="-25">
                          <a:latin typeface="Times New Roman"/>
                          <a:cs typeface="Times New Roman"/>
                        </a:rPr>
                        <a:t>SA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25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3030" marR="104775" indent="191770">
                        <a:lnSpc>
                          <a:spcPct val="103200"/>
                        </a:lnSpc>
                        <a:spcBef>
                          <a:spcPts val="25"/>
                        </a:spcBef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PERALTE IZQUIERDO(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113030">
                        <a:lnSpc>
                          <a:spcPts val="1205"/>
                        </a:lnSpc>
                        <a:spcBef>
                          <a:spcPts val="40"/>
                        </a:spcBef>
                      </a:pPr>
                      <a:r>
                        <a:rPr dirty="0" sz="1050" spc="-25">
                          <a:latin typeface="Times New Roman"/>
                          <a:cs typeface="Times New Roman"/>
                        </a:rPr>
                        <a:t>%)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1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1760" marR="76835" indent="162560">
                        <a:lnSpc>
                          <a:spcPct val="103200"/>
                        </a:lnSpc>
                        <a:spcBef>
                          <a:spcPts val="25"/>
                        </a:spcBef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PERALTE DERECHO(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111760">
                        <a:lnSpc>
                          <a:spcPts val="1205"/>
                        </a:lnSpc>
                        <a:spcBef>
                          <a:spcPts val="40"/>
                        </a:spcBef>
                      </a:pPr>
                      <a:r>
                        <a:rPr dirty="0" sz="1050" spc="-25">
                          <a:latin typeface="Times New Roman"/>
                          <a:cs typeface="Times New Roman"/>
                        </a:rPr>
                        <a:t>%)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1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55930">
                <a:tc>
                  <a:txBody>
                    <a:bodyPr/>
                    <a:lstStyle/>
                    <a:p>
                      <a:pPr algn="ctr" marL="5715">
                        <a:lnSpc>
                          <a:spcPts val="1195"/>
                        </a:lnSpc>
                      </a:pPr>
                      <a:r>
                        <a:rPr dirty="0" baseline="2645" sz="1575" spc="-37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650" spc="-25">
                          <a:latin typeface="Times New Roman"/>
                          <a:cs typeface="Times New Roman"/>
                        </a:rPr>
                        <a:t>1</a:t>
                      </a:r>
                      <a:endParaRPr sz="6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3810">
                        <a:lnSpc>
                          <a:spcPts val="1205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361.56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387350" marR="374015" indent="1905">
                        <a:lnSpc>
                          <a:spcPts val="1170"/>
                        </a:lnSpc>
                        <a:spcBef>
                          <a:spcPts val="55"/>
                        </a:spcBef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- </a:t>
                      </a: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2.00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4445">
                        <a:lnSpc>
                          <a:spcPts val="1160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-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algn="ctr" marL="5080">
                        <a:lnSpc>
                          <a:spcPts val="1170"/>
                        </a:lnSpc>
                      </a:pPr>
                      <a:r>
                        <a:rPr dirty="0" sz="1050" spc="-25">
                          <a:latin typeface="Times New Roman"/>
                          <a:cs typeface="Times New Roman"/>
                        </a:rPr>
                        <a:t>2.0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algn="ctr" marL="6985">
                        <a:lnSpc>
                          <a:spcPts val="1160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64184">
                <a:tc>
                  <a:txBody>
                    <a:bodyPr/>
                    <a:lstStyle/>
                    <a:p>
                      <a:pPr algn="ctr" marL="9525">
                        <a:lnSpc>
                          <a:spcPts val="1215"/>
                        </a:lnSpc>
                      </a:pPr>
                      <a:r>
                        <a:rPr dirty="0" baseline="2645" sz="1575" spc="-37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dirty="0" sz="650" spc="-25">
                          <a:latin typeface="Times New Roman"/>
                          <a:cs typeface="Times New Roman"/>
                        </a:rPr>
                        <a:t>1</a:t>
                      </a:r>
                      <a:endParaRPr sz="6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3810">
                        <a:lnSpc>
                          <a:spcPts val="1215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372.81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5080">
                        <a:lnSpc>
                          <a:spcPts val="1215"/>
                        </a:lnSpc>
                      </a:pP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0.00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4445">
                        <a:lnSpc>
                          <a:spcPts val="1180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-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algn="ctr" marL="5080">
                        <a:lnSpc>
                          <a:spcPts val="1195"/>
                        </a:lnSpc>
                      </a:pPr>
                      <a:r>
                        <a:rPr dirty="0" sz="1050" spc="-25">
                          <a:latin typeface="Times New Roman"/>
                          <a:cs typeface="Times New Roman"/>
                        </a:rPr>
                        <a:t>2.0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algn="ctr" marL="6985">
                        <a:lnSpc>
                          <a:spcPts val="1185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59740">
                <a:tc>
                  <a:txBody>
                    <a:bodyPr/>
                    <a:lstStyle/>
                    <a:p>
                      <a:pPr algn="ctr" marL="6985">
                        <a:lnSpc>
                          <a:spcPts val="1195"/>
                        </a:lnSpc>
                      </a:pPr>
                      <a:r>
                        <a:rPr dirty="0" baseline="2645" sz="1575" spc="-37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dirty="0" sz="650" spc="-25">
                          <a:latin typeface="Times New Roman"/>
                          <a:cs typeface="Times New Roman"/>
                        </a:rPr>
                        <a:t>1</a:t>
                      </a:r>
                      <a:endParaRPr sz="6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3810">
                        <a:lnSpc>
                          <a:spcPts val="1195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384.06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0">
                        <a:lnSpc>
                          <a:spcPts val="1160"/>
                        </a:lnSpc>
                      </a:pPr>
                      <a:r>
                        <a:rPr dirty="0" sz="1050" spc="-25">
                          <a:latin typeface="Times New Roman"/>
                          <a:cs typeface="Times New Roman"/>
                        </a:rPr>
                        <a:t>+2.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algn="ctr" marL="6350">
                        <a:lnSpc>
                          <a:spcPts val="1225"/>
                        </a:lnSpc>
                      </a:pPr>
                      <a:r>
                        <a:rPr dirty="0" sz="1050" spc="-25">
                          <a:latin typeface="Times New Roman"/>
                          <a:cs typeface="Times New Roman"/>
                        </a:rPr>
                        <a:t>00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4445">
                        <a:lnSpc>
                          <a:spcPts val="1160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-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algn="ctr" marL="5080">
                        <a:lnSpc>
                          <a:spcPts val="1185"/>
                        </a:lnSpc>
                      </a:pPr>
                      <a:r>
                        <a:rPr dirty="0" sz="1050" spc="-25">
                          <a:latin typeface="Times New Roman"/>
                          <a:cs typeface="Times New Roman"/>
                        </a:rPr>
                        <a:t>2.0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algn="ctr" marL="6985">
                        <a:lnSpc>
                          <a:spcPts val="1175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64184">
                <a:tc>
                  <a:txBody>
                    <a:bodyPr/>
                    <a:lstStyle/>
                    <a:p>
                      <a:pPr marL="214629" marR="180975" indent="-15240">
                        <a:lnSpc>
                          <a:spcPts val="1190"/>
                        </a:lnSpc>
                        <a:spcBef>
                          <a:spcPts val="50"/>
                        </a:spcBef>
                      </a:pPr>
                      <a:r>
                        <a:rPr dirty="0" baseline="2645" sz="1575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dirty="0" sz="65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dirty="0" sz="650" spc="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baseline="2645" sz="1575" spc="-75">
                          <a:latin typeface="Times New Roman"/>
                          <a:cs typeface="Times New Roman"/>
                        </a:rPr>
                        <a:t>= </a:t>
                      </a:r>
                      <a:r>
                        <a:rPr dirty="0" baseline="2645" sz="1575" spc="-37">
                          <a:latin typeface="Times New Roman"/>
                          <a:cs typeface="Times New Roman"/>
                        </a:rPr>
                        <a:t>PC</a:t>
                      </a:r>
                      <a:r>
                        <a:rPr dirty="0" sz="650" spc="-25">
                          <a:latin typeface="Times New Roman"/>
                          <a:cs typeface="Times New Roman"/>
                        </a:rPr>
                        <a:t>1</a:t>
                      </a:r>
                      <a:endParaRPr sz="6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3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3810">
                        <a:lnSpc>
                          <a:spcPts val="1215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417.81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0">
                        <a:lnSpc>
                          <a:spcPts val="1180"/>
                        </a:lnSpc>
                      </a:pPr>
                      <a:r>
                        <a:rPr dirty="0" sz="1050" spc="-25">
                          <a:latin typeface="Times New Roman"/>
                          <a:cs typeface="Times New Roman"/>
                        </a:rPr>
                        <a:t>+8.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algn="ctr" marL="6350">
                        <a:lnSpc>
                          <a:spcPts val="1225"/>
                        </a:lnSpc>
                      </a:pPr>
                      <a:r>
                        <a:rPr dirty="0" sz="1050" spc="-25">
                          <a:latin typeface="Times New Roman"/>
                          <a:cs typeface="Times New Roman"/>
                        </a:rPr>
                        <a:t>00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4445">
                        <a:lnSpc>
                          <a:spcPts val="1180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-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algn="ctr" marL="5080">
                        <a:lnSpc>
                          <a:spcPts val="1195"/>
                        </a:lnSpc>
                      </a:pPr>
                      <a:r>
                        <a:rPr dirty="0" sz="1050" spc="-25">
                          <a:latin typeface="Times New Roman"/>
                          <a:cs typeface="Times New Roman"/>
                        </a:rPr>
                        <a:t>8.0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algn="ctr" marL="6985">
                        <a:lnSpc>
                          <a:spcPts val="1185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62280">
                <a:tc>
                  <a:txBody>
                    <a:bodyPr/>
                    <a:lstStyle/>
                    <a:p>
                      <a:pPr marL="217804" marR="188595" indent="-11430">
                        <a:lnSpc>
                          <a:spcPts val="1190"/>
                        </a:lnSpc>
                        <a:spcBef>
                          <a:spcPts val="40"/>
                        </a:spcBef>
                      </a:pPr>
                      <a:r>
                        <a:rPr dirty="0" baseline="2645" sz="1575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dirty="0" sz="65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dirty="0" sz="650" spc="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baseline="2645" sz="1575" spc="-75">
                          <a:latin typeface="Times New Roman"/>
                          <a:cs typeface="Times New Roman"/>
                        </a:rPr>
                        <a:t>= </a:t>
                      </a:r>
                      <a:r>
                        <a:rPr dirty="0" baseline="2645" sz="1575" spc="-37">
                          <a:latin typeface="Times New Roman"/>
                          <a:cs typeface="Times New Roman"/>
                        </a:rPr>
                        <a:t>PT</a:t>
                      </a:r>
                      <a:r>
                        <a:rPr dirty="0" sz="650" spc="-25">
                          <a:latin typeface="Times New Roman"/>
                          <a:cs typeface="Times New Roman"/>
                        </a:rPr>
                        <a:t>1</a:t>
                      </a:r>
                      <a:endParaRPr sz="6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0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3810">
                        <a:lnSpc>
                          <a:spcPts val="1205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465.32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0">
                        <a:lnSpc>
                          <a:spcPts val="1170"/>
                        </a:lnSpc>
                      </a:pPr>
                      <a:r>
                        <a:rPr dirty="0" sz="1050" spc="-25">
                          <a:latin typeface="Times New Roman"/>
                          <a:cs typeface="Times New Roman"/>
                        </a:rPr>
                        <a:t>+8.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algn="ctr" marL="6350">
                        <a:lnSpc>
                          <a:spcPts val="1225"/>
                        </a:lnSpc>
                      </a:pPr>
                      <a:r>
                        <a:rPr dirty="0" sz="1050" spc="-25">
                          <a:latin typeface="Times New Roman"/>
                          <a:cs typeface="Times New Roman"/>
                        </a:rPr>
                        <a:t>00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4445">
                        <a:lnSpc>
                          <a:spcPts val="1170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-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algn="ctr" marL="5080">
                        <a:lnSpc>
                          <a:spcPts val="1190"/>
                        </a:lnSpc>
                      </a:pPr>
                      <a:r>
                        <a:rPr dirty="0" sz="1050" spc="-25">
                          <a:latin typeface="Times New Roman"/>
                          <a:cs typeface="Times New Roman"/>
                        </a:rPr>
                        <a:t>8.0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algn="ctr" marL="6985">
                        <a:lnSpc>
                          <a:spcPts val="1180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55930">
                <a:tc>
                  <a:txBody>
                    <a:bodyPr/>
                    <a:lstStyle/>
                    <a:p>
                      <a:pPr algn="ctr" marL="8255">
                        <a:lnSpc>
                          <a:spcPts val="1195"/>
                        </a:lnSpc>
                      </a:pPr>
                      <a:r>
                        <a:rPr dirty="0" baseline="2645" sz="1575" spc="-37"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dirty="0" sz="650" spc="-25">
                          <a:latin typeface="Times New Roman"/>
                          <a:cs typeface="Times New Roman"/>
                        </a:rPr>
                        <a:t>1</a:t>
                      </a:r>
                      <a:endParaRPr sz="6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3810">
                        <a:lnSpc>
                          <a:spcPts val="1195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499.07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0">
                        <a:lnSpc>
                          <a:spcPts val="1150"/>
                        </a:lnSpc>
                      </a:pPr>
                      <a:r>
                        <a:rPr dirty="0" sz="1050" spc="-25">
                          <a:latin typeface="Times New Roman"/>
                          <a:cs typeface="Times New Roman"/>
                        </a:rPr>
                        <a:t>+2.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algn="ctr" marL="6350">
                        <a:lnSpc>
                          <a:spcPts val="1215"/>
                        </a:lnSpc>
                      </a:pPr>
                      <a:r>
                        <a:rPr dirty="0" sz="1050" spc="-25">
                          <a:latin typeface="Times New Roman"/>
                          <a:cs typeface="Times New Roman"/>
                        </a:rPr>
                        <a:t>00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4445">
                        <a:lnSpc>
                          <a:spcPts val="1150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-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algn="ctr" marL="5080">
                        <a:lnSpc>
                          <a:spcPts val="1170"/>
                        </a:lnSpc>
                      </a:pPr>
                      <a:r>
                        <a:rPr dirty="0" sz="1050" spc="-25">
                          <a:latin typeface="Times New Roman"/>
                          <a:cs typeface="Times New Roman"/>
                        </a:rPr>
                        <a:t>2.0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algn="ctr" marL="6985">
                        <a:lnSpc>
                          <a:spcPts val="1170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62280">
                <a:tc>
                  <a:txBody>
                    <a:bodyPr/>
                    <a:lstStyle/>
                    <a:p>
                      <a:pPr algn="ctr" marL="5715">
                        <a:lnSpc>
                          <a:spcPts val="1205"/>
                        </a:lnSpc>
                      </a:pPr>
                      <a:r>
                        <a:rPr dirty="0" baseline="2645" sz="1575" spc="-37">
                          <a:latin typeface="Times New Roman"/>
                          <a:cs typeface="Times New Roman"/>
                        </a:rPr>
                        <a:t>G</a:t>
                      </a:r>
                      <a:r>
                        <a:rPr dirty="0" sz="650" spc="-25">
                          <a:latin typeface="Times New Roman"/>
                          <a:cs typeface="Times New Roman"/>
                        </a:rPr>
                        <a:t>1</a:t>
                      </a:r>
                      <a:endParaRPr sz="6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3810">
                        <a:lnSpc>
                          <a:spcPts val="1215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510.32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5080">
                        <a:lnSpc>
                          <a:spcPts val="1215"/>
                        </a:lnSpc>
                      </a:pP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0.00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4445">
                        <a:lnSpc>
                          <a:spcPts val="1175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-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algn="ctr" marL="5080">
                        <a:lnSpc>
                          <a:spcPts val="1185"/>
                        </a:lnSpc>
                      </a:pPr>
                      <a:r>
                        <a:rPr dirty="0" sz="1050" spc="-25">
                          <a:latin typeface="Times New Roman"/>
                          <a:cs typeface="Times New Roman"/>
                        </a:rPr>
                        <a:t>2.0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algn="ctr" marL="6985">
                        <a:lnSpc>
                          <a:spcPts val="1180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55295">
                <a:tc>
                  <a:txBody>
                    <a:bodyPr/>
                    <a:lstStyle/>
                    <a:p>
                      <a:pPr algn="ctr" marL="9525">
                        <a:lnSpc>
                          <a:spcPts val="1205"/>
                        </a:lnSpc>
                      </a:pPr>
                      <a:r>
                        <a:rPr dirty="0" baseline="2645" sz="1575" spc="-37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dirty="0" sz="650" spc="-25">
                          <a:latin typeface="Times New Roman"/>
                          <a:cs typeface="Times New Roman"/>
                        </a:rPr>
                        <a:t>1</a:t>
                      </a:r>
                      <a:endParaRPr sz="6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3810">
                        <a:lnSpc>
                          <a:spcPts val="1205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521.57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387350" marR="374015" indent="1905">
                        <a:lnSpc>
                          <a:spcPts val="1170"/>
                        </a:lnSpc>
                        <a:spcBef>
                          <a:spcPts val="60"/>
                        </a:spcBef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- </a:t>
                      </a: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2.00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62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4445">
                        <a:lnSpc>
                          <a:spcPts val="1160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-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algn="ctr" marL="5080">
                        <a:lnSpc>
                          <a:spcPts val="1170"/>
                        </a:lnSpc>
                      </a:pPr>
                      <a:r>
                        <a:rPr dirty="0" sz="1050" spc="-25">
                          <a:latin typeface="Times New Roman"/>
                          <a:cs typeface="Times New Roman"/>
                        </a:rPr>
                        <a:t>2.0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algn="ctr" marL="6985">
                        <a:lnSpc>
                          <a:spcPts val="1160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object 4" descr=""/>
          <p:cNvSpPr txBox="1"/>
          <p:nvPr/>
        </p:nvSpPr>
        <p:spPr>
          <a:xfrm>
            <a:off x="1040130" y="9748532"/>
            <a:ext cx="5495290" cy="656590"/>
          </a:xfrm>
          <a:prstGeom prst="rect">
            <a:avLst/>
          </a:prstGeom>
        </p:spPr>
        <p:txBody>
          <a:bodyPr wrap="square" lIns="0" tIns="21590" rIns="0" bIns="0" rtlCol="0" vert="horz">
            <a:spAutoFit/>
          </a:bodyPr>
          <a:lstStyle/>
          <a:p>
            <a:pPr marL="12700" marR="5080">
              <a:lnSpc>
                <a:spcPts val="1220"/>
              </a:lnSpc>
              <a:spcBef>
                <a:spcPts val="170"/>
              </a:spcBef>
            </a:pPr>
            <a:r>
              <a:rPr dirty="0" baseline="2645" sz="1575">
                <a:latin typeface="Times New Roman"/>
                <a:cs typeface="Times New Roman"/>
              </a:rPr>
              <a:t>El</a:t>
            </a:r>
            <a:r>
              <a:rPr dirty="0" baseline="2645" sz="1575" spc="12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punto</a:t>
            </a:r>
            <a:r>
              <a:rPr dirty="0" baseline="2645" sz="1575" spc="142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E</a:t>
            </a:r>
            <a:r>
              <a:rPr dirty="0" sz="650">
                <a:latin typeface="Times New Roman"/>
                <a:cs typeface="Times New Roman"/>
              </a:rPr>
              <a:t>1</a:t>
            </a:r>
            <a:r>
              <a:rPr dirty="0" baseline="2645" sz="1575">
                <a:latin typeface="Times New Roman"/>
                <a:cs typeface="Times New Roman"/>
              </a:rPr>
              <a:t>,</a:t>
            </a:r>
            <a:r>
              <a:rPr dirty="0" baseline="2645" sz="1575" spc="127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cuya</a:t>
            </a:r>
            <a:r>
              <a:rPr dirty="0" baseline="2645" sz="1575" spc="13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abscisa</a:t>
            </a:r>
            <a:r>
              <a:rPr dirty="0" baseline="2645" sz="1575" spc="127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es</a:t>
            </a:r>
            <a:r>
              <a:rPr dirty="0" baseline="2645" sz="1575" spc="13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465.32</a:t>
            </a:r>
            <a:r>
              <a:rPr dirty="0" baseline="2645" sz="1575" spc="142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corresponde</a:t>
            </a:r>
            <a:r>
              <a:rPr dirty="0" baseline="2645" sz="1575" spc="13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al</a:t>
            </a:r>
            <a:r>
              <a:rPr dirty="0" baseline="2645" sz="1575" spc="12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PT</a:t>
            </a:r>
            <a:r>
              <a:rPr dirty="0" baseline="2645" sz="1575" spc="127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de</a:t>
            </a:r>
            <a:r>
              <a:rPr dirty="0" baseline="2645" sz="1575" spc="13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la</a:t>
            </a:r>
            <a:r>
              <a:rPr dirty="0" baseline="2645" sz="1575" spc="13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curva,</a:t>
            </a:r>
            <a:r>
              <a:rPr dirty="0" baseline="2645" sz="1575" spc="127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en</a:t>
            </a:r>
            <a:r>
              <a:rPr dirty="0" baseline="2645" sz="1575" spc="12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una</a:t>
            </a:r>
            <a:r>
              <a:rPr dirty="0" baseline="2645" sz="1575" spc="13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vía</a:t>
            </a:r>
            <a:r>
              <a:rPr dirty="0" baseline="2645" sz="1575" spc="13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con</a:t>
            </a:r>
            <a:r>
              <a:rPr dirty="0" baseline="2645" sz="1575" spc="232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calzada</a:t>
            </a:r>
            <a:r>
              <a:rPr dirty="0" sz="1050" spc="9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80">
                <a:latin typeface="Times New Roman"/>
                <a:cs typeface="Times New Roman"/>
              </a:rPr>
              <a:t> </a:t>
            </a:r>
            <a:r>
              <a:rPr dirty="0" sz="1050" spc="-20">
                <a:latin typeface="Times New Roman"/>
                <a:cs typeface="Times New Roman"/>
              </a:rPr>
              <a:t>7.30 </a:t>
            </a:r>
            <a:r>
              <a:rPr dirty="0" sz="1050">
                <a:latin typeface="Times New Roman"/>
                <a:cs typeface="Times New Roman"/>
              </a:rPr>
              <a:t>metros.</a:t>
            </a:r>
            <a:r>
              <a:rPr dirty="0" sz="1050" spc="-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siguiente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curva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</a:t>
            </a:r>
            <a:r>
              <a:rPr dirty="0" sz="1050" spc="-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izquierda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y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presenta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los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siguientes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datos:</a:t>
            </a: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dirty="0" baseline="2645" sz="1575">
                <a:latin typeface="Times New Roman"/>
                <a:cs typeface="Times New Roman"/>
              </a:rPr>
              <a:t>-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R</a:t>
            </a:r>
            <a:r>
              <a:rPr dirty="0" sz="650">
                <a:latin typeface="Times New Roman"/>
                <a:cs typeface="Times New Roman"/>
              </a:rPr>
              <a:t>2</a:t>
            </a:r>
            <a:r>
              <a:rPr dirty="0" sz="650" spc="235">
                <a:latin typeface="Times New Roman"/>
                <a:cs typeface="Times New Roman"/>
              </a:rPr>
              <a:t>  </a:t>
            </a:r>
            <a:r>
              <a:rPr dirty="0" baseline="2645" sz="1575">
                <a:latin typeface="Times New Roman"/>
                <a:cs typeface="Times New Roman"/>
              </a:rPr>
              <a:t>= 80.0</a:t>
            </a:r>
            <a:r>
              <a:rPr dirty="0" baseline="2645" sz="1575" spc="142">
                <a:latin typeface="Times New Roman"/>
                <a:cs typeface="Times New Roman"/>
              </a:rPr>
              <a:t> </a:t>
            </a:r>
            <a:r>
              <a:rPr dirty="0" baseline="2645" sz="1575" spc="-75">
                <a:latin typeface="Times New Roman"/>
                <a:cs typeface="Times New Roman"/>
              </a:rPr>
              <a:t>m</a:t>
            </a:r>
            <a:endParaRPr baseline="2645" sz="1575">
              <a:latin typeface="Times New Roman"/>
              <a:cs typeface="Times New Roman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2206625" y="1434477"/>
            <a:ext cx="3134995" cy="2200910"/>
            <a:chOff x="2206625" y="1434477"/>
            <a:chExt cx="3134995" cy="2200910"/>
          </a:xfrm>
        </p:grpSpPr>
        <p:sp>
          <p:nvSpPr>
            <p:cNvPr id="6" name="object 6" descr=""/>
            <p:cNvSpPr/>
            <p:nvPr/>
          </p:nvSpPr>
          <p:spPr>
            <a:xfrm>
              <a:off x="2552700" y="2571762"/>
              <a:ext cx="485775" cy="0"/>
            </a:xfrm>
            <a:custGeom>
              <a:avLst/>
              <a:gdLst/>
              <a:ahLst/>
              <a:cxnLst/>
              <a:rect l="l" t="t" r="r" b="b"/>
              <a:pathLst>
                <a:path w="485775" h="0">
                  <a:moveTo>
                    <a:pt x="0" y="0"/>
                  </a:moveTo>
                  <a:lnTo>
                    <a:pt x="48577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2762250" y="3430917"/>
              <a:ext cx="53340" cy="17145"/>
            </a:xfrm>
            <a:custGeom>
              <a:avLst/>
              <a:gdLst/>
              <a:ahLst/>
              <a:cxnLst/>
              <a:rect l="l" t="t" r="r" b="b"/>
              <a:pathLst>
                <a:path w="53339" h="17145">
                  <a:moveTo>
                    <a:pt x="53339" y="0"/>
                  </a:moveTo>
                  <a:lnTo>
                    <a:pt x="0" y="9525"/>
                  </a:lnTo>
                  <a:lnTo>
                    <a:pt x="53339" y="17145"/>
                  </a:lnTo>
                  <a:lnTo>
                    <a:pt x="5333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2762250" y="3430917"/>
              <a:ext cx="1951989" cy="17145"/>
            </a:xfrm>
            <a:custGeom>
              <a:avLst/>
              <a:gdLst/>
              <a:ahLst/>
              <a:cxnLst/>
              <a:rect l="l" t="t" r="r" b="b"/>
              <a:pathLst>
                <a:path w="1951989" h="17145">
                  <a:moveTo>
                    <a:pt x="53339" y="0"/>
                  </a:moveTo>
                  <a:lnTo>
                    <a:pt x="53339" y="17145"/>
                  </a:lnTo>
                  <a:lnTo>
                    <a:pt x="0" y="9525"/>
                  </a:lnTo>
                  <a:lnTo>
                    <a:pt x="53339" y="0"/>
                  </a:lnTo>
                  <a:close/>
                </a:path>
                <a:path w="1951989" h="17145">
                  <a:moveTo>
                    <a:pt x="1951989" y="9525"/>
                  </a:moveTo>
                  <a:lnTo>
                    <a:pt x="1095375" y="952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4715510" y="3430917"/>
              <a:ext cx="52069" cy="17145"/>
            </a:xfrm>
            <a:custGeom>
              <a:avLst/>
              <a:gdLst/>
              <a:ahLst/>
              <a:cxnLst/>
              <a:rect l="l" t="t" r="r" b="b"/>
              <a:pathLst>
                <a:path w="52070" h="17145">
                  <a:moveTo>
                    <a:pt x="0" y="0"/>
                  </a:moveTo>
                  <a:lnTo>
                    <a:pt x="0" y="17145"/>
                  </a:lnTo>
                  <a:lnTo>
                    <a:pt x="52069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4715510" y="3430917"/>
              <a:ext cx="52069" cy="17145"/>
            </a:xfrm>
            <a:custGeom>
              <a:avLst/>
              <a:gdLst/>
              <a:ahLst/>
              <a:cxnLst/>
              <a:rect l="l" t="t" r="r" b="b"/>
              <a:pathLst>
                <a:path w="52070" h="17145">
                  <a:moveTo>
                    <a:pt x="0" y="0"/>
                  </a:moveTo>
                  <a:lnTo>
                    <a:pt x="0" y="17145"/>
                  </a:lnTo>
                  <a:lnTo>
                    <a:pt x="52069" y="9525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95064" y="3403612"/>
              <a:ext cx="142239" cy="71120"/>
            </a:xfrm>
            <a:prstGeom prst="rect">
              <a:avLst/>
            </a:prstGeom>
          </p:spPr>
        </p:pic>
        <p:sp>
          <p:nvSpPr>
            <p:cNvPr id="12" name="object 12" descr=""/>
            <p:cNvSpPr/>
            <p:nvPr/>
          </p:nvSpPr>
          <p:spPr>
            <a:xfrm>
              <a:off x="2762884" y="3409962"/>
              <a:ext cx="1270" cy="0"/>
            </a:xfrm>
            <a:custGeom>
              <a:avLst/>
              <a:gdLst/>
              <a:ahLst/>
              <a:cxnLst/>
              <a:rect l="l" t="t" r="r" b="b"/>
              <a:pathLst>
                <a:path w="1269" h="0">
                  <a:moveTo>
                    <a:pt x="0" y="0"/>
                  </a:moveTo>
                  <a:lnTo>
                    <a:pt x="126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4766310" y="3400437"/>
              <a:ext cx="1270" cy="40005"/>
            </a:xfrm>
            <a:custGeom>
              <a:avLst/>
              <a:gdLst/>
              <a:ahLst/>
              <a:cxnLst/>
              <a:rect l="l" t="t" r="r" b="b"/>
              <a:pathLst>
                <a:path w="1270" h="40004">
                  <a:moveTo>
                    <a:pt x="1270" y="39370"/>
                  </a:moveTo>
                  <a:lnTo>
                    <a:pt x="1079" y="38925"/>
                  </a:lnTo>
                  <a:lnTo>
                    <a:pt x="635" y="38735"/>
                  </a:lnTo>
                  <a:lnTo>
                    <a:pt x="177" y="38925"/>
                  </a:lnTo>
                  <a:lnTo>
                    <a:pt x="0" y="39370"/>
                  </a:lnTo>
                  <a:lnTo>
                    <a:pt x="177" y="39827"/>
                  </a:lnTo>
                  <a:lnTo>
                    <a:pt x="635" y="40005"/>
                  </a:lnTo>
                  <a:lnTo>
                    <a:pt x="1079" y="39827"/>
                  </a:lnTo>
                  <a:lnTo>
                    <a:pt x="1270" y="39370"/>
                  </a:lnTo>
                  <a:close/>
                </a:path>
                <a:path w="1270" h="40004">
                  <a:moveTo>
                    <a:pt x="1270" y="635"/>
                  </a:moveTo>
                  <a:lnTo>
                    <a:pt x="1079" y="190"/>
                  </a:lnTo>
                  <a:lnTo>
                    <a:pt x="635" y="0"/>
                  </a:lnTo>
                  <a:lnTo>
                    <a:pt x="177" y="190"/>
                  </a:lnTo>
                  <a:lnTo>
                    <a:pt x="0" y="635"/>
                  </a:lnTo>
                  <a:lnTo>
                    <a:pt x="177" y="1092"/>
                  </a:lnTo>
                  <a:lnTo>
                    <a:pt x="635" y="1270"/>
                  </a:lnTo>
                  <a:lnTo>
                    <a:pt x="1079" y="1092"/>
                  </a:lnTo>
                  <a:lnTo>
                    <a:pt x="1270" y="63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4355464" y="3269627"/>
              <a:ext cx="359410" cy="0"/>
            </a:xfrm>
            <a:custGeom>
              <a:avLst/>
              <a:gdLst/>
              <a:ahLst/>
              <a:cxnLst/>
              <a:rect l="l" t="t" r="r" b="b"/>
              <a:pathLst>
                <a:path w="359410" h="0">
                  <a:moveTo>
                    <a:pt x="359410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4715510" y="3262642"/>
              <a:ext cx="52069" cy="17145"/>
            </a:xfrm>
            <a:custGeom>
              <a:avLst/>
              <a:gdLst/>
              <a:ahLst/>
              <a:cxnLst/>
              <a:rect l="l" t="t" r="r" b="b"/>
              <a:pathLst>
                <a:path w="52070" h="17145">
                  <a:moveTo>
                    <a:pt x="0" y="0"/>
                  </a:moveTo>
                  <a:lnTo>
                    <a:pt x="0" y="17145"/>
                  </a:lnTo>
                  <a:lnTo>
                    <a:pt x="52069" y="76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4715510" y="3262642"/>
              <a:ext cx="52069" cy="17145"/>
            </a:xfrm>
            <a:custGeom>
              <a:avLst/>
              <a:gdLst/>
              <a:ahLst/>
              <a:cxnLst/>
              <a:rect l="l" t="t" r="r" b="b"/>
              <a:pathLst>
                <a:path w="52070" h="17145">
                  <a:moveTo>
                    <a:pt x="0" y="0"/>
                  </a:moveTo>
                  <a:lnTo>
                    <a:pt x="0" y="17145"/>
                  </a:lnTo>
                  <a:lnTo>
                    <a:pt x="52069" y="762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42104" y="3234067"/>
              <a:ext cx="162560" cy="71120"/>
            </a:xfrm>
            <a:prstGeom prst="rect">
              <a:avLst/>
            </a:prstGeom>
          </p:spPr>
        </p:pic>
        <p:sp>
          <p:nvSpPr>
            <p:cNvPr id="18" name="object 18" descr=""/>
            <p:cNvSpPr/>
            <p:nvPr/>
          </p:nvSpPr>
          <p:spPr>
            <a:xfrm>
              <a:off x="4328160" y="3221367"/>
              <a:ext cx="5715" cy="20955"/>
            </a:xfrm>
            <a:custGeom>
              <a:avLst/>
              <a:gdLst/>
              <a:ahLst/>
              <a:cxnLst/>
              <a:rect l="l" t="t" r="r" b="b"/>
              <a:pathLst>
                <a:path w="5714" h="20955">
                  <a:moveTo>
                    <a:pt x="5714" y="4445"/>
                  </a:moveTo>
                  <a:lnTo>
                    <a:pt x="2539" y="7620"/>
                  </a:lnTo>
                  <a:lnTo>
                    <a:pt x="0" y="4445"/>
                  </a:lnTo>
                  <a:lnTo>
                    <a:pt x="2539" y="0"/>
                  </a:lnTo>
                  <a:lnTo>
                    <a:pt x="5714" y="4445"/>
                  </a:lnTo>
                  <a:lnTo>
                    <a:pt x="5714" y="10160"/>
                  </a:lnTo>
                  <a:lnTo>
                    <a:pt x="2539" y="16510"/>
                  </a:lnTo>
                  <a:lnTo>
                    <a:pt x="0" y="2095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4766310" y="3260102"/>
              <a:ext cx="1270" cy="10160"/>
            </a:xfrm>
            <a:custGeom>
              <a:avLst/>
              <a:gdLst/>
              <a:ahLst/>
              <a:cxnLst/>
              <a:rect l="l" t="t" r="r" b="b"/>
              <a:pathLst>
                <a:path w="1270" h="10160">
                  <a:moveTo>
                    <a:pt x="1270" y="9525"/>
                  </a:moveTo>
                  <a:lnTo>
                    <a:pt x="1079" y="9080"/>
                  </a:lnTo>
                  <a:lnTo>
                    <a:pt x="635" y="8902"/>
                  </a:lnTo>
                  <a:lnTo>
                    <a:pt x="177" y="9080"/>
                  </a:lnTo>
                  <a:lnTo>
                    <a:pt x="0" y="9525"/>
                  </a:lnTo>
                  <a:lnTo>
                    <a:pt x="177" y="9982"/>
                  </a:lnTo>
                  <a:lnTo>
                    <a:pt x="635" y="10160"/>
                  </a:lnTo>
                  <a:lnTo>
                    <a:pt x="1079" y="9982"/>
                  </a:lnTo>
                  <a:lnTo>
                    <a:pt x="1270" y="9525"/>
                  </a:lnTo>
                  <a:close/>
                </a:path>
                <a:path w="1270" h="10160">
                  <a:moveTo>
                    <a:pt x="1270" y="635"/>
                  </a:moveTo>
                  <a:lnTo>
                    <a:pt x="1079" y="190"/>
                  </a:lnTo>
                  <a:lnTo>
                    <a:pt x="635" y="0"/>
                  </a:lnTo>
                  <a:lnTo>
                    <a:pt x="177" y="190"/>
                  </a:lnTo>
                  <a:lnTo>
                    <a:pt x="0" y="635"/>
                  </a:lnTo>
                  <a:lnTo>
                    <a:pt x="177" y="1092"/>
                  </a:lnTo>
                  <a:lnTo>
                    <a:pt x="635" y="1270"/>
                  </a:lnTo>
                  <a:lnTo>
                    <a:pt x="1079" y="1092"/>
                  </a:lnTo>
                  <a:lnTo>
                    <a:pt x="1270" y="63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2762250" y="1656092"/>
              <a:ext cx="2146300" cy="864869"/>
            </a:xfrm>
            <a:custGeom>
              <a:avLst/>
              <a:gdLst/>
              <a:ahLst/>
              <a:cxnLst/>
              <a:rect l="l" t="t" r="r" b="b"/>
              <a:pathLst>
                <a:path w="2146300" h="864869">
                  <a:moveTo>
                    <a:pt x="2091689" y="864870"/>
                  </a:moveTo>
                  <a:lnTo>
                    <a:pt x="2146300" y="864870"/>
                  </a:lnTo>
                </a:path>
                <a:path w="2146300" h="864869">
                  <a:moveTo>
                    <a:pt x="0" y="0"/>
                  </a:moveTo>
                  <a:lnTo>
                    <a:pt x="0" y="44450"/>
                  </a:lnTo>
                </a:path>
                <a:path w="2146300" h="864869">
                  <a:moveTo>
                    <a:pt x="0" y="71754"/>
                  </a:moveTo>
                  <a:lnTo>
                    <a:pt x="0" y="12636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46960" y="1642122"/>
              <a:ext cx="2867025" cy="1668145"/>
            </a:xfrm>
            <a:prstGeom prst="rect">
              <a:avLst/>
            </a:prstGeom>
          </p:spPr>
        </p:pic>
        <p:sp>
          <p:nvSpPr>
            <p:cNvPr id="22" name="object 22" descr=""/>
            <p:cNvSpPr/>
            <p:nvPr/>
          </p:nvSpPr>
          <p:spPr>
            <a:xfrm>
              <a:off x="2762884" y="1655457"/>
              <a:ext cx="2004060" cy="1845310"/>
            </a:xfrm>
            <a:custGeom>
              <a:avLst/>
              <a:gdLst/>
              <a:ahLst/>
              <a:cxnLst/>
              <a:rect l="l" t="t" r="r" b="b"/>
              <a:pathLst>
                <a:path w="2004060" h="1845310">
                  <a:moveTo>
                    <a:pt x="0" y="1637029"/>
                  </a:moveTo>
                  <a:lnTo>
                    <a:pt x="0" y="1692275"/>
                  </a:lnTo>
                </a:path>
                <a:path w="2004060" h="1845310">
                  <a:moveTo>
                    <a:pt x="0" y="1719579"/>
                  </a:moveTo>
                  <a:lnTo>
                    <a:pt x="0" y="1774189"/>
                  </a:lnTo>
                </a:path>
                <a:path w="2004060" h="1845310">
                  <a:moveTo>
                    <a:pt x="0" y="1802129"/>
                  </a:moveTo>
                  <a:lnTo>
                    <a:pt x="0" y="1845309"/>
                  </a:lnTo>
                </a:path>
                <a:path w="2004060" h="1845310">
                  <a:moveTo>
                    <a:pt x="2004060" y="1845309"/>
                  </a:moveTo>
                  <a:lnTo>
                    <a:pt x="2004060" y="1802129"/>
                  </a:lnTo>
                </a:path>
                <a:path w="2004060" h="1845310">
                  <a:moveTo>
                    <a:pt x="2004060" y="1774189"/>
                  </a:moveTo>
                  <a:lnTo>
                    <a:pt x="2004060" y="1719579"/>
                  </a:lnTo>
                </a:path>
                <a:path w="2004060" h="1845310">
                  <a:moveTo>
                    <a:pt x="2004060" y="1692275"/>
                  </a:moveTo>
                  <a:lnTo>
                    <a:pt x="2004060" y="1637029"/>
                  </a:lnTo>
                </a:path>
                <a:path w="2004060" h="1845310">
                  <a:moveTo>
                    <a:pt x="2004060" y="1609725"/>
                  </a:moveTo>
                  <a:lnTo>
                    <a:pt x="2004060" y="1555114"/>
                  </a:lnTo>
                </a:path>
                <a:path w="2004060" h="1845310">
                  <a:moveTo>
                    <a:pt x="2004060" y="1527809"/>
                  </a:moveTo>
                  <a:lnTo>
                    <a:pt x="2004060" y="1472564"/>
                  </a:lnTo>
                </a:path>
                <a:path w="2004060" h="1845310">
                  <a:moveTo>
                    <a:pt x="2004060" y="1445259"/>
                  </a:moveTo>
                  <a:lnTo>
                    <a:pt x="2004060" y="1390650"/>
                  </a:lnTo>
                </a:path>
                <a:path w="2004060" h="1845310">
                  <a:moveTo>
                    <a:pt x="2004060" y="785495"/>
                  </a:moveTo>
                  <a:lnTo>
                    <a:pt x="2004060" y="730884"/>
                  </a:lnTo>
                </a:path>
                <a:path w="2004060" h="1845310">
                  <a:moveTo>
                    <a:pt x="2004060" y="703579"/>
                  </a:moveTo>
                  <a:lnTo>
                    <a:pt x="2004060" y="648334"/>
                  </a:lnTo>
                </a:path>
                <a:path w="2004060" h="1845310">
                  <a:moveTo>
                    <a:pt x="2004060" y="621029"/>
                  </a:moveTo>
                  <a:lnTo>
                    <a:pt x="2004060" y="566420"/>
                  </a:lnTo>
                </a:path>
                <a:path w="2004060" h="1845310">
                  <a:moveTo>
                    <a:pt x="2004060" y="373379"/>
                  </a:moveTo>
                  <a:lnTo>
                    <a:pt x="2004060" y="318770"/>
                  </a:lnTo>
                </a:path>
                <a:path w="2004060" h="1845310">
                  <a:moveTo>
                    <a:pt x="2004060" y="291464"/>
                  </a:moveTo>
                  <a:lnTo>
                    <a:pt x="2004060" y="236220"/>
                  </a:lnTo>
                </a:path>
                <a:path w="2004060" h="1845310">
                  <a:moveTo>
                    <a:pt x="2004060" y="208914"/>
                  </a:moveTo>
                  <a:lnTo>
                    <a:pt x="2004060" y="154304"/>
                  </a:lnTo>
                </a:path>
                <a:path w="2004060" h="1845310">
                  <a:moveTo>
                    <a:pt x="2004060" y="126364"/>
                  </a:moveTo>
                  <a:lnTo>
                    <a:pt x="2004060" y="71754"/>
                  </a:lnTo>
                </a:path>
                <a:path w="2004060" h="1845310">
                  <a:moveTo>
                    <a:pt x="2004060" y="44450"/>
                  </a:moveTo>
                  <a:lnTo>
                    <a:pt x="200406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719069" y="1518932"/>
              <a:ext cx="106044" cy="71120"/>
            </a:xfrm>
            <a:prstGeom prst="rect">
              <a:avLst/>
            </a:prstGeom>
          </p:spPr>
        </p:pic>
        <p:pic>
          <p:nvPicPr>
            <p:cNvPr id="24" name="object 24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715510" y="1518932"/>
              <a:ext cx="125095" cy="71120"/>
            </a:xfrm>
            <a:prstGeom prst="rect">
              <a:avLst/>
            </a:prstGeom>
          </p:spPr>
        </p:pic>
        <p:sp>
          <p:nvSpPr>
            <p:cNvPr id="25" name="object 25" descr=""/>
            <p:cNvSpPr/>
            <p:nvPr/>
          </p:nvSpPr>
          <p:spPr>
            <a:xfrm>
              <a:off x="2207260" y="1435112"/>
              <a:ext cx="3133725" cy="2199640"/>
            </a:xfrm>
            <a:custGeom>
              <a:avLst/>
              <a:gdLst/>
              <a:ahLst/>
              <a:cxnLst/>
              <a:rect l="l" t="t" r="r" b="b"/>
              <a:pathLst>
                <a:path w="3133725" h="2199640">
                  <a:moveTo>
                    <a:pt x="1567179" y="2199640"/>
                  </a:moveTo>
                  <a:lnTo>
                    <a:pt x="0" y="2199640"/>
                  </a:lnTo>
                  <a:lnTo>
                    <a:pt x="0" y="0"/>
                  </a:lnTo>
                  <a:lnTo>
                    <a:pt x="3133725" y="0"/>
                  </a:lnTo>
                  <a:lnTo>
                    <a:pt x="3133725" y="2199640"/>
                  </a:lnTo>
                  <a:lnTo>
                    <a:pt x="1567179" y="219964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040130" y="1064273"/>
            <a:ext cx="831215" cy="3467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2645" sz="1575">
                <a:latin typeface="Times New Roman"/>
                <a:cs typeface="Times New Roman"/>
              </a:rPr>
              <a:t>-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PC</a:t>
            </a:r>
            <a:r>
              <a:rPr dirty="0" sz="650">
                <a:latin typeface="Times New Roman"/>
                <a:cs typeface="Times New Roman"/>
              </a:rPr>
              <a:t>2</a:t>
            </a:r>
            <a:r>
              <a:rPr dirty="0" sz="650" spc="15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=</a:t>
            </a:r>
            <a:r>
              <a:rPr dirty="0" baseline="2645" sz="1575" spc="89">
                <a:latin typeface="Times New Roman"/>
                <a:cs typeface="Times New Roman"/>
              </a:rPr>
              <a:t> </a:t>
            </a:r>
            <a:r>
              <a:rPr dirty="0" baseline="2645" sz="1575" spc="-15">
                <a:latin typeface="Times New Roman"/>
                <a:cs typeface="Times New Roman"/>
              </a:rPr>
              <a:t>565.28</a:t>
            </a:r>
            <a:endParaRPr baseline="2645" sz="1575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baseline="2645" sz="1575">
                <a:latin typeface="Times New Roman"/>
                <a:cs typeface="Times New Roman"/>
              </a:rPr>
              <a:t>-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PT</a:t>
            </a:r>
            <a:r>
              <a:rPr dirty="0" sz="650">
                <a:latin typeface="Times New Roman"/>
                <a:cs typeface="Times New Roman"/>
              </a:rPr>
              <a:t>2</a:t>
            </a:r>
            <a:r>
              <a:rPr dirty="0" sz="650" spc="-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=</a:t>
            </a:r>
            <a:r>
              <a:rPr dirty="0" baseline="2645" sz="1575" spc="-7">
                <a:latin typeface="Times New Roman"/>
                <a:cs typeface="Times New Roman"/>
              </a:rPr>
              <a:t> </a:t>
            </a:r>
            <a:r>
              <a:rPr dirty="0" baseline="2645" sz="1575" spc="-15">
                <a:latin typeface="Times New Roman"/>
                <a:cs typeface="Times New Roman"/>
              </a:rPr>
              <a:t>603.17</a:t>
            </a:r>
            <a:endParaRPr baseline="2645" sz="1575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418589" y="3156597"/>
            <a:ext cx="611505" cy="0"/>
          </a:xfrm>
          <a:custGeom>
            <a:avLst/>
            <a:gdLst/>
            <a:ahLst/>
            <a:cxnLst/>
            <a:rect l="l" t="t" r="r" b="b"/>
            <a:pathLst>
              <a:path w="611505" h="0">
                <a:moveTo>
                  <a:pt x="0" y="0"/>
                </a:moveTo>
                <a:lnTo>
                  <a:pt x="611504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1014730" y="1395742"/>
            <a:ext cx="5535930" cy="853440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algn="just" marL="38100" marR="30480">
              <a:lnSpc>
                <a:spcPts val="1220"/>
              </a:lnSpc>
              <a:spcBef>
                <a:spcPts val="175"/>
              </a:spcBef>
            </a:pP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1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1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para</a:t>
            </a:r>
            <a:r>
              <a:rPr dirty="0" sz="1050" spc="1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un</a:t>
            </a:r>
            <a:r>
              <a:rPr dirty="0" sz="1050" spc="1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radio</a:t>
            </a:r>
            <a:r>
              <a:rPr dirty="0" sz="1050" spc="1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1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80</a:t>
            </a:r>
            <a:r>
              <a:rPr dirty="0" sz="1050" spc="1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metros</a:t>
            </a:r>
            <a:r>
              <a:rPr dirty="0" sz="1050" spc="1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</a:t>
            </a:r>
            <a:r>
              <a:rPr dirty="0" sz="1050" spc="1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1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8.0%</a:t>
            </a:r>
            <a:r>
              <a:rPr dirty="0" sz="1050" spc="1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y</a:t>
            </a:r>
            <a:r>
              <a:rPr dirty="0" sz="1050" spc="1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corresponde</a:t>
            </a:r>
            <a:r>
              <a:rPr dirty="0" sz="1050" spc="1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</a:t>
            </a:r>
            <a:r>
              <a:rPr dirty="0" sz="1050" spc="1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una</a:t>
            </a:r>
            <a:r>
              <a:rPr dirty="0" sz="1050" spc="1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velocidad</a:t>
            </a:r>
            <a:r>
              <a:rPr dirty="0" sz="1050" spc="1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especifica</a:t>
            </a:r>
            <a:r>
              <a:rPr dirty="0" sz="1050" spc="1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114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50 </a:t>
            </a:r>
            <a:r>
              <a:rPr dirty="0" sz="1050">
                <a:latin typeface="Times New Roman"/>
                <a:cs typeface="Times New Roman"/>
              </a:rPr>
              <a:t>Km/h</a:t>
            </a:r>
            <a:r>
              <a:rPr dirty="0" sz="1050" spc="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(Figura</a:t>
            </a:r>
            <a:r>
              <a:rPr dirty="0" sz="1050" spc="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8.3).</a:t>
            </a:r>
            <a:r>
              <a:rPr dirty="0" sz="1050" spc="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Para</a:t>
            </a:r>
            <a:r>
              <a:rPr dirty="0" sz="1050" spc="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dicha</a:t>
            </a:r>
            <a:r>
              <a:rPr dirty="0" sz="1050" spc="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velocidad</a:t>
            </a:r>
            <a:r>
              <a:rPr dirty="0" sz="1050" spc="7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inclinación</a:t>
            </a:r>
            <a:r>
              <a:rPr dirty="0" sz="1050" spc="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máxima</a:t>
            </a:r>
            <a:r>
              <a:rPr dirty="0" sz="1050" spc="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relativa</a:t>
            </a:r>
            <a:r>
              <a:rPr dirty="0" sz="1050" spc="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rampa</a:t>
            </a:r>
            <a:r>
              <a:rPr dirty="0" sz="1050" spc="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5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peraltes</a:t>
            </a:r>
            <a:r>
              <a:rPr dirty="0" sz="1050" spc="6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(Tabla </a:t>
            </a:r>
            <a:r>
              <a:rPr dirty="0" sz="1050">
                <a:latin typeface="Times New Roman"/>
                <a:cs typeface="Times New Roman"/>
              </a:rPr>
              <a:t>8.3)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0.77%.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tiene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entonces</a:t>
            </a:r>
            <a:r>
              <a:rPr dirty="0" sz="1050" spc="-20">
                <a:latin typeface="Times New Roman"/>
                <a:cs typeface="Times New Roman"/>
              </a:rPr>
              <a:t> que:</a:t>
            </a:r>
            <a:endParaRPr sz="1050">
              <a:latin typeface="Times New Roman"/>
              <a:cs typeface="Times New Roman"/>
            </a:endParaRPr>
          </a:p>
          <a:p>
            <a:pPr marL="385445">
              <a:lnSpc>
                <a:spcPts val="1120"/>
              </a:lnSpc>
              <a:spcBef>
                <a:spcPts val="545"/>
              </a:spcBef>
              <a:tabLst>
                <a:tab pos="823594" algn="l"/>
              </a:tabLst>
            </a:pPr>
            <a:r>
              <a:rPr dirty="0" sz="1150" i="1">
                <a:latin typeface="Times New Roman"/>
                <a:cs typeface="Times New Roman"/>
              </a:rPr>
              <a:t>e</a:t>
            </a:r>
            <a:r>
              <a:rPr dirty="0" baseline="-29914" sz="975">
                <a:latin typeface="Times New Roman"/>
                <a:cs typeface="Times New Roman"/>
              </a:rPr>
              <a:t>2</a:t>
            </a:r>
            <a:r>
              <a:rPr dirty="0" baseline="-29914" sz="975" spc="52">
                <a:latin typeface="Times New Roman"/>
                <a:cs typeface="Times New Roman"/>
              </a:rPr>
              <a:t> </a:t>
            </a:r>
            <a:r>
              <a:rPr dirty="0" sz="1150" spc="-25">
                <a:latin typeface="Times New Roman"/>
                <a:cs typeface="Times New Roman"/>
              </a:rPr>
              <a:t>.</a:t>
            </a:r>
            <a:r>
              <a:rPr dirty="0" sz="1150" spc="-25" i="1">
                <a:latin typeface="Times New Roman"/>
                <a:cs typeface="Times New Roman"/>
              </a:rPr>
              <a:t>a</a:t>
            </a:r>
            <a:r>
              <a:rPr dirty="0" sz="1150" i="1">
                <a:latin typeface="Times New Roman"/>
                <a:cs typeface="Times New Roman"/>
              </a:rPr>
              <a:t>	</a:t>
            </a:r>
            <a:r>
              <a:rPr dirty="0" u="sng" sz="1150" spc="-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8</a:t>
            </a:r>
            <a:r>
              <a:rPr dirty="0" u="sng" sz="1150" spc="-10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x</a:t>
            </a:r>
            <a:r>
              <a:rPr dirty="0" u="sng" sz="1150" spc="-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3.65</a:t>
            </a:r>
            <a:endParaRPr sz="1150">
              <a:latin typeface="Times New Roman"/>
              <a:cs typeface="Times New Roman"/>
            </a:endParaRPr>
          </a:p>
          <a:p>
            <a:pPr algn="just" marL="66675">
              <a:lnSpc>
                <a:spcPts val="1120"/>
              </a:lnSpc>
            </a:pPr>
            <a:r>
              <a:rPr dirty="0" sz="1150" i="1">
                <a:latin typeface="Times New Roman"/>
                <a:cs typeface="Times New Roman"/>
              </a:rPr>
              <a:t>Lt</a:t>
            </a:r>
            <a:r>
              <a:rPr dirty="0" sz="1150" spc="-15" i="1">
                <a:latin typeface="Times New Roman"/>
                <a:cs typeface="Times New Roman"/>
              </a:rPr>
              <a:t> </a:t>
            </a:r>
            <a:r>
              <a:rPr dirty="0" sz="1150">
                <a:latin typeface="Consolas"/>
                <a:cs typeface="Consolas"/>
              </a:rPr>
              <a:t>=</a:t>
            </a:r>
            <a:r>
              <a:rPr dirty="0" sz="1150" spc="300">
                <a:latin typeface="Consolas"/>
                <a:cs typeface="Consolas"/>
              </a:rPr>
              <a:t>   </a:t>
            </a:r>
            <a:r>
              <a:rPr dirty="0" sz="1150">
                <a:latin typeface="Consolas"/>
                <a:cs typeface="Consolas"/>
              </a:rPr>
              <a:t>=</a:t>
            </a:r>
            <a:r>
              <a:rPr dirty="0" sz="1150" spc="370">
                <a:latin typeface="Consolas"/>
                <a:cs typeface="Consolas"/>
              </a:rPr>
              <a:t>    </a:t>
            </a:r>
            <a:r>
              <a:rPr dirty="0" sz="1150">
                <a:latin typeface="Consolas"/>
                <a:cs typeface="Consolas"/>
              </a:rPr>
              <a:t>=</a:t>
            </a:r>
            <a:r>
              <a:rPr dirty="0" sz="1150" spc="5">
                <a:latin typeface="Consolas"/>
                <a:cs typeface="Consolas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37.92</a:t>
            </a:r>
            <a:r>
              <a:rPr dirty="0" sz="1150" spc="-10" i="1">
                <a:latin typeface="Times New Roman"/>
                <a:cs typeface="Times New Roman"/>
              </a:rPr>
              <a:t>m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202689" y="2246642"/>
            <a:ext cx="67945" cy="1276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650" spc="-50">
                <a:latin typeface="Times New Roman"/>
                <a:cs typeface="Times New Roman"/>
              </a:rPr>
              <a:t>2</a:t>
            </a:r>
            <a:endParaRPr sz="65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455419" y="2241563"/>
            <a:ext cx="772795" cy="200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479425" algn="l"/>
              </a:tabLst>
            </a:pPr>
            <a:r>
              <a:rPr dirty="0" sz="1150" spc="-10" i="1">
                <a:latin typeface="Times New Roman"/>
                <a:cs typeface="Times New Roman"/>
              </a:rPr>
              <a:t>I</a:t>
            </a:r>
            <a:r>
              <a:rPr dirty="0" sz="1150" spc="-160" i="1">
                <a:latin typeface="Times New Roman"/>
                <a:cs typeface="Times New Roman"/>
              </a:rPr>
              <a:t> </a:t>
            </a:r>
            <a:r>
              <a:rPr dirty="0" baseline="-25641" sz="975" spc="-89">
                <a:latin typeface="Times New Roman"/>
                <a:cs typeface="Times New Roman"/>
              </a:rPr>
              <a:t>2</a:t>
            </a:r>
            <a:r>
              <a:rPr dirty="0" baseline="-25641" sz="975">
                <a:latin typeface="Times New Roman"/>
                <a:cs typeface="Times New Roman"/>
              </a:rPr>
              <a:t>	</a:t>
            </a:r>
            <a:r>
              <a:rPr dirty="0" sz="1150" spc="-20">
                <a:latin typeface="Times New Roman"/>
                <a:cs typeface="Times New Roman"/>
              </a:rPr>
              <a:t>0.77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040130" y="2623832"/>
            <a:ext cx="360743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2645" sz="1575">
                <a:latin typeface="Times New Roman"/>
                <a:cs typeface="Times New Roman"/>
              </a:rPr>
              <a:t>Se</a:t>
            </a:r>
            <a:r>
              <a:rPr dirty="0" baseline="2645" sz="1575" spc="-22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calcula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ahora</a:t>
            </a:r>
            <a:r>
              <a:rPr dirty="0" baseline="2645" sz="1575" spc="-22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el</a:t>
            </a:r>
            <a:r>
              <a:rPr dirty="0" baseline="2645" sz="1575" spc="-22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valor</a:t>
            </a:r>
            <a:r>
              <a:rPr dirty="0" baseline="2645" sz="1575" spc="-3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de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N</a:t>
            </a:r>
            <a:r>
              <a:rPr dirty="0" sz="650">
                <a:latin typeface="Times New Roman"/>
                <a:cs typeface="Times New Roman"/>
              </a:rPr>
              <a:t>2</a:t>
            </a:r>
            <a:r>
              <a:rPr dirty="0" baseline="2645" sz="1575">
                <a:latin typeface="Times New Roman"/>
                <a:cs typeface="Times New Roman"/>
              </a:rPr>
              <a:t>,</a:t>
            </a:r>
            <a:r>
              <a:rPr dirty="0" baseline="2645" sz="1575" spc="-3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sin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modificar</a:t>
            </a:r>
            <a:r>
              <a:rPr dirty="0" baseline="2645" sz="1575" spc="-3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el</a:t>
            </a:r>
            <a:r>
              <a:rPr dirty="0" baseline="2645" sz="1575" spc="-22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calculado</a:t>
            </a:r>
            <a:r>
              <a:rPr dirty="0" baseline="2645" sz="1575" spc="-22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para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 spc="-30">
                <a:latin typeface="Times New Roman"/>
                <a:cs typeface="Times New Roman"/>
              </a:rPr>
              <a:t>Lt</a:t>
            </a:r>
            <a:r>
              <a:rPr dirty="0" sz="650" spc="-20">
                <a:latin typeface="Times New Roman"/>
                <a:cs typeface="Times New Roman"/>
              </a:rPr>
              <a:t>2</a:t>
            </a:r>
            <a:r>
              <a:rPr dirty="0" baseline="2645" sz="1575" spc="-30">
                <a:latin typeface="Times New Roman"/>
                <a:cs typeface="Times New Roman"/>
              </a:rPr>
              <a:t>:</a:t>
            </a:r>
            <a:endParaRPr baseline="2645" sz="1575">
              <a:latin typeface="Times New Roman"/>
              <a:cs typeface="Times New Roman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070610" y="2970542"/>
            <a:ext cx="1456055" cy="3086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07340">
              <a:lnSpc>
                <a:spcPts val="1115"/>
              </a:lnSpc>
              <a:spcBef>
                <a:spcPts val="100"/>
              </a:spcBef>
            </a:pPr>
            <a:r>
              <a:rPr dirty="0" sz="1150" spc="-10">
                <a:latin typeface="Times New Roman"/>
                <a:cs typeface="Times New Roman"/>
              </a:rPr>
              <a:t>2.0</a:t>
            </a:r>
            <a:r>
              <a:rPr dirty="0" sz="1150" spc="-10" i="1">
                <a:latin typeface="Times New Roman"/>
                <a:cs typeface="Times New Roman"/>
              </a:rPr>
              <a:t>x</a:t>
            </a:r>
            <a:r>
              <a:rPr dirty="0" sz="1150" spc="-10">
                <a:latin typeface="Times New Roman"/>
                <a:cs typeface="Times New Roman"/>
              </a:rPr>
              <a:t>37.92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ts val="1115"/>
              </a:lnSpc>
              <a:tabLst>
                <a:tab pos="918844" algn="l"/>
              </a:tabLst>
            </a:pPr>
            <a:r>
              <a:rPr dirty="0" sz="1150" i="1">
                <a:latin typeface="Times New Roman"/>
                <a:cs typeface="Times New Roman"/>
              </a:rPr>
              <a:t>N</a:t>
            </a:r>
            <a:r>
              <a:rPr dirty="0" sz="1150" spc="-5" i="1">
                <a:latin typeface="Times New Roman"/>
                <a:cs typeface="Times New Roman"/>
              </a:rPr>
              <a:t> </a:t>
            </a:r>
            <a:r>
              <a:rPr dirty="0" sz="1150" spc="-60">
                <a:latin typeface="Consolas"/>
                <a:cs typeface="Consolas"/>
              </a:rPr>
              <a:t>=</a:t>
            </a:r>
            <a:r>
              <a:rPr dirty="0" sz="1150">
                <a:latin typeface="Consolas"/>
                <a:cs typeface="Consolas"/>
              </a:rPr>
              <a:t>	=</a:t>
            </a:r>
            <a:r>
              <a:rPr dirty="0" sz="1150" spc="-5">
                <a:latin typeface="Consolas"/>
                <a:cs typeface="Consolas"/>
              </a:rPr>
              <a:t> </a:t>
            </a:r>
            <a:r>
              <a:rPr dirty="0" sz="1150" spc="-20">
                <a:latin typeface="Times New Roman"/>
                <a:cs typeface="Times New Roman"/>
              </a:rPr>
              <a:t>9.48</a:t>
            </a:r>
            <a:r>
              <a:rPr dirty="0" sz="1150" spc="-20" i="1">
                <a:latin typeface="Times New Roman"/>
                <a:cs typeface="Times New Roman"/>
              </a:rPr>
              <a:t>m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184910" y="3176282"/>
            <a:ext cx="68580" cy="1244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50" spc="-50">
                <a:latin typeface="Times New Roman"/>
                <a:cs typeface="Times New Roman"/>
              </a:rPr>
              <a:t>2</a:t>
            </a:r>
            <a:endParaRPr sz="650">
              <a:latin typeface="Times New Roman"/>
              <a:cs typeface="Times New Roman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677670" y="3191523"/>
            <a:ext cx="102235" cy="200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50">
                <a:latin typeface="Times New Roman"/>
                <a:cs typeface="Times New Roman"/>
              </a:rPr>
              <a:t>8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038860" y="3533152"/>
            <a:ext cx="5499100" cy="49745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970"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latin typeface="Times New Roman"/>
                <a:cs typeface="Times New Roman"/>
              </a:rPr>
              <a:t>Calculando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los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puntos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del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diagrama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tiene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que: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A</a:t>
            </a:r>
            <a:r>
              <a:rPr dirty="0" sz="650">
                <a:latin typeface="Times New Roman"/>
                <a:cs typeface="Times New Roman"/>
              </a:rPr>
              <a:t>2</a:t>
            </a:r>
            <a:r>
              <a:rPr dirty="0" sz="650" spc="-1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=</a:t>
            </a:r>
            <a:r>
              <a:rPr dirty="0" baseline="2645" sz="1575" spc="-22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PC</a:t>
            </a:r>
            <a:r>
              <a:rPr dirty="0" sz="650">
                <a:latin typeface="Times New Roman"/>
                <a:cs typeface="Times New Roman"/>
              </a:rPr>
              <a:t>2</a:t>
            </a:r>
            <a:r>
              <a:rPr dirty="0" sz="650" spc="-1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–</a:t>
            </a:r>
            <a:r>
              <a:rPr dirty="0" baseline="2645" sz="1575" spc="-7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Lt</a:t>
            </a:r>
            <a:r>
              <a:rPr dirty="0" sz="650">
                <a:latin typeface="Times New Roman"/>
                <a:cs typeface="Times New Roman"/>
              </a:rPr>
              <a:t>2</a:t>
            </a:r>
            <a:r>
              <a:rPr dirty="0" sz="650" spc="-10">
                <a:latin typeface="Times New Roman"/>
                <a:cs typeface="Times New Roman"/>
              </a:rPr>
              <a:t> </a:t>
            </a:r>
            <a:r>
              <a:rPr dirty="0" baseline="2645" sz="1575" spc="-75">
                <a:latin typeface="Times New Roman"/>
                <a:cs typeface="Times New Roman"/>
              </a:rPr>
              <a:t>–</a:t>
            </a:r>
            <a:endParaRPr baseline="2645" sz="1575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050">
              <a:latin typeface="Times New Roman"/>
              <a:cs typeface="Times New Roman"/>
            </a:endParaRPr>
          </a:p>
          <a:p>
            <a:pPr marL="13970">
              <a:lnSpc>
                <a:spcPct val="100000"/>
              </a:lnSpc>
            </a:pPr>
            <a:r>
              <a:rPr dirty="0" baseline="2645" sz="1575">
                <a:latin typeface="Times New Roman"/>
                <a:cs typeface="Times New Roman"/>
              </a:rPr>
              <a:t>N</a:t>
            </a:r>
            <a:r>
              <a:rPr dirty="0" sz="650">
                <a:latin typeface="Times New Roman"/>
                <a:cs typeface="Times New Roman"/>
              </a:rPr>
              <a:t>2</a:t>
            </a:r>
            <a:r>
              <a:rPr dirty="0" sz="650" spc="-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=</a:t>
            </a:r>
            <a:r>
              <a:rPr dirty="0" baseline="2645" sz="1575" spc="-22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565.28</a:t>
            </a:r>
            <a:r>
              <a:rPr dirty="0" baseline="2645" sz="1575" spc="-7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–</a:t>
            </a:r>
            <a:r>
              <a:rPr dirty="0" baseline="2645" sz="1575" spc="-7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45</a:t>
            </a:r>
            <a:r>
              <a:rPr dirty="0" baseline="2645" sz="1575" spc="-22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–</a:t>
            </a:r>
            <a:r>
              <a:rPr dirty="0" baseline="2645" sz="1575" spc="-7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9.48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=</a:t>
            </a:r>
            <a:r>
              <a:rPr dirty="0" baseline="2645" sz="1575" spc="-7">
                <a:latin typeface="Times New Roman"/>
                <a:cs typeface="Times New Roman"/>
              </a:rPr>
              <a:t> </a:t>
            </a:r>
            <a:r>
              <a:rPr dirty="0" baseline="2645" sz="1575" spc="-15">
                <a:latin typeface="Times New Roman"/>
                <a:cs typeface="Times New Roman"/>
              </a:rPr>
              <a:t>510.80</a:t>
            </a:r>
            <a:endParaRPr baseline="2645" sz="1575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4"/>
              </a:spcBef>
            </a:pPr>
            <a:endParaRPr sz="1050">
              <a:latin typeface="Times New Roman"/>
              <a:cs typeface="Times New Roman"/>
            </a:endParaRPr>
          </a:p>
          <a:p>
            <a:pPr algn="just" marL="13970" marR="6985">
              <a:lnSpc>
                <a:spcPct val="98400"/>
              </a:lnSpc>
            </a:pPr>
            <a:r>
              <a:rPr dirty="0" baseline="2645" sz="1575">
                <a:latin typeface="Times New Roman"/>
                <a:cs typeface="Times New Roman"/>
              </a:rPr>
              <a:t>No se</a:t>
            </a:r>
            <a:r>
              <a:rPr dirty="0" baseline="2645" sz="1575" spc="7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calculan más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puntos</a:t>
            </a:r>
            <a:r>
              <a:rPr dirty="0" baseline="2645" sz="1575" spc="7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porque</a:t>
            </a:r>
            <a:r>
              <a:rPr dirty="0" baseline="2645" sz="1575" spc="-7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se</a:t>
            </a:r>
            <a:r>
              <a:rPr dirty="0" baseline="2645" sz="1575" spc="7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observa</a:t>
            </a:r>
            <a:r>
              <a:rPr dirty="0" baseline="2645" sz="1575" spc="7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que</a:t>
            </a:r>
            <a:r>
              <a:rPr dirty="0" baseline="2645" sz="1575" spc="-7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la</a:t>
            </a:r>
            <a:r>
              <a:rPr dirty="0" baseline="2645" sz="1575" spc="7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abscisa</a:t>
            </a:r>
            <a:r>
              <a:rPr dirty="0" baseline="2645" sz="1575" spc="-7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del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punto</a:t>
            </a:r>
            <a:r>
              <a:rPr dirty="0" baseline="2645" sz="1575" spc="39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A</a:t>
            </a:r>
            <a:r>
              <a:rPr dirty="0" sz="650">
                <a:latin typeface="Times New Roman"/>
                <a:cs typeface="Times New Roman"/>
              </a:rPr>
              <a:t>2</a:t>
            </a:r>
            <a:r>
              <a:rPr dirty="0" sz="650" spc="18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es</a:t>
            </a:r>
            <a:r>
              <a:rPr dirty="0" baseline="2645" sz="1575" spc="7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menor que</a:t>
            </a:r>
            <a:r>
              <a:rPr dirty="0" baseline="2645" sz="1575" spc="-7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la</a:t>
            </a:r>
            <a:r>
              <a:rPr dirty="0" baseline="2645" sz="1575" spc="7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abscisa</a:t>
            </a:r>
            <a:r>
              <a:rPr dirty="0" baseline="2645" sz="1575" spc="7">
                <a:latin typeface="Times New Roman"/>
                <a:cs typeface="Times New Roman"/>
              </a:rPr>
              <a:t> </a:t>
            </a:r>
            <a:r>
              <a:rPr dirty="0" baseline="2645" sz="1575" spc="-37">
                <a:latin typeface="Times New Roman"/>
                <a:cs typeface="Times New Roman"/>
              </a:rPr>
              <a:t>del </a:t>
            </a:r>
            <a:r>
              <a:rPr dirty="0" baseline="2645" sz="1575">
                <a:latin typeface="Times New Roman"/>
                <a:cs typeface="Times New Roman"/>
              </a:rPr>
              <a:t>punto</a:t>
            </a:r>
            <a:r>
              <a:rPr dirty="0" baseline="2645" sz="1575" spc="7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H</a:t>
            </a:r>
            <a:r>
              <a:rPr dirty="0" sz="650">
                <a:latin typeface="Times New Roman"/>
                <a:cs typeface="Times New Roman"/>
              </a:rPr>
              <a:t>1</a:t>
            </a:r>
            <a:r>
              <a:rPr dirty="0" sz="650" spc="28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de</a:t>
            </a:r>
            <a:r>
              <a:rPr dirty="0" baseline="2645" sz="1575" spc="67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la</a:t>
            </a:r>
            <a:r>
              <a:rPr dirty="0" baseline="2645" sz="1575" spc="97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curva</a:t>
            </a:r>
            <a:r>
              <a:rPr dirty="0" baseline="2645" sz="1575" spc="7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anterior,</a:t>
            </a:r>
            <a:r>
              <a:rPr dirty="0" baseline="2645" sz="1575" spc="6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es</a:t>
            </a:r>
            <a:r>
              <a:rPr dirty="0" baseline="2645" sz="1575" spc="7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decir,</a:t>
            </a:r>
            <a:r>
              <a:rPr dirty="0" baseline="2645" sz="1575" spc="67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no</a:t>
            </a:r>
            <a:r>
              <a:rPr dirty="0" baseline="2645" sz="1575" spc="6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hay</a:t>
            </a:r>
            <a:r>
              <a:rPr dirty="0" baseline="2645" sz="1575" spc="7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distancia</a:t>
            </a:r>
            <a:r>
              <a:rPr dirty="0" baseline="2645" sz="1575" spc="607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o</a:t>
            </a:r>
            <a:r>
              <a:rPr dirty="0" sz="1050" spc="5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entretangencia</a:t>
            </a:r>
            <a:r>
              <a:rPr dirty="0" sz="1050" spc="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suficiente</a:t>
            </a:r>
            <a:r>
              <a:rPr dirty="0" sz="1050" spc="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para</a:t>
            </a:r>
            <a:r>
              <a:rPr dirty="0" sz="1050" spc="6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desarrollar </a:t>
            </a:r>
            <a:r>
              <a:rPr dirty="0" sz="1050">
                <a:latin typeface="Times New Roman"/>
                <a:cs typeface="Times New Roman"/>
              </a:rPr>
              <a:t>ambos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peraltes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forma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normal.</a:t>
            </a:r>
            <a:endParaRPr sz="1050">
              <a:latin typeface="Times New Roman"/>
              <a:cs typeface="Times New Roman"/>
            </a:endParaRPr>
          </a:p>
          <a:p>
            <a:pPr marL="13970">
              <a:lnSpc>
                <a:spcPct val="100000"/>
              </a:lnSpc>
              <a:spcBef>
                <a:spcPts val="1190"/>
              </a:spcBef>
            </a:pP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entretangencia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entre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ambas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curvas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siguiente: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050">
              <a:latin typeface="Times New Roman"/>
              <a:cs typeface="Times New Roman"/>
            </a:endParaRPr>
          </a:p>
          <a:p>
            <a:pPr marL="13970">
              <a:lnSpc>
                <a:spcPct val="100000"/>
              </a:lnSpc>
            </a:pPr>
            <a:r>
              <a:rPr dirty="0" baseline="2645" sz="1575">
                <a:latin typeface="Times New Roman"/>
                <a:cs typeface="Times New Roman"/>
              </a:rPr>
              <a:t>PC</a:t>
            </a:r>
            <a:r>
              <a:rPr dirty="0" sz="650">
                <a:latin typeface="Times New Roman"/>
                <a:cs typeface="Times New Roman"/>
              </a:rPr>
              <a:t>2</a:t>
            </a:r>
            <a:r>
              <a:rPr dirty="0" sz="650" spc="-1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–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PT</a:t>
            </a:r>
            <a:r>
              <a:rPr dirty="0" sz="650">
                <a:latin typeface="Times New Roman"/>
                <a:cs typeface="Times New Roman"/>
              </a:rPr>
              <a:t>1</a:t>
            </a:r>
            <a:r>
              <a:rPr dirty="0" sz="650" spc="-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=</a:t>
            </a:r>
            <a:r>
              <a:rPr dirty="0" baseline="2645" sz="1575" spc="-3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565.28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–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465.32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=</a:t>
            </a:r>
            <a:r>
              <a:rPr dirty="0" baseline="2645" sz="1575" spc="-22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99.96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 spc="-37">
                <a:latin typeface="Times New Roman"/>
                <a:cs typeface="Times New Roman"/>
              </a:rPr>
              <a:t>m.,</a:t>
            </a:r>
            <a:endParaRPr baseline="2645" sz="1575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050">
              <a:latin typeface="Times New Roman"/>
              <a:cs typeface="Times New Roman"/>
            </a:endParaRPr>
          </a:p>
          <a:p>
            <a:pPr marL="13970">
              <a:lnSpc>
                <a:spcPct val="100000"/>
              </a:lnSpc>
            </a:pP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longitud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requerida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para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desarrollo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normal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del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para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ambas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curvas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es:</a:t>
            </a:r>
            <a:r>
              <a:rPr dirty="0" sz="1050" spc="9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Lt</a:t>
            </a:r>
            <a:r>
              <a:rPr dirty="0" sz="650">
                <a:latin typeface="Times New Roman"/>
                <a:cs typeface="Times New Roman"/>
              </a:rPr>
              <a:t>1</a:t>
            </a:r>
            <a:r>
              <a:rPr dirty="0" sz="650" spc="2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+</a:t>
            </a:r>
            <a:r>
              <a:rPr dirty="0" baseline="2645" sz="1575" spc="7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Lt</a:t>
            </a:r>
            <a:r>
              <a:rPr dirty="0" sz="650">
                <a:latin typeface="Times New Roman"/>
                <a:cs typeface="Times New Roman"/>
              </a:rPr>
              <a:t>2</a:t>
            </a:r>
            <a:r>
              <a:rPr dirty="0" sz="650" spc="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+</a:t>
            </a:r>
            <a:r>
              <a:rPr dirty="0" baseline="2645" sz="1575" spc="7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N</a:t>
            </a:r>
            <a:r>
              <a:rPr dirty="0" sz="650">
                <a:latin typeface="Times New Roman"/>
                <a:cs typeface="Times New Roman"/>
              </a:rPr>
              <a:t>1</a:t>
            </a:r>
            <a:r>
              <a:rPr dirty="0" sz="650" spc="2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+</a:t>
            </a:r>
            <a:r>
              <a:rPr dirty="0" baseline="2645" sz="1575" spc="22">
                <a:latin typeface="Times New Roman"/>
                <a:cs typeface="Times New Roman"/>
              </a:rPr>
              <a:t> </a:t>
            </a:r>
            <a:r>
              <a:rPr dirty="0" baseline="2645" sz="1575" spc="-37">
                <a:latin typeface="Times New Roman"/>
                <a:cs typeface="Times New Roman"/>
              </a:rPr>
              <a:t>N</a:t>
            </a:r>
            <a:r>
              <a:rPr dirty="0" sz="650" spc="-25">
                <a:latin typeface="Times New Roman"/>
                <a:cs typeface="Times New Roman"/>
              </a:rPr>
              <a:t>2</a:t>
            </a:r>
            <a:endParaRPr sz="6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50">
              <a:latin typeface="Times New Roman"/>
              <a:cs typeface="Times New Roman"/>
            </a:endParaRPr>
          </a:p>
          <a:p>
            <a:pPr marL="13970">
              <a:lnSpc>
                <a:spcPct val="100000"/>
              </a:lnSpc>
            </a:pPr>
            <a:r>
              <a:rPr dirty="0" sz="1050">
                <a:latin typeface="Times New Roman"/>
                <a:cs typeface="Times New Roman"/>
              </a:rPr>
              <a:t>=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45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+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37.92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+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11.25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+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9.48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=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103.65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1050">
              <a:latin typeface="Times New Roman"/>
              <a:cs typeface="Times New Roman"/>
            </a:endParaRPr>
          </a:p>
          <a:p>
            <a:pPr algn="just" marL="13970" marR="5080" indent="-1270">
              <a:lnSpc>
                <a:spcPts val="1220"/>
              </a:lnSpc>
              <a:spcBef>
                <a:spcPts val="5"/>
              </a:spcBef>
            </a:pPr>
            <a:r>
              <a:rPr dirty="0" baseline="2645" sz="1575">
                <a:latin typeface="Times New Roman"/>
                <a:cs typeface="Times New Roman"/>
              </a:rPr>
              <a:t>Como</a:t>
            </a:r>
            <a:r>
              <a:rPr dirty="0" baseline="2645" sz="1575" spc="82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Entretangencia</a:t>
            </a:r>
            <a:r>
              <a:rPr dirty="0" baseline="2645" sz="1575" spc="7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&lt;</a:t>
            </a:r>
            <a:r>
              <a:rPr dirty="0" baseline="2645" sz="1575" spc="67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Lt</a:t>
            </a:r>
            <a:r>
              <a:rPr dirty="0" sz="650">
                <a:latin typeface="Times New Roman"/>
                <a:cs typeface="Times New Roman"/>
              </a:rPr>
              <a:t>1</a:t>
            </a:r>
            <a:r>
              <a:rPr dirty="0" sz="650" spc="6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+</a:t>
            </a:r>
            <a:r>
              <a:rPr dirty="0" baseline="2645" sz="1575" spc="7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Lt</a:t>
            </a:r>
            <a:r>
              <a:rPr dirty="0" sz="650">
                <a:latin typeface="Times New Roman"/>
                <a:cs typeface="Times New Roman"/>
              </a:rPr>
              <a:t>2</a:t>
            </a:r>
            <a:r>
              <a:rPr dirty="0" sz="650" spc="6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+</a:t>
            </a:r>
            <a:r>
              <a:rPr dirty="0" baseline="2645" sz="1575" spc="67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N</a:t>
            </a:r>
            <a:r>
              <a:rPr dirty="0" sz="650">
                <a:latin typeface="Times New Roman"/>
                <a:cs typeface="Times New Roman"/>
              </a:rPr>
              <a:t>1</a:t>
            </a:r>
            <a:r>
              <a:rPr dirty="0" sz="650" spc="5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+</a:t>
            </a:r>
            <a:r>
              <a:rPr dirty="0" baseline="2645" sz="1575" spc="67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N</a:t>
            </a:r>
            <a:r>
              <a:rPr dirty="0" sz="650">
                <a:latin typeface="Times New Roman"/>
                <a:cs typeface="Times New Roman"/>
              </a:rPr>
              <a:t>2</a:t>
            </a:r>
            <a:r>
              <a:rPr dirty="0" baseline="2645" sz="1575">
                <a:latin typeface="Times New Roman"/>
                <a:cs typeface="Times New Roman"/>
              </a:rPr>
              <a:t>,</a:t>
            </a:r>
            <a:r>
              <a:rPr dirty="0" baseline="2645" sz="1575" spc="7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significa</a:t>
            </a:r>
            <a:r>
              <a:rPr dirty="0" baseline="2645" sz="1575" spc="7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que</a:t>
            </a:r>
            <a:r>
              <a:rPr dirty="0" baseline="2645" sz="1575" spc="6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el</a:t>
            </a:r>
            <a:r>
              <a:rPr dirty="0" baseline="2645" sz="1575" spc="67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peralte</a:t>
            </a:r>
            <a:r>
              <a:rPr dirty="0" baseline="2645" sz="1575" spc="82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se</a:t>
            </a:r>
            <a:r>
              <a:rPr dirty="0" baseline="2645" sz="1575" spc="6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debe</a:t>
            </a:r>
            <a:r>
              <a:rPr dirty="0" baseline="2645" sz="1575" spc="6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calcular</a:t>
            </a:r>
            <a:r>
              <a:rPr dirty="0" baseline="2645" sz="1575" spc="1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como</a:t>
            </a:r>
            <a:r>
              <a:rPr dirty="0" sz="1050" spc="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forzado</a:t>
            </a:r>
            <a:r>
              <a:rPr dirty="0" sz="1050" spc="55">
                <a:latin typeface="Times New Roman"/>
                <a:cs typeface="Times New Roman"/>
              </a:rPr>
              <a:t> </a:t>
            </a:r>
            <a:r>
              <a:rPr dirty="0" sz="1050" spc="-50">
                <a:latin typeface="Times New Roman"/>
                <a:cs typeface="Times New Roman"/>
              </a:rPr>
              <a:t>o </a:t>
            </a:r>
            <a:r>
              <a:rPr dirty="0" sz="1050">
                <a:latin typeface="Times New Roman"/>
                <a:cs typeface="Times New Roman"/>
              </a:rPr>
              <a:t>desarrollar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1/3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Lt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dentro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curva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y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así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calcularlo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forma</a:t>
            </a:r>
            <a:r>
              <a:rPr dirty="0" sz="1050" spc="-10">
                <a:latin typeface="Times New Roman"/>
                <a:cs typeface="Times New Roman"/>
              </a:rPr>
              <a:t> normal.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050">
              <a:latin typeface="Times New Roman"/>
              <a:cs typeface="Times New Roman"/>
            </a:endParaRPr>
          </a:p>
          <a:p>
            <a:pPr algn="just" marL="13970" marR="16510">
              <a:lnSpc>
                <a:spcPts val="1220"/>
              </a:lnSpc>
            </a:pP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primera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opción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más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apropiada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ya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aunque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un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forzado,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inclinación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relativa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de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rampa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menor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máxima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admisible</a:t>
            </a:r>
            <a:r>
              <a:rPr dirty="0" sz="1050" spc="2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para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cada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una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las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dos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curvas.</a:t>
            </a:r>
            <a:endParaRPr sz="1050">
              <a:latin typeface="Times New Roman"/>
              <a:cs typeface="Times New Roman"/>
            </a:endParaRPr>
          </a:p>
          <a:p>
            <a:pPr marL="13970">
              <a:lnSpc>
                <a:spcPct val="100000"/>
              </a:lnSpc>
              <a:spcBef>
                <a:spcPts val="1155"/>
              </a:spcBef>
            </a:pPr>
            <a:r>
              <a:rPr dirty="0" sz="1050">
                <a:latin typeface="Times New Roman"/>
                <a:cs typeface="Times New Roman"/>
              </a:rPr>
              <a:t>Lo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anterior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puede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comprobar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dos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maneras: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1050">
              <a:latin typeface="Times New Roman"/>
              <a:cs typeface="Times New Roman"/>
            </a:endParaRPr>
          </a:p>
          <a:p>
            <a:pPr marL="272415" indent="-222885">
              <a:lnSpc>
                <a:spcPct val="100000"/>
              </a:lnSpc>
              <a:buFont typeface="Consolas"/>
              <a:buChar char="•"/>
              <a:tabLst>
                <a:tab pos="272415" algn="l"/>
              </a:tabLst>
            </a:pPr>
            <a:r>
              <a:rPr dirty="0" baseline="2645" sz="1575">
                <a:latin typeface="Times New Roman"/>
                <a:cs typeface="Times New Roman"/>
              </a:rPr>
              <a:t>Se</a:t>
            </a:r>
            <a:r>
              <a:rPr dirty="0" baseline="2645" sz="1575" spc="-22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observa</a:t>
            </a:r>
            <a:r>
              <a:rPr dirty="0" baseline="2645" sz="1575" spc="-22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que</a:t>
            </a:r>
            <a:r>
              <a:rPr dirty="0" baseline="2645" sz="1575" spc="-22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Entretangencia</a:t>
            </a:r>
            <a:r>
              <a:rPr dirty="0" baseline="2645" sz="1575" spc="-22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&gt;</a:t>
            </a:r>
            <a:r>
              <a:rPr dirty="0" baseline="2645" sz="1575" spc="-22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(Lt</a:t>
            </a:r>
            <a:r>
              <a:rPr dirty="0" sz="650">
                <a:latin typeface="Times New Roman"/>
                <a:cs typeface="Times New Roman"/>
              </a:rPr>
              <a:t>1</a:t>
            </a:r>
            <a:r>
              <a:rPr dirty="0" sz="650" spc="-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+</a:t>
            </a:r>
            <a:r>
              <a:rPr dirty="0" baseline="2645" sz="1575" spc="-22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Lt</a:t>
            </a:r>
            <a:r>
              <a:rPr dirty="0" sz="650">
                <a:latin typeface="Times New Roman"/>
                <a:cs typeface="Times New Roman"/>
              </a:rPr>
              <a:t>2</a:t>
            </a:r>
            <a:r>
              <a:rPr dirty="0" baseline="2645" sz="1575">
                <a:latin typeface="Times New Roman"/>
                <a:cs typeface="Times New Roman"/>
              </a:rPr>
              <a:t>):</a:t>
            </a:r>
            <a:r>
              <a:rPr dirty="0" baseline="2645" sz="1575" spc="-3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Lt</a:t>
            </a:r>
            <a:r>
              <a:rPr dirty="0" sz="650">
                <a:latin typeface="Times New Roman"/>
                <a:cs typeface="Times New Roman"/>
              </a:rPr>
              <a:t>1</a:t>
            </a:r>
            <a:r>
              <a:rPr dirty="0" sz="650" spc="-1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+</a:t>
            </a:r>
            <a:r>
              <a:rPr dirty="0" baseline="2645" sz="1575" spc="-22">
                <a:latin typeface="Times New Roman"/>
                <a:cs typeface="Times New Roman"/>
              </a:rPr>
              <a:t> </a:t>
            </a:r>
            <a:r>
              <a:rPr dirty="0" baseline="2645" sz="1575" spc="-37">
                <a:latin typeface="Times New Roman"/>
                <a:cs typeface="Times New Roman"/>
              </a:rPr>
              <a:t>Lt</a:t>
            </a:r>
            <a:r>
              <a:rPr dirty="0" sz="650" spc="-25">
                <a:latin typeface="Times New Roman"/>
                <a:cs typeface="Times New Roman"/>
              </a:rPr>
              <a:t>2</a:t>
            </a:r>
            <a:endParaRPr sz="6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Font typeface="Consolas"/>
              <a:buChar char="•"/>
            </a:pPr>
            <a:endParaRPr sz="1050">
              <a:latin typeface="Times New Roman"/>
              <a:cs typeface="Times New Roman"/>
            </a:endParaRPr>
          </a:p>
          <a:p>
            <a:pPr marL="273050">
              <a:lnSpc>
                <a:spcPct val="100000"/>
              </a:lnSpc>
            </a:pPr>
            <a:r>
              <a:rPr dirty="0" sz="1050">
                <a:latin typeface="Times New Roman"/>
                <a:cs typeface="Times New Roman"/>
              </a:rPr>
              <a:t>=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45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+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37.92 =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82.92 &lt;</a:t>
            </a:r>
            <a:r>
              <a:rPr dirty="0" sz="1050" spc="9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99.96.</a:t>
            </a:r>
            <a:endParaRPr sz="1050">
              <a:latin typeface="Times New Roman"/>
              <a:cs typeface="Times New Roman"/>
            </a:endParaRPr>
          </a:p>
          <a:p>
            <a:pPr marL="273050" marR="269875">
              <a:lnSpc>
                <a:spcPts val="1220"/>
              </a:lnSpc>
              <a:spcBef>
                <a:spcPts val="95"/>
              </a:spcBef>
            </a:pPr>
            <a:r>
              <a:rPr dirty="0" sz="1050">
                <a:latin typeface="Times New Roman"/>
                <a:cs typeface="Times New Roman"/>
              </a:rPr>
              <a:t>Indica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que,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como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al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calcular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forma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forzada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no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tienen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cuenta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los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valores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de </a:t>
            </a:r>
            <a:r>
              <a:rPr dirty="0" sz="1050">
                <a:latin typeface="Times New Roman"/>
                <a:cs typeface="Times New Roman"/>
              </a:rPr>
              <a:t>N,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longitud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necesaria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menor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existente.</a:t>
            </a:r>
            <a:endParaRPr sz="1050">
              <a:latin typeface="Times New Roman"/>
              <a:cs typeface="Times New Roman"/>
            </a:endParaRPr>
          </a:p>
          <a:p>
            <a:pPr marL="235585" indent="-222885">
              <a:lnSpc>
                <a:spcPct val="100000"/>
              </a:lnSpc>
              <a:spcBef>
                <a:spcPts val="1155"/>
              </a:spcBef>
              <a:buFont typeface="Consolas"/>
              <a:buChar char="•"/>
              <a:tabLst>
                <a:tab pos="235585" algn="l"/>
              </a:tabLst>
            </a:pPr>
            <a:r>
              <a:rPr dirty="0" sz="1050">
                <a:latin typeface="Times New Roman"/>
                <a:cs typeface="Times New Roman"/>
              </a:rPr>
              <a:t>Calculando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valor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I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siguiente</a:t>
            </a:r>
            <a:r>
              <a:rPr dirty="0" sz="1050" spc="8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forma: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1" name="object 11" descr=""/>
          <p:cNvSpPr/>
          <p:nvPr/>
        </p:nvSpPr>
        <p:spPr>
          <a:xfrm>
            <a:off x="1437005" y="2254897"/>
            <a:ext cx="251460" cy="0"/>
          </a:xfrm>
          <a:custGeom>
            <a:avLst/>
            <a:gdLst/>
            <a:ahLst/>
            <a:cxnLst/>
            <a:rect l="l" t="t" r="r" b="b"/>
            <a:pathLst>
              <a:path w="251460" h="0">
                <a:moveTo>
                  <a:pt x="0" y="0"/>
                </a:moveTo>
                <a:lnTo>
                  <a:pt x="251459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528444" y="1706257"/>
            <a:ext cx="746760" cy="0"/>
          </a:xfrm>
          <a:custGeom>
            <a:avLst/>
            <a:gdLst/>
            <a:ahLst/>
            <a:cxnLst/>
            <a:rect l="l" t="t" r="r" b="b"/>
            <a:pathLst>
              <a:path w="746760" h="0">
                <a:moveTo>
                  <a:pt x="0" y="0"/>
                </a:moveTo>
                <a:lnTo>
                  <a:pt x="74676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2442845" y="1691017"/>
            <a:ext cx="948055" cy="0"/>
          </a:xfrm>
          <a:custGeom>
            <a:avLst/>
            <a:gdLst/>
            <a:ahLst/>
            <a:cxnLst/>
            <a:rect l="l" t="t" r="r" b="b"/>
            <a:pathLst>
              <a:path w="948054" h="0">
                <a:moveTo>
                  <a:pt x="0" y="0"/>
                </a:moveTo>
                <a:lnTo>
                  <a:pt x="948055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1362710" y="3247402"/>
            <a:ext cx="645795" cy="0"/>
          </a:xfrm>
          <a:custGeom>
            <a:avLst/>
            <a:gdLst/>
            <a:ahLst/>
            <a:cxnLst/>
            <a:rect l="l" t="t" r="r" b="b"/>
            <a:pathLst>
              <a:path w="645794" h="0">
                <a:moveTo>
                  <a:pt x="0" y="0"/>
                </a:moveTo>
                <a:lnTo>
                  <a:pt x="645795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2176145" y="3228352"/>
            <a:ext cx="964565" cy="0"/>
          </a:xfrm>
          <a:custGeom>
            <a:avLst/>
            <a:gdLst/>
            <a:ahLst/>
            <a:cxnLst/>
            <a:rect l="l" t="t" r="r" b="b"/>
            <a:pathLst>
              <a:path w="964564" h="0">
                <a:moveTo>
                  <a:pt x="0" y="0"/>
                </a:moveTo>
                <a:lnTo>
                  <a:pt x="964565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1496694" y="4160532"/>
            <a:ext cx="746760" cy="0"/>
          </a:xfrm>
          <a:custGeom>
            <a:avLst/>
            <a:gdLst/>
            <a:ahLst/>
            <a:cxnLst/>
            <a:rect l="l" t="t" r="r" b="b"/>
            <a:pathLst>
              <a:path w="746760" h="0">
                <a:moveTo>
                  <a:pt x="0" y="0"/>
                </a:moveTo>
                <a:lnTo>
                  <a:pt x="74676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1291589" y="1550682"/>
            <a:ext cx="208915" cy="200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i="1">
                <a:latin typeface="Times New Roman"/>
                <a:cs typeface="Times New Roman"/>
              </a:rPr>
              <a:t>I</a:t>
            </a:r>
            <a:r>
              <a:rPr dirty="0" sz="1150" spc="125" i="1">
                <a:latin typeface="Times New Roman"/>
                <a:cs typeface="Times New Roman"/>
              </a:rPr>
              <a:t> </a:t>
            </a:r>
            <a:r>
              <a:rPr dirty="0" sz="1150" spc="-50">
                <a:latin typeface="Consolas"/>
                <a:cs typeface="Consolas"/>
              </a:rPr>
              <a:t>=</a:t>
            </a:r>
            <a:endParaRPr sz="1150">
              <a:latin typeface="Consolas"/>
              <a:cs typeface="Consolas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501139" y="1447813"/>
            <a:ext cx="751205" cy="375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 marR="30480" indent="80010">
              <a:lnSpc>
                <a:spcPct val="100000"/>
              </a:lnSpc>
              <a:spcBef>
                <a:spcPts val="100"/>
              </a:spcBef>
            </a:pPr>
            <a:r>
              <a:rPr dirty="0" sz="1150">
                <a:latin typeface="Times New Roman"/>
                <a:cs typeface="Times New Roman"/>
              </a:rPr>
              <a:t>(</a:t>
            </a:r>
            <a:r>
              <a:rPr dirty="0" sz="1150" i="1">
                <a:latin typeface="Times New Roman"/>
                <a:cs typeface="Times New Roman"/>
              </a:rPr>
              <a:t>e</a:t>
            </a:r>
            <a:r>
              <a:rPr dirty="0" baseline="-25641" sz="975">
                <a:latin typeface="Times New Roman"/>
                <a:cs typeface="Times New Roman"/>
              </a:rPr>
              <a:t>1</a:t>
            </a:r>
            <a:r>
              <a:rPr dirty="0" baseline="-25641" sz="975" spc="-37">
                <a:latin typeface="Times New Roman"/>
                <a:cs typeface="Times New Roman"/>
              </a:rPr>
              <a:t> </a:t>
            </a:r>
            <a:r>
              <a:rPr dirty="0" sz="1150">
                <a:latin typeface="Consolas"/>
                <a:cs typeface="Consolas"/>
              </a:rPr>
              <a:t>+</a:t>
            </a:r>
            <a:r>
              <a:rPr dirty="0" sz="1150" spc="-15">
                <a:latin typeface="Consolas"/>
                <a:cs typeface="Consolas"/>
              </a:rPr>
              <a:t> </a:t>
            </a:r>
            <a:r>
              <a:rPr dirty="0" sz="1150" i="1">
                <a:latin typeface="Times New Roman"/>
                <a:cs typeface="Times New Roman"/>
              </a:rPr>
              <a:t>e</a:t>
            </a:r>
            <a:r>
              <a:rPr dirty="0" baseline="-25641" sz="975">
                <a:latin typeface="Times New Roman"/>
                <a:cs typeface="Times New Roman"/>
              </a:rPr>
              <a:t>2</a:t>
            </a:r>
            <a:r>
              <a:rPr dirty="0" baseline="-25641" sz="975" spc="-7">
                <a:latin typeface="Times New Roman"/>
                <a:cs typeface="Times New Roman"/>
              </a:rPr>
              <a:t> </a:t>
            </a:r>
            <a:r>
              <a:rPr dirty="0" sz="1150" spc="-25">
                <a:latin typeface="Times New Roman"/>
                <a:cs typeface="Times New Roman"/>
              </a:rPr>
              <a:t>)</a:t>
            </a:r>
            <a:r>
              <a:rPr dirty="0" sz="1150" spc="-25" i="1">
                <a:latin typeface="Times New Roman"/>
                <a:cs typeface="Times New Roman"/>
              </a:rPr>
              <a:t>a </a:t>
            </a:r>
            <a:r>
              <a:rPr dirty="0" sz="1150">
                <a:latin typeface="Times New Roman"/>
                <a:cs typeface="Times New Roman"/>
              </a:rPr>
              <a:t>(</a:t>
            </a:r>
            <a:r>
              <a:rPr dirty="0" sz="1150" i="1">
                <a:latin typeface="Times New Roman"/>
                <a:cs typeface="Times New Roman"/>
              </a:rPr>
              <a:t>PT</a:t>
            </a:r>
            <a:r>
              <a:rPr dirty="0" baseline="-25641" sz="975">
                <a:latin typeface="Times New Roman"/>
                <a:cs typeface="Times New Roman"/>
              </a:rPr>
              <a:t>1</a:t>
            </a:r>
            <a:r>
              <a:rPr dirty="0" baseline="-25641" sz="975" spc="-7">
                <a:latin typeface="Times New Roman"/>
                <a:cs typeface="Times New Roman"/>
              </a:rPr>
              <a:t> </a:t>
            </a:r>
            <a:r>
              <a:rPr dirty="0" sz="1150">
                <a:latin typeface="Consolas"/>
                <a:cs typeface="Consolas"/>
              </a:rPr>
              <a:t>−</a:t>
            </a:r>
            <a:r>
              <a:rPr dirty="0" sz="1150" spc="-15">
                <a:latin typeface="Consolas"/>
                <a:cs typeface="Consolas"/>
              </a:rPr>
              <a:t> </a:t>
            </a:r>
            <a:r>
              <a:rPr dirty="0" sz="1150" spc="-25" i="1">
                <a:latin typeface="Times New Roman"/>
                <a:cs typeface="Times New Roman"/>
              </a:rPr>
              <a:t>PC</a:t>
            </a:r>
            <a:r>
              <a:rPr dirty="0" baseline="-25641" sz="975" spc="-37">
                <a:latin typeface="Times New Roman"/>
                <a:cs typeface="Times New Roman"/>
              </a:rPr>
              <a:t>2</a:t>
            </a:r>
            <a:endParaRPr baseline="-25641" sz="975">
              <a:latin typeface="Times New Roman"/>
              <a:cs typeface="Times New Roman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526539" y="1788173"/>
            <a:ext cx="74295" cy="200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50">
                <a:latin typeface="Times New Roman"/>
                <a:cs typeface="Times New Roman"/>
              </a:rPr>
              <a:t>)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2308860" y="1643392"/>
            <a:ext cx="106045" cy="200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50">
                <a:latin typeface="Consolas"/>
                <a:cs typeface="Consolas"/>
              </a:rPr>
              <a:t>=</a:t>
            </a:r>
            <a:endParaRPr sz="1150">
              <a:latin typeface="Consolas"/>
              <a:cs typeface="Consolas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2468879" y="1535442"/>
            <a:ext cx="1006475" cy="200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>
                <a:latin typeface="Times New Roman"/>
                <a:cs typeface="Times New Roman"/>
              </a:rPr>
              <a:t>(8.0 </a:t>
            </a:r>
            <a:r>
              <a:rPr dirty="0" sz="1150">
                <a:latin typeface="Consolas"/>
                <a:cs typeface="Consolas"/>
              </a:rPr>
              <a:t>+</a:t>
            </a:r>
            <a:r>
              <a:rPr dirty="0" sz="1150" spc="-15">
                <a:latin typeface="Consolas"/>
                <a:cs typeface="Consolas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8.0)</a:t>
            </a:r>
            <a:r>
              <a:rPr dirty="0" sz="1150" spc="-10" i="1">
                <a:latin typeface="Times New Roman"/>
                <a:cs typeface="Times New Roman"/>
              </a:rPr>
              <a:t>x</a:t>
            </a:r>
            <a:r>
              <a:rPr dirty="0" sz="1150" spc="-10">
                <a:latin typeface="Times New Roman"/>
                <a:cs typeface="Times New Roman"/>
              </a:rPr>
              <a:t>3.65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3486150" y="1643392"/>
            <a:ext cx="563245" cy="200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>
                <a:latin typeface="Consolas"/>
                <a:cs typeface="Consolas"/>
              </a:rPr>
              <a:t>=</a:t>
            </a:r>
            <a:r>
              <a:rPr dirty="0" sz="1150" spc="-5">
                <a:latin typeface="Consolas"/>
                <a:cs typeface="Consolas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0.58%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2739389" y="1690382"/>
            <a:ext cx="353695" cy="200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10">
                <a:latin typeface="Times New Roman"/>
                <a:cs typeface="Times New Roman"/>
              </a:rPr>
              <a:t>99.96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040130" y="2143773"/>
            <a:ext cx="5495290" cy="662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34950"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valor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0.58%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menor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0.64%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y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0.77%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requeridos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para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curva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1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y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2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respectivamente.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50">
              <a:latin typeface="Times New Roman"/>
              <a:cs typeface="Times New Roman"/>
            </a:endParaRPr>
          </a:p>
          <a:p>
            <a:pPr marL="12700" marR="5080">
              <a:lnSpc>
                <a:spcPct val="100800"/>
              </a:lnSpc>
            </a:pP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calcula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luego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abscisa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del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punto</a:t>
            </a:r>
            <a:r>
              <a:rPr dirty="0" sz="1050" spc="70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X</a:t>
            </a:r>
            <a:r>
              <a:rPr dirty="0" sz="1050">
                <a:latin typeface="Times New Roman"/>
                <a:cs typeface="Times New Roman"/>
              </a:rPr>
              <a:t>,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donde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valor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 peralte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cero,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o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sea,</a:t>
            </a:r>
            <a:r>
              <a:rPr dirty="0" sz="1050" spc="7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cambia</a:t>
            </a:r>
            <a:r>
              <a:rPr dirty="0" baseline="2645" sz="1575" spc="37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de</a:t>
            </a:r>
            <a:r>
              <a:rPr dirty="0" baseline="2645" sz="1575" spc="22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sentido</a:t>
            </a:r>
            <a:r>
              <a:rPr dirty="0" baseline="2645" sz="1575" spc="22">
                <a:latin typeface="Times New Roman"/>
                <a:cs typeface="Times New Roman"/>
              </a:rPr>
              <a:t> </a:t>
            </a:r>
            <a:r>
              <a:rPr dirty="0" baseline="2645" sz="1575" spc="-37">
                <a:latin typeface="Times New Roman"/>
                <a:cs typeface="Times New Roman"/>
              </a:rPr>
              <a:t>de </a:t>
            </a:r>
            <a:r>
              <a:rPr dirty="0" baseline="2645" sz="1575">
                <a:latin typeface="Times New Roman"/>
                <a:cs typeface="Times New Roman"/>
              </a:rPr>
              <a:t>inclinación.</a:t>
            </a:r>
            <a:r>
              <a:rPr dirty="0" baseline="2645" sz="1575" spc="-3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Como</a:t>
            </a:r>
            <a:r>
              <a:rPr dirty="0" baseline="2645" sz="1575" spc="-22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los</a:t>
            </a:r>
            <a:r>
              <a:rPr dirty="0" baseline="2645" sz="1575" spc="-3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peraltes</a:t>
            </a:r>
            <a:r>
              <a:rPr dirty="0" baseline="2645" sz="1575" spc="-37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son</a:t>
            </a:r>
            <a:r>
              <a:rPr dirty="0" baseline="2645" sz="1575" spc="-3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iguales </a:t>
            </a:r>
            <a:r>
              <a:rPr dirty="0" baseline="2645" sz="1575" i="1">
                <a:latin typeface="Times New Roman"/>
                <a:cs typeface="Times New Roman"/>
              </a:rPr>
              <a:t>(e</a:t>
            </a:r>
            <a:r>
              <a:rPr dirty="0" sz="650" i="1">
                <a:latin typeface="Times New Roman"/>
                <a:cs typeface="Times New Roman"/>
              </a:rPr>
              <a:t>1</a:t>
            </a:r>
            <a:r>
              <a:rPr dirty="0" sz="650" spc="-10" i="1">
                <a:latin typeface="Times New Roman"/>
                <a:cs typeface="Times New Roman"/>
              </a:rPr>
              <a:t> </a:t>
            </a:r>
            <a:r>
              <a:rPr dirty="0" baseline="2645" sz="1575" i="1">
                <a:latin typeface="Times New Roman"/>
                <a:cs typeface="Times New Roman"/>
              </a:rPr>
              <a:t>=</a:t>
            </a:r>
            <a:r>
              <a:rPr dirty="0" baseline="2645" sz="1575" spc="-37" i="1">
                <a:latin typeface="Times New Roman"/>
                <a:cs typeface="Times New Roman"/>
              </a:rPr>
              <a:t> </a:t>
            </a:r>
            <a:r>
              <a:rPr dirty="0" baseline="2645" sz="1575" i="1">
                <a:latin typeface="Times New Roman"/>
                <a:cs typeface="Times New Roman"/>
              </a:rPr>
              <a:t>e</a:t>
            </a:r>
            <a:r>
              <a:rPr dirty="0" sz="650" i="1">
                <a:latin typeface="Times New Roman"/>
                <a:cs typeface="Times New Roman"/>
              </a:rPr>
              <a:t>2</a:t>
            </a:r>
            <a:r>
              <a:rPr dirty="0" baseline="2645" sz="1575" i="1">
                <a:latin typeface="Times New Roman"/>
                <a:cs typeface="Times New Roman"/>
              </a:rPr>
              <a:t>),</a:t>
            </a:r>
            <a:r>
              <a:rPr dirty="0" baseline="2645" sz="1575" spc="-22" i="1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corresponde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al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punto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medio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entretangencia: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1050289" y="2989592"/>
            <a:ext cx="701675" cy="3378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23850">
              <a:lnSpc>
                <a:spcPts val="1230"/>
              </a:lnSpc>
              <a:spcBef>
                <a:spcPts val="100"/>
              </a:spcBef>
            </a:pPr>
            <a:r>
              <a:rPr dirty="0" sz="1150" i="1">
                <a:latin typeface="Times New Roman"/>
                <a:cs typeface="Times New Roman"/>
              </a:rPr>
              <a:t>PC</a:t>
            </a:r>
            <a:r>
              <a:rPr dirty="0" baseline="-25641" sz="975">
                <a:latin typeface="Times New Roman"/>
                <a:cs typeface="Times New Roman"/>
              </a:rPr>
              <a:t>2</a:t>
            </a:r>
            <a:r>
              <a:rPr dirty="0" baseline="-25641" sz="975" spc="112">
                <a:latin typeface="Times New Roman"/>
                <a:cs typeface="Times New Roman"/>
              </a:rPr>
              <a:t> </a:t>
            </a:r>
            <a:r>
              <a:rPr dirty="0" sz="1150" spc="-50">
                <a:latin typeface="Consolas"/>
                <a:cs typeface="Consolas"/>
              </a:rPr>
              <a:t>+</a:t>
            </a:r>
            <a:endParaRPr sz="1150">
              <a:latin typeface="Consolas"/>
              <a:cs typeface="Consolas"/>
            </a:endParaRPr>
          </a:p>
          <a:p>
            <a:pPr marL="38100">
              <a:lnSpc>
                <a:spcPts val="1230"/>
              </a:lnSpc>
            </a:pPr>
            <a:r>
              <a:rPr dirty="0" baseline="14492" sz="1725" spc="-1087" i="1">
                <a:latin typeface="Times New Roman"/>
                <a:cs typeface="Times New Roman"/>
              </a:rPr>
              <a:t>X</a:t>
            </a:r>
            <a:r>
              <a:rPr dirty="0" sz="1150" spc="-85" i="1">
                <a:latin typeface="Times New Roman"/>
                <a:cs typeface="Times New Roman"/>
              </a:rPr>
              <a:t>P</a:t>
            </a:r>
            <a:r>
              <a:rPr dirty="0" sz="1150" spc="-315" i="1">
                <a:latin typeface="Times New Roman"/>
                <a:cs typeface="Times New Roman"/>
              </a:rPr>
              <a:t>T</a:t>
            </a:r>
            <a:r>
              <a:rPr dirty="0" baseline="14492" sz="1725" spc="-30">
                <a:latin typeface="Consolas"/>
                <a:cs typeface="Consolas"/>
              </a:rPr>
              <a:t>=</a:t>
            </a:r>
            <a:endParaRPr baseline="14492" sz="1725">
              <a:latin typeface="Consolas"/>
              <a:cs typeface="Consolas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1238250" y="3227082"/>
            <a:ext cx="66675" cy="1244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50" spc="-50">
                <a:latin typeface="Times New Roman"/>
                <a:cs typeface="Times New Roman"/>
              </a:rPr>
              <a:t>1</a:t>
            </a:r>
            <a:endParaRPr sz="650">
              <a:latin typeface="Times New Roman"/>
              <a:cs typeface="Times New Roman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1643379" y="3293123"/>
            <a:ext cx="99060" cy="200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50">
                <a:latin typeface="Times New Roman"/>
                <a:cs typeface="Times New Roman"/>
              </a:rPr>
              <a:t>2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2043429" y="3176282"/>
            <a:ext cx="106045" cy="200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50">
                <a:latin typeface="Consolas"/>
                <a:cs typeface="Consolas"/>
              </a:rPr>
              <a:t>=</a:t>
            </a:r>
            <a:endParaRPr sz="1150">
              <a:latin typeface="Consolas"/>
              <a:cs typeface="Consolas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2204720" y="3074682"/>
            <a:ext cx="1025525" cy="200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>
                <a:latin typeface="Times New Roman"/>
                <a:cs typeface="Times New Roman"/>
              </a:rPr>
              <a:t>565.28</a:t>
            </a:r>
            <a:r>
              <a:rPr dirty="0" sz="1150" spc="-5">
                <a:latin typeface="Times New Roman"/>
                <a:cs typeface="Times New Roman"/>
              </a:rPr>
              <a:t> </a:t>
            </a:r>
            <a:r>
              <a:rPr dirty="0" sz="1150">
                <a:latin typeface="Consolas"/>
                <a:cs typeface="Consolas"/>
              </a:rPr>
              <a:t>+</a:t>
            </a:r>
            <a:r>
              <a:rPr dirty="0" sz="1150" spc="-10">
                <a:latin typeface="Consolas"/>
                <a:cs typeface="Consolas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465.32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3242310" y="3176282"/>
            <a:ext cx="587375" cy="200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>
                <a:latin typeface="Consolas"/>
                <a:cs typeface="Consolas"/>
              </a:rPr>
              <a:t>=</a:t>
            </a:r>
            <a:r>
              <a:rPr dirty="0" sz="1150" spc="-5">
                <a:latin typeface="Consolas"/>
                <a:cs typeface="Consolas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515.30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2613660" y="3227082"/>
            <a:ext cx="99060" cy="200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50">
                <a:latin typeface="Times New Roman"/>
                <a:cs typeface="Times New Roman"/>
              </a:rPr>
              <a:t>2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1040130" y="3629673"/>
            <a:ext cx="226250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factor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forzado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esta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dado</a:t>
            </a:r>
            <a:r>
              <a:rPr dirty="0" sz="1050" spc="-20">
                <a:latin typeface="Times New Roman"/>
                <a:cs typeface="Times New Roman"/>
              </a:rPr>
              <a:t> por: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1069339" y="4043692"/>
            <a:ext cx="203835" cy="3695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355"/>
              </a:lnSpc>
              <a:spcBef>
                <a:spcPts val="100"/>
              </a:spcBef>
            </a:pPr>
            <a:r>
              <a:rPr dirty="0" sz="1150" spc="-25" i="1">
                <a:latin typeface="Times New Roman"/>
                <a:cs typeface="Times New Roman"/>
              </a:rPr>
              <a:t>FP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ts val="1355"/>
              </a:lnSpc>
            </a:pPr>
            <a:r>
              <a:rPr dirty="0" sz="1150" spc="-50" i="1">
                <a:latin typeface="Times New Roman"/>
                <a:cs typeface="Times New Roman"/>
              </a:rPr>
              <a:t>f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1363980" y="4105923"/>
            <a:ext cx="106045" cy="200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50">
                <a:latin typeface="Consolas"/>
                <a:cs typeface="Consolas"/>
              </a:rPr>
              <a:t>=</a:t>
            </a:r>
            <a:endParaRPr sz="1150">
              <a:latin typeface="Consolas"/>
              <a:cs typeface="Consolas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1482089" y="4178312"/>
            <a:ext cx="737235" cy="200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dirty="0" sz="1150">
                <a:latin typeface="Times New Roman"/>
                <a:cs typeface="Times New Roman"/>
              </a:rPr>
              <a:t>(</a:t>
            </a:r>
            <a:r>
              <a:rPr dirty="0" sz="1150" i="1">
                <a:latin typeface="Times New Roman"/>
                <a:cs typeface="Times New Roman"/>
              </a:rPr>
              <a:t>PC</a:t>
            </a:r>
            <a:r>
              <a:rPr dirty="0" baseline="-25641" sz="975">
                <a:latin typeface="Times New Roman"/>
                <a:cs typeface="Times New Roman"/>
              </a:rPr>
              <a:t>2</a:t>
            </a:r>
            <a:r>
              <a:rPr dirty="0" baseline="-25641" sz="975" spc="112">
                <a:latin typeface="Times New Roman"/>
                <a:cs typeface="Times New Roman"/>
              </a:rPr>
              <a:t> </a:t>
            </a:r>
            <a:r>
              <a:rPr dirty="0" sz="1150">
                <a:latin typeface="Consolas"/>
                <a:cs typeface="Consolas"/>
              </a:rPr>
              <a:t>−</a:t>
            </a:r>
            <a:r>
              <a:rPr dirty="0" sz="1150" spc="55">
                <a:latin typeface="Consolas"/>
                <a:cs typeface="Consolas"/>
              </a:rPr>
              <a:t> </a:t>
            </a:r>
            <a:r>
              <a:rPr dirty="0" sz="1150" spc="-25" i="1">
                <a:latin typeface="Times New Roman"/>
                <a:cs typeface="Times New Roman"/>
              </a:rPr>
              <a:t>PT</a:t>
            </a:r>
            <a:r>
              <a:rPr dirty="0" baseline="-25641" sz="975" spc="-37">
                <a:latin typeface="Times New Roman"/>
                <a:cs typeface="Times New Roman"/>
              </a:rPr>
              <a:t>1</a:t>
            </a:r>
            <a:endParaRPr baseline="-25641" sz="975">
              <a:latin typeface="Times New Roman"/>
              <a:cs typeface="Times New Roman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1507489" y="4343412"/>
            <a:ext cx="48895" cy="200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150" spc="-60">
                <a:latin typeface="Times New Roman"/>
                <a:cs typeface="Times New Roman"/>
              </a:rPr>
              <a:t>)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2405379" y="4164342"/>
            <a:ext cx="544195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260"/>
              </a:lnSpc>
              <a:spcBef>
                <a:spcPts val="100"/>
              </a:spcBef>
            </a:pPr>
            <a:r>
              <a:rPr dirty="0" sz="1150">
                <a:latin typeface="Times New Roman"/>
                <a:cs typeface="Times New Roman"/>
              </a:rPr>
              <a:t>565.28</a:t>
            </a:r>
            <a:r>
              <a:rPr dirty="0" sz="1150" spc="-10">
                <a:latin typeface="Times New Roman"/>
                <a:cs typeface="Times New Roman"/>
              </a:rPr>
              <a:t> </a:t>
            </a:r>
            <a:r>
              <a:rPr dirty="0" sz="1150" spc="-50">
                <a:latin typeface="Consolas"/>
                <a:cs typeface="Consolas"/>
              </a:rPr>
              <a:t>−</a:t>
            </a:r>
            <a:endParaRPr sz="1150">
              <a:latin typeface="Consolas"/>
              <a:cs typeface="Consolas"/>
            </a:endParaRPr>
          </a:p>
          <a:p>
            <a:pPr marL="12700">
              <a:lnSpc>
                <a:spcPts val="1260"/>
              </a:lnSpc>
            </a:pPr>
            <a:r>
              <a:rPr dirty="0" sz="1150" spc="-10">
                <a:latin typeface="Times New Roman"/>
                <a:cs typeface="Times New Roman"/>
              </a:rPr>
              <a:t>465.32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1640839" y="4006863"/>
            <a:ext cx="2306955" cy="3073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ts val="1110"/>
              </a:lnSpc>
              <a:spcBef>
                <a:spcPts val="100"/>
              </a:spcBef>
              <a:tabLst>
                <a:tab pos="767715" algn="l"/>
                <a:tab pos="998855" algn="l"/>
                <a:tab pos="1731010" algn="l"/>
              </a:tabLst>
            </a:pPr>
            <a:r>
              <a:rPr dirty="0" baseline="2415" sz="1725" i="1">
                <a:latin typeface="Times New Roman"/>
                <a:cs typeface="Times New Roman"/>
              </a:rPr>
              <a:t>e</a:t>
            </a:r>
            <a:r>
              <a:rPr dirty="0" baseline="-21367" sz="975">
                <a:latin typeface="Times New Roman"/>
                <a:cs typeface="Times New Roman"/>
              </a:rPr>
              <a:t>1</a:t>
            </a:r>
            <a:r>
              <a:rPr dirty="0" baseline="-21367" sz="975" spc="-37">
                <a:latin typeface="Times New Roman"/>
                <a:cs typeface="Times New Roman"/>
              </a:rPr>
              <a:t> </a:t>
            </a:r>
            <a:r>
              <a:rPr dirty="0" baseline="2415" sz="1725">
                <a:latin typeface="Consolas"/>
                <a:cs typeface="Consolas"/>
              </a:rPr>
              <a:t>+</a:t>
            </a:r>
            <a:r>
              <a:rPr dirty="0" baseline="2415" sz="1725" spc="-15">
                <a:latin typeface="Consolas"/>
                <a:cs typeface="Consolas"/>
              </a:rPr>
              <a:t> </a:t>
            </a:r>
            <a:r>
              <a:rPr dirty="0" baseline="2415" sz="1725" spc="-37" i="1">
                <a:latin typeface="Times New Roman"/>
                <a:cs typeface="Times New Roman"/>
              </a:rPr>
              <a:t>e</a:t>
            </a:r>
            <a:r>
              <a:rPr dirty="0" baseline="-21367" sz="975" spc="-37">
                <a:latin typeface="Times New Roman"/>
                <a:cs typeface="Times New Roman"/>
              </a:rPr>
              <a:t>2</a:t>
            </a:r>
            <a:r>
              <a:rPr dirty="0" baseline="-21367" sz="975">
                <a:latin typeface="Times New Roman"/>
                <a:cs typeface="Times New Roman"/>
              </a:rPr>
              <a:t>	</a:t>
            </a:r>
            <a:r>
              <a:rPr dirty="0" u="sng" sz="115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8.0</a:t>
            </a:r>
            <a:r>
              <a:rPr dirty="0" u="sng" sz="1150" spc="-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50">
                <a:uFill>
                  <a:solidFill>
                    <a:srgbClr val="000000"/>
                  </a:solidFill>
                </a:uFill>
                <a:latin typeface="Consolas"/>
                <a:cs typeface="Consolas"/>
              </a:rPr>
              <a:t>+</a:t>
            </a:r>
            <a:r>
              <a:rPr dirty="0" u="sng" sz="1150" spc="-5">
                <a:uFill>
                  <a:solidFill>
                    <a:srgbClr val="000000"/>
                  </a:solidFill>
                </a:uFill>
                <a:latin typeface="Consolas"/>
                <a:cs typeface="Consolas"/>
              </a:rPr>
              <a:t> </a:t>
            </a:r>
            <a:r>
              <a:rPr dirty="0" u="sng" sz="1150" spc="-2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8.0</a:t>
            </a:r>
            <a:r>
              <a:rPr dirty="0" u="sng" sz="115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sz="1150" spc="85">
                <a:latin typeface="Times New Roman"/>
                <a:cs typeface="Times New Roman"/>
              </a:rPr>
              <a:t> </a:t>
            </a:r>
            <a:r>
              <a:rPr dirty="0" baseline="-19323" sz="1725">
                <a:latin typeface="Consolas"/>
                <a:cs typeface="Consolas"/>
              </a:rPr>
              <a:t>= </a:t>
            </a:r>
            <a:r>
              <a:rPr dirty="0" baseline="-19323" sz="1725">
                <a:latin typeface="Times New Roman"/>
                <a:cs typeface="Times New Roman"/>
              </a:rPr>
              <a:t>0.160</a:t>
            </a:r>
            <a:endParaRPr baseline="-19323" sz="1725">
              <a:latin typeface="Times New Roman"/>
              <a:cs typeface="Times New Roman"/>
            </a:endParaRPr>
          </a:p>
          <a:p>
            <a:pPr marL="647700">
              <a:lnSpc>
                <a:spcPts val="1110"/>
              </a:lnSpc>
            </a:pPr>
            <a:r>
              <a:rPr dirty="0" sz="1150" spc="-50">
                <a:latin typeface="Consolas"/>
                <a:cs typeface="Consolas"/>
              </a:rPr>
              <a:t>=</a:t>
            </a:r>
            <a:endParaRPr sz="1150">
              <a:latin typeface="Consolas"/>
              <a:cs typeface="Consolas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1038860" y="4696473"/>
            <a:ext cx="5490845" cy="4177029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algn="just" marL="13970" marR="10795">
              <a:lnSpc>
                <a:spcPts val="1220"/>
              </a:lnSpc>
              <a:spcBef>
                <a:spcPts val="175"/>
              </a:spcBef>
            </a:pP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procede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ahora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calcular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valor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del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para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cada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una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las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abscisas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redondas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ubicadas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la </a:t>
            </a:r>
            <a:r>
              <a:rPr dirty="0" sz="1050">
                <a:latin typeface="Times New Roman"/>
                <a:cs typeface="Times New Roman"/>
              </a:rPr>
              <a:t>entretangencia,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empleando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distancia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obtenida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</a:t>
            </a:r>
            <a:r>
              <a:rPr dirty="0" sz="1050" spc="2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partir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del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punto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X</a:t>
            </a:r>
            <a:r>
              <a:rPr dirty="0" sz="1050" spc="-20" i="1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y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factor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80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forzado.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050">
              <a:latin typeface="Times New Roman"/>
              <a:cs typeface="Times New Roman"/>
            </a:endParaRPr>
          </a:p>
          <a:p>
            <a:pPr marL="235585" indent="-222885">
              <a:lnSpc>
                <a:spcPct val="100000"/>
              </a:lnSpc>
              <a:buFont typeface="Consolas"/>
              <a:buChar char="•"/>
              <a:tabLst>
                <a:tab pos="235585" algn="l"/>
              </a:tabLst>
            </a:pPr>
            <a:r>
              <a:rPr dirty="0" sz="1050">
                <a:latin typeface="Times New Roman"/>
                <a:cs typeface="Times New Roman"/>
              </a:rPr>
              <a:t>Abscisa</a:t>
            </a:r>
            <a:r>
              <a:rPr dirty="0" sz="1050" spc="-45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470</a:t>
            </a:r>
            <a:endParaRPr sz="1050">
              <a:latin typeface="Times New Roman"/>
              <a:cs typeface="Times New Roman"/>
            </a:endParaRPr>
          </a:p>
          <a:p>
            <a:pPr marL="236220">
              <a:lnSpc>
                <a:spcPct val="100000"/>
              </a:lnSpc>
              <a:spcBef>
                <a:spcPts val="30"/>
              </a:spcBef>
            </a:pPr>
            <a:r>
              <a:rPr dirty="0" baseline="2645" sz="1575">
                <a:latin typeface="Times New Roman"/>
                <a:cs typeface="Times New Roman"/>
              </a:rPr>
              <a:t>D</a:t>
            </a:r>
            <a:r>
              <a:rPr dirty="0" sz="650">
                <a:latin typeface="Times New Roman"/>
                <a:cs typeface="Times New Roman"/>
              </a:rPr>
              <a:t>470</a:t>
            </a:r>
            <a:r>
              <a:rPr dirty="0" sz="650" spc="-1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=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515.30</a:t>
            </a:r>
            <a:r>
              <a:rPr dirty="0" baseline="2645" sz="1575" spc="-7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–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470</a:t>
            </a:r>
            <a:r>
              <a:rPr dirty="0" baseline="2645" sz="1575" spc="-3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=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 spc="-30">
                <a:latin typeface="Times New Roman"/>
                <a:cs typeface="Times New Roman"/>
              </a:rPr>
              <a:t>45.30</a:t>
            </a:r>
            <a:endParaRPr baseline="2645" sz="1575">
              <a:latin typeface="Times New Roman"/>
              <a:cs typeface="Times New Roman"/>
            </a:endParaRPr>
          </a:p>
          <a:p>
            <a:pPr marL="236220">
              <a:lnSpc>
                <a:spcPts val="1250"/>
              </a:lnSpc>
              <a:spcBef>
                <a:spcPts val="20"/>
              </a:spcBef>
            </a:pPr>
            <a:r>
              <a:rPr dirty="0" baseline="2645" sz="1575">
                <a:latin typeface="Times New Roman"/>
                <a:cs typeface="Times New Roman"/>
              </a:rPr>
              <a:t>e</a:t>
            </a:r>
            <a:r>
              <a:rPr dirty="0" sz="650">
                <a:latin typeface="Times New Roman"/>
                <a:cs typeface="Times New Roman"/>
              </a:rPr>
              <a:t>470</a:t>
            </a:r>
            <a:r>
              <a:rPr dirty="0" sz="650" spc="-2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=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45.30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x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0.160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=</a:t>
            </a:r>
            <a:r>
              <a:rPr dirty="0" baseline="2645" sz="1575" spc="-7">
                <a:latin typeface="Times New Roman"/>
                <a:cs typeface="Times New Roman"/>
              </a:rPr>
              <a:t> </a:t>
            </a:r>
            <a:r>
              <a:rPr dirty="0" baseline="2645" sz="1575" spc="-30">
                <a:latin typeface="Times New Roman"/>
                <a:cs typeface="Times New Roman"/>
              </a:rPr>
              <a:t>7.25%</a:t>
            </a:r>
            <a:endParaRPr baseline="2645" sz="1575">
              <a:latin typeface="Times New Roman"/>
              <a:cs typeface="Times New Roman"/>
            </a:endParaRPr>
          </a:p>
          <a:p>
            <a:pPr marL="236220">
              <a:lnSpc>
                <a:spcPts val="1250"/>
              </a:lnSpc>
            </a:pPr>
            <a:r>
              <a:rPr dirty="0" sz="1050">
                <a:latin typeface="Times New Roman"/>
                <a:cs typeface="Times New Roman"/>
              </a:rPr>
              <a:t>Como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curva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No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1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derecha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izquierdo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positivo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y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derecho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negativo.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050">
              <a:latin typeface="Times New Roman"/>
              <a:cs typeface="Times New Roman"/>
            </a:endParaRPr>
          </a:p>
          <a:p>
            <a:pPr marL="235585" indent="-222885">
              <a:lnSpc>
                <a:spcPct val="100000"/>
              </a:lnSpc>
              <a:buFont typeface="Consolas"/>
              <a:buChar char="•"/>
              <a:tabLst>
                <a:tab pos="235585" algn="l"/>
              </a:tabLst>
            </a:pPr>
            <a:r>
              <a:rPr dirty="0" sz="1050">
                <a:latin typeface="Times New Roman"/>
                <a:cs typeface="Times New Roman"/>
              </a:rPr>
              <a:t>Abscisa</a:t>
            </a:r>
            <a:r>
              <a:rPr dirty="0" sz="1050" spc="-45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480</a:t>
            </a:r>
            <a:endParaRPr sz="1050">
              <a:latin typeface="Times New Roman"/>
              <a:cs typeface="Times New Roman"/>
            </a:endParaRPr>
          </a:p>
          <a:p>
            <a:pPr marL="236220">
              <a:lnSpc>
                <a:spcPct val="100000"/>
              </a:lnSpc>
              <a:spcBef>
                <a:spcPts val="30"/>
              </a:spcBef>
            </a:pPr>
            <a:r>
              <a:rPr dirty="0" baseline="2645" sz="1575">
                <a:latin typeface="Times New Roman"/>
                <a:cs typeface="Times New Roman"/>
              </a:rPr>
              <a:t>D</a:t>
            </a:r>
            <a:r>
              <a:rPr dirty="0" sz="650">
                <a:latin typeface="Times New Roman"/>
                <a:cs typeface="Times New Roman"/>
              </a:rPr>
              <a:t>480</a:t>
            </a:r>
            <a:r>
              <a:rPr dirty="0" sz="650" spc="-1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=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515.30</a:t>
            </a:r>
            <a:r>
              <a:rPr dirty="0" baseline="2645" sz="1575" spc="-7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–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480</a:t>
            </a:r>
            <a:r>
              <a:rPr dirty="0" baseline="2645" sz="1575" spc="-3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=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 spc="-30">
                <a:latin typeface="Times New Roman"/>
                <a:cs typeface="Times New Roman"/>
              </a:rPr>
              <a:t>35.30</a:t>
            </a:r>
            <a:endParaRPr baseline="2645" sz="1575">
              <a:latin typeface="Times New Roman"/>
              <a:cs typeface="Times New Roman"/>
            </a:endParaRPr>
          </a:p>
          <a:p>
            <a:pPr marL="236220">
              <a:lnSpc>
                <a:spcPct val="100000"/>
              </a:lnSpc>
              <a:spcBef>
                <a:spcPts val="60"/>
              </a:spcBef>
            </a:pPr>
            <a:r>
              <a:rPr dirty="0" baseline="2645" sz="1575">
                <a:latin typeface="Times New Roman"/>
                <a:cs typeface="Times New Roman"/>
              </a:rPr>
              <a:t>e</a:t>
            </a:r>
            <a:r>
              <a:rPr dirty="0" sz="650">
                <a:latin typeface="Times New Roman"/>
                <a:cs typeface="Times New Roman"/>
              </a:rPr>
              <a:t>480</a:t>
            </a:r>
            <a:r>
              <a:rPr dirty="0" sz="650" spc="-2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=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35.30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x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0.160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=</a:t>
            </a:r>
            <a:r>
              <a:rPr dirty="0" baseline="2645" sz="1575" spc="-7">
                <a:latin typeface="Times New Roman"/>
                <a:cs typeface="Times New Roman"/>
              </a:rPr>
              <a:t> </a:t>
            </a:r>
            <a:r>
              <a:rPr dirty="0" baseline="2645" sz="1575" spc="-30">
                <a:latin typeface="Times New Roman"/>
                <a:cs typeface="Times New Roman"/>
              </a:rPr>
              <a:t>5.65%</a:t>
            </a:r>
            <a:endParaRPr baseline="2645" sz="1575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050">
              <a:latin typeface="Times New Roman"/>
              <a:cs typeface="Times New Roman"/>
            </a:endParaRPr>
          </a:p>
          <a:p>
            <a:pPr algn="just" marL="13970" marR="5080">
              <a:lnSpc>
                <a:spcPts val="1220"/>
              </a:lnSpc>
            </a:pP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15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puede</a:t>
            </a:r>
            <a:r>
              <a:rPr dirty="0" sz="1050" spc="1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también</a:t>
            </a:r>
            <a:r>
              <a:rPr dirty="0" sz="1050" spc="1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determinar</a:t>
            </a:r>
            <a:r>
              <a:rPr dirty="0" sz="1050" spc="1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15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cambio</a:t>
            </a:r>
            <a:r>
              <a:rPr dirty="0" sz="1050" spc="17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1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15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cada</a:t>
            </a:r>
            <a:r>
              <a:rPr dirty="0" sz="1050" spc="1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10</a:t>
            </a:r>
            <a:r>
              <a:rPr dirty="0" sz="1050" spc="1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metros</a:t>
            </a:r>
            <a:r>
              <a:rPr dirty="0" sz="1050" spc="1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y</a:t>
            </a:r>
            <a:r>
              <a:rPr dirty="0" sz="1050" spc="1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determinar</a:t>
            </a:r>
            <a:r>
              <a:rPr dirty="0" sz="1050" spc="15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1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esta</a:t>
            </a:r>
            <a:r>
              <a:rPr dirty="0" sz="1050" spc="1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forma</a:t>
            </a:r>
            <a:r>
              <a:rPr dirty="0" sz="1050" spc="155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el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1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1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una</a:t>
            </a:r>
            <a:r>
              <a:rPr dirty="0" sz="1050" spc="1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abscisa</a:t>
            </a:r>
            <a:r>
              <a:rPr dirty="0" sz="1050" spc="1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</a:t>
            </a:r>
            <a:r>
              <a:rPr dirty="0" sz="1050" spc="1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partir</a:t>
            </a:r>
            <a:r>
              <a:rPr dirty="0" sz="1050" spc="1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del</a:t>
            </a:r>
            <a:r>
              <a:rPr dirty="0" sz="1050" spc="1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1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1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1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anterior.</a:t>
            </a:r>
            <a:r>
              <a:rPr dirty="0" sz="1050" spc="175">
                <a:latin typeface="Times New Roman"/>
                <a:cs typeface="Times New Roman"/>
              </a:rPr>
              <a:t> 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1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cambio</a:t>
            </a:r>
            <a:r>
              <a:rPr dirty="0" sz="1050" spc="1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1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1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cada</a:t>
            </a:r>
            <a:r>
              <a:rPr dirty="0" sz="1050" spc="1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10</a:t>
            </a:r>
            <a:r>
              <a:rPr dirty="0" sz="1050" spc="1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metros</a:t>
            </a:r>
            <a:r>
              <a:rPr dirty="0" sz="1050" spc="135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es </a:t>
            </a:r>
            <a:r>
              <a:rPr dirty="0" sz="1050" spc="-10">
                <a:latin typeface="Times New Roman"/>
                <a:cs typeface="Times New Roman"/>
              </a:rPr>
              <a:t>entonces:</a:t>
            </a:r>
            <a:endParaRPr sz="1050">
              <a:latin typeface="Times New Roman"/>
              <a:cs typeface="Times New Roman"/>
            </a:endParaRPr>
          </a:p>
          <a:p>
            <a:pPr algn="just" marL="13970">
              <a:lnSpc>
                <a:spcPts val="1195"/>
              </a:lnSpc>
            </a:pPr>
            <a:r>
              <a:rPr dirty="0" sz="1050">
                <a:latin typeface="Times New Roman"/>
                <a:cs typeface="Times New Roman"/>
              </a:rPr>
              <a:t>10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x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0.160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=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1.60%,</a:t>
            </a:r>
            <a:endParaRPr sz="1050">
              <a:latin typeface="Times New Roman"/>
              <a:cs typeface="Times New Roman"/>
            </a:endParaRPr>
          </a:p>
          <a:p>
            <a:pPr algn="just" marL="13970">
              <a:lnSpc>
                <a:spcPct val="100000"/>
              </a:lnSpc>
              <a:spcBef>
                <a:spcPts val="1200"/>
              </a:spcBef>
            </a:pPr>
            <a:r>
              <a:rPr dirty="0" sz="1050">
                <a:latin typeface="Times New Roman"/>
                <a:cs typeface="Times New Roman"/>
              </a:rPr>
              <a:t>Equivalente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diferencia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entre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abscisa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470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y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 spc="-20">
                <a:latin typeface="Times New Roman"/>
                <a:cs typeface="Times New Roman"/>
              </a:rPr>
              <a:t>480.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50">
              <a:latin typeface="Times New Roman"/>
              <a:cs typeface="Times New Roman"/>
            </a:endParaRPr>
          </a:p>
          <a:p>
            <a:pPr algn="just" marL="13970">
              <a:lnSpc>
                <a:spcPct val="100000"/>
              </a:lnSpc>
              <a:spcBef>
                <a:spcPts val="5"/>
              </a:spcBef>
            </a:pPr>
            <a:r>
              <a:rPr dirty="0" sz="1050">
                <a:latin typeface="Times New Roman"/>
                <a:cs typeface="Times New Roman"/>
              </a:rPr>
              <a:t>Podemos</a:t>
            </a:r>
            <a:r>
              <a:rPr dirty="0" sz="1050" spc="-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entonces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calcular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las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siguientes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abscisas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tal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como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sigue: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050">
              <a:latin typeface="Times New Roman"/>
              <a:cs typeface="Times New Roman"/>
            </a:endParaRPr>
          </a:p>
          <a:p>
            <a:pPr marL="235585" indent="-222885">
              <a:lnSpc>
                <a:spcPct val="100000"/>
              </a:lnSpc>
              <a:buFont typeface="Consolas"/>
              <a:buChar char="•"/>
              <a:tabLst>
                <a:tab pos="235585" algn="l"/>
              </a:tabLst>
            </a:pPr>
            <a:r>
              <a:rPr dirty="0" sz="1050">
                <a:latin typeface="Times New Roman"/>
                <a:cs typeface="Times New Roman"/>
              </a:rPr>
              <a:t>Abscisa</a:t>
            </a:r>
            <a:r>
              <a:rPr dirty="0" sz="1050" spc="-45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490</a:t>
            </a:r>
            <a:endParaRPr sz="1050">
              <a:latin typeface="Times New Roman"/>
              <a:cs typeface="Times New Roman"/>
            </a:endParaRPr>
          </a:p>
          <a:p>
            <a:pPr marL="236220">
              <a:lnSpc>
                <a:spcPct val="100000"/>
              </a:lnSpc>
              <a:spcBef>
                <a:spcPts val="20"/>
              </a:spcBef>
            </a:pPr>
            <a:r>
              <a:rPr dirty="0" baseline="2645" sz="1575">
                <a:latin typeface="Times New Roman"/>
                <a:cs typeface="Times New Roman"/>
              </a:rPr>
              <a:t>e</a:t>
            </a:r>
            <a:r>
              <a:rPr dirty="0" sz="650">
                <a:latin typeface="Times New Roman"/>
                <a:cs typeface="Times New Roman"/>
              </a:rPr>
              <a:t>490</a:t>
            </a:r>
            <a:r>
              <a:rPr dirty="0" sz="650" spc="-1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=</a:t>
            </a:r>
            <a:r>
              <a:rPr dirty="0" baseline="2645" sz="1575" spc="-22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5.65</a:t>
            </a:r>
            <a:r>
              <a:rPr dirty="0" baseline="2645" sz="1575" spc="-7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-</a:t>
            </a:r>
            <a:r>
              <a:rPr dirty="0" baseline="2645" sz="1575" spc="-7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1.60 =</a:t>
            </a:r>
            <a:r>
              <a:rPr dirty="0" baseline="2645" sz="1575" spc="-22">
                <a:latin typeface="Times New Roman"/>
                <a:cs typeface="Times New Roman"/>
              </a:rPr>
              <a:t> </a:t>
            </a:r>
            <a:r>
              <a:rPr dirty="0" baseline="2645" sz="1575" spc="-30">
                <a:latin typeface="Times New Roman"/>
                <a:cs typeface="Times New Roman"/>
              </a:rPr>
              <a:t>4.05%</a:t>
            </a:r>
            <a:endParaRPr baseline="2645" sz="1575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1050">
              <a:latin typeface="Times New Roman"/>
              <a:cs typeface="Times New Roman"/>
            </a:endParaRPr>
          </a:p>
          <a:p>
            <a:pPr marL="235585" indent="-222885">
              <a:lnSpc>
                <a:spcPct val="100000"/>
              </a:lnSpc>
              <a:spcBef>
                <a:spcPts val="5"/>
              </a:spcBef>
              <a:buFont typeface="Consolas"/>
              <a:buChar char="•"/>
              <a:tabLst>
                <a:tab pos="235585" algn="l"/>
              </a:tabLst>
            </a:pPr>
            <a:r>
              <a:rPr dirty="0" sz="1050">
                <a:latin typeface="Times New Roman"/>
                <a:cs typeface="Times New Roman"/>
              </a:rPr>
              <a:t>Abscisa</a:t>
            </a:r>
            <a:r>
              <a:rPr dirty="0" sz="1050" spc="-45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500</a:t>
            </a:r>
            <a:endParaRPr sz="1050">
              <a:latin typeface="Times New Roman"/>
              <a:cs typeface="Times New Roman"/>
            </a:endParaRPr>
          </a:p>
          <a:p>
            <a:pPr marL="236220">
              <a:lnSpc>
                <a:spcPct val="100000"/>
              </a:lnSpc>
              <a:spcBef>
                <a:spcPts val="20"/>
              </a:spcBef>
            </a:pPr>
            <a:r>
              <a:rPr dirty="0" baseline="2645" sz="1575">
                <a:latin typeface="Times New Roman"/>
                <a:cs typeface="Times New Roman"/>
              </a:rPr>
              <a:t>e</a:t>
            </a:r>
            <a:r>
              <a:rPr dirty="0" sz="650">
                <a:latin typeface="Times New Roman"/>
                <a:cs typeface="Times New Roman"/>
              </a:rPr>
              <a:t>500</a:t>
            </a:r>
            <a:r>
              <a:rPr dirty="0" sz="650" spc="-1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=</a:t>
            </a:r>
            <a:r>
              <a:rPr dirty="0" baseline="2645" sz="1575" spc="-22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4.05</a:t>
            </a:r>
            <a:r>
              <a:rPr dirty="0" baseline="2645" sz="1575" spc="-7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-</a:t>
            </a:r>
            <a:r>
              <a:rPr dirty="0" baseline="2645" sz="1575" spc="-7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1.60 =</a:t>
            </a:r>
            <a:r>
              <a:rPr dirty="0" baseline="2645" sz="1575" spc="-22">
                <a:latin typeface="Times New Roman"/>
                <a:cs typeface="Times New Roman"/>
              </a:rPr>
              <a:t> </a:t>
            </a:r>
            <a:r>
              <a:rPr dirty="0" baseline="2645" sz="1575" spc="-30">
                <a:latin typeface="Times New Roman"/>
                <a:cs typeface="Times New Roman"/>
              </a:rPr>
              <a:t>2.45%</a:t>
            </a:r>
            <a:endParaRPr baseline="2645" sz="1575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038860" y="1404632"/>
            <a:ext cx="5490845" cy="3515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35585" indent="-222885">
              <a:lnSpc>
                <a:spcPct val="100000"/>
              </a:lnSpc>
              <a:spcBef>
                <a:spcPts val="100"/>
              </a:spcBef>
              <a:buFont typeface="Consolas"/>
              <a:buChar char="•"/>
              <a:tabLst>
                <a:tab pos="235585" algn="l"/>
              </a:tabLst>
            </a:pPr>
            <a:r>
              <a:rPr dirty="0" sz="1050">
                <a:latin typeface="Times New Roman"/>
                <a:cs typeface="Times New Roman"/>
              </a:rPr>
              <a:t>Abscisa</a:t>
            </a:r>
            <a:r>
              <a:rPr dirty="0" sz="1050" spc="-45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510</a:t>
            </a:r>
            <a:endParaRPr sz="1050">
              <a:latin typeface="Times New Roman"/>
              <a:cs typeface="Times New Roman"/>
            </a:endParaRPr>
          </a:p>
          <a:p>
            <a:pPr marL="236220">
              <a:lnSpc>
                <a:spcPct val="100000"/>
              </a:lnSpc>
              <a:spcBef>
                <a:spcPts val="20"/>
              </a:spcBef>
            </a:pPr>
            <a:r>
              <a:rPr dirty="0" baseline="2645" sz="1575">
                <a:latin typeface="Times New Roman"/>
                <a:cs typeface="Times New Roman"/>
              </a:rPr>
              <a:t>e</a:t>
            </a:r>
            <a:r>
              <a:rPr dirty="0" sz="650">
                <a:latin typeface="Times New Roman"/>
                <a:cs typeface="Times New Roman"/>
              </a:rPr>
              <a:t>510</a:t>
            </a:r>
            <a:r>
              <a:rPr dirty="0" sz="650" spc="-1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=</a:t>
            </a:r>
            <a:r>
              <a:rPr dirty="0" baseline="2645" sz="1575" spc="-22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2.45</a:t>
            </a:r>
            <a:r>
              <a:rPr dirty="0" baseline="2645" sz="1575" spc="-7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-</a:t>
            </a:r>
            <a:r>
              <a:rPr dirty="0" baseline="2645" sz="1575" spc="-7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1.60 =</a:t>
            </a:r>
            <a:r>
              <a:rPr dirty="0" baseline="2645" sz="1575" spc="-22">
                <a:latin typeface="Times New Roman"/>
                <a:cs typeface="Times New Roman"/>
              </a:rPr>
              <a:t> </a:t>
            </a:r>
            <a:r>
              <a:rPr dirty="0" baseline="2645" sz="1575" spc="-30">
                <a:latin typeface="Times New Roman"/>
                <a:cs typeface="Times New Roman"/>
              </a:rPr>
              <a:t>0.85%</a:t>
            </a:r>
            <a:endParaRPr baseline="2645" sz="1575">
              <a:latin typeface="Times New Roman"/>
              <a:cs typeface="Times New Roman"/>
            </a:endParaRPr>
          </a:p>
          <a:p>
            <a:pPr marL="235585" indent="-222885">
              <a:lnSpc>
                <a:spcPct val="100000"/>
              </a:lnSpc>
              <a:spcBef>
                <a:spcPts val="80"/>
              </a:spcBef>
              <a:buFont typeface="Consolas"/>
              <a:buChar char="•"/>
              <a:tabLst>
                <a:tab pos="235585" algn="l"/>
              </a:tabLst>
            </a:pPr>
            <a:r>
              <a:rPr dirty="0" sz="1050">
                <a:latin typeface="Times New Roman"/>
                <a:cs typeface="Times New Roman"/>
              </a:rPr>
              <a:t>Abscisa</a:t>
            </a:r>
            <a:r>
              <a:rPr dirty="0" sz="1050" spc="-45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520</a:t>
            </a:r>
            <a:endParaRPr sz="1050">
              <a:latin typeface="Times New Roman"/>
              <a:cs typeface="Times New Roman"/>
            </a:endParaRPr>
          </a:p>
          <a:p>
            <a:pPr marL="236220">
              <a:lnSpc>
                <a:spcPct val="100000"/>
              </a:lnSpc>
              <a:spcBef>
                <a:spcPts val="30"/>
              </a:spcBef>
            </a:pPr>
            <a:r>
              <a:rPr dirty="0" baseline="2645" sz="1575">
                <a:latin typeface="Times New Roman"/>
                <a:cs typeface="Times New Roman"/>
              </a:rPr>
              <a:t>e</a:t>
            </a:r>
            <a:r>
              <a:rPr dirty="0" sz="650">
                <a:latin typeface="Times New Roman"/>
                <a:cs typeface="Times New Roman"/>
              </a:rPr>
              <a:t>520</a:t>
            </a:r>
            <a:r>
              <a:rPr dirty="0" sz="650" spc="-1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=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0.85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-</a:t>
            </a:r>
            <a:r>
              <a:rPr dirty="0" baseline="2645" sz="1575" spc="-7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1.60</a:t>
            </a:r>
            <a:r>
              <a:rPr dirty="0" baseline="2645" sz="1575" spc="7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=</a:t>
            </a:r>
            <a:r>
              <a:rPr dirty="0" baseline="2645" sz="1575" spc="-22">
                <a:latin typeface="Times New Roman"/>
                <a:cs typeface="Times New Roman"/>
              </a:rPr>
              <a:t> </a:t>
            </a:r>
            <a:r>
              <a:rPr dirty="0" baseline="2645" sz="1575" spc="-15">
                <a:latin typeface="Times New Roman"/>
                <a:cs typeface="Times New Roman"/>
              </a:rPr>
              <a:t>-</a:t>
            </a:r>
            <a:r>
              <a:rPr dirty="0" baseline="2645" sz="1575" spc="-30">
                <a:latin typeface="Times New Roman"/>
                <a:cs typeface="Times New Roman"/>
              </a:rPr>
              <a:t>0.75%</a:t>
            </a:r>
            <a:endParaRPr baseline="2645" sz="1575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1050">
              <a:latin typeface="Times New Roman"/>
              <a:cs typeface="Times New Roman"/>
            </a:endParaRPr>
          </a:p>
          <a:p>
            <a:pPr algn="just" marL="13970" marR="5080">
              <a:lnSpc>
                <a:spcPts val="1220"/>
              </a:lnSpc>
            </a:pP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abscisa</a:t>
            </a:r>
            <a:r>
              <a:rPr dirty="0" sz="1050" spc="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490</a:t>
            </a:r>
            <a:r>
              <a:rPr dirty="0" sz="1050" spc="5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cambia</a:t>
            </a:r>
            <a:r>
              <a:rPr dirty="0" sz="1050" spc="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signo,</a:t>
            </a:r>
            <a:r>
              <a:rPr dirty="0" sz="1050" spc="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</a:t>
            </a:r>
            <a:r>
              <a:rPr dirty="0" sz="1050" spc="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decir</a:t>
            </a:r>
            <a:r>
              <a:rPr dirty="0" sz="1050" spc="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corresponde</a:t>
            </a:r>
            <a:r>
              <a:rPr dirty="0" sz="1050" spc="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</a:t>
            </a:r>
            <a:r>
              <a:rPr dirty="0" sz="1050" spc="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curva</a:t>
            </a:r>
            <a:r>
              <a:rPr dirty="0" sz="1050" spc="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izquierda</a:t>
            </a:r>
            <a:r>
              <a:rPr dirty="0" sz="1050" spc="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donde</a:t>
            </a:r>
            <a:r>
              <a:rPr dirty="0" sz="1050" spc="45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el </a:t>
            </a:r>
            <a:r>
              <a:rPr dirty="0" sz="1050">
                <a:latin typeface="Times New Roman"/>
                <a:cs typeface="Times New Roman"/>
              </a:rPr>
              <a:t>borde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derecho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positivo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y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borde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izquierdo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negativo.</a:t>
            </a:r>
            <a:endParaRPr sz="1050">
              <a:latin typeface="Times New Roman"/>
              <a:cs typeface="Times New Roman"/>
            </a:endParaRPr>
          </a:p>
          <a:p>
            <a:pPr algn="just" marL="13970">
              <a:lnSpc>
                <a:spcPct val="100000"/>
              </a:lnSpc>
              <a:spcBef>
                <a:spcPts val="1155"/>
              </a:spcBef>
            </a:pPr>
            <a:r>
              <a:rPr dirty="0" sz="1050">
                <a:latin typeface="Times New Roman"/>
                <a:cs typeface="Times New Roman"/>
              </a:rPr>
              <a:t>También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pudo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obtener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este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valor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partir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distancia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desde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punto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X: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1050">
              <a:latin typeface="Times New Roman"/>
              <a:cs typeface="Times New Roman"/>
            </a:endParaRPr>
          </a:p>
          <a:p>
            <a:pPr marL="235585" indent="-222885">
              <a:lnSpc>
                <a:spcPct val="100000"/>
              </a:lnSpc>
              <a:buFont typeface="Consolas"/>
              <a:buChar char="•"/>
              <a:tabLst>
                <a:tab pos="235585" algn="l"/>
              </a:tabLst>
            </a:pPr>
            <a:r>
              <a:rPr dirty="0" sz="1050">
                <a:latin typeface="Times New Roman"/>
                <a:cs typeface="Times New Roman"/>
              </a:rPr>
              <a:t>Abscisa</a:t>
            </a:r>
            <a:r>
              <a:rPr dirty="0" sz="1050" spc="-45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520</a:t>
            </a:r>
            <a:endParaRPr sz="1050">
              <a:latin typeface="Times New Roman"/>
              <a:cs typeface="Times New Roman"/>
            </a:endParaRPr>
          </a:p>
          <a:p>
            <a:pPr marL="236220">
              <a:lnSpc>
                <a:spcPct val="100000"/>
              </a:lnSpc>
              <a:spcBef>
                <a:spcPts val="30"/>
              </a:spcBef>
            </a:pPr>
            <a:r>
              <a:rPr dirty="0" baseline="2645" sz="1575">
                <a:latin typeface="Times New Roman"/>
                <a:cs typeface="Times New Roman"/>
              </a:rPr>
              <a:t>D</a:t>
            </a:r>
            <a:r>
              <a:rPr dirty="0" sz="650">
                <a:latin typeface="Times New Roman"/>
                <a:cs typeface="Times New Roman"/>
              </a:rPr>
              <a:t>520</a:t>
            </a:r>
            <a:r>
              <a:rPr dirty="0" sz="650" spc="-1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=</a:t>
            </a:r>
            <a:r>
              <a:rPr dirty="0" baseline="2645" sz="1575" spc="-7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515.30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–</a:t>
            </a:r>
            <a:r>
              <a:rPr dirty="0" baseline="2645" sz="1575" spc="-7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520</a:t>
            </a:r>
            <a:r>
              <a:rPr dirty="0" baseline="2645" sz="1575" spc="-3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=</a:t>
            </a:r>
            <a:r>
              <a:rPr dirty="0" baseline="2645" sz="1575" spc="-15">
                <a:latin typeface="Times New Roman"/>
                <a:cs typeface="Times New Roman"/>
              </a:rPr>
              <a:t> -</a:t>
            </a:r>
            <a:r>
              <a:rPr dirty="0" baseline="2645" sz="1575" spc="-30">
                <a:latin typeface="Times New Roman"/>
                <a:cs typeface="Times New Roman"/>
              </a:rPr>
              <a:t>4.70</a:t>
            </a:r>
            <a:endParaRPr baseline="2645" sz="1575">
              <a:latin typeface="Times New Roman"/>
              <a:cs typeface="Times New Roman"/>
            </a:endParaRPr>
          </a:p>
          <a:p>
            <a:pPr marL="236220">
              <a:lnSpc>
                <a:spcPct val="100000"/>
              </a:lnSpc>
              <a:spcBef>
                <a:spcPts val="40"/>
              </a:spcBef>
            </a:pPr>
            <a:r>
              <a:rPr dirty="0" baseline="2645" sz="1575">
                <a:latin typeface="Times New Roman"/>
                <a:cs typeface="Times New Roman"/>
              </a:rPr>
              <a:t>e</a:t>
            </a:r>
            <a:r>
              <a:rPr dirty="0" sz="650">
                <a:latin typeface="Times New Roman"/>
                <a:cs typeface="Times New Roman"/>
              </a:rPr>
              <a:t>520</a:t>
            </a:r>
            <a:r>
              <a:rPr dirty="0" sz="650" spc="-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=</a:t>
            </a:r>
            <a:r>
              <a:rPr dirty="0" baseline="2645" sz="1575" spc="-22">
                <a:latin typeface="Times New Roman"/>
                <a:cs typeface="Times New Roman"/>
              </a:rPr>
              <a:t> </a:t>
            </a:r>
            <a:r>
              <a:rPr dirty="0" baseline="2645" sz="1575" spc="-15">
                <a:latin typeface="Times New Roman"/>
                <a:cs typeface="Times New Roman"/>
              </a:rPr>
              <a:t>-</a:t>
            </a:r>
            <a:r>
              <a:rPr dirty="0" baseline="2645" sz="1575">
                <a:latin typeface="Times New Roman"/>
                <a:cs typeface="Times New Roman"/>
              </a:rPr>
              <a:t>4.70</a:t>
            </a:r>
            <a:r>
              <a:rPr dirty="0" baseline="2645" sz="1575" spc="-7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x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0.160</a:t>
            </a:r>
            <a:r>
              <a:rPr dirty="0" baseline="2645" sz="1575" spc="7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=</a:t>
            </a:r>
            <a:r>
              <a:rPr dirty="0" baseline="2645" sz="1575" spc="-22">
                <a:latin typeface="Times New Roman"/>
                <a:cs typeface="Times New Roman"/>
              </a:rPr>
              <a:t> </a:t>
            </a:r>
            <a:r>
              <a:rPr dirty="0" baseline="2645" sz="1575" spc="-15">
                <a:latin typeface="Times New Roman"/>
                <a:cs typeface="Times New Roman"/>
              </a:rPr>
              <a:t>-</a:t>
            </a:r>
            <a:r>
              <a:rPr dirty="0" baseline="2645" sz="1575" spc="-30">
                <a:latin typeface="Times New Roman"/>
                <a:cs typeface="Times New Roman"/>
              </a:rPr>
              <a:t>0.75%</a:t>
            </a:r>
            <a:endParaRPr baseline="2645" sz="1575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1050">
              <a:latin typeface="Times New Roman"/>
              <a:cs typeface="Times New Roman"/>
            </a:endParaRPr>
          </a:p>
          <a:p>
            <a:pPr algn="just" marL="13970" marR="10160">
              <a:lnSpc>
                <a:spcPts val="1220"/>
              </a:lnSpc>
            </a:pPr>
            <a:r>
              <a:rPr dirty="0" sz="1050">
                <a:latin typeface="Times New Roman"/>
                <a:cs typeface="Times New Roman"/>
              </a:rPr>
              <a:t>De todo lo anterior se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tiene que la curva No 1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tiene sus valores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 peralte calculados de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forma </a:t>
            </a:r>
            <a:r>
              <a:rPr dirty="0" sz="1050" spc="-10">
                <a:latin typeface="Times New Roman"/>
                <a:cs typeface="Times New Roman"/>
              </a:rPr>
              <a:t>normal </a:t>
            </a:r>
            <a:r>
              <a:rPr dirty="0" sz="1050">
                <a:latin typeface="Times New Roman"/>
                <a:cs typeface="Times New Roman"/>
              </a:rPr>
              <a:t>hasta</a:t>
            </a:r>
            <a:r>
              <a:rPr dirty="0" sz="1050" spc="114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114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abscisa</a:t>
            </a:r>
            <a:r>
              <a:rPr dirty="0" sz="1050" spc="1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465.32,</a:t>
            </a:r>
            <a:r>
              <a:rPr dirty="0" sz="1050" spc="10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correspondiente</a:t>
            </a:r>
            <a:r>
              <a:rPr dirty="0" sz="1050" spc="114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al</a:t>
            </a:r>
            <a:r>
              <a:rPr dirty="0" sz="1050" spc="114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PT.</a:t>
            </a:r>
            <a:r>
              <a:rPr dirty="0" sz="1050" spc="1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114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allí</a:t>
            </a:r>
            <a:r>
              <a:rPr dirty="0" sz="1050" spc="114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</a:t>
            </a:r>
            <a:r>
              <a:rPr dirty="0" sz="1050" spc="1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adelante</a:t>
            </a:r>
            <a:r>
              <a:rPr dirty="0" sz="1050" spc="114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y</a:t>
            </a:r>
            <a:r>
              <a:rPr dirty="0" sz="1050" spc="114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hasta</a:t>
            </a:r>
            <a:r>
              <a:rPr dirty="0" sz="1050" spc="114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1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abscisa</a:t>
            </a:r>
            <a:r>
              <a:rPr dirty="0" sz="1050" spc="114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del</a:t>
            </a:r>
            <a:r>
              <a:rPr dirty="0" sz="1050" spc="1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PC</a:t>
            </a:r>
            <a:r>
              <a:rPr dirty="0" sz="1050" spc="114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105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la </a:t>
            </a:r>
            <a:r>
              <a:rPr dirty="0" sz="1050">
                <a:latin typeface="Times New Roman"/>
                <a:cs typeface="Times New Roman"/>
              </a:rPr>
              <a:t>curva</a:t>
            </a:r>
            <a:r>
              <a:rPr dirty="0" sz="1050" spc="7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No</a:t>
            </a:r>
            <a:r>
              <a:rPr dirty="0" sz="1050" spc="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2</a:t>
            </a:r>
            <a:r>
              <a:rPr dirty="0" sz="1050" spc="7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ha</a:t>
            </a:r>
            <a:r>
              <a:rPr dirty="0" sz="1050" spc="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calculado</a:t>
            </a:r>
            <a:r>
              <a:rPr dirty="0" sz="1050" spc="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como</a:t>
            </a:r>
            <a:r>
              <a:rPr dirty="0" sz="1050" spc="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forzado.</a:t>
            </a:r>
            <a:r>
              <a:rPr dirty="0" sz="1050" spc="7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Depende</a:t>
            </a:r>
            <a:r>
              <a:rPr dirty="0" sz="1050" spc="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entonces</a:t>
            </a:r>
            <a:r>
              <a:rPr dirty="0" sz="1050" spc="7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entretangencia</a:t>
            </a:r>
            <a:r>
              <a:rPr dirty="0" sz="1050" spc="41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existente </a:t>
            </a:r>
            <a:r>
              <a:rPr dirty="0" sz="1050">
                <a:latin typeface="Times New Roman"/>
                <a:cs typeface="Times New Roman"/>
              </a:rPr>
              <a:t>entre</a:t>
            </a:r>
            <a:r>
              <a:rPr dirty="0" sz="1050" spc="10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114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curva</a:t>
            </a:r>
            <a:r>
              <a:rPr dirty="0" sz="1050" spc="114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2</a:t>
            </a:r>
            <a:r>
              <a:rPr dirty="0" sz="1050" spc="10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y</a:t>
            </a:r>
            <a:r>
              <a:rPr dirty="0" sz="1050" spc="1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3</a:t>
            </a:r>
            <a:r>
              <a:rPr dirty="0" sz="1050" spc="1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si</a:t>
            </a:r>
            <a:r>
              <a:rPr dirty="0" sz="1050" spc="10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1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1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10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10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curva</a:t>
            </a:r>
            <a:r>
              <a:rPr dirty="0" sz="1050" spc="10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No</a:t>
            </a:r>
            <a:r>
              <a:rPr dirty="0" sz="1050" spc="1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2</a:t>
            </a:r>
            <a:r>
              <a:rPr dirty="0" sz="1050" spc="1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114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calcula</a:t>
            </a:r>
            <a:r>
              <a:rPr dirty="0" sz="1050" spc="114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1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forma</a:t>
            </a:r>
            <a:r>
              <a:rPr dirty="0" sz="1050" spc="114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normal</a:t>
            </a:r>
            <a:r>
              <a:rPr dirty="0" sz="1050" spc="1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</a:t>
            </a:r>
            <a:r>
              <a:rPr dirty="0" sz="1050" spc="114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partir</a:t>
            </a:r>
            <a:r>
              <a:rPr dirty="0" sz="1050" spc="1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114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su</a:t>
            </a:r>
            <a:r>
              <a:rPr dirty="0" sz="1050" spc="1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PT</a:t>
            </a:r>
            <a:r>
              <a:rPr dirty="0" sz="1050" spc="105">
                <a:latin typeface="Times New Roman"/>
                <a:cs typeface="Times New Roman"/>
              </a:rPr>
              <a:t> </a:t>
            </a:r>
            <a:r>
              <a:rPr dirty="0" sz="1050" spc="-50">
                <a:latin typeface="Times New Roman"/>
                <a:cs typeface="Times New Roman"/>
              </a:rPr>
              <a:t>o </a:t>
            </a:r>
            <a:r>
              <a:rPr dirty="0" sz="1050">
                <a:latin typeface="Times New Roman"/>
                <a:cs typeface="Times New Roman"/>
              </a:rPr>
              <a:t>también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calcula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forma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forzada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combinación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con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curva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No</a:t>
            </a:r>
            <a:r>
              <a:rPr dirty="0" sz="1050" spc="275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3.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050">
              <a:latin typeface="Times New Roman"/>
              <a:cs typeface="Times New Roman"/>
            </a:endParaRPr>
          </a:p>
          <a:p>
            <a:pPr algn="just" marL="13970" marR="13335">
              <a:lnSpc>
                <a:spcPts val="1220"/>
              </a:lnSpc>
              <a:spcBef>
                <a:spcPts val="5"/>
              </a:spcBef>
            </a:pPr>
            <a:r>
              <a:rPr dirty="0" sz="1050">
                <a:latin typeface="Times New Roman"/>
                <a:cs typeface="Times New Roman"/>
              </a:rPr>
              <a:t>A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continuación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tiene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tabla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completa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los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valores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del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30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y</a:t>
            </a:r>
            <a:r>
              <a:rPr dirty="0" sz="1050" spc="30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29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respectiva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diferencia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los </a:t>
            </a:r>
            <a:r>
              <a:rPr dirty="0" sz="1050">
                <a:latin typeface="Times New Roman"/>
                <a:cs typeface="Times New Roman"/>
              </a:rPr>
              <a:t>bordes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calzada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con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respecto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al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eje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esta,</a:t>
            </a:r>
            <a:r>
              <a:rPr dirty="0" sz="1050" spc="2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entre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curva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No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1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y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curva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No</a:t>
            </a:r>
            <a:r>
              <a:rPr dirty="0" sz="1050" spc="45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2:</a:t>
            </a:r>
            <a:endParaRPr sz="1050">
              <a:latin typeface="Times New Roman"/>
              <a:cs typeface="Times New Roman"/>
            </a:endParaRPr>
          </a:p>
        </p:txBody>
      </p:sp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1227455" y="5063502"/>
          <a:ext cx="5002530" cy="5359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50290"/>
                <a:gridCol w="876299"/>
                <a:gridCol w="787400"/>
                <a:gridCol w="1139189"/>
                <a:gridCol w="1054100"/>
              </a:tblGrid>
              <a:tr h="164465">
                <a:tc rowSpan="2">
                  <a:txBody>
                    <a:bodyPr/>
                    <a:lstStyle/>
                    <a:p>
                      <a:pPr marL="311785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ABSCISA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445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514350">
                        <a:lnSpc>
                          <a:spcPts val="1195"/>
                        </a:lnSpc>
                      </a:pPr>
                      <a:r>
                        <a:rPr dirty="0" sz="1050">
                          <a:latin typeface="Times New Roman"/>
                          <a:cs typeface="Times New Roman"/>
                        </a:rPr>
                        <a:t>PERALTE</a:t>
                      </a:r>
                      <a:r>
                        <a:rPr dirty="0" sz="105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 spc="-25">
                          <a:latin typeface="Times New Roman"/>
                          <a:cs typeface="Times New Roman"/>
                        </a:rPr>
                        <a:t>(%)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277495">
                        <a:lnSpc>
                          <a:spcPts val="1195"/>
                        </a:lnSpc>
                      </a:pPr>
                      <a:r>
                        <a:rPr dirty="0" sz="1050">
                          <a:latin typeface="Times New Roman"/>
                          <a:cs typeface="Times New Roman"/>
                        </a:rPr>
                        <a:t>DIFERENCIA</a:t>
                      </a:r>
                      <a:r>
                        <a:rPr dirty="0" sz="105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>
                          <a:latin typeface="Times New Roman"/>
                          <a:cs typeface="Times New Roman"/>
                        </a:rPr>
                        <a:t>DEL</a:t>
                      </a:r>
                      <a:r>
                        <a:rPr dirty="0" sz="105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>
                          <a:latin typeface="Times New Roman"/>
                          <a:cs typeface="Times New Roman"/>
                        </a:rPr>
                        <a:t>BORDE</a:t>
                      </a:r>
                      <a:r>
                        <a:rPr dirty="0" sz="105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 spc="-25">
                          <a:latin typeface="Times New Roman"/>
                          <a:cs typeface="Times New Roman"/>
                        </a:rPr>
                        <a:t>(m)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2258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8445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2900" marR="144780" indent="-177800">
                        <a:lnSpc>
                          <a:spcPts val="1180"/>
                        </a:lnSpc>
                        <a:spcBef>
                          <a:spcPts val="85"/>
                        </a:spcBef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IZQUIER </a:t>
                      </a:r>
                      <a:r>
                        <a:rPr dirty="0" sz="1050" spc="-25">
                          <a:latin typeface="Times New Roman"/>
                          <a:cs typeface="Times New Roman"/>
                        </a:rPr>
                        <a:t>DO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0795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58775" marR="105410" indent="-218440">
                        <a:lnSpc>
                          <a:spcPts val="1180"/>
                        </a:lnSpc>
                        <a:spcBef>
                          <a:spcPts val="85"/>
                        </a:spcBef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DERECH </a:t>
                      </a: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O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0795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76250" marR="275590" indent="-177800">
                        <a:lnSpc>
                          <a:spcPts val="1180"/>
                        </a:lnSpc>
                        <a:spcBef>
                          <a:spcPts val="85"/>
                        </a:spcBef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IZQUIER </a:t>
                      </a:r>
                      <a:r>
                        <a:rPr dirty="0" sz="1050" spc="-25">
                          <a:latin typeface="Times New Roman"/>
                          <a:cs typeface="Times New Roman"/>
                        </a:rPr>
                        <a:t>DO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0795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4765">
                        <a:lnSpc>
                          <a:spcPct val="100000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DERECHO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3830">
                <a:tc>
                  <a:txBody>
                    <a:bodyPr/>
                    <a:lstStyle/>
                    <a:p>
                      <a:pPr algn="ctr" marL="21590">
                        <a:lnSpc>
                          <a:spcPts val="1185"/>
                        </a:lnSpc>
                        <a:spcBef>
                          <a:spcPts val="5"/>
                        </a:spcBef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460.00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3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1430">
                        <a:lnSpc>
                          <a:spcPts val="1185"/>
                        </a:lnSpc>
                        <a:spcBef>
                          <a:spcPts val="5"/>
                        </a:spcBef>
                      </a:pP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8.00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35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27940">
                        <a:lnSpc>
                          <a:spcPts val="1185"/>
                        </a:lnSpc>
                        <a:spcBef>
                          <a:spcPts val="5"/>
                        </a:spcBef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8.00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35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2700">
                        <a:lnSpc>
                          <a:spcPts val="1185"/>
                        </a:lnSpc>
                        <a:spcBef>
                          <a:spcPts val="5"/>
                        </a:spcBef>
                      </a:pP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0.29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35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28575">
                        <a:lnSpc>
                          <a:spcPts val="1185"/>
                        </a:lnSpc>
                        <a:spcBef>
                          <a:spcPts val="5"/>
                        </a:spcBef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-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35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498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ts val="1085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2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26670">
                        <a:lnSpc>
                          <a:spcPts val="1085"/>
                        </a:lnSpc>
                      </a:pP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0.29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8575">
                        <a:lnSpc>
                          <a:spcPts val="1105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2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3670">
                <a:tc>
                  <a:txBody>
                    <a:bodyPr/>
                    <a:lstStyle/>
                    <a:p>
                      <a:pPr algn="ctr" marL="21590">
                        <a:lnSpc>
                          <a:spcPts val="1110"/>
                        </a:lnSpc>
                      </a:pPr>
                      <a:r>
                        <a:rPr dirty="0" sz="1050">
                          <a:latin typeface="Times New Roman"/>
                          <a:cs typeface="Times New Roman"/>
                        </a:rPr>
                        <a:t>PT</a:t>
                      </a: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=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1430">
                        <a:lnSpc>
                          <a:spcPts val="1110"/>
                        </a:lnSpc>
                      </a:pP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8.00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27940">
                        <a:lnSpc>
                          <a:spcPts val="1110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8.00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2700">
                        <a:lnSpc>
                          <a:spcPts val="1110"/>
                        </a:lnSpc>
                      </a:pP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0.29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28575">
                        <a:lnSpc>
                          <a:spcPts val="1110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-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49860">
                <a:tc>
                  <a:txBody>
                    <a:bodyPr/>
                    <a:lstStyle/>
                    <a:p>
                      <a:pPr algn="ctr" marL="21590">
                        <a:lnSpc>
                          <a:spcPts val="1085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465.32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ts val="1085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2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29209">
                        <a:lnSpc>
                          <a:spcPts val="1085"/>
                        </a:lnSpc>
                      </a:pP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0.29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8575">
                        <a:lnSpc>
                          <a:spcPts val="1105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2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3670">
                <a:tc>
                  <a:txBody>
                    <a:bodyPr/>
                    <a:lstStyle/>
                    <a:p>
                      <a:pPr algn="ctr" marL="21590">
                        <a:lnSpc>
                          <a:spcPts val="1110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470.00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1430">
                        <a:lnSpc>
                          <a:spcPts val="1110"/>
                        </a:lnSpc>
                      </a:pP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7.25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27940">
                        <a:lnSpc>
                          <a:spcPts val="1110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7.25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2700">
                        <a:lnSpc>
                          <a:spcPts val="1110"/>
                        </a:lnSpc>
                      </a:pP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0.26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28575">
                        <a:lnSpc>
                          <a:spcPts val="1110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-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498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ts val="1085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5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26670">
                        <a:lnSpc>
                          <a:spcPts val="1085"/>
                        </a:lnSpc>
                      </a:pP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0.26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8575">
                        <a:lnSpc>
                          <a:spcPts val="1105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5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3035">
                <a:tc>
                  <a:txBody>
                    <a:bodyPr/>
                    <a:lstStyle/>
                    <a:p>
                      <a:pPr algn="ctr" marL="21590">
                        <a:lnSpc>
                          <a:spcPts val="1105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480.00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1430">
                        <a:lnSpc>
                          <a:spcPts val="1105"/>
                        </a:lnSpc>
                      </a:pP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5.65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27940">
                        <a:lnSpc>
                          <a:spcPts val="1105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5.65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2700">
                        <a:lnSpc>
                          <a:spcPts val="1105"/>
                        </a:lnSpc>
                      </a:pP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0.20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28575">
                        <a:lnSpc>
                          <a:spcPts val="1105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-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485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ts val="1070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6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26670">
                        <a:lnSpc>
                          <a:spcPts val="1070"/>
                        </a:lnSpc>
                      </a:pP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0.20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511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8575">
                        <a:lnSpc>
                          <a:spcPts val="1095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6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5575">
                <a:tc>
                  <a:txBody>
                    <a:bodyPr/>
                    <a:lstStyle/>
                    <a:p>
                      <a:pPr algn="ctr" marL="21590">
                        <a:lnSpc>
                          <a:spcPts val="1125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490.00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1430">
                        <a:lnSpc>
                          <a:spcPts val="1125"/>
                        </a:lnSpc>
                      </a:pP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4.05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27940">
                        <a:lnSpc>
                          <a:spcPts val="1125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4.05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2700">
                        <a:lnSpc>
                          <a:spcPts val="1125"/>
                        </a:lnSpc>
                      </a:pP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0.14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28575">
                        <a:lnSpc>
                          <a:spcPts val="1125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-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498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ts val="1085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8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26670">
                        <a:lnSpc>
                          <a:spcPts val="1085"/>
                        </a:lnSpc>
                      </a:pP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0.14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517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8575">
                        <a:lnSpc>
                          <a:spcPts val="1100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8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4305">
                <a:tc>
                  <a:txBody>
                    <a:bodyPr/>
                    <a:lstStyle/>
                    <a:p>
                      <a:pPr algn="ctr" marL="21590">
                        <a:lnSpc>
                          <a:spcPts val="1115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500.00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1430">
                        <a:lnSpc>
                          <a:spcPts val="1115"/>
                        </a:lnSpc>
                      </a:pP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2.45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27940">
                        <a:lnSpc>
                          <a:spcPts val="1115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2.45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2700">
                        <a:lnSpc>
                          <a:spcPts val="1115"/>
                        </a:lnSpc>
                      </a:pP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0.08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28575">
                        <a:lnSpc>
                          <a:spcPts val="1115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-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485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ts val="1070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9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26670">
                        <a:lnSpc>
                          <a:spcPts val="1070"/>
                        </a:lnSpc>
                      </a:pP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0.08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498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8575">
                        <a:lnSpc>
                          <a:spcPts val="1085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9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210">
                <a:tc>
                  <a:txBody>
                    <a:bodyPr/>
                    <a:lstStyle/>
                    <a:p>
                      <a:pPr algn="ctr" marL="21590">
                        <a:lnSpc>
                          <a:spcPts val="1130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510.00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1430">
                        <a:lnSpc>
                          <a:spcPts val="1130"/>
                        </a:lnSpc>
                      </a:pP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0.85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27940">
                        <a:lnSpc>
                          <a:spcPts val="1130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0.85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2700">
                        <a:lnSpc>
                          <a:spcPts val="1130"/>
                        </a:lnSpc>
                      </a:pP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0.03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28575">
                        <a:lnSpc>
                          <a:spcPts val="1130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-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504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ts val="1085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1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26670">
                        <a:lnSpc>
                          <a:spcPts val="1085"/>
                        </a:lnSpc>
                      </a:pP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0.03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8575">
                        <a:lnSpc>
                          <a:spcPts val="1105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1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3035">
                <a:tc>
                  <a:txBody>
                    <a:bodyPr/>
                    <a:lstStyle/>
                    <a:p>
                      <a:pPr algn="ctr" marL="19050">
                        <a:lnSpc>
                          <a:spcPts val="1105"/>
                        </a:lnSpc>
                      </a:pPr>
                      <a:r>
                        <a:rPr dirty="0" sz="105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dirty="0" sz="105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515.30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1430">
                        <a:lnSpc>
                          <a:spcPts val="1105"/>
                        </a:lnSpc>
                      </a:pP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0.00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26670">
                        <a:lnSpc>
                          <a:spcPts val="1105"/>
                        </a:lnSpc>
                      </a:pP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0.00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2700">
                        <a:lnSpc>
                          <a:spcPts val="1105"/>
                        </a:lnSpc>
                      </a:pP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0.00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26670">
                        <a:lnSpc>
                          <a:spcPts val="1105"/>
                        </a:lnSpc>
                      </a:pP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0.00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511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ts val="1095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8575">
                        <a:lnSpc>
                          <a:spcPts val="1095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5575">
                <a:tc>
                  <a:txBody>
                    <a:bodyPr/>
                    <a:lstStyle/>
                    <a:p>
                      <a:pPr algn="ctr" marL="21590">
                        <a:lnSpc>
                          <a:spcPts val="1125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520.00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2700">
                        <a:lnSpc>
                          <a:spcPts val="1125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0.75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26670">
                        <a:lnSpc>
                          <a:spcPts val="1125"/>
                        </a:lnSpc>
                      </a:pP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0.75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ts val="1125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-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26670">
                        <a:lnSpc>
                          <a:spcPts val="1125"/>
                        </a:lnSpc>
                      </a:pP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0.02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498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10160">
                        <a:lnSpc>
                          <a:spcPts val="1085"/>
                        </a:lnSpc>
                      </a:pP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0.02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28575">
                        <a:lnSpc>
                          <a:spcPts val="1085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7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517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ts val="1100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7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4305">
                <a:tc>
                  <a:txBody>
                    <a:bodyPr/>
                    <a:lstStyle/>
                    <a:p>
                      <a:pPr algn="ctr" marL="21590">
                        <a:lnSpc>
                          <a:spcPts val="1115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530.00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2700">
                        <a:lnSpc>
                          <a:spcPts val="1115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2.35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26670">
                        <a:lnSpc>
                          <a:spcPts val="1115"/>
                        </a:lnSpc>
                      </a:pP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2.35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ts val="1115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-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26670">
                        <a:lnSpc>
                          <a:spcPts val="1115"/>
                        </a:lnSpc>
                      </a:pP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0.08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485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10160">
                        <a:lnSpc>
                          <a:spcPts val="1070"/>
                        </a:lnSpc>
                      </a:pP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0.08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28575">
                        <a:lnSpc>
                          <a:spcPts val="1070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6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498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ts val="1085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6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210">
                <a:tc>
                  <a:txBody>
                    <a:bodyPr/>
                    <a:lstStyle/>
                    <a:p>
                      <a:pPr algn="ctr" marL="21590">
                        <a:lnSpc>
                          <a:spcPts val="1130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540.00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2700">
                        <a:lnSpc>
                          <a:spcPts val="1130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3.95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26670">
                        <a:lnSpc>
                          <a:spcPts val="1130"/>
                        </a:lnSpc>
                      </a:pP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3.95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ts val="1130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-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26670">
                        <a:lnSpc>
                          <a:spcPts val="1130"/>
                        </a:lnSpc>
                      </a:pP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0.14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498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10160">
                        <a:lnSpc>
                          <a:spcPts val="1085"/>
                        </a:lnSpc>
                      </a:pP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0.14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28575">
                        <a:lnSpc>
                          <a:spcPts val="1085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4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ts val="1105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4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 descr=""/>
          <p:cNvGraphicFramePr>
            <a:graphicFrameLocks noGrp="1"/>
          </p:cNvGraphicFramePr>
          <p:nvPr/>
        </p:nvGraphicFramePr>
        <p:xfrm>
          <a:off x="1227455" y="1071892"/>
          <a:ext cx="5002530" cy="18357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50290"/>
                <a:gridCol w="876299"/>
                <a:gridCol w="787400"/>
                <a:gridCol w="1139189"/>
                <a:gridCol w="1054100"/>
              </a:tblGrid>
              <a:tr h="154305">
                <a:tc>
                  <a:txBody>
                    <a:bodyPr/>
                    <a:lstStyle/>
                    <a:p>
                      <a:pPr algn="ctr" marL="21590">
                        <a:lnSpc>
                          <a:spcPts val="1115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550.00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2700">
                        <a:lnSpc>
                          <a:spcPts val="1115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5.55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26670">
                        <a:lnSpc>
                          <a:spcPts val="1115"/>
                        </a:lnSpc>
                      </a:pP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5.55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ts val="1115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-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26670">
                        <a:lnSpc>
                          <a:spcPts val="1115"/>
                        </a:lnSpc>
                      </a:pP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0.20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485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10160">
                        <a:lnSpc>
                          <a:spcPts val="1070"/>
                        </a:lnSpc>
                      </a:pP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0.20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28575">
                        <a:lnSpc>
                          <a:spcPts val="1070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3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498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ts val="1085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3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210">
                <a:tc>
                  <a:txBody>
                    <a:bodyPr/>
                    <a:lstStyle/>
                    <a:p>
                      <a:pPr algn="ctr" marL="21590">
                        <a:lnSpc>
                          <a:spcPts val="1130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560.00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2700">
                        <a:lnSpc>
                          <a:spcPts val="1130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7.15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26670">
                        <a:lnSpc>
                          <a:spcPts val="1130"/>
                        </a:lnSpc>
                      </a:pP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7.15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ts val="1130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-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26670">
                        <a:lnSpc>
                          <a:spcPts val="1130"/>
                        </a:lnSpc>
                      </a:pP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0.26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504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10160">
                        <a:lnSpc>
                          <a:spcPts val="1085"/>
                        </a:lnSpc>
                      </a:pP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0.26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28575">
                        <a:lnSpc>
                          <a:spcPts val="1085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1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ts val="1105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1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3670">
                <a:tc>
                  <a:txBody>
                    <a:bodyPr/>
                    <a:lstStyle/>
                    <a:p>
                      <a:pPr algn="ctr" marL="21590">
                        <a:lnSpc>
                          <a:spcPts val="1110"/>
                        </a:lnSpc>
                      </a:pPr>
                      <a:r>
                        <a:rPr dirty="0" sz="1050">
                          <a:latin typeface="Times New Roman"/>
                          <a:cs typeface="Times New Roman"/>
                        </a:rPr>
                        <a:t>PC</a:t>
                      </a: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=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2700">
                        <a:lnSpc>
                          <a:spcPts val="1110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8.00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26670">
                        <a:lnSpc>
                          <a:spcPts val="1110"/>
                        </a:lnSpc>
                      </a:pP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8.00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ts val="1110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-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26670">
                        <a:lnSpc>
                          <a:spcPts val="1110"/>
                        </a:lnSpc>
                      </a:pP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0.29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50495">
                <a:tc>
                  <a:txBody>
                    <a:bodyPr/>
                    <a:lstStyle/>
                    <a:p>
                      <a:pPr algn="ctr" marL="21590">
                        <a:lnSpc>
                          <a:spcPts val="1085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565.28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10160">
                        <a:lnSpc>
                          <a:spcPts val="1085"/>
                        </a:lnSpc>
                      </a:pP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0.29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28575">
                        <a:lnSpc>
                          <a:spcPts val="1085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2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ts val="1105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2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5575">
                <a:tc>
                  <a:txBody>
                    <a:bodyPr/>
                    <a:lstStyle/>
                    <a:p>
                      <a:pPr algn="ctr" marL="21590">
                        <a:lnSpc>
                          <a:spcPts val="1125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570.00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2700">
                        <a:lnSpc>
                          <a:spcPts val="1125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8.00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26670">
                        <a:lnSpc>
                          <a:spcPts val="1125"/>
                        </a:lnSpc>
                      </a:pP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8.00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ts val="1125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-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26670">
                        <a:lnSpc>
                          <a:spcPts val="1125"/>
                        </a:lnSpc>
                      </a:pP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0.29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511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10160">
                        <a:lnSpc>
                          <a:spcPts val="1095"/>
                        </a:lnSpc>
                      </a:pP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0.29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28575">
                        <a:lnSpc>
                          <a:spcPts val="1095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2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606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ts val="1165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2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" name="object 3" descr=""/>
          <p:cNvSpPr txBox="1"/>
          <p:nvPr/>
        </p:nvSpPr>
        <p:spPr>
          <a:xfrm>
            <a:off x="1040130" y="3067063"/>
            <a:ext cx="5485130" cy="4978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250"/>
              </a:lnSpc>
              <a:spcBef>
                <a:spcPts val="100"/>
              </a:spcBef>
            </a:pPr>
            <a:r>
              <a:rPr dirty="0" sz="1050">
                <a:latin typeface="Times New Roman"/>
                <a:cs typeface="Times New Roman"/>
              </a:rPr>
              <a:t>Ejemplo</a:t>
            </a:r>
            <a:r>
              <a:rPr dirty="0" sz="1050" spc="150">
                <a:latin typeface="Times New Roman"/>
                <a:cs typeface="Times New Roman"/>
              </a:rPr>
              <a:t> </a:t>
            </a:r>
            <a:r>
              <a:rPr dirty="0" sz="1050" spc="-50">
                <a:latin typeface="Times New Roman"/>
                <a:cs typeface="Times New Roman"/>
              </a:rPr>
              <a:t>2</a:t>
            </a:r>
            <a:endParaRPr sz="1050">
              <a:latin typeface="Times New Roman"/>
              <a:cs typeface="Times New Roman"/>
            </a:endParaRPr>
          </a:p>
          <a:p>
            <a:pPr marL="12700" marR="5080">
              <a:lnSpc>
                <a:spcPts val="1220"/>
              </a:lnSpc>
              <a:spcBef>
                <a:spcPts val="60"/>
              </a:spcBef>
            </a:pPr>
            <a:r>
              <a:rPr dirty="0" sz="1050">
                <a:latin typeface="Times New Roman"/>
                <a:cs typeface="Times New Roman"/>
              </a:rPr>
              <a:t>Considérese</a:t>
            </a:r>
            <a:r>
              <a:rPr dirty="0" sz="1050" spc="17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dos</a:t>
            </a:r>
            <a:r>
              <a:rPr dirty="0" sz="1050" spc="17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curvas</a:t>
            </a:r>
            <a:r>
              <a:rPr dirty="0" sz="1050" spc="17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circulares</a:t>
            </a:r>
            <a:r>
              <a:rPr dirty="0" sz="1050" spc="18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</a:t>
            </a:r>
            <a:r>
              <a:rPr dirty="0" sz="1050" spc="1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una</a:t>
            </a:r>
            <a:r>
              <a:rPr dirty="0" sz="1050" spc="1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vía,</a:t>
            </a:r>
            <a:r>
              <a:rPr dirty="0" sz="1050" spc="18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cuya</a:t>
            </a:r>
            <a:r>
              <a:rPr dirty="0" sz="1050" spc="1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calzada</a:t>
            </a:r>
            <a:r>
              <a:rPr dirty="0" sz="1050" spc="1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</a:t>
            </a:r>
            <a:r>
              <a:rPr dirty="0" sz="1050" spc="18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1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7.30</a:t>
            </a:r>
            <a:r>
              <a:rPr dirty="0" sz="1050" spc="1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metros</a:t>
            </a:r>
            <a:r>
              <a:rPr dirty="0" sz="1050" spc="1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1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ancho,</a:t>
            </a:r>
            <a:r>
              <a:rPr dirty="0" sz="1050" spc="17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con</a:t>
            </a:r>
            <a:r>
              <a:rPr dirty="0" sz="1050" spc="175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los </a:t>
            </a:r>
            <a:r>
              <a:rPr dirty="0" sz="1050">
                <a:latin typeface="Times New Roman"/>
                <a:cs typeface="Times New Roman"/>
              </a:rPr>
              <a:t>siguientes</a:t>
            </a:r>
            <a:r>
              <a:rPr dirty="0" sz="1050" spc="-4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datos:</a:t>
            </a:r>
            <a:endParaRPr sz="10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421764" y="3511562"/>
            <a:ext cx="413384" cy="0"/>
          </a:xfrm>
          <a:custGeom>
            <a:avLst/>
            <a:gdLst/>
            <a:ahLst/>
            <a:cxnLst/>
            <a:rect l="l" t="t" r="r" b="b"/>
            <a:pathLst>
              <a:path w="413385" h="0">
                <a:moveTo>
                  <a:pt x="0" y="0"/>
                </a:moveTo>
                <a:lnTo>
                  <a:pt x="413384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1438910" y="4060837"/>
            <a:ext cx="531495" cy="0"/>
          </a:xfrm>
          <a:custGeom>
            <a:avLst/>
            <a:gdLst/>
            <a:ahLst/>
            <a:cxnLst/>
            <a:rect l="l" t="t" r="r" b="b"/>
            <a:pathLst>
              <a:path w="531494" h="0">
                <a:moveTo>
                  <a:pt x="0" y="0"/>
                </a:moveTo>
                <a:lnTo>
                  <a:pt x="531495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1306194" y="8147063"/>
            <a:ext cx="746760" cy="0"/>
          </a:xfrm>
          <a:custGeom>
            <a:avLst/>
            <a:gdLst/>
            <a:ahLst/>
            <a:cxnLst/>
            <a:rect l="l" t="t" r="r" b="b"/>
            <a:pathLst>
              <a:path w="746760" h="0">
                <a:moveTo>
                  <a:pt x="0" y="0"/>
                </a:moveTo>
                <a:lnTo>
                  <a:pt x="74676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2220595" y="8131823"/>
            <a:ext cx="953769" cy="0"/>
          </a:xfrm>
          <a:custGeom>
            <a:avLst/>
            <a:gdLst/>
            <a:ahLst/>
            <a:cxnLst/>
            <a:rect l="l" t="t" r="r" b="b"/>
            <a:pathLst>
              <a:path w="953769" h="0">
                <a:moveTo>
                  <a:pt x="0" y="0"/>
                </a:moveTo>
                <a:lnTo>
                  <a:pt x="953769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1040130" y="1400823"/>
            <a:ext cx="4184650" cy="163448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2645" sz="1575">
                <a:latin typeface="Times New Roman"/>
                <a:cs typeface="Times New Roman"/>
              </a:rPr>
              <a:t>Curva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No</a:t>
            </a:r>
            <a:r>
              <a:rPr dirty="0" baseline="2645" sz="1575" spc="-22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1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(izquierda),</a:t>
            </a:r>
            <a:r>
              <a:rPr dirty="0" baseline="2645" sz="1575" spc="-3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R</a:t>
            </a:r>
            <a:r>
              <a:rPr dirty="0" sz="650">
                <a:latin typeface="Times New Roman"/>
                <a:cs typeface="Times New Roman"/>
              </a:rPr>
              <a:t>1</a:t>
            </a:r>
            <a:r>
              <a:rPr dirty="0" sz="650" spc="-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=</a:t>
            </a:r>
            <a:r>
              <a:rPr dirty="0" baseline="2645" sz="1575" spc="-22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170,</a:t>
            </a:r>
            <a:r>
              <a:rPr dirty="0" baseline="2645" sz="1575" spc="-3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PC</a:t>
            </a:r>
            <a:r>
              <a:rPr dirty="0" sz="650">
                <a:latin typeface="Times New Roman"/>
                <a:cs typeface="Times New Roman"/>
              </a:rPr>
              <a:t>1</a:t>
            </a:r>
            <a:r>
              <a:rPr dirty="0" sz="650" spc="-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=</a:t>
            </a:r>
            <a:r>
              <a:rPr dirty="0" baseline="2645" sz="1575" spc="-22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145.32,</a:t>
            </a:r>
            <a:r>
              <a:rPr dirty="0" baseline="2645" sz="1575" spc="-22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PT</a:t>
            </a:r>
            <a:r>
              <a:rPr dirty="0" sz="650">
                <a:latin typeface="Times New Roman"/>
                <a:cs typeface="Times New Roman"/>
              </a:rPr>
              <a:t>1</a:t>
            </a:r>
            <a:r>
              <a:rPr dirty="0" sz="650" spc="-1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=</a:t>
            </a:r>
            <a:r>
              <a:rPr dirty="0" baseline="2645" sz="1575" spc="-30">
                <a:latin typeface="Times New Roman"/>
                <a:cs typeface="Times New Roman"/>
              </a:rPr>
              <a:t> </a:t>
            </a:r>
            <a:r>
              <a:rPr dirty="0" baseline="2645" sz="1575" spc="-15">
                <a:latin typeface="Times New Roman"/>
                <a:cs typeface="Times New Roman"/>
              </a:rPr>
              <a:t>187.41</a:t>
            </a:r>
            <a:endParaRPr baseline="2645" sz="1575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baseline="2645" sz="1575">
                <a:latin typeface="Times New Roman"/>
                <a:cs typeface="Times New Roman"/>
              </a:rPr>
              <a:t>Curva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No</a:t>
            </a:r>
            <a:r>
              <a:rPr dirty="0" baseline="2645" sz="1575" spc="-22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2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(derecha),</a:t>
            </a:r>
            <a:r>
              <a:rPr dirty="0" baseline="2645" sz="1575" spc="-22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R</a:t>
            </a:r>
            <a:r>
              <a:rPr dirty="0" sz="650">
                <a:latin typeface="Times New Roman"/>
                <a:cs typeface="Times New Roman"/>
              </a:rPr>
              <a:t>2</a:t>
            </a:r>
            <a:r>
              <a:rPr dirty="0" sz="650" spc="-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=</a:t>
            </a:r>
            <a:r>
              <a:rPr dirty="0" baseline="2645" sz="1575" spc="-3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240,</a:t>
            </a:r>
            <a:r>
              <a:rPr dirty="0" baseline="2645" sz="1575" spc="-22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PC</a:t>
            </a:r>
            <a:r>
              <a:rPr dirty="0" sz="650">
                <a:latin typeface="Times New Roman"/>
                <a:cs typeface="Times New Roman"/>
              </a:rPr>
              <a:t>2</a:t>
            </a:r>
            <a:r>
              <a:rPr dirty="0" sz="650" spc="-1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=</a:t>
            </a:r>
            <a:r>
              <a:rPr dirty="0" baseline="2645" sz="1575" spc="-22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311.23,</a:t>
            </a:r>
            <a:r>
              <a:rPr dirty="0" baseline="2645" sz="1575" spc="-22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PT</a:t>
            </a:r>
            <a:r>
              <a:rPr dirty="0" sz="650">
                <a:latin typeface="Times New Roman"/>
                <a:cs typeface="Times New Roman"/>
              </a:rPr>
              <a:t>2</a:t>
            </a:r>
            <a:r>
              <a:rPr dirty="0" sz="650" spc="-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=</a:t>
            </a:r>
            <a:r>
              <a:rPr dirty="0" baseline="2645" sz="1575" spc="-22">
                <a:latin typeface="Times New Roman"/>
                <a:cs typeface="Times New Roman"/>
              </a:rPr>
              <a:t> </a:t>
            </a:r>
            <a:r>
              <a:rPr dirty="0" baseline="2645" sz="1575" spc="-15">
                <a:latin typeface="Times New Roman"/>
                <a:cs typeface="Times New Roman"/>
              </a:rPr>
              <a:t>368.45</a:t>
            </a:r>
            <a:endParaRPr baseline="2645" sz="1575">
              <a:latin typeface="Times New Roman"/>
              <a:cs typeface="Times New Roman"/>
            </a:endParaRPr>
          </a:p>
          <a:p>
            <a:pPr marL="12700" marR="5080">
              <a:lnSpc>
                <a:spcPts val="2560"/>
              </a:lnSpc>
              <a:spcBef>
                <a:spcPts val="260"/>
              </a:spcBef>
            </a:pP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Figura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8.3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y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Tabla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8.3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obtienen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los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siguientes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valores: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Ve</a:t>
            </a:r>
            <a:r>
              <a:rPr dirty="0" sz="650">
                <a:latin typeface="Times New Roman"/>
                <a:cs typeface="Times New Roman"/>
              </a:rPr>
              <a:t>1</a:t>
            </a:r>
            <a:r>
              <a:rPr dirty="0" baseline="2645" sz="1575">
                <a:latin typeface="Times New Roman"/>
                <a:cs typeface="Times New Roman"/>
              </a:rPr>
              <a:t>=70</a:t>
            </a:r>
            <a:r>
              <a:rPr dirty="0" baseline="2645" sz="1575" spc="-30">
                <a:latin typeface="Times New Roman"/>
                <a:cs typeface="Times New Roman"/>
              </a:rPr>
              <a:t> </a:t>
            </a:r>
            <a:r>
              <a:rPr dirty="0" baseline="2645" sz="1575" spc="-15">
                <a:latin typeface="Times New Roman"/>
                <a:cs typeface="Times New Roman"/>
              </a:rPr>
              <a:t>Km/h, </a:t>
            </a:r>
            <a:r>
              <a:rPr dirty="0" baseline="2645" sz="1575">
                <a:latin typeface="Times New Roman"/>
                <a:cs typeface="Times New Roman"/>
              </a:rPr>
              <a:t>e</a:t>
            </a:r>
            <a:r>
              <a:rPr dirty="0" sz="650">
                <a:latin typeface="Times New Roman"/>
                <a:cs typeface="Times New Roman"/>
              </a:rPr>
              <a:t>1</a:t>
            </a:r>
            <a:r>
              <a:rPr dirty="0" baseline="2645" sz="1575">
                <a:latin typeface="Times New Roman"/>
                <a:cs typeface="Times New Roman"/>
              </a:rPr>
              <a:t>=8.0%,</a:t>
            </a:r>
            <a:r>
              <a:rPr dirty="0" baseline="2645" sz="1575" spc="-37">
                <a:latin typeface="Times New Roman"/>
                <a:cs typeface="Times New Roman"/>
              </a:rPr>
              <a:t> </a:t>
            </a:r>
            <a:r>
              <a:rPr dirty="0" baseline="2645" sz="1575" spc="-15">
                <a:latin typeface="Times New Roman"/>
                <a:cs typeface="Times New Roman"/>
              </a:rPr>
              <a:t>I</a:t>
            </a:r>
            <a:r>
              <a:rPr dirty="0" sz="650" spc="-10">
                <a:latin typeface="Times New Roman"/>
                <a:cs typeface="Times New Roman"/>
              </a:rPr>
              <a:t>1</a:t>
            </a:r>
            <a:r>
              <a:rPr dirty="0" baseline="2645" sz="1575" spc="-15">
                <a:latin typeface="Times New Roman"/>
                <a:cs typeface="Times New Roman"/>
              </a:rPr>
              <a:t>=0.55%</a:t>
            </a:r>
            <a:endParaRPr baseline="2645" sz="1575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90"/>
              </a:spcBef>
            </a:pPr>
            <a:r>
              <a:rPr dirty="0" baseline="2645" sz="1575">
                <a:latin typeface="Times New Roman"/>
                <a:cs typeface="Times New Roman"/>
              </a:rPr>
              <a:t>Ve</a:t>
            </a:r>
            <a:r>
              <a:rPr dirty="0" sz="650">
                <a:latin typeface="Times New Roman"/>
                <a:cs typeface="Times New Roman"/>
              </a:rPr>
              <a:t>2</a:t>
            </a:r>
            <a:r>
              <a:rPr dirty="0" baseline="2645" sz="1575">
                <a:latin typeface="Times New Roman"/>
                <a:cs typeface="Times New Roman"/>
              </a:rPr>
              <a:t>=80</a:t>
            </a:r>
            <a:r>
              <a:rPr dirty="0" baseline="2645" sz="1575" spc="337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Km/h,</a:t>
            </a:r>
            <a:r>
              <a:rPr dirty="0" baseline="2645" sz="1575" spc="-3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e</a:t>
            </a:r>
            <a:r>
              <a:rPr dirty="0" sz="650">
                <a:latin typeface="Times New Roman"/>
                <a:cs typeface="Times New Roman"/>
              </a:rPr>
              <a:t>2</a:t>
            </a:r>
            <a:r>
              <a:rPr dirty="0" baseline="2645" sz="1575">
                <a:latin typeface="Times New Roman"/>
                <a:cs typeface="Times New Roman"/>
              </a:rPr>
              <a:t>=7.4%,</a:t>
            </a:r>
            <a:r>
              <a:rPr dirty="0" baseline="2645" sz="1575" spc="-22">
                <a:latin typeface="Times New Roman"/>
                <a:cs typeface="Times New Roman"/>
              </a:rPr>
              <a:t> </a:t>
            </a:r>
            <a:r>
              <a:rPr dirty="0" baseline="2645" sz="1575" spc="-15">
                <a:latin typeface="Times New Roman"/>
                <a:cs typeface="Times New Roman"/>
              </a:rPr>
              <a:t>I</a:t>
            </a:r>
            <a:r>
              <a:rPr dirty="0" sz="650" spc="-10">
                <a:latin typeface="Times New Roman"/>
                <a:cs typeface="Times New Roman"/>
              </a:rPr>
              <a:t>2</a:t>
            </a:r>
            <a:r>
              <a:rPr dirty="0" baseline="2645" sz="1575" spc="-15">
                <a:latin typeface="Times New Roman"/>
                <a:cs typeface="Times New Roman"/>
              </a:rPr>
              <a:t>=0.50%</a:t>
            </a:r>
            <a:endParaRPr baseline="2645" sz="1575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50">
                <a:latin typeface="Times New Roman"/>
                <a:cs typeface="Times New Roman"/>
              </a:rPr>
              <a:t>Con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estos</a:t>
            </a:r>
            <a:r>
              <a:rPr dirty="0" sz="1050" spc="-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calculan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los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siguientes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datos: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031239" y="3265182"/>
            <a:ext cx="868044" cy="200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429895" algn="l"/>
              </a:tabLst>
            </a:pPr>
            <a:r>
              <a:rPr dirty="0" sz="1150" spc="-25" i="1">
                <a:latin typeface="Times New Roman"/>
                <a:cs typeface="Times New Roman"/>
              </a:rPr>
              <a:t>Lt</a:t>
            </a:r>
            <a:r>
              <a:rPr dirty="0" baseline="-21367" sz="975" spc="-37">
                <a:latin typeface="Times New Roman"/>
                <a:cs typeface="Times New Roman"/>
              </a:rPr>
              <a:t>1</a:t>
            </a:r>
            <a:r>
              <a:rPr dirty="0" baseline="-21367" sz="975">
                <a:latin typeface="Times New Roman"/>
                <a:cs typeface="Times New Roman"/>
              </a:rPr>
              <a:t>	</a:t>
            </a:r>
            <a:r>
              <a:rPr dirty="0" sz="1150" spc="-10">
                <a:latin typeface="Times New Roman"/>
                <a:cs typeface="Times New Roman"/>
              </a:rPr>
              <a:t>8</a:t>
            </a:r>
            <a:r>
              <a:rPr dirty="0" sz="1150" spc="-10" i="1">
                <a:latin typeface="Times New Roman"/>
                <a:cs typeface="Times New Roman"/>
              </a:rPr>
              <a:t>x</a:t>
            </a:r>
            <a:r>
              <a:rPr dirty="0" sz="1150" spc="-10">
                <a:latin typeface="Times New Roman"/>
                <a:cs typeface="Times New Roman"/>
              </a:rPr>
              <a:t>3.65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029969" y="3743972"/>
            <a:ext cx="1635125" cy="474980"/>
          </a:xfrm>
          <a:prstGeom prst="rect">
            <a:avLst/>
          </a:prstGeom>
        </p:spPr>
        <p:txBody>
          <a:bodyPr wrap="square" lIns="0" tIns="6223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490"/>
              </a:spcBef>
            </a:pPr>
            <a:r>
              <a:rPr dirty="0" baseline="-7246" sz="1725" i="1">
                <a:latin typeface="Times New Roman"/>
                <a:cs typeface="Times New Roman"/>
              </a:rPr>
              <a:t>Lt</a:t>
            </a:r>
            <a:r>
              <a:rPr dirty="0" baseline="-38461" sz="975">
                <a:latin typeface="Times New Roman"/>
                <a:cs typeface="Times New Roman"/>
              </a:rPr>
              <a:t>2</a:t>
            </a:r>
            <a:r>
              <a:rPr dirty="0" baseline="-38461" sz="975" spc="607">
                <a:latin typeface="Times New Roman"/>
                <a:cs typeface="Times New Roman"/>
              </a:rPr>
              <a:t> </a:t>
            </a:r>
            <a:r>
              <a:rPr dirty="0" baseline="-41062" sz="1725">
                <a:latin typeface="Consolas"/>
                <a:cs typeface="Consolas"/>
              </a:rPr>
              <a:t>=</a:t>
            </a:r>
            <a:r>
              <a:rPr dirty="0" baseline="-41062" sz="1725" spc="-30">
                <a:latin typeface="Consolas"/>
                <a:cs typeface="Consolas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7.4</a:t>
            </a:r>
            <a:r>
              <a:rPr dirty="0" sz="1150" i="1">
                <a:latin typeface="Times New Roman"/>
                <a:cs typeface="Times New Roman"/>
              </a:rPr>
              <a:t>x</a:t>
            </a:r>
            <a:r>
              <a:rPr dirty="0" sz="1150">
                <a:latin typeface="Times New Roman"/>
                <a:cs typeface="Times New Roman"/>
              </a:rPr>
              <a:t>3.65</a:t>
            </a:r>
            <a:r>
              <a:rPr dirty="0" sz="1150" spc="-10">
                <a:latin typeface="Times New Roman"/>
                <a:cs typeface="Times New Roman"/>
              </a:rPr>
              <a:t> </a:t>
            </a:r>
            <a:r>
              <a:rPr dirty="0" baseline="-41062" sz="1725">
                <a:latin typeface="Consolas"/>
                <a:cs typeface="Consolas"/>
              </a:rPr>
              <a:t>=</a:t>
            </a:r>
            <a:r>
              <a:rPr dirty="0" baseline="-41062" sz="1725" spc="-15">
                <a:latin typeface="Consolas"/>
                <a:cs typeface="Consolas"/>
              </a:rPr>
              <a:t> </a:t>
            </a:r>
            <a:r>
              <a:rPr dirty="0" baseline="-41062" sz="1725" spc="-15">
                <a:latin typeface="Times New Roman"/>
                <a:cs typeface="Times New Roman"/>
              </a:rPr>
              <a:t>54.02</a:t>
            </a:r>
            <a:r>
              <a:rPr dirty="0" baseline="-41062" sz="1725" spc="-15" i="1">
                <a:latin typeface="Times New Roman"/>
                <a:cs typeface="Times New Roman"/>
              </a:rPr>
              <a:t>m</a:t>
            </a:r>
            <a:endParaRPr baseline="-41062" sz="1725">
              <a:latin typeface="Times New Roman"/>
              <a:cs typeface="Times New Roman"/>
            </a:endParaRPr>
          </a:p>
          <a:p>
            <a:pPr algn="ctr" marR="273685">
              <a:lnSpc>
                <a:spcPct val="100000"/>
              </a:lnSpc>
              <a:spcBef>
                <a:spcPts val="390"/>
              </a:spcBef>
            </a:pPr>
            <a:r>
              <a:rPr dirty="0" sz="1150" spc="-20">
                <a:latin typeface="Times New Roman"/>
                <a:cs typeface="Times New Roman"/>
              </a:rPr>
              <a:t>0.50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070610" y="4354842"/>
            <a:ext cx="123189" cy="200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50" i="1">
                <a:latin typeface="Times New Roman"/>
                <a:cs typeface="Times New Roman"/>
              </a:rPr>
              <a:t>N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287780" y="3378213"/>
            <a:ext cx="1221105" cy="200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11505" algn="l"/>
              </a:tabLst>
            </a:pPr>
            <a:r>
              <a:rPr dirty="0" sz="1150" spc="-50">
                <a:latin typeface="Consolas"/>
                <a:cs typeface="Consolas"/>
              </a:rPr>
              <a:t>=</a:t>
            </a:r>
            <a:r>
              <a:rPr dirty="0" sz="1150">
                <a:latin typeface="Consolas"/>
                <a:cs typeface="Consolas"/>
              </a:rPr>
              <a:t>	=</a:t>
            </a:r>
            <a:r>
              <a:rPr dirty="0" sz="1150" spc="-5">
                <a:latin typeface="Consolas"/>
                <a:cs typeface="Consolas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53.09</a:t>
            </a:r>
            <a:r>
              <a:rPr dirty="0" sz="1150" spc="-10" i="1">
                <a:latin typeface="Times New Roman"/>
                <a:cs typeface="Times New Roman"/>
              </a:rPr>
              <a:t>m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490980" y="3495052"/>
            <a:ext cx="281305" cy="200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20">
                <a:latin typeface="Times New Roman"/>
                <a:cs typeface="Times New Roman"/>
              </a:rPr>
              <a:t>0.55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149350" y="4475492"/>
            <a:ext cx="252095" cy="200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-21367" sz="975">
                <a:latin typeface="Times New Roman"/>
                <a:cs typeface="Times New Roman"/>
              </a:rPr>
              <a:t>1</a:t>
            </a:r>
            <a:r>
              <a:rPr dirty="0" baseline="-21367" sz="975" spc="382">
                <a:latin typeface="Times New Roman"/>
                <a:cs typeface="Times New Roman"/>
              </a:rPr>
              <a:t> </a:t>
            </a:r>
            <a:r>
              <a:rPr dirty="0" sz="1150" spc="-60">
                <a:latin typeface="Consolas"/>
                <a:cs typeface="Consolas"/>
              </a:rPr>
              <a:t>=</a:t>
            </a:r>
            <a:endParaRPr sz="1150">
              <a:latin typeface="Consolas"/>
              <a:cs typeface="Consolas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389380" y="4324362"/>
            <a:ext cx="643255" cy="4622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5750" marR="5080" indent="-273050">
              <a:lnSpc>
                <a:spcPct val="124600"/>
              </a:lnSpc>
              <a:spcBef>
                <a:spcPts val="100"/>
              </a:spcBef>
            </a:pPr>
            <a:r>
              <a:rPr dirty="0" u="sng" sz="1150" spc="4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50" spc="-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2.0</a:t>
            </a:r>
            <a:r>
              <a:rPr dirty="0" u="sng" sz="1150" spc="-10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x</a:t>
            </a:r>
            <a:r>
              <a:rPr dirty="0" u="sng" sz="1150" spc="-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53.09</a:t>
            </a:r>
            <a:r>
              <a:rPr dirty="0" sz="1150" spc="-10">
                <a:latin typeface="Times New Roman"/>
                <a:cs typeface="Times New Roman"/>
              </a:rPr>
              <a:t> </a:t>
            </a:r>
            <a:r>
              <a:rPr dirty="0" sz="1150" spc="-50">
                <a:latin typeface="Times New Roman"/>
                <a:cs typeface="Times New Roman"/>
              </a:rPr>
              <a:t>8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2043429" y="4475492"/>
            <a:ext cx="621665" cy="200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>
                <a:latin typeface="Consolas"/>
                <a:cs typeface="Consolas"/>
              </a:rPr>
              <a:t>=</a:t>
            </a:r>
            <a:r>
              <a:rPr dirty="0" sz="1150" spc="-5">
                <a:latin typeface="Consolas"/>
                <a:cs typeface="Consolas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13.27</a:t>
            </a:r>
            <a:r>
              <a:rPr dirty="0" sz="1150" spc="-10" i="1">
                <a:latin typeface="Times New Roman"/>
                <a:cs typeface="Times New Roman"/>
              </a:rPr>
              <a:t>m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1070610" y="4874273"/>
            <a:ext cx="1528445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07340">
              <a:lnSpc>
                <a:spcPts val="1140"/>
              </a:lnSpc>
              <a:spcBef>
                <a:spcPts val="100"/>
              </a:spcBef>
            </a:pPr>
            <a:r>
              <a:rPr dirty="0" sz="1150" spc="-10">
                <a:latin typeface="Times New Roman"/>
                <a:cs typeface="Times New Roman"/>
              </a:rPr>
              <a:t>2.0</a:t>
            </a:r>
            <a:r>
              <a:rPr dirty="0" sz="1150" spc="-10" i="1">
                <a:latin typeface="Times New Roman"/>
                <a:cs typeface="Times New Roman"/>
              </a:rPr>
              <a:t>x</a:t>
            </a:r>
            <a:r>
              <a:rPr dirty="0" sz="1150" spc="-10">
                <a:latin typeface="Times New Roman"/>
                <a:cs typeface="Times New Roman"/>
              </a:rPr>
              <a:t>54.02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ts val="1140"/>
              </a:lnSpc>
              <a:tabLst>
                <a:tab pos="918844" algn="l"/>
              </a:tabLst>
            </a:pPr>
            <a:r>
              <a:rPr dirty="0" sz="1150" i="1">
                <a:latin typeface="Times New Roman"/>
                <a:cs typeface="Times New Roman"/>
              </a:rPr>
              <a:t>N </a:t>
            </a:r>
            <a:r>
              <a:rPr dirty="0" sz="1150">
                <a:latin typeface="Consolas"/>
                <a:cs typeface="Consolas"/>
              </a:rPr>
              <a:t>=</a:t>
            </a:r>
            <a:r>
              <a:rPr dirty="0" sz="1150" spc="340">
                <a:latin typeface="Consolas"/>
                <a:cs typeface="Consolas"/>
              </a:rPr>
              <a:t> </a:t>
            </a:r>
            <a:r>
              <a:rPr dirty="0" u="sng" sz="115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1150">
                <a:uFill>
                  <a:solidFill>
                    <a:srgbClr val="000000"/>
                  </a:solidFill>
                </a:uFill>
                <a:latin typeface="Consolas"/>
                <a:cs typeface="Consolas"/>
              </a:rPr>
              <a:t>=</a:t>
            </a:r>
            <a:r>
              <a:rPr dirty="0" sz="1150" spc="-5">
                <a:latin typeface="Consolas"/>
                <a:cs typeface="Consolas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14.60</a:t>
            </a:r>
            <a:r>
              <a:rPr dirty="0" sz="1150" spc="-10" i="1">
                <a:latin typeface="Times New Roman"/>
                <a:cs typeface="Times New Roman"/>
              </a:rPr>
              <a:t>m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1184910" y="5153672"/>
            <a:ext cx="67945" cy="1276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650" spc="-50">
                <a:latin typeface="Times New Roman"/>
                <a:cs typeface="Times New Roman"/>
              </a:rPr>
              <a:t>2</a:t>
            </a:r>
            <a:endParaRPr sz="650">
              <a:latin typeface="Times New Roman"/>
              <a:cs typeface="Times New Roman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1621789" y="5148592"/>
            <a:ext cx="207645" cy="200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25">
                <a:latin typeface="Times New Roman"/>
                <a:cs typeface="Times New Roman"/>
              </a:rPr>
              <a:t>7.4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1040130" y="5483873"/>
            <a:ext cx="5495290" cy="2221230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algn="just" marL="12700" marR="17780">
              <a:lnSpc>
                <a:spcPts val="1220"/>
              </a:lnSpc>
              <a:spcBef>
                <a:spcPts val="175"/>
              </a:spcBef>
            </a:pP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1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obtiene</a:t>
            </a:r>
            <a:r>
              <a:rPr dirty="0" sz="1050" spc="1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1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1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entretangencia</a:t>
            </a:r>
            <a:r>
              <a:rPr dirty="0" sz="1050" spc="1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mínima</a:t>
            </a:r>
            <a:r>
              <a:rPr dirty="0" sz="1050" spc="1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requerida</a:t>
            </a:r>
            <a:r>
              <a:rPr dirty="0" sz="1050" spc="1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para</a:t>
            </a:r>
            <a:r>
              <a:rPr dirty="0" sz="1050" spc="1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desarrollo</a:t>
            </a:r>
            <a:r>
              <a:rPr dirty="0" sz="1050" spc="1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del</a:t>
            </a:r>
            <a:r>
              <a:rPr dirty="0" sz="1050" spc="1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1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normal</a:t>
            </a:r>
            <a:r>
              <a:rPr dirty="0" sz="1050" spc="1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entre</a:t>
            </a:r>
            <a:r>
              <a:rPr dirty="0" sz="1050" spc="130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ambas </a:t>
            </a:r>
            <a:r>
              <a:rPr dirty="0" sz="1050">
                <a:latin typeface="Times New Roman"/>
                <a:cs typeface="Times New Roman"/>
              </a:rPr>
              <a:t>curvas</a:t>
            </a:r>
            <a:r>
              <a:rPr dirty="0" sz="1050" spc="-35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es:</a:t>
            </a: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55"/>
              </a:spcBef>
            </a:pPr>
            <a:r>
              <a:rPr dirty="0" sz="1050" spc="-10">
                <a:latin typeface="Times New Roman"/>
                <a:cs typeface="Times New Roman"/>
              </a:rPr>
              <a:t>53.09+54.02+13.27+14.60=134.98</a:t>
            </a:r>
            <a:r>
              <a:rPr dirty="0" sz="1050" spc="165">
                <a:latin typeface="Times New Roman"/>
                <a:cs typeface="Times New Roman"/>
              </a:rPr>
              <a:t> </a:t>
            </a:r>
            <a:r>
              <a:rPr dirty="0" sz="1050" spc="-50">
                <a:latin typeface="Times New Roman"/>
                <a:cs typeface="Times New Roman"/>
              </a:rPr>
              <a:t>m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50">
                <a:latin typeface="Times New Roman"/>
                <a:cs typeface="Times New Roman"/>
              </a:rPr>
              <a:t>Mientras</a:t>
            </a:r>
            <a:r>
              <a:rPr dirty="0" sz="1050" spc="-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entretangencia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disponible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de: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baseline="2645" sz="1575">
                <a:latin typeface="Times New Roman"/>
                <a:cs typeface="Times New Roman"/>
              </a:rPr>
              <a:t>PC</a:t>
            </a:r>
            <a:r>
              <a:rPr dirty="0" sz="650">
                <a:latin typeface="Times New Roman"/>
                <a:cs typeface="Times New Roman"/>
              </a:rPr>
              <a:t>2</a:t>
            </a:r>
            <a:r>
              <a:rPr dirty="0" sz="650" spc="-1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–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PT</a:t>
            </a:r>
            <a:r>
              <a:rPr dirty="0" sz="650">
                <a:latin typeface="Times New Roman"/>
                <a:cs typeface="Times New Roman"/>
              </a:rPr>
              <a:t>1</a:t>
            </a:r>
            <a:r>
              <a:rPr dirty="0" sz="650" spc="-1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=</a:t>
            </a:r>
            <a:r>
              <a:rPr dirty="0" baseline="2645" sz="1575" spc="-22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311.23</a:t>
            </a:r>
            <a:r>
              <a:rPr dirty="0" baseline="2645" sz="1575" spc="-22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–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187.41</a:t>
            </a:r>
            <a:r>
              <a:rPr dirty="0" baseline="2645" sz="1575" spc="-22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=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123.82</a:t>
            </a:r>
            <a:r>
              <a:rPr dirty="0" baseline="2645" sz="1575" spc="-7">
                <a:latin typeface="Times New Roman"/>
                <a:cs typeface="Times New Roman"/>
              </a:rPr>
              <a:t> </a:t>
            </a:r>
            <a:r>
              <a:rPr dirty="0" baseline="2645" sz="1575" spc="-75">
                <a:latin typeface="Times New Roman"/>
                <a:cs typeface="Times New Roman"/>
              </a:rPr>
              <a:t>m</a:t>
            </a:r>
            <a:endParaRPr baseline="2645" sz="1575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tiene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entonces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entre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ambas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curvas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debe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calcularse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forma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forzada.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1050">
              <a:latin typeface="Times New Roman"/>
              <a:cs typeface="Times New Roman"/>
            </a:endParaRPr>
          </a:p>
          <a:p>
            <a:pPr algn="just" marL="12700" marR="5080">
              <a:lnSpc>
                <a:spcPts val="1220"/>
              </a:lnSpc>
            </a:pP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3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puede</a:t>
            </a:r>
            <a:r>
              <a:rPr dirty="0" sz="1050" spc="3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observar</a:t>
            </a:r>
            <a:r>
              <a:rPr dirty="0" sz="1050" spc="3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3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no</a:t>
            </a:r>
            <a:r>
              <a:rPr dirty="0" sz="1050" spc="3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hay</a:t>
            </a:r>
            <a:r>
              <a:rPr dirty="0" sz="1050" spc="3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problema</a:t>
            </a:r>
            <a:r>
              <a:rPr dirty="0" sz="1050" spc="3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con</a:t>
            </a:r>
            <a:r>
              <a:rPr dirty="0" sz="1050" spc="3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3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inclinación</a:t>
            </a:r>
            <a:r>
              <a:rPr dirty="0" sz="1050" spc="3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o</a:t>
            </a:r>
            <a:r>
              <a:rPr dirty="0" sz="1050" spc="3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rampa</a:t>
            </a:r>
            <a:r>
              <a:rPr dirty="0" sz="1050" spc="3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3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peraltes</a:t>
            </a:r>
            <a:r>
              <a:rPr dirty="0" sz="1050" spc="320">
                <a:latin typeface="Times New Roman"/>
                <a:cs typeface="Times New Roman"/>
              </a:rPr>
              <a:t>  </a:t>
            </a:r>
            <a:r>
              <a:rPr dirty="0" sz="1050">
                <a:latin typeface="Times New Roman"/>
                <a:cs typeface="Times New Roman"/>
              </a:rPr>
              <a:t>ya</a:t>
            </a:r>
            <a:r>
              <a:rPr dirty="0" sz="1050" spc="3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320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la </a:t>
            </a:r>
            <a:r>
              <a:rPr dirty="0" sz="1050">
                <a:latin typeface="Times New Roman"/>
                <a:cs typeface="Times New Roman"/>
              </a:rPr>
              <a:t>entretangencia</a:t>
            </a:r>
            <a:r>
              <a:rPr dirty="0" sz="1050" spc="1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</a:t>
            </a:r>
            <a:r>
              <a:rPr dirty="0" sz="1050" spc="114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mayor</a:t>
            </a:r>
            <a:r>
              <a:rPr dirty="0" sz="1050" spc="114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1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1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suma</a:t>
            </a:r>
            <a:r>
              <a:rPr dirty="0" sz="1050" spc="1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1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las</a:t>
            </a:r>
            <a:r>
              <a:rPr dirty="0" sz="1050" spc="114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dos</a:t>
            </a:r>
            <a:r>
              <a:rPr dirty="0" sz="1050" spc="114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longitudes</a:t>
            </a:r>
            <a:r>
              <a:rPr dirty="0" sz="1050" spc="120">
                <a:latin typeface="Times New Roman"/>
                <a:cs typeface="Times New Roman"/>
              </a:rPr>
              <a:t> 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125">
                <a:latin typeface="Times New Roman"/>
                <a:cs typeface="Times New Roman"/>
              </a:rPr>
              <a:t>  </a:t>
            </a:r>
            <a:r>
              <a:rPr dirty="0" sz="1050">
                <a:latin typeface="Times New Roman"/>
                <a:cs typeface="Times New Roman"/>
              </a:rPr>
              <a:t>transición</a:t>
            </a:r>
            <a:r>
              <a:rPr dirty="0" sz="1050" spc="2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o</a:t>
            </a:r>
            <a:r>
              <a:rPr dirty="0" sz="1050" spc="1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desarrollo</a:t>
            </a:r>
            <a:r>
              <a:rPr dirty="0" sz="1050" spc="15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15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las</a:t>
            </a:r>
            <a:r>
              <a:rPr dirty="0" sz="1050" spc="160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dos </a:t>
            </a:r>
            <a:r>
              <a:rPr dirty="0" sz="1050">
                <a:latin typeface="Times New Roman"/>
                <a:cs typeface="Times New Roman"/>
              </a:rPr>
              <a:t>curvas.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todas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formas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su</a:t>
            </a:r>
            <a:r>
              <a:rPr dirty="0" sz="1050" spc="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valor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esta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dado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 spc="-20">
                <a:latin typeface="Times New Roman"/>
                <a:cs typeface="Times New Roman"/>
              </a:rPr>
              <a:t>por: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1069339" y="7990853"/>
            <a:ext cx="208915" cy="200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i="1">
                <a:latin typeface="Times New Roman"/>
                <a:cs typeface="Times New Roman"/>
              </a:rPr>
              <a:t>I</a:t>
            </a:r>
            <a:r>
              <a:rPr dirty="0" sz="1150" spc="125" i="1">
                <a:latin typeface="Times New Roman"/>
                <a:cs typeface="Times New Roman"/>
              </a:rPr>
              <a:t> </a:t>
            </a:r>
            <a:r>
              <a:rPr dirty="0" sz="1150" spc="-50">
                <a:latin typeface="Consolas"/>
                <a:cs typeface="Consolas"/>
              </a:rPr>
              <a:t>=</a:t>
            </a:r>
            <a:endParaRPr sz="1150">
              <a:latin typeface="Consolas"/>
              <a:cs typeface="Consolas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1278889" y="7889253"/>
            <a:ext cx="761365" cy="375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 marR="30480" indent="80010">
              <a:lnSpc>
                <a:spcPct val="100000"/>
              </a:lnSpc>
              <a:spcBef>
                <a:spcPts val="100"/>
              </a:spcBef>
            </a:pPr>
            <a:r>
              <a:rPr dirty="0" sz="1150">
                <a:latin typeface="Times New Roman"/>
                <a:cs typeface="Times New Roman"/>
              </a:rPr>
              <a:t>(</a:t>
            </a:r>
            <a:r>
              <a:rPr dirty="0" sz="1150" i="1">
                <a:latin typeface="Times New Roman"/>
                <a:cs typeface="Times New Roman"/>
              </a:rPr>
              <a:t>e</a:t>
            </a:r>
            <a:r>
              <a:rPr dirty="0" baseline="-25641" sz="975">
                <a:latin typeface="Times New Roman"/>
                <a:cs typeface="Times New Roman"/>
              </a:rPr>
              <a:t>1</a:t>
            </a:r>
            <a:r>
              <a:rPr dirty="0" baseline="-25641" sz="975" spc="-37">
                <a:latin typeface="Times New Roman"/>
                <a:cs typeface="Times New Roman"/>
              </a:rPr>
              <a:t> </a:t>
            </a:r>
            <a:r>
              <a:rPr dirty="0" sz="1150">
                <a:latin typeface="Consolas"/>
                <a:cs typeface="Consolas"/>
              </a:rPr>
              <a:t>+ </a:t>
            </a:r>
            <a:r>
              <a:rPr dirty="0" sz="1150" i="1">
                <a:latin typeface="Times New Roman"/>
                <a:cs typeface="Times New Roman"/>
              </a:rPr>
              <a:t>e</a:t>
            </a:r>
            <a:r>
              <a:rPr dirty="0" baseline="-25641" sz="975">
                <a:latin typeface="Times New Roman"/>
                <a:cs typeface="Times New Roman"/>
              </a:rPr>
              <a:t>2</a:t>
            </a:r>
            <a:r>
              <a:rPr dirty="0" baseline="-25641" sz="975" spc="44">
                <a:latin typeface="Times New Roman"/>
                <a:cs typeface="Times New Roman"/>
              </a:rPr>
              <a:t> </a:t>
            </a:r>
            <a:r>
              <a:rPr dirty="0" sz="1150" spc="-25">
                <a:latin typeface="Times New Roman"/>
                <a:cs typeface="Times New Roman"/>
              </a:rPr>
              <a:t>)</a:t>
            </a:r>
            <a:r>
              <a:rPr dirty="0" sz="1150" spc="-25" i="1">
                <a:latin typeface="Times New Roman"/>
                <a:cs typeface="Times New Roman"/>
              </a:rPr>
              <a:t>a </a:t>
            </a:r>
            <a:r>
              <a:rPr dirty="0" sz="1150">
                <a:latin typeface="Times New Roman"/>
                <a:cs typeface="Times New Roman"/>
              </a:rPr>
              <a:t>(</a:t>
            </a:r>
            <a:r>
              <a:rPr dirty="0" sz="1150" i="1">
                <a:latin typeface="Times New Roman"/>
                <a:cs typeface="Times New Roman"/>
              </a:rPr>
              <a:t>PC</a:t>
            </a:r>
            <a:r>
              <a:rPr dirty="0" baseline="-25641" sz="975">
                <a:latin typeface="Times New Roman"/>
                <a:cs typeface="Times New Roman"/>
              </a:rPr>
              <a:t>2</a:t>
            </a:r>
            <a:r>
              <a:rPr dirty="0" baseline="-25641" sz="975" spc="112">
                <a:latin typeface="Times New Roman"/>
                <a:cs typeface="Times New Roman"/>
              </a:rPr>
              <a:t> </a:t>
            </a:r>
            <a:r>
              <a:rPr dirty="0" sz="1150">
                <a:latin typeface="Consolas"/>
                <a:cs typeface="Consolas"/>
              </a:rPr>
              <a:t>−</a:t>
            </a:r>
            <a:r>
              <a:rPr dirty="0" sz="1150" spc="55">
                <a:latin typeface="Consolas"/>
                <a:cs typeface="Consolas"/>
              </a:rPr>
              <a:t> </a:t>
            </a:r>
            <a:r>
              <a:rPr dirty="0" sz="1150" spc="-25" i="1">
                <a:latin typeface="Times New Roman"/>
                <a:cs typeface="Times New Roman"/>
              </a:rPr>
              <a:t>PT</a:t>
            </a:r>
            <a:r>
              <a:rPr dirty="0" baseline="-25641" sz="975" spc="-37">
                <a:latin typeface="Times New Roman"/>
                <a:cs typeface="Times New Roman"/>
              </a:rPr>
              <a:t>1</a:t>
            </a:r>
            <a:endParaRPr baseline="-25641" sz="975">
              <a:latin typeface="Times New Roman"/>
              <a:cs typeface="Times New Roman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1304289" y="8229612"/>
            <a:ext cx="74295" cy="200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50">
                <a:latin typeface="Times New Roman"/>
                <a:cs typeface="Times New Roman"/>
              </a:rPr>
              <a:t>)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2087879" y="8083562"/>
            <a:ext cx="106045" cy="200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50">
                <a:latin typeface="Consolas"/>
                <a:cs typeface="Consolas"/>
              </a:rPr>
              <a:t>=</a:t>
            </a:r>
            <a:endParaRPr sz="1150">
              <a:latin typeface="Consolas"/>
              <a:cs typeface="Consolas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2247900" y="7976882"/>
            <a:ext cx="1006475" cy="200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>
                <a:latin typeface="Times New Roman"/>
                <a:cs typeface="Times New Roman"/>
              </a:rPr>
              <a:t>(8.0 </a:t>
            </a:r>
            <a:r>
              <a:rPr dirty="0" sz="1150">
                <a:latin typeface="Consolas"/>
                <a:cs typeface="Consolas"/>
              </a:rPr>
              <a:t>+</a:t>
            </a:r>
            <a:r>
              <a:rPr dirty="0" sz="1150" spc="-15">
                <a:latin typeface="Consolas"/>
                <a:cs typeface="Consolas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7.4)</a:t>
            </a:r>
            <a:r>
              <a:rPr dirty="0" sz="1150" spc="-10" i="1">
                <a:latin typeface="Times New Roman"/>
                <a:cs typeface="Times New Roman"/>
              </a:rPr>
              <a:t>x</a:t>
            </a:r>
            <a:r>
              <a:rPr dirty="0" sz="1150" spc="-10">
                <a:latin typeface="Times New Roman"/>
                <a:cs typeface="Times New Roman"/>
              </a:rPr>
              <a:t>3.65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3265170" y="8083562"/>
            <a:ext cx="563245" cy="200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>
                <a:latin typeface="Consolas"/>
                <a:cs typeface="Consolas"/>
              </a:rPr>
              <a:t>=</a:t>
            </a:r>
            <a:r>
              <a:rPr dirty="0" sz="1150" spc="-5">
                <a:latin typeface="Consolas"/>
                <a:cs typeface="Consolas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0.45%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2477770" y="8130553"/>
            <a:ext cx="427355" cy="200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10">
                <a:latin typeface="Times New Roman"/>
                <a:cs typeface="Times New Roman"/>
              </a:rPr>
              <a:t>123.82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1040130" y="8587753"/>
            <a:ext cx="515937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2645" sz="1575">
                <a:latin typeface="Times New Roman"/>
                <a:cs typeface="Times New Roman"/>
              </a:rPr>
              <a:t>Como</a:t>
            </a:r>
            <a:r>
              <a:rPr dirty="0" baseline="2645" sz="1575" spc="-3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los</a:t>
            </a:r>
            <a:r>
              <a:rPr dirty="0" baseline="2645" sz="1575" spc="-3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peraltes</a:t>
            </a:r>
            <a:r>
              <a:rPr dirty="0" baseline="2645" sz="1575" spc="-3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son</a:t>
            </a:r>
            <a:r>
              <a:rPr dirty="0" baseline="2645" sz="1575" spc="-22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diferentes</a:t>
            </a:r>
            <a:r>
              <a:rPr dirty="0" baseline="2645" sz="1575" spc="-3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la</a:t>
            </a:r>
            <a:r>
              <a:rPr dirty="0" baseline="2645" sz="1575" spc="-22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distancia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del</a:t>
            </a:r>
            <a:r>
              <a:rPr dirty="0" baseline="2645" sz="1575" spc="-3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PT</a:t>
            </a:r>
            <a:r>
              <a:rPr dirty="0" sz="650">
                <a:latin typeface="Times New Roman"/>
                <a:cs typeface="Times New Roman"/>
              </a:rPr>
              <a:t>1</a:t>
            </a:r>
            <a:r>
              <a:rPr dirty="0" sz="650" spc="-1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al</a:t>
            </a:r>
            <a:r>
              <a:rPr dirty="0" baseline="2645" sz="1575" spc="-3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punto</a:t>
            </a:r>
            <a:r>
              <a:rPr dirty="0" baseline="2645" sz="1575" spc="-22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X</a:t>
            </a:r>
            <a:r>
              <a:rPr dirty="0" baseline="2645" sz="1575" spc="-3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se</a:t>
            </a:r>
            <a:r>
              <a:rPr dirty="0" baseline="2645" sz="1575" spc="-22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calcula</a:t>
            </a:r>
            <a:r>
              <a:rPr dirty="0" baseline="2645" sz="1575" spc="-22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de</a:t>
            </a:r>
            <a:r>
              <a:rPr dirty="0" baseline="2645" sz="1575" spc="-22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la</a:t>
            </a:r>
            <a:r>
              <a:rPr dirty="0" baseline="2645" sz="1575" spc="7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siguiente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forma:</a:t>
            </a:r>
            <a:endParaRPr sz="10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532889" y="3461398"/>
            <a:ext cx="748665" cy="0"/>
          </a:xfrm>
          <a:custGeom>
            <a:avLst/>
            <a:gdLst/>
            <a:ahLst/>
            <a:cxnLst/>
            <a:rect l="l" t="t" r="r" b="b"/>
            <a:pathLst>
              <a:path w="748664" h="0">
                <a:moveTo>
                  <a:pt x="0" y="0"/>
                </a:moveTo>
                <a:lnTo>
                  <a:pt x="748665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1069339" y="1501152"/>
            <a:ext cx="327025" cy="200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i="1">
                <a:latin typeface="Times New Roman"/>
                <a:cs typeface="Times New Roman"/>
              </a:rPr>
              <a:t>Lt</a:t>
            </a:r>
            <a:r>
              <a:rPr dirty="0" sz="1150" spc="-25" i="1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'</a:t>
            </a:r>
            <a:r>
              <a:rPr dirty="0" sz="1150" spc="-5">
                <a:latin typeface="Times New Roman"/>
                <a:cs typeface="Times New Roman"/>
              </a:rPr>
              <a:t> </a:t>
            </a:r>
            <a:r>
              <a:rPr dirty="0" sz="1150" spc="-50">
                <a:latin typeface="Consolas"/>
                <a:cs typeface="Consolas"/>
              </a:rPr>
              <a:t>=</a:t>
            </a:r>
            <a:endParaRPr sz="1150">
              <a:latin typeface="Consolas"/>
              <a:cs typeface="Consolas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362200" y="1501152"/>
            <a:ext cx="106045" cy="200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50">
                <a:latin typeface="Consolas"/>
                <a:cs typeface="Consolas"/>
              </a:rPr>
              <a:t>=</a:t>
            </a:r>
            <a:endParaRPr sz="1150">
              <a:latin typeface="Consolas"/>
              <a:cs typeface="Consola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2444114" y="1399552"/>
            <a:ext cx="1266190" cy="200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1150" spc="32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5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8(311.23 </a:t>
            </a:r>
            <a:r>
              <a:rPr dirty="0" u="sng" sz="1150">
                <a:uFill>
                  <a:solidFill>
                    <a:srgbClr val="000000"/>
                  </a:solidFill>
                </a:uFill>
                <a:latin typeface="Consolas"/>
                <a:cs typeface="Consolas"/>
              </a:rPr>
              <a:t>−</a:t>
            </a:r>
            <a:r>
              <a:rPr dirty="0" u="sng" sz="1150" spc="-5">
                <a:uFill>
                  <a:solidFill>
                    <a:srgbClr val="000000"/>
                  </a:solidFill>
                </a:uFill>
                <a:latin typeface="Consolas"/>
                <a:cs typeface="Consolas"/>
              </a:rPr>
              <a:t> </a:t>
            </a:r>
            <a:r>
              <a:rPr dirty="0" u="sng" sz="1150" spc="-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187.4</a:t>
            </a:r>
            <a:r>
              <a:rPr dirty="0" sz="1150" spc="-10">
                <a:latin typeface="Times New Roman"/>
                <a:cs typeface="Times New Roman"/>
              </a:rPr>
              <a:t>1)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412239" y="1367801"/>
            <a:ext cx="977265" cy="426720"/>
          </a:xfrm>
          <a:prstGeom prst="rect">
            <a:avLst/>
          </a:prstGeom>
        </p:spPr>
        <p:txBody>
          <a:bodyPr wrap="square" lIns="0" tIns="3810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300"/>
              </a:spcBef>
            </a:pPr>
            <a:r>
              <a:rPr dirty="0" sz="1150" i="1">
                <a:latin typeface="Times New Roman"/>
                <a:cs typeface="Times New Roman"/>
              </a:rPr>
              <a:t>e</a:t>
            </a:r>
            <a:r>
              <a:rPr dirty="0" baseline="-21367" sz="975">
                <a:latin typeface="Times New Roman"/>
                <a:cs typeface="Times New Roman"/>
              </a:rPr>
              <a:t>1</a:t>
            </a:r>
            <a:r>
              <a:rPr dirty="0" baseline="-21367" sz="975" spc="-1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(</a:t>
            </a:r>
            <a:r>
              <a:rPr dirty="0" sz="1150" i="1">
                <a:latin typeface="Times New Roman"/>
                <a:cs typeface="Times New Roman"/>
              </a:rPr>
              <a:t>PC</a:t>
            </a:r>
            <a:r>
              <a:rPr dirty="0" baseline="-21367" sz="975">
                <a:latin typeface="Times New Roman"/>
                <a:cs typeface="Times New Roman"/>
              </a:rPr>
              <a:t>2</a:t>
            </a:r>
            <a:r>
              <a:rPr dirty="0" baseline="-21367" sz="975" spc="112">
                <a:latin typeface="Times New Roman"/>
                <a:cs typeface="Times New Roman"/>
              </a:rPr>
              <a:t> </a:t>
            </a:r>
            <a:r>
              <a:rPr dirty="0" sz="1150">
                <a:latin typeface="Consolas"/>
                <a:cs typeface="Consolas"/>
              </a:rPr>
              <a:t>−</a:t>
            </a:r>
            <a:r>
              <a:rPr dirty="0" sz="1150" spc="50">
                <a:latin typeface="Consolas"/>
                <a:cs typeface="Consolas"/>
              </a:rPr>
              <a:t> </a:t>
            </a:r>
            <a:r>
              <a:rPr dirty="0" sz="1150" spc="-20" i="1">
                <a:latin typeface="Times New Roman"/>
                <a:cs typeface="Times New Roman"/>
              </a:rPr>
              <a:t>PT</a:t>
            </a:r>
            <a:r>
              <a:rPr dirty="0" baseline="-21367" sz="975" spc="-30">
                <a:latin typeface="Times New Roman"/>
                <a:cs typeface="Times New Roman"/>
              </a:rPr>
              <a:t>1 </a:t>
            </a:r>
            <a:r>
              <a:rPr dirty="0" sz="1150" spc="-50">
                <a:latin typeface="Times New Roman"/>
                <a:cs typeface="Times New Roman"/>
              </a:rPr>
              <a:t>)</a:t>
            </a:r>
            <a:endParaRPr sz="1150">
              <a:latin typeface="Times New Roman"/>
              <a:cs typeface="Times New Roman"/>
            </a:endParaRPr>
          </a:p>
          <a:p>
            <a:pPr marL="196850">
              <a:lnSpc>
                <a:spcPct val="100000"/>
              </a:lnSpc>
              <a:spcBef>
                <a:spcPts val="200"/>
              </a:spcBef>
            </a:pPr>
            <a:r>
              <a:rPr dirty="0" sz="1150">
                <a:latin typeface="Times New Roman"/>
                <a:cs typeface="Times New Roman"/>
              </a:rPr>
              <a:t>(</a:t>
            </a:r>
            <a:r>
              <a:rPr dirty="0" sz="1150" i="1">
                <a:latin typeface="Times New Roman"/>
                <a:cs typeface="Times New Roman"/>
              </a:rPr>
              <a:t>e</a:t>
            </a:r>
            <a:r>
              <a:rPr dirty="0" baseline="-25641" sz="975">
                <a:latin typeface="Times New Roman"/>
                <a:cs typeface="Times New Roman"/>
              </a:rPr>
              <a:t>1</a:t>
            </a:r>
            <a:r>
              <a:rPr dirty="0" baseline="-25641" sz="975" spc="247">
                <a:latin typeface="Times New Roman"/>
                <a:cs typeface="Times New Roman"/>
              </a:rPr>
              <a:t> </a:t>
            </a:r>
            <a:r>
              <a:rPr dirty="0" sz="1150">
                <a:latin typeface="Consolas"/>
                <a:cs typeface="Consolas"/>
              </a:rPr>
              <a:t>+</a:t>
            </a:r>
            <a:r>
              <a:rPr dirty="0" sz="1150" spc="30">
                <a:latin typeface="Consolas"/>
                <a:cs typeface="Consolas"/>
              </a:rPr>
              <a:t> </a:t>
            </a:r>
            <a:r>
              <a:rPr dirty="0" sz="1150" spc="-25" i="1">
                <a:latin typeface="Times New Roman"/>
                <a:cs typeface="Times New Roman"/>
              </a:rPr>
              <a:t>e</a:t>
            </a:r>
            <a:r>
              <a:rPr dirty="0" baseline="-25641" sz="975" spc="-37">
                <a:latin typeface="Times New Roman"/>
                <a:cs typeface="Times New Roman"/>
              </a:rPr>
              <a:t>2</a:t>
            </a:r>
            <a:endParaRPr baseline="-25641" sz="975">
              <a:latin typeface="Times New Roman"/>
              <a:cs typeface="Times New Roman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3718559" y="1501152"/>
            <a:ext cx="514984" cy="200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>
                <a:latin typeface="Consolas"/>
                <a:cs typeface="Consolas"/>
              </a:rPr>
              <a:t>=</a:t>
            </a:r>
            <a:r>
              <a:rPr dirty="0" sz="1150" spc="-5">
                <a:latin typeface="Consolas"/>
                <a:cs typeface="Consolas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64.32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2799079" y="1578623"/>
            <a:ext cx="478155" cy="200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>
                <a:latin typeface="Times New Roman"/>
                <a:cs typeface="Times New Roman"/>
              </a:rPr>
              <a:t>8</a:t>
            </a:r>
            <a:r>
              <a:rPr dirty="0" sz="1150" spc="-10">
                <a:latin typeface="Times New Roman"/>
                <a:cs typeface="Times New Roman"/>
              </a:rPr>
              <a:t> </a:t>
            </a:r>
            <a:r>
              <a:rPr dirty="0" sz="1150">
                <a:latin typeface="Consolas"/>
                <a:cs typeface="Consolas"/>
              </a:rPr>
              <a:t>+ </a:t>
            </a:r>
            <a:r>
              <a:rPr dirty="0" sz="1150" spc="-25">
                <a:latin typeface="Times New Roman"/>
                <a:cs typeface="Times New Roman"/>
              </a:rPr>
              <a:t>7.4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040130" y="1785632"/>
            <a:ext cx="5479415" cy="13335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71525">
              <a:lnSpc>
                <a:spcPct val="100000"/>
              </a:lnSpc>
              <a:spcBef>
                <a:spcPts val="100"/>
              </a:spcBef>
            </a:pPr>
            <a:r>
              <a:rPr dirty="0" sz="1150" spc="-50">
                <a:latin typeface="Times New Roman"/>
                <a:cs typeface="Times New Roman"/>
              </a:rPr>
              <a:t>)</a:t>
            </a:r>
            <a:endParaRPr sz="1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75"/>
              </a:spcBef>
            </a:pP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baseline="2645" sz="1575">
                <a:latin typeface="Times New Roman"/>
                <a:cs typeface="Times New Roman"/>
              </a:rPr>
              <a:t>X=</a:t>
            </a:r>
            <a:r>
              <a:rPr dirty="0" baseline="2645" sz="1575" spc="-22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PT</a:t>
            </a:r>
            <a:r>
              <a:rPr dirty="0" sz="650">
                <a:latin typeface="Times New Roman"/>
                <a:cs typeface="Times New Roman"/>
              </a:rPr>
              <a:t>1</a:t>
            </a:r>
            <a:r>
              <a:rPr dirty="0" sz="650" spc="-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+</a:t>
            </a:r>
            <a:r>
              <a:rPr dirty="0" baseline="2645" sz="1575" spc="-22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Lt</a:t>
            </a:r>
            <a:r>
              <a:rPr dirty="0" sz="650">
                <a:latin typeface="Times New Roman"/>
                <a:cs typeface="Times New Roman"/>
              </a:rPr>
              <a:t>1</a:t>
            </a:r>
            <a:r>
              <a:rPr dirty="0" baseline="2645" sz="1575">
                <a:latin typeface="Times New Roman"/>
                <a:cs typeface="Times New Roman"/>
              </a:rPr>
              <a:t>’</a:t>
            </a:r>
            <a:r>
              <a:rPr dirty="0" baseline="2645" sz="1575" spc="-7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=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187.41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+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64.32</a:t>
            </a:r>
            <a:r>
              <a:rPr dirty="0" baseline="2645" sz="1575" spc="-7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=</a:t>
            </a:r>
            <a:r>
              <a:rPr dirty="0" baseline="2645" sz="1575" spc="-15">
                <a:latin typeface="Times New Roman"/>
                <a:cs typeface="Times New Roman"/>
              </a:rPr>
              <a:t> 251.73</a:t>
            </a:r>
            <a:endParaRPr baseline="2645" sz="1575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50">
                <a:latin typeface="Times New Roman"/>
                <a:cs typeface="Times New Roman"/>
              </a:rPr>
              <a:t>En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abscisa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251.73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cero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y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pasa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ser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izquierdo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</a:t>
            </a:r>
            <a:r>
              <a:rPr dirty="0" sz="1050" spc="270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derecho.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1050">
              <a:latin typeface="Times New Roman"/>
              <a:cs typeface="Times New Roman"/>
            </a:endParaRPr>
          </a:p>
          <a:p>
            <a:pPr marL="12700" marR="5080">
              <a:lnSpc>
                <a:spcPts val="1220"/>
              </a:lnSpc>
            </a:pP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cálculo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del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para cada una de las abscisas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 la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entretangencia se</a:t>
            </a:r>
            <a:r>
              <a:rPr dirty="0" sz="1050" spc="2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realiza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forma similar </a:t>
            </a:r>
            <a:r>
              <a:rPr dirty="0" sz="1050" spc="-25">
                <a:latin typeface="Times New Roman"/>
                <a:cs typeface="Times New Roman"/>
              </a:rPr>
              <a:t>al </a:t>
            </a:r>
            <a:r>
              <a:rPr dirty="0" sz="1050">
                <a:latin typeface="Times New Roman"/>
                <a:cs typeface="Times New Roman"/>
              </a:rPr>
              <a:t>ejemplo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anterior.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factor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forzado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siguiente: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106169" y="3345192"/>
            <a:ext cx="203835" cy="3695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355"/>
              </a:lnSpc>
              <a:spcBef>
                <a:spcPts val="100"/>
              </a:spcBef>
            </a:pPr>
            <a:r>
              <a:rPr dirty="0" sz="1150" spc="-25" i="1">
                <a:latin typeface="Times New Roman"/>
                <a:cs typeface="Times New Roman"/>
              </a:rPr>
              <a:t>FP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ts val="1355"/>
              </a:lnSpc>
            </a:pPr>
            <a:r>
              <a:rPr dirty="0" sz="1150" spc="-50" i="1">
                <a:latin typeface="Times New Roman"/>
                <a:cs typeface="Times New Roman"/>
              </a:rPr>
              <a:t>f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399539" y="3406152"/>
            <a:ext cx="106045" cy="200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50">
                <a:latin typeface="Consolas"/>
                <a:cs typeface="Consolas"/>
              </a:rPr>
              <a:t>=</a:t>
            </a:r>
            <a:endParaRPr sz="1150">
              <a:latin typeface="Consolas"/>
              <a:cs typeface="Consolas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517650" y="3479813"/>
            <a:ext cx="737235" cy="200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dirty="0" sz="1150">
                <a:latin typeface="Times New Roman"/>
                <a:cs typeface="Times New Roman"/>
              </a:rPr>
              <a:t>(</a:t>
            </a:r>
            <a:r>
              <a:rPr dirty="0" sz="1150" i="1">
                <a:latin typeface="Times New Roman"/>
                <a:cs typeface="Times New Roman"/>
              </a:rPr>
              <a:t>PC</a:t>
            </a:r>
            <a:r>
              <a:rPr dirty="0" baseline="-25641" sz="975">
                <a:latin typeface="Times New Roman"/>
                <a:cs typeface="Times New Roman"/>
              </a:rPr>
              <a:t>2</a:t>
            </a:r>
            <a:r>
              <a:rPr dirty="0" baseline="-25641" sz="975" spc="112">
                <a:latin typeface="Times New Roman"/>
                <a:cs typeface="Times New Roman"/>
              </a:rPr>
              <a:t> </a:t>
            </a:r>
            <a:r>
              <a:rPr dirty="0" sz="1150">
                <a:latin typeface="Consolas"/>
                <a:cs typeface="Consolas"/>
              </a:rPr>
              <a:t>−</a:t>
            </a:r>
            <a:r>
              <a:rPr dirty="0" sz="1150" spc="65">
                <a:latin typeface="Consolas"/>
                <a:cs typeface="Consolas"/>
              </a:rPr>
              <a:t> </a:t>
            </a:r>
            <a:r>
              <a:rPr dirty="0" sz="1150" spc="-25" i="1">
                <a:latin typeface="Times New Roman"/>
                <a:cs typeface="Times New Roman"/>
              </a:rPr>
              <a:t>PT</a:t>
            </a:r>
            <a:r>
              <a:rPr dirty="0" baseline="-25641" sz="975" spc="-37">
                <a:latin typeface="Times New Roman"/>
                <a:cs typeface="Times New Roman"/>
              </a:rPr>
              <a:t>1</a:t>
            </a:r>
            <a:endParaRPr baseline="-25641" sz="975">
              <a:latin typeface="Times New Roman"/>
              <a:cs typeface="Times New Roman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543050" y="3644913"/>
            <a:ext cx="48895" cy="200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150" spc="-60">
                <a:latin typeface="Times New Roman"/>
                <a:cs typeface="Times New Roman"/>
              </a:rPr>
              <a:t>)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2440939" y="3465842"/>
            <a:ext cx="544195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260"/>
              </a:lnSpc>
              <a:spcBef>
                <a:spcPts val="100"/>
              </a:spcBef>
            </a:pPr>
            <a:r>
              <a:rPr dirty="0" sz="1150">
                <a:latin typeface="Times New Roman"/>
                <a:cs typeface="Times New Roman"/>
              </a:rPr>
              <a:t>311.23</a:t>
            </a:r>
            <a:r>
              <a:rPr dirty="0" sz="1150" spc="-25">
                <a:latin typeface="Times New Roman"/>
                <a:cs typeface="Times New Roman"/>
              </a:rPr>
              <a:t> </a:t>
            </a:r>
            <a:r>
              <a:rPr dirty="0" sz="1150" spc="-50">
                <a:latin typeface="Consolas"/>
                <a:cs typeface="Consolas"/>
              </a:rPr>
              <a:t>−</a:t>
            </a:r>
            <a:endParaRPr sz="1150">
              <a:latin typeface="Consolas"/>
              <a:cs typeface="Consolas"/>
            </a:endParaRPr>
          </a:p>
          <a:p>
            <a:pPr marL="12700">
              <a:lnSpc>
                <a:spcPts val="1260"/>
              </a:lnSpc>
            </a:pPr>
            <a:r>
              <a:rPr dirty="0" sz="1150" spc="-10">
                <a:latin typeface="Times New Roman"/>
                <a:cs typeface="Times New Roman"/>
              </a:rPr>
              <a:t>187.41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1677670" y="3308363"/>
            <a:ext cx="2276475" cy="3073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ts val="1110"/>
              </a:lnSpc>
              <a:spcBef>
                <a:spcPts val="100"/>
              </a:spcBef>
              <a:tabLst>
                <a:tab pos="768985" algn="l"/>
                <a:tab pos="981075" algn="l"/>
                <a:tab pos="1703705" algn="l"/>
              </a:tabLst>
            </a:pPr>
            <a:r>
              <a:rPr dirty="0" baseline="2415" sz="1725" i="1">
                <a:latin typeface="Times New Roman"/>
                <a:cs typeface="Times New Roman"/>
              </a:rPr>
              <a:t>e</a:t>
            </a:r>
            <a:r>
              <a:rPr dirty="0" baseline="-21367" sz="975">
                <a:latin typeface="Times New Roman"/>
                <a:cs typeface="Times New Roman"/>
              </a:rPr>
              <a:t>1</a:t>
            </a:r>
            <a:r>
              <a:rPr dirty="0" baseline="-21367" sz="975" spc="-52">
                <a:latin typeface="Times New Roman"/>
                <a:cs typeface="Times New Roman"/>
              </a:rPr>
              <a:t> </a:t>
            </a:r>
            <a:r>
              <a:rPr dirty="0" baseline="2415" sz="1725">
                <a:latin typeface="Consolas"/>
                <a:cs typeface="Consolas"/>
              </a:rPr>
              <a:t>+</a:t>
            </a:r>
            <a:r>
              <a:rPr dirty="0" baseline="2415" sz="1725" spc="-15">
                <a:latin typeface="Consolas"/>
                <a:cs typeface="Consolas"/>
              </a:rPr>
              <a:t> </a:t>
            </a:r>
            <a:r>
              <a:rPr dirty="0" baseline="2415" sz="1725" spc="-37" i="1">
                <a:latin typeface="Times New Roman"/>
                <a:cs typeface="Times New Roman"/>
              </a:rPr>
              <a:t>e</a:t>
            </a:r>
            <a:r>
              <a:rPr dirty="0" baseline="-21367" sz="975" spc="-37">
                <a:latin typeface="Times New Roman"/>
                <a:cs typeface="Times New Roman"/>
              </a:rPr>
              <a:t>2</a:t>
            </a:r>
            <a:r>
              <a:rPr dirty="0" baseline="-21367" sz="975">
                <a:latin typeface="Times New Roman"/>
                <a:cs typeface="Times New Roman"/>
              </a:rPr>
              <a:t>	</a:t>
            </a:r>
            <a:r>
              <a:rPr dirty="0" u="sng" sz="115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8.0</a:t>
            </a:r>
            <a:r>
              <a:rPr dirty="0" u="sng" sz="115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50">
                <a:uFill>
                  <a:solidFill>
                    <a:srgbClr val="000000"/>
                  </a:solidFill>
                </a:uFill>
                <a:latin typeface="Consolas"/>
                <a:cs typeface="Consolas"/>
              </a:rPr>
              <a:t>+</a:t>
            </a:r>
            <a:r>
              <a:rPr dirty="0" u="sng" sz="1150" spc="-5">
                <a:uFill>
                  <a:solidFill>
                    <a:srgbClr val="000000"/>
                  </a:solidFill>
                </a:uFill>
                <a:latin typeface="Consolas"/>
                <a:cs typeface="Consolas"/>
              </a:rPr>
              <a:t> </a:t>
            </a:r>
            <a:r>
              <a:rPr dirty="0" u="sng" sz="1150" spc="-2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7.4</a:t>
            </a:r>
            <a:r>
              <a:rPr dirty="0" u="sng" sz="115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sz="1150" spc="60">
                <a:latin typeface="Times New Roman"/>
                <a:cs typeface="Times New Roman"/>
              </a:rPr>
              <a:t> </a:t>
            </a:r>
            <a:r>
              <a:rPr dirty="0" baseline="-19323" sz="1725">
                <a:latin typeface="Consolas"/>
                <a:cs typeface="Consolas"/>
              </a:rPr>
              <a:t>= </a:t>
            </a:r>
            <a:r>
              <a:rPr dirty="0" baseline="-19323" sz="1725">
                <a:latin typeface="Times New Roman"/>
                <a:cs typeface="Times New Roman"/>
              </a:rPr>
              <a:t>0.124</a:t>
            </a:r>
            <a:endParaRPr baseline="-19323" sz="1725">
              <a:latin typeface="Times New Roman"/>
              <a:cs typeface="Times New Roman"/>
            </a:endParaRPr>
          </a:p>
          <a:p>
            <a:pPr marL="647700">
              <a:lnSpc>
                <a:spcPts val="1110"/>
              </a:lnSpc>
            </a:pPr>
            <a:r>
              <a:rPr dirty="0" sz="1150" spc="-50">
                <a:latin typeface="Consolas"/>
                <a:cs typeface="Consolas"/>
              </a:rPr>
              <a:t>=</a:t>
            </a:r>
            <a:endParaRPr sz="1150">
              <a:latin typeface="Consolas"/>
              <a:cs typeface="Consolas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1038860" y="4165612"/>
            <a:ext cx="5433695" cy="3383279"/>
          </a:xfrm>
          <a:prstGeom prst="rect">
            <a:avLst/>
          </a:prstGeom>
        </p:spPr>
        <p:txBody>
          <a:bodyPr wrap="square" lIns="0" tIns="19685" rIns="0" bIns="0" rtlCol="0" vert="horz">
            <a:spAutoFit/>
          </a:bodyPr>
          <a:lstStyle/>
          <a:p>
            <a:pPr marL="13970" marR="204470">
              <a:lnSpc>
                <a:spcPts val="1240"/>
              </a:lnSpc>
              <a:spcBef>
                <a:spcPts val="155"/>
              </a:spcBef>
            </a:pPr>
            <a:r>
              <a:rPr dirty="0" sz="1050">
                <a:latin typeface="Times New Roman"/>
                <a:cs typeface="Times New Roman"/>
              </a:rPr>
              <a:t>A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continuación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tiene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cálculo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del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algunas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abscisas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tomando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distancia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partir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del </a:t>
            </a:r>
            <a:r>
              <a:rPr dirty="0" sz="1050">
                <a:latin typeface="Times New Roman"/>
                <a:cs typeface="Times New Roman"/>
              </a:rPr>
              <a:t>punto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 spc="-25" i="1">
                <a:latin typeface="Times New Roman"/>
                <a:cs typeface="Times New Roman"/>
              </a:rPr>
              <a:t>X</a:t>
            </a:r>
            <a:r>
              <a:rPr dirty="0" sz="1050" spc="-25">
                <a:latin typeface="Times New Roman"/>
                <a:cs typeface="Times New Roman"/>
              </a:rPr>
              <a:t>: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050">
              <a:latin typeface="Times New Roman"/>
              <a:cs typeface="Times New Roman"/>
            </a:endParaRPr>
          </a:p>
          <a:p>
            <a:pPr marL="235585" indent="-222885">
              <a:lnSpc>
                <a:spcPct val="100000"/>
              </a:lnSpc>
              <a:buFont typeface="Consolas"/>
              <a:buChar char="•"/>
              <a:tabLst>
                <a:tab pos="235585" algn="l"/>
              </a:tabLst>
            </a:pPr>
            <a:r>
              <a:rPr dirty="0" sz="1050">
                <a:latin typeface="Times New Roman"/>
                <a:cs typeface="Times New Roman"/>
              </a:rPr>
              <a:t>Abscisa</a:t>
            </a:r>
            <a:r>
              <a:rPr dirty="0" sz="1050" spc="-45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190</a:t>
            </a:r>
            <a:endParaRPr sz="1050">
              <a:latin typeface="Times New Roman"/>
              <a:cs typeface="Times New Roman"/>
            </a:endParaRPr>
          </a:p>
          <a:p>
            <a:pPr marL="236220">
              <a:lnSpc>
                <a:spcPct val="100000"/>
              </a:lnSpc>
              <a:spcBef>
                <a:spcPts val="30"/>
              </a:spcBef>
            </a:pPr>
            <a:r>
              <a:rPr dirty="0" baseline="2645" sz="1575">
                <a:latin typeface="Times New Roman"/>
                <a:cs typeface="Times New Roman"/>
              </a:rPr>
              <a:t>D</a:t>
            </a:r>
            <a:r>
              <a:rPr dirty="0" sz="650">
                <a:latin typeface="Times New Roman"/>
                <a:cs typeface="Times New Roman"/>
              </a:rPr>
              <a:t>190</a:t>
            </a:r>
            <a:r>
              <a:rPr dirty="0" sz="650" spc="-1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=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251.73</a:t>
            </a:r>
            <a:r>
              <a:rPr dirty="0" baseline="2645" sz="1575" spc="-7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–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190</a:t>
            </a:r>
            <a:r>
              <a:rPr dirty="0" baseline="2645" sz="1575" spc="-3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=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 spc="-30">
                <a:latin typeface="Times New Roman"/>
                <a:cs typeface="Times New Roman"/>
              </a:rPr>
              <a:t>61.73</a:t>
            </a:r>
            <a:endParaRPr baseline="2645" sz="1575">
              <a:latin typeface="Times New Roman"/>
              <a:cs typeface="Times New Roman"/>
            </a:endParaRPr>
          </a:p>
          <a:p>
            <a:pPr marL="236220">
              <a:lnSpc>
                <a:spcPts val="1250"/>
              </a:lnSpc>
              <a:spcBef>
                <a:spcPts val="20"/>
              </a:spcBef>
            </a:pPr>
            <a:r>
              <a:rPr dirty="0" baseline="2645" sz="1575">
                <a:latin typeface="Times New Roman"/>
                <a:cs typeface="Times New Roman"/>
              </a:rPr>
              <a:t>e</a:t>
            </a:r>
            <a:r>
              <a:rPr dirty="0" sz="650">
                <a:latin typeface="Times New Roman"/>
                <a:cs typeface="Times New Roman"/>
              </a:rPr>
              <a:t>190</a:t>
            </a:r>
            <a:r>
              <a:rPr dirty="0" sz="650" spc="-2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=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61.73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x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0.124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=</a:t>
            </a:r>
            <a:r>
              <a:rPr dirty="0" baseline="2645" sz="1575" spc="-7">
                <a:latin typeface="Times New Roman"/>
                <a:cs typeface="Times New Roman"/>
              </a:rPr>
              <a:t> </a:t>
            </a:r>
            <a:r>
              <a:rPr dirty="0" baseline="2645" sz="1575" spc="-30">
                <a:latin typeface="Times New Roman"/>
                <a:cs typeface="Times New Roman"/>
              </a:rPr>
              <a:t>7.68%</a:t>
            </a:r>
            <a:endParaRPr baseline="2645" sz="1575">
              <a:latin typeface="Times New Roman"/>
              <a:cs typeface="Times New Roman"/>
            </a:endParaRPr>
          </a:p>
          <a:p>
            <a:pPr marL="236220" marR="107314">
              <a:lnSpc>
                <a:spcPts val="1220"/>
              </a:lnSpc>
              <a:spcBef>
                <a:spcPts val="65"/>
              </a:spcBef>
            </a:pPr>
            <a:r>
              <a:rPr dirty="0" sz="1050">
                <a:latin typeface="Times New Roman"/>
                <a:cs typeface="Times New Roman"/>
              </a:rPr>
              <a:t>Como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curva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No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1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izquierda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izquierdo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negativo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y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derecho</a:t>
            </a:r>
            <a:r>
              <a:rPr dirty="0" sz="1050" spc="2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positivo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hasta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punto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 spc="-25" i="1">
                <a:latin typeface="Times New Roman"/>
                <a:cs typeface="Times New Roman"/>
              </a:rPr>
              <a:t>X</a:t>
            </a:r>
            <a:r>
              <a:rPr dirty="0" sz="1050" spc="-25">
                <a:latin typeface="Times New Roman"/>
                <a:cs typeface="Times New Roman"/>
              </a:rPr>
              <a:t>.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050">
              <a:latin typeface="Times New Roman"/>
              <a:cs typeface="Times New Roman"/>
            </a:endParaRPr>
          </a:p>
          <a:p>
            <a:pPr marL="235585" indent="-222885">
              <a:lnSpc>
                <a:spcPct val="100000"/>
              </a:lnSpc>
              <a:buFont typeface="Consolas"/>
              <a:buChar char="•"/>
              <a:tabLst>
                <a:tab pos="235585" algn="l"/>
              </a:tabLst>
            </a:pPr>
            <a:r>
              <a:rPr dirty="0" sz="1050">
                <a:latin typeface="Times New Roman"/>
                <a:cs typeface="Times New Roman"/>
              </a:rPr>
              <a:t>Abscisa</a:t>
            </a:r>
            <a:r>
              <a:rPr dirty="0" sz="1050" spc="-45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200</a:t>
            </a:r>
            <a:endParaRPr sz="1050">
              <a:latin typeface="Times New Roman"/>
              <a:cs typeface="Times New Roman"/>
            </a:endParaRPr>
          </a:p>
          <a:p>
            <a:pPr marL="236220">
              <a:lnSpc>
                <a:spcPct val="100000"/>
              </a:lnSpc>
              <a:spcBef>
                <a:spcPts val="30"/>
              </a:spcBef>
            </a:pPr>
            <a:r>
              <a:rPr dirty="0" baseline="2645" sz="1575">
                <a:latin typeface="Times New Roman"/>
                <a:cs typeface="Times New Roman"/>
              </a:rPr>
              <a:t>D</a:t>
            </a:r>
            <a:r>
              <a:rPr dirty="0" sz="650">
                <a:latin typeface="Times New Roman"/>
                <a:cs typeface="Times New Roman"/>
              </a:rPr>
              <a:t>200</a:t>
            </a:r>
            <a:r>
              <a:rPr dirty="0" sz="650" spc="-1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=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251.73</a:t>
            </a:r>
            <a:r>
              <a:rPr dirty="0" baseline="2645" sz="1575" spc="-7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–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200</a:t>
            </a:r>
            <a:r>
              <a:rPr dirty="0" baseline="2645" sz="1575" spc="-3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=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 spc="-30">
                <a:latin typeface="Times New Roman"/>
                <a:cs typeface="Times New Roman"/>
              </a:rPr>
              <a:t>51.73</a:t>
            </a:r>
            <a:endParaRPr baseline="2645" sz="1575">
              <a:latin typeface="Times New Roman"/>
              <a:cs typeface="Times New Roman"/>
            </a:endParaRPr>
          </a:p>
          <a:p>
            <a:pPr marL="236220">
              <a:lnSpc>
                <a:spcPct val="100000"/>
              </a:lnSpc>
              <a:spcBef>
                <a:spcPts val="60"/>
              </a:spcBef>
            </a:pPr>
            <a:r>
              <a:rPr dirty="0" baseline="2645" sz="1575">
                <a:latin typeface="Times New Roman"/>
                <a:cs typeface="Times New Roman"/>
              </a:rPr>
              <a:t>e</a:t>
            </a:r>
            <a:r>
              <a:rPr dirty="0" sz="650">
                <a:latin typeface="Times New Roman"/>
                <a:cs typeface="Times New Roman"/>
              </a:rPr>
              <a:t>200</a:t>
            </a:r>
            <a:r>
              <a:rPr dirty="0" sz="650" spc="-2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=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51.73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x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0.124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=</a:t>
            </a:r>
            <a:r>
              <a:rPr dirty="0" baseline="2645" sz="1575" spc="-7">
                <a:latin typeface="Times New Roman"/>
                <a:cs typeface="Times New Roman"/>
              </a:rPr>
              <a:t> </a:t>
            </a:r>
            <a:r>
              <a:rPr dirty="0" baseline="2645" sz="1575" spc="-30">
                <a:latin typeface="Times New Roman"/>
                <a:cs typeface="Times New Roman"/>
              </a:rPr>
              <a:t>6.43%</a:t>
            </a:r>
            <a:endParaRPr baseline="2645" sz="1575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050">
              <a:latin typeface="Times New Roman"/>
              <a:cs typeface="Times New Roman"/>
            </a:endParaRPr>
          </a:p>
          <a:p>
            <a:pPr marL="235585" indent="-222885">
              <a:lnSpc>
                <a:spcPct val="100000"/>
              </a:lnSpc>
              <a:buFont typeface="Consolas"/>
              <a:buChar char="•"/>
              <a:tabLst>
                <a:tab pos="235585" algn="l"/>
              </a:tabLst>
            </a:pPr>
            <a:r>
              <a:rPr dirty="0" sz="1050">
                <a:latin typeface="Times New Roman"/>
                <a:cs typeface="Times New Roman"/>
              </a:rPr>
              <a:t>Abscisa</a:t>
            </a:r>
            <a:r>
              <a:rPr dirty="0" sz="1050" spc="-45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280</a:t>
            </a:r>
            <a:endParaRPr sz="1050">
              <a:latin typeface="Times New Roman"/>
              <a:cs typeface="Times New Roman"/>
            </a:endParaRPr>
          </a:p>
          <a:p>
            <a:pPr marL="236220">
              <a:lnSpc>
                <a:spcPct val="100000"/>
              </a:lnSpc>
              <a:spcBef>
                <a:spcPts val="30"/>
              </a:spcBef>
            </a:pPr>
            <a:r>
              <a:rPr dirty="0" baseline="2645" sz="1575">
                <a:latin typeface="Times New Roman"/>
                <a:cs typeface="Times New Roman"/>
              </a:rPr>
              <a:t>D</a:t>
            </a:r>
            <a:r>
              <a:rPr dirty="0" sz="650">
                <a:latin typeface="Times New Roman"/>
                <a:cs typeface="Times New Roman"/>
              </a:rPr>
              <a:t>280</a:t>
            </a:r>
            <a:r>
              <a:rPr dirty="0" sz="650" spc="15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=</a:t>
            </a:r>
            <a:r>
              <a:rPr dirty="0" baseline="2645" sz="1575" spc="-7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251.73</a:t>
            </a:r>
            <a:r>
              <a:rPr dirty="0" baseline="2645" sz="1575" spc="-7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–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280</a:t>
            </a:r>
            <a:r>
              <a:rPr dirty="0" baseline="2645" sz="1575" spc="-22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=</a:t>
            </a:r>
            <a:r>
              <a:rPr dirty="0" baseline="2645" sz="1575" spc="232">
                <a:latin typeface="Times New Roman"/>
                <a:cs typeface="Times New Roman"/>
              </a:rPr>
              <a:t> </a:t>
            </a:r>
            <a:r>
              <a:rPr dirty="0" baseline="2645" sz="1575" spc="-15">
                <a:latin typeface="Times New Roman"/>
                <a:cs typeface="Times New Roman"/>
              </a:rPr>
              <a:t>-</a:t>
            </a:r>
            <a:r>
              <a:rPr dirty="0" baseline="2645" sz="1575" spc="-30">
                <a:latin typeface="Times New Roman"/>
                <a:cs typeface="Times New Roman"/>
              </a:rPr>
              <a:t>28.27</a:t>
            </a:r>
            <a:endParaRPr baseline="2645" sz="1575">
              <a:latin typeface="Times New Roman"/>
              <a:cs typeface="Times New Roman"/>
            </a:endParaRPr>
          </a:p>
          <a:p>
            <a:pPr marL="236220">
              <a:lnSpc>
                <a:spcPct val="100000"/>
              </a:lnSpc>
              <a:spcBef>
                <a:spcPts val="10"/>
              </a:spcBef>
            </a:pPr>
            <a:r>
              <a:rPr dirty="0" baseline="2645" sz="1575">
                <a:latin typeface="Times New Roman"/>
                <a:cs typeface="Times New Roman"/>
              </a:rPr>
              <a:t>e</a:t>
            </a:r>
            <a:r>
              <a:rPr dirty="0" sz="650">
                <a:latin typeface="Times New Roman"/>
                <a:cs typeface="Times New Roman"/>
              </a:rPr>
              <a:t>280</a:t>
            </a:r>
            <a:r>
              <a:rPr dirty="0" sz="650" spc="15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=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28.27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x</a:t>
            </a:r>
            <a:r>
              <a:rPr dirty="0" baseline="2645" sz="1575" spc="-7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0.124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=</a:t>
            </a:r>
            <a:r>
              <a:rPr dirty="0" baseline="2645" sz="1575" spc="247">
                <a:latin typeface="Times New Roman"/>
                <a:cs typeface="Times New Roman"/>
              </a:rPr>
              <a:t> </a:t>
            </a:r>
            <a:r>
              <a:rPr dirty="0" baseline="2645" sz="1575" spc="-30">
                <a:latin typeface="Times New Roman"/>
                <a:cs typeface="Times New Roman"/>
              </a:rPr>
              <a:t>3.52%</a:t>
            </a:r>
            <a:endParaRPr baseline="2645" sz="1575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1050">
              <a:latin typeface="Times New Roman"/>
              <a:cs typeface="Times New Roman"/>
            </a:endParaRPr>
          </a:p>
          <a:p>
            <a:pPr marL="236220" marR="5080">
              <a:lnSpc>
                <a:spcPts val="1220"/>
              </a:lnSpc>
              <a:spcBef>
                <a:spcPts val="5"/>
              </a:spcBef>
            </a:pPr>
            <a:r>
              <a:rPr dirty="0" sz="1050">
                <a:latin typeface="Times New Roman"/>
                <a:cs typeface="Times New Roman"/>
              </a:rPr>
              <a:t>Como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esta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abscisa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esta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después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del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punto </a:t>
            </a:r>
            <a:r>
              <a:rPr dirty="0" sz="1050" i="1">
                <a:latin typeface="Times New Roman"/>
                <a:cs typeface="Times New Roman"/>
              </a:rPr>
              <a:t>X</a:t>
            </a:r>
            <a:r>
              <a:rPr dirty="0" sz="1050">
                <a:latin typeface="Times New Roman"/>
                <a:cs typeface="Times New Roman"/>
              </a:rPr>
              <a:t>,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corresponde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</a:t>
            </a:r>
            <a:r>
              <a:rPr dirty="0" sz="1050" spc="-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curva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No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2,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derecha,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por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lo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tanto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el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izquierdo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positivo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y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derecho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negativo.</a:t>
            </a:r>
            <a:endParaRPr sz="1050">
              <a:latin typeface="Times New Roman"/>
              <a:cs typeface="Times New Roman"/>
            </a:endParaRPr>
          </a:p>
          <a:p>
            <a:pPr marL="13970">
              <a:lnSpc>
                <a:spcPct val="100000"/>
              </a:lnSpc>
              <a:spcBef>
                <a:spcPts val="1155"/>
              </a:spcBef>
            </a:pP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cuadro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final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resultados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siguiente:</a:t>
            </a:r>
            <a:endParaRPr sz="1050">
              <a:latin typeface="Times New Roman"/>
              <a:cs typeface="Times New Roman"/>
            </a:endParaRPr>
          </a:p>
        </p:txBody>
      </p:sp>
      <p:graphicFrame>
        <p:nvGraphicFramePr>
          <p:cNvPr id="17" name="object 17" descr=""/>
          <p:cNvGraphicFramePr>
            <a:graphicFrameLocks noGrp="1"/>
          </p:cNvGraphicFramePr>
          <p:nvPr/>
        </p:nvGraphicFramePr>
        <p:xfrm>
          <a:off x="1489075" y="7696213"/>
          <a:ext cx="4566920" cy="27641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51560"/>
                <a:gridCol w="877569"/>
                <a:gridCol w="787400"/>
                <a:gridCol w="876300"/>
                <a:gridCol w="878839"/>
              </a:tblGrid>
              <a:tr h="307975">
                <a:tc rowSpan="2">
                  <a:txBody>
                    <a:bodyPr/>
                    <a:lstStyle/>
                    <a:p>
                      <a:pPr marL="313055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ABSCISA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318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514350">
                        <a:lnSpc>
                          <a:spcPts val="1225"/>
                        </a:lnSpc>
                      </a:pPr>
                      <a:r>
                        <a:rPr dirty="0" sz="1050">
                          <a:latin typeface="Times New Roman"/>
                          <a:cs typeface="Times New Roman"/>
                        </a:rPr>
                        <a:t>PERALTE</a:t>
                      </a:r>
                      <a:r>
                        <a:rPr dirty="0" sz="105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 spc="-25">
                          <a:latin typeface="Times New Roman"/>
                          <a:cs typeface="Times New Roman"/>
                        </a:rPr>
                        <a:t>(%)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193040" marR="468630">
                        <a:lnSpc>
                          <a:spcPts val="1140"/>
                        </a:lnSpc>
                        <a:spcBef>
                          <a:spcPts val="45"/>
                        </a:spcBef>
                      </a:pPr>
                      <a:r>
                        <a:rPr dirty="0" sz="1050">
                          <a:latin typeface="Times New Roman"/>
                          <a:cs typeface="Times New Roman"/>
                        </a:rPr>
                        <a:t>DIFERENCIA</a:t>
                      </a:r>
                      <a:r>
                        <a:rPr dirty="0" sz="1050" spc="-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 spc="-25">
                          <a:latin typeface="Times New Roman"/>
                          <a:cs typeface="Times New Roman"/>
                        </a:rPr>
                        <a:t>DEL </a:t>
                      </a: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BORDE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71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1813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8318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3535" marR="147320" indent="-179070">
                        <a:lnSpc>
                          <a:spcPts val="1160"/>
                        </a:lnSpc>
                        <a:spcBef>
                          <a:spcPts val="85"/>
                        </a:spcBef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IZQUIER </a:t>
                      </a:r>
                      <a:r>
                        <a:rPr dirty="0" sz="1050" spc="-25">
                          <a:latin typeface="Times New Roman"/>
                          <a:cs typeface="Times New Roman"/>
                        </a:rPr>
                        <a:t>DO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0795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58140" marR="106680" indent="-218440">
                        <a:lnSpc>
                          <a:spcPts val="1160"/>
                        </a:lnSpc>
                        <a:spcBef>
                          <a:spcPts val="85"/>
                        </a:spcBef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DERECH </a:t>
                      </a: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O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0795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4170" marR="144780" indent="-179070">
                        <a:lnSpc>
                          <a:spcPts val="1160"/>
                        </a:lnSpc>
                        <a:spcBef>
                          <a:spcPts val="85"/>
                        </a:spcBef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IZQUIER </a:t>
                      </a:r>
                      <a:r>
                        <a:rPr dirty="0" sz="1050" spc="-25">
                          <a:latin typeface="Times New Roman"/>
                          <a:cs typeface="Times New Roman"/>
                        </a:rPr>
                        <a:t>DO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0795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1320" marR="154940" indent="-218440">
                        <a:lnSpc>
                          <a:spcPts val="1160"/>
                        </a:lnSpc>
                        <a:spcBef>
                          <a:spcPts val="85"/>
                        </a:spcBef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DERECH </a:t>
                      </a: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O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0795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3195">
                <a:tc>
                  <a:txBody>
                    <a:bodyPr/>
                    <a:lstStyle/>
                    <a:p>
                      <a:pPr algn="ctr" marL="22860">
                        <a:lnSpc>
                          <a:spcPts val="1180"/>
                        </a:lnSpc>
                        <a:spcBef>
                          <a:spcPts val="5"/>
                        </a:spcBef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180.00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3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0160">
                        <a:lnSpc>
                          <a:spcPts val="1180"/>
                        </a:lnSpc>
                        <a:spcBef>
                          <a:spcPts val="5"/>
                        </a:spcBef>
                      </a:pP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8.00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35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22860">
                        <a:lnSpc>
                          <a:spcPts val="1180"/>
                        </a:lnSpc>
                        <a:spcBef>
                          <a:spcPts val="5"/>
                        </a:spcBef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8.00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35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8890">
                        <a:lnSpc>
                          <a:spcPts val="1180"/>
                        </a:lnSpc>
                        <a:spcBef>
                          <a:spcPts val="5"/>
                        </a:spcBef>
                      </a:pP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0.29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35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23495">
                        <a:lnSpc>
                          <a:spcPts val="1180"/>
                        </a:lnSpc>
                        <a:spcBef>
                          <a:spcPts val="5"/>
                        </a:spcBef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-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35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479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10795">
                        <a:lnSpc>
                          <a:spcPts val="1070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2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21590">
                        <a:lnSpc>
                          <a:spcPts val="1070"/>
                        </a:lnSpc>
                      </a:pP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0.29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498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3495">
                        <a:lnSpc>
                          <a:spcPts val="1085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2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210">
                <a:tc>
                  <a:txBody>
                    <a:bodyPr/>
                    <a:lstStyle/>
                    <a:p>
                      <a:pPr algn="ctr" marL="22860">
                        <a:lnSpc>
                          <a:spcPts val="1130"/>
                        </a:lnSpc>
                      </a:pPr>
                      <a:r>
                        <a:rPr dirty="0" sz="1050">
                          <a:latin typeface="Times New Roman"/>
                          <a:cs typeface="Times New Roman"/>
                        </a:rPr>
                        <a:t>PT</a:t>
                      </a: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=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8890">
                        <a:lnSpc>
                          <a:spcPts val="1130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8.00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26670">
                        <a:lnSpc>
                          <a:spcPts val="1130"/>
                        </a:lnSpc>
                      </a:pP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8.00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0795">
                        <a:lnSpc>
                          <a:spcPts val="1130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-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24130">
                        <a:lnSpc>
                          <a:spcPts val="1130"/>
                        </a:lnSpc>
                      </a:pP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0.29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49860">
                <a:tc>
                  <a:txBody>
                    <a:bodyPr/>
                    <a:lstStyle/>
                    <a:p>
                      <a:pPr algn="ctr" marL="22860">
                        <a:lnSpc>
                          <a:spcPts val="1085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187.41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8890">
                        <a:lnSpc>
                          <a:spcPts val="1085"/>
                        </a:lnSpc>
                      </a:pP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0.29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26034">
                        <a:lnSpc>
                          <a:spcPts val="1085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2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0795">
                        <a:lnSpc>
                          <a:spcPts val="1105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2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3035">
                <a:tc>
                  <a:txBody>
                    <a:bodyPr/>
                    <a:lstStyle/>
                    <a:p>
                      <a:pPr algn="ctr" marL="22860">
                        <a:lnSpc>
                          <a:spcPts val="1105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190.00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8890">
                        <a:lnSpc>
                          <a:spcPts val="1105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7.68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26670">
                        <a:lnSpc>
                          <a:spcPts val="1105"/>
                        </a:lnSpc>
                      </a:pP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7.68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0795">
                        <a:lnSpc>
                          <a:spcPts val="1105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-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24130">
                        <a:lnSpc>
                          <a:spcPts val="1105"/>
                        </a:lnSpc>
                      </a:pP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0.28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485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8890">
                        <a:lnSpc>
                          <a:spcPts val="1070"/>
                        </a:lnSpc>
                      </a:pP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0.28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26034">
                        <a:lnSpc>
                          <a:spcPts val="1070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511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0795">
                        <a:lnSpc>
                          <a:spcPts val="1095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5575">
                <a:tc>
                  <a:txBody>
                    <a:bodyPr/>
                    <a:lstStyle/>
                    <a:p>
                      <a:pPr algn="ctr" marL="22860">
                        <a:lnSpc>
                          <a:spcPts val="1125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200.00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8890">
                        <a:lnSpc>
                          <a:spcPts val="1125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6.43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26670">
                        <a:lnSpc>
                          <a:spcPts val="1125"/>
                        </a:lnSpc>
                      </a:pP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6.43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0795">
                        <a:lnSpc>
                          <a:spcPts val="1125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-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24130">
                        <a:lnSpc>
                          <a:spcPts val="1125"/>
                        </a:lnSpc>
                      </a:pP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0.23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517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8890">
                        <a:lnSpc>
                          <a:spcPts val="1095"/>
                        </a:lnSpc>
                      </a:pP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0.23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26034">
                        <a:lnSpc>
                          <a:spcPts val="1095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5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530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0795">
                        <a:lnSpc>
                          <a:spcPts val="1110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5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3670">
                <a:tc>
                  <a:txBody>
                    <a:bodyPr/>
                    <a:lstStyle/>
                    <a:p>
                      <a:pPr algn="ctr" marL="22860">
                        <a:lnSpc>
                          <a:spcPts val="1110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210.00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8890">
                        <a:lnSpc>
                          <a:spcPts val="1110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5.19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26670">
                        <a:lnSpc>
                          <a:spcPts val="1110"/>
                        </a:lnSpc>
                      </a:pP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5.19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0795">
                        <a:lnSpc>
                          <a:spcPts val="1110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-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24130">
                        <a:lnSpc>
                          <a:spcPts val="1110"/>
                        </a:lnSpc>
                      </a:pP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0.18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517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890">
                        <a:lnSpc>
                          <a:spcPts val="1100"/>
                        </a:lnSpc>
                      </a:pP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0.18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6034">
                        <a:lnSpc>
                          <a:spcPts val="1100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9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object 18" descr=""/>
          <p:cNvSpPr txBox="1"/>
          <p:nvPr/>
        </p:nvSpPr>
        <p:spPr>
          <a:xfrm>
            <a:off x="1193800" y="1602752"/>
            <a:ext cx="68580" cy="1244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50" spc="-50">
                <a:latin typeface="Times New Roman"/>
                <a:cs typeface="Times New Roman"/>
              </a:rPr>
              <a:t>1</a:t>
            </a:r>
            <a:endParaRPr sz="650">
              <a:latin typeface="Times New Roman"/>
              <a:cs typeface="Times New Roman"/>
            </a:endParaRPr>
          </a:p>
        </p:txBody>
      </p:sp>
      <p:sp>
        <p:nvSpPr>
          <p:cNvPr id="19" name="object 19" descr=""/>
          <p:cNvSpPr/>
          <p:nvPr/>
        </p:nvSpPr>
        <p:spPr>
          <a:xfrm>
            <a:off x="1424939" y="1595767"/>
            <a:ext cx="863600" cy="0"/>
          </a:xfrm>
          <a:custGeom>
            <a:avLst/>
            <a:gdLst/>
            <a:ahLst/>
            <a:cxnLst/>
            <a:rect l="l" t="t" r="r" b="b"/>
            <a:pathLst>
              <a:path w="863600" h="0">
                <a:moveTo>
                  <a:pt x="0" y="0"/>
                </a:moveTo>
                <a:lnTo>
                  <a:pt x="863599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 descr=""/>
          <p:cNvGraphicFramePr>
            <a:graphicFrameLocks noGrp="1"/>
          </p:cNvGraphicFramePr>
          <p:nvPr/>
        </p:nvGraphicFramePr>
        <p:xfrm>
          <a:off x="1489075" y="1071892"/>
          <a:ext cx="4566920" cy="6203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51560"/>
                <a:gridCol w="877569"/>
                <a:gridCol w="787400"/>
                <a:gridCol w="876300"/>
                <a:gridCol w="878839"/>
              </a:tblGrid>
              <a:tr h="1562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0795">
                        <a:lnSpc>
                          <a:spcPts val="1130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9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4305">
                <a:tc>
                  <a:txBody>
                    <a:bodyPr/>
                    <a:lstStyle/>
                    <a:p>
                      <a:pPr marL="354330">
                        <a:lnSpc>
                          <a:spcPts val="1115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220.00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8890">
                        <a:lnSpc>
                          <a:spcPts val="1115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3.95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26670">
                        <a:lnSpc>
                          <a:spcPts val="1115"/>
                        </a:lnSpc>
                      </a:pP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3.95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0795">
                        <a:lnSpc>
                          <a:spcPts val="1115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-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24130">
                        <a:lnSpc>
                          <a:spcPts val="1115"/>
                        </a:lnSpc>
                      </a:pP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0.14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504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8890">
                        <a:lnSpc>
                          <a:spcPts val="1085"/>
                        </a:lnSpc>
                      </a:pP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0.14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26034">
                        <a:lnSpc>
                          <a:spcPts val="1085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4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593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0795">
                        <a:lnSpc>
                          <a:spcPts val="1155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4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421764" y="6433198"/>
            <a:ext cx="413384" cy="0"/>
          </a:xfrm>
          <a:custGeom>
            <a:avLst/>
            <a:gdLst/>
            <a:ahLst/>
            <a:cxnLst/>
            <a:rect l="l" t="t" r="r" b="b"/>
            <a:pathLst>
              <a:path w="413385" h="0">
                <a:moveTo>
                  <a:pt x="0" y="0"/>
                </a:moveTo>
                <a:lnTo>
                  <a:pt x="413384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1438910" y="6982473"/>
            <a:ext cx="527050" cy="0"/>
          </a:xfrm>
          <a:custGeom>
            <a:avLst/>
            <a:gdLst/>
            <a:ahLst/>
            <a:cxnLst/>
            <a:rect l="l" t="t" r="r" b="b"/>
            <a:pathLst>
              <a:path w="527050" h="0">
                <a:moveTo>
                  <a:pt x="0" y="0"/>
                </a:moveTo>
                <a:lnTo>
                  <a:pt x="52705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1420494" y="8068323"/>
            <a:ext cx="609600" cy="0"/>
          </a:xfrm>
          <a:custGeom>
            <a:avLst/>
            <a:gdLst/>
            <a:ahLst/>
            <a:cxnLst/>
            <a:rect l="l" t="t" r="r" b="b"/>
            <a:pathLst>
              <a:path w="609600" h="0">
                <a:moveTo>
                  <a:pt x="0" y="0"/>
                </a:moveTo>
                <a:lnTo>
                  <a:pt x="60960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5" name="object 5" descr=""/>
          <p:cNvGraphicFramePr>
            <a:graphicFrameLocks noGrp="1"/>
          </p:cNvGraphicFramePr>
          <p:nvPr/>
        </p:nvGraphicFramePr>
        <p:xfrm>
          <a:off x="1489075" y="1409712"/>
          <a:ext cx="4566920" cy="24396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51560"/>
                <a:gridCol w="876300"/>
                <a:gridCol w="787400"/>
                <a:gridCol w="877569"/>
                <a:gridCol w="878839"/>
              </a:tblGrid>
              <a:tr h="307975">
                <a:tc rowSpan="2">
                  <a:txBody>
                    <a:bodyPr/>
                    <a:lstStyle/>
                    <a:p>
                      <a:pPr marL="313055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ABSCISA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3185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518795">
                        <a:lnSpc>
                          <a:spcPts val="1235"/>
                        </a:lnSpc>
                      </a:pPr>
                      <a:r>
                        <a:rPr dirty="0" sz="1050">
                          <a:latin typeface="Times New Roman"/>
                          <a:cs typeface="Times New Roman"/>
                        </a:rPr>
                        <a:t>PERALTE</a:t>
                      </a:r>
                      <a:r>
                        <a:rPr dirty="0" sz="105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 spc="-25">
                          <a:latin typeface="Times New Roman"/>
                          <a:cs typeface="Times New Roman"/>
                        </a:rPr>
                        <a:t>(%)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198755" marR="464820">
                        <a:lnSpc>
                          <a:spcPts val="1130"/>
                        </a:lnSpc>
                        <a:spcBef>
                          <a:spcPts val="65"/>
                        </a:spcBef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DIFERENCIA</a:t>
                      </a:r>
                      <a:r>
                        <a:rPr dirty="0" sz="1050" spc="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 spc="-25">
                          <a:latin typeface="Times New Roman"/>
                          <a:cs typeface="Times New Roman"/>
                        </a:rPr>
                        <a:t>DEL </a:t>
                      </a: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BORDE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255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1877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83185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7345" marR="140970" indent="-177800">
                        <a:lnSpc>
                          <a:spcPts val="1170"/>
                        </a:lnSpc>
                        <a:spcBef>
                          <a:spcPts val="75"/>
                        </a:spcBef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IZQUIER </a:t>
                      </a:r>
                      <a:r>
                        <a:rPr dirty="0" sz="1050" spc="-25">
                          <a:latin typeface="Times New Roman"/>
                          <a:cs typeface="Times New Roman"/>
                        </a:rPr>
                        <a:t>DO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952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55600" marR="109220" indent="-218440">
                        <a:lnSpc>
                          <a:spcPts val="1170"/>
                        </a:lnSpc>
                        <a:spcBef>
                          <a:spcPts val="75"/>
                        </a:spcBef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DERECH </a:t>
                      </a: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O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952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7345" marR="140970" indent="-177800">
                        <a:lnSpc>
                          <a:spcPts val="1170"/>
                        </a:lnSpc>
                        <a:spcBef>
                          <a:spcPts val="75"/>
                        </a:spcBef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IZQUIER </a:t>
                      </a:r>
                      <a:r>
                        <a:rPr dirty="0" sz="1050" spc="-25">
                          <a:latin typeface="Times New Roman"/>
                          <a:cs typeface="Times New Roman"/>
                        </a:rPr>
                        <a:t>DO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952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1320" marR="154940" indent="-218440">
                        <a:lnSpc>
                          <a:spcPts val="1170"/>
                        </a:lnSpc>
                        <a:spcBef>
                          <a:spcPts val="75"/>
                        </a:spcBef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DERECH </a:t>
                      </a: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O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9525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8275">
                <a:tc>
                  <a:txBody>
                    <a:bodyPr/>
                    <a:lstStyle/>
                    <a:p>
                      <a:pPr algn="ctr" marL="17780">
                        <a:lnSpc>
                          <a:spcPts val="1225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250.00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0320">
                        <a:lnSpc>
                          <a:spcPts val="1225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0.22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1590">
                        <a:lnSpc>
                          <a:spcPts val="1225"/>
                        </a:lnSpc>
                      </a:pP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0.22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0320">
                        <a:lnSpc>
                          <a:spcPts val="1225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0.008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1590">
                        <a:lnSpc>
                          <a:spcPts val="1225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0.008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6370">
                <a:tc>
                  <a:txBody>
                    <a:bodyPr/>
                    <a:lstStyle/>
                    <a:p>
                      <a:pPr algn="ctr" marL="16510">
                        <a:lnSpc>
                          <a:spcPts val="1210"/>
                        </a:lnSpc>
                      </a:pPr>
                      <a:r>
                        <a:rPr dirty="0" sz="105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 251.73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1590">
                        <a:lnSpc>
                          <a:spcPts val="1210"/>
                        </a:lnSpc>
                      </a:pP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0.00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1590">
                        <a:lnSpc>
                          <a:spcPts val="1210"/>
                        </a:lnSpc>
                      </a:pP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0.00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0320">
                        <a:lnSpc>
                          <a:spcPts val="1210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0.000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1590">
                        <a:lnSpc>
                          <a:spcPts val="1210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0.000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algn="ctr" marL="17780">
                        <a:lnSpc>
                          <a:spcPts val="1200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260.00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1590">
                        <a:lnSpc>
                          <a:spcPts val="1200"/>
                        </a:lnSpc>
                      </a:pP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1.03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0320">
                        <a:lnSpc>
                          <a:spcPts val="1200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1.03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0320">
                        <a:lnSpc>
                          <a:spcPts val="1200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0.038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0320">
                        <a:lnSpc>
                          <a:spcPts val="1200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-0.038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7640">
                <a:tc>
                  <a:txBody>
                    <a:bodyPr/>
                    <a:lstStyle/>
                    <a:p>
                      <a:pPr algn="ctr" marL="17780">
                        <a:lnSpc>
                          <a:spcPts val="1220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270.00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1590">
                        <a:lnSpc>
                          <a:spcPts val="1220"/>
                        </a:lnSpc>
                      </a:pP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2.27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0320">
                        <a:lnSpc>
                          <a:spcPts val="1220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2.27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0320">
                        <a:lnSpc>
                          <a:spcPts val="1220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0.083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0320">
                        <a:lnSpc>
                          <a:spcPts val="1220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-0.083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5735">
                <a:tc>
                  <a:txBody>
                    <a:bodyPr/>
                    <a:lstStyle/>
                    <a:p>
                      <a:pPr algn="ctr" marL="17780">
                        <a:lnSpc>
                          <a:spcPts val="1210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280.00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1590">
                        <a:lnSpc>
                          <a:spcPts val="1210"/>
                        </a:lnSpc>
                      </a:pP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3.52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0320">
                        <a:lnSpc>
                          <a:spcPts val="1210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3.52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0320">
                        <a:lnSpc>
                          <a:spcPts val="1210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0.128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0320">
                        <a:lnSpc>
                          <a:spcPts val="1210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-0.128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6370">
                <a:tc>
                  <a:txBody>
                    <a:bodyPr/>
                    <a:lstStyle/>
                    <a:p>
                      <a:pPr algn="ctr" marL="17780">
                        <a:lnSpc>
                          <a:spcPts val="1210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290.00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1590">
                        <a:lnSpc>
                          <a:spcPts val="1210"/>
                        </a:lnSpc>
                      </a:pP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4.76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0320">
                        <a:lnSpc>
                          <a:spcPts val="1210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4.76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0320">
                        <a:lnSpc>
                          <a:spcPts val="1210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0.174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0320">
                        <a:lnSpc>
                          <a:spcPts val="1210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-0.174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6370">
                <a:tc>
                  <a:txBody>
                    <a:bodyPr/>
                    <a:lstStyle/>
                    <a:p>
                      <a:pPr algn="ctr" marL="17780">
                        <a:lnSpc>
                          <a:spcPts val="1210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300.00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1590">
                        <a:lnSpc>
                          <a:spcPts val="1210"/>
                        </a:lnSpc>
                      </a:pP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6.00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0320">
                        <a:lnSpc>
                          <a:spcPts val="1210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6.00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0320">
                        <a:lnSpc>
                          <a:spcPts val="1210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0.219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0320">
                        <a:lnSpc>
                          <a:spcPts val="1210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-0.219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6370">
                <a:tc>
                  <a:txBody>
                    <a:bodyPr/>
                    <a:lstStyle/>
                    <a:p>
                      <a:pPr algn="ctr" marL="17780">
                        <a:lnSpc>
                          <a:spcPts val="1210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310.00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1590">
                        <a:lnSpc>
                          <a:spcPts val="1210"/>
                        </a:lnSpc>
                      </a:pP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7.25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0320">
                        <a:lnSpc>
                          <a:spcPts val="1210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7.25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0320">
                        <a:lnSpc>
                          <a:spcPts val="1210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0.265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0320">
                        <a:lnSpc>
                          <a:spcPts val="1210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-0.265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1150">
                <a:tc>
                  <a:txBody>
                    <a:bodyPr/>
                    <a:lstStyle/>
                    <a:p>
                      <a:pPr marL="351155" marR="325755" indent="46990">
                        <a:lnSpc>
                          <a:spcPts val="1170"/>
                        </a:lnSpc>
                        <a:spcBef>
                          <a:spcPts val="10"/>
                        </a:spcBef>
                      </a:pPr>
                      <a:r>
                        <a:rPr dirty="0" sz="1050">
                          <a:latin typeface="Times New Roman"/>
                          <a:cs typeface="Times New Roman"/>
                        </a:rPr>
                        <a:t>PC</a:t>
                      </a: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= </a:t>
                      </a: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311.23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27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1590">
                        <a:lnSpc>
                          <a:spcPts val="1210"/>
                        </a:lnSpc>
                      </a:pP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7.40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0320">
                        <a:lnSpc>
                          <a:spcPts val="1210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7.40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0320">
                        <a:lnSpc>
                          <a:spcPts val="1210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0.270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0320">
                        <a:lnSpc>
                          <a:spcPts val="1210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-0.270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9545">
                <a:tc>
                  <a:txBody>
                    <a:bodyPr/>
                    <a:lstStyle/>
                    <a:p>
                      <a:pPr algn="ctr" marL="17780">
                        <a:lnSpc>
                          <a:spcPts val="1210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320.00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1590">
                        <a:lnSpc>
                          <a:spcPts val="1210"/>
                        </a:lnSpc>
                      </a:pP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7.40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0320">
                        <a:lnSpc>
                          <a:spcPts val="1210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7.40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0320">
                        <a:lnSpc>
                          <a:spcPts val="1210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0.270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0320">
                        <a:lnSpc>
                          <a:spcPts val="1210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-0.270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" name="object 6" descr=""/>
          <p:cNvSpPr txBox="1"/>
          <p:nvPr/>
        </p:nvSpPr>
        <p:spPr>
          <a:xfrm>
            <a:off x="1040130" y="4014482"/>
            <a:ext cx="4271645" cy="49910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245"/>
              </a:lnSpc>
              <a:spcBef>
                <a:spcPts val="100"/>
              </a:spcBef>
            </a:pPr>
            <a:r>
              <a:rPr dirty="0" sz="1050">
                <a:latin typeface="Times New Roman"/>
                <a:cs typeface="Times New Roman"/>
              </a:rPr>
              <a:t>Ejemplo</a:t>
            </a:r>
            <a:r>
              <a:rPr dirty="0" sz="1050" spc="150">
                <a:latin typeface="Times New Roman"/>
                <a:cs typeface="Times New Roman"/>
              </a:rPr>
              <a:t> </a:t>
            </a:r>
            <a:r>
              <a:rPr dirty="0" sz="1050" spc="-50">
                <a:latin typeface="Times New Roman"/>
                <a:cs typeface="Times New Roman"/>
              </a:rPr>
              <a:t>3</a:t>
            </a:r>
            <a:endParaRPr sz="1050">
              <a:latin typeface="Times New Roman"/>
              <a:cs typeface="Times New Roman"/>
            </a:endParaRPr>
          </a:p>
          <a:p>
            <a:pPr marL="12700" marR="5080">
              <a:lnSpc>
                <a:spcPts val="1240"/>
              </a:lnSpc>
              <a:spcBef>
                <a:spcPts val="40"/>
              </a:spcBef>
            </a:pP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tienen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dos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curvas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circulares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una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vía,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con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calzada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7.30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metros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ancho elementos: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5418944" y="4170692"/>
            <a:ext cx="84772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latin typeface="Times New Roman"/>
                <a:cs typeface="Times New Roman"/>
              </a:rPr>
              <a:t>y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los</a:t>
            </a:r>
            <a:r>
              <a:rPr dirty="0" sz="1050" spc="-10">
                <a:latin typeface="Times New Roman"/>
                <a:cs typeface="Times New Roman"/>
              </a:rPr>
              <a:t> siguientes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040130" y="4645673"/>
            <a:ext cx="4184650" cy="13030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2645" sz="1575">
                <a:latin typeface="Times New Roman"/>
                <a:cs typeface="Times New Roman"/>
              </a:rPr>
              <a:t>Curva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No</a:t>
            </a:r>
            <a:r>
              <a:rPr dirty="0" baseline="2645" sz="1575" spc="-22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1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(izquierda),</a:t>
            </a:r>
            <a:r>
              <a:rPr dirty="0" baseline="2645" sz="1575" spc="-3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R</a:t>
            </a:r>
            <a:r>
              <a:rPr dirty="0" sz="650">
                <a:latin typeface="Times New Roman"/>
                <a:cs typeface="Times New Roman"/>
              </a:rPr>
              <a:t>1</a:t>
            </a:r>
            <a:r>
              <a:rPr dirty="0" sz="650" spc="-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=</a:t>
            </a:r>
            <a:r>
              <a:rPr dirty="0" baseline="2645" sz="1575" spc="-22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170,</a:t>
            </a:r>
            <a:r>
              <a:rPr dirty="0" baseline="2645" sz="1575" spc="-3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PC</a:t>
            </a:r>
            <a:r>
              <a:rPr dirty="0" sz="650">
                <a:latin typeface="Times New Roman"/>
                <a:cs typeface="Times New Roman"/>
              </a:rPr>
              <a:t>1</a:t>
            </a:r>
            <a:r>
              <a:rPr dirty="0" sz="650" spc="-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=</a:t>
            </a:r>
            <a:r>
              <a:rPr dirty="0" baseline="2645" sz="1575" spc="-22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330.23,</a:t>
            </a:r>
            <a:r>
              <a:rPr dirty="0" baseline="2645" sz="1575" spc="-22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PT</a:t>
            </a:r>
            <a:r>
              <a:rPr dirty="0" sz="650">
                <a:latin typeface="Times New Roman"/>
                <a:cs typeface="Times New Roman"/>
              </a:rPr>
              <a:t>1</a:t>
            </a:r>
            <a:r>
              <a:rPr dirty="0" sz="650" spc="-1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=</a:t>
            </a:r>
            <a:r>
              <a:rPr dirty="0" baseline="2645" sz="1575" spc="-30">
                <a:latin typeface="Times New Roman"/>
                <a:cs typeface="Times New Roman"/>
              </a:rPr>
              <a:t> </a:t>
            </a:r>
            <a:r>
              <a:rPr dirty="0" baseline="2645" sz="1575" spc="-15">
                <a:latin typeface="Times New Roman"/>
                <a:cs typeface="Times New Roman"/>
              </a:rPr>
              <a:t>380.25</a:t>
            </a:r>
            <a:endParaRPr baseline="2645" sz="1575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 baseline="2645" sz="1575">
                <a:latin typeface="Times New Roman"/>
                <a:cs typeface="Times New Roman"/>
              </a:rPr>
              <a:t>Curva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No</a:t>
            </a:r>
            <a:r>
              <a:rPr dirty="0" baseline="2645" sz="1575" spc="-22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2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(derecha),</a:t>
            </a:r>
            <a:r>
              <a:rPr dirty="0" baseline="2645" sz="1575" spc="-22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R</a:t>
            </a:r>
            <a:r>
              <a:rPr dirty="0" sz="650">
                <a:latin typeface="Times New Roman"/>
                <a:cs typeface="Times New Roman"/>
              </a:rPr>
              <a:t>2</a:t>
            </a:r>
            <a:r>
              <a:rPr dirty="0" sz="650" spc="-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=</a:t>
            </a:r>
            <a:r>
              <a:rPr dirty="0" baseline="2645" sz="1575" spc="-3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120,</a:t>
            </a:r>
            <a:r>
              <a:rPr dirty="0" baseline="2645" sz="1575" spc="-22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PC</a:t>
            </a:r>
            <a:r>
              <a:rPr dirty="0" sz="650">
                <a:latin typeface="Times New Roman"/>
                <a:cs typeface="Times New Roman"/>
              </a:rPr>
              <a:t>2</a:t>
            </a:r>
            <a:r>
              <a:rPr dirty="0" sz="650" spc="-1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=</a:t>
            </a:r>
            <a:r>
              <a:rPr dirty="0" baseline="2645" sz="1575" spc="-22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461.72,</a:t>
            </a:r>
            <a:r>
              <a:rPr dirty="0" baseline="2645" sz="1575" spc="-22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PT</a:t>
            </a:r>
            <a:r>
              <a:rPr dirty="0" sz="650">
                <a:latin typeface="Times New Roman"/>
                <a:cs typeface="Times New Roman"/>
              </a:rPr>
              <a:t>2</a:t>
            </a:r>
            <a:r>
              <a:rPr dirty="0" sz="650" spc="-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=</a:t>
            </a:r>
            <a:r>
              <a:rPr dirty="0" baseline="2645" sz="1575" spc="-22">
                <a:latin typeface="Times New Roman"/>
                <a:cs typeface="Times New Roman"/>
              </a:rPr>
              <a:t> </a:t>
            </a:r>
            <a:r>
              <a:rPr dirty="0" baseline="2645" sz="1575" spc="-15">
                <a:latin typeface="Times New Roman"/>
                <a:cs typeface="Times New Roman"/>
              </a:rPr>
              <a:t>507.56</a:t>
            </a:r>
            <a:endParaRPr baseline="2645" sz="1575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5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</a:pP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Figura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8.3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y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Tabla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8.3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obtienen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los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siguientes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valores: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Ve</a:t>
            </a:r>
            <a:r>
              <a:rPr dirty="0" sz="650">
                <a:latin typeface="Times New Roman"/>
                <a:cs typeface="Times New Roman"/>
              </a:rPr>
              <a:t>1</a:t>
            </a:r>
            <a:r>
              <a:rPr dirty="0" baseline="2645" sz="1575">
                <a:latin typeface="Times New Roman"/>
                <a:cs typeface="Times New Roman"/>
              </a:rPr>
              <a:t>=70</a:t>
            </a:r>
            <a:r>
              <a:rPr dirty="0" baseline="2645" sz="1575" spc="-30">
                <a:latin typeface="Times New Roman"/>
                <a:cs typeface="Times New Roman"/>
              </a:rPr>
              <a:t> </a:t>
            </a:r>
            <a:r>
              <a:rPr dirty="0" baseline="2645" sz="1575" spc="-15">
                <a:latin typeface="Times New Roman"/>
                <a:cs typeface="Times New Roman"/>
              </a:rPr>
              <a:t>Km/h, </a:t>
            </a:r>
            <a:r>
              <a:rPr dirty="0" baseline="2645" sz="1575">
                <a:latin typeface="Times New Roman"/>
                <a:cs typeface="Times New Roman"/>
              </a:rPr>
              <a:t>e</a:t>
            </a:r>
            <a:r>
              <a:rPr dirty="0" sz="650">
                <a:latin typeface="Times New Roman"/>
                <a:cs typeface="Times New Roman"/>
              </a:rPr>
              <a:t>1</a:t>
            </a:r>
            <a:r>
              <a:rPr dirty="0" baseline="2645" sz="1575">
                <a:latin typeface="Times New Roman"/>
                <a:cs typeface="Times New Roman"/>
              </a:rPr>
              <a:t>=8.0%,</a:t>
            </a:r>
            <a:r>
              <a:rPr dirty="0" baseline="2645" sz="1575" spc="-37">
                <a:latin typeface="Times New Roman"/>
                <a:cs typeface="Times New Roman"/>
              </a:rPr>
              <a:t> </a:t>
            </a:r>
            <a:r>
              <a:rPr dirty="0" baseline="2645" sz="1575" spc="-15">
                <a:latin typeface="Times New Roman"/>
                <a:cs typeface="Times New Roman"/>
              </a:rPr>
              <a:t>I</a:t>
            </a:r>
            <a:r>
              <a:rPr dirty="0" sz="650" spc="-10">
                <a:latin typeface="Times New Roman"/>
                <a:cs typeface="Times New Roman"/>
              </a:rPr>
              <a:t>1</a:t>
            </a:r>
            <a:r>
              <a:rPr dirty="0" baseline="2645" sz="1575" spc="-15">
                <a:latin typeface="Times New Roman"/>
                <a:cs typeface="Times New Roman"/>
              </a:rPr>
              <a:t>=0.55%</a:t>
            </a:r>
            <a:endParaRPr baseline="2645" sz="1575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baseline="2645" sz="1575">
                <a:latin typeface="Times New Roman"/>
                <a:cs typeface="Times New Roman"/>
              </a:rPr>
              <a:t>Ve</a:t>
            </a:r>
            <a:r>
              <a:rPr dirty="0" sz="650">
                <a:latin typeface="Times New Roman"/>
                <a:cs typeface="Times New Roman"/>
              </a:rPr>
              <a:t>2</a:t>
            </a:r>
            <a:r>
              <a:rPr dirty="0" baseline="2645" sz="1575">
                <a:latin typeface="Times New Roman"/>
                <a:cs typeface="Times New Roman"/>
              </a:rPr>
              <a:t>=60</a:t>
            </a:r>
            <a:r>
              <a:rPr dirty="0" baseline="2645" sz="1575" spc="337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Km/h,</a:t>
            </a:r>
            <a:r>
              <a:rPr dirty="0" baseline="2645" sz="1575" spc="-3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e</a:t>
            </a:r>
            <a:r>
              <a:rPr dirty="0" sz="650">
                <a:latin typeface="Times New Roman"/>
                <a:cs typeface="Times New Roman"/>
              </a:rPr>
              <a:t>2</a:t>
            </a:r>
            <a:r>
              <a:rPr dirty="0" baseline="2645" sz="1575">
                <a:latin typeface="Times New Roman"/>
                <a:cs typeface="Times New Roman"/>
              </a:rPr>
              <a:t>=8.0%,</a:t>
            </a:r>
            <a:r>
              <a:rPr dirty="0" baseline="2645" sz="1575" spc="-22">
                <a:latin typeface="Times New Roman"/>
                <a:cs typeface="Times New Roman"/>
              </a:rPr>
              <a:t> </a:t>
            </a:r>
            <a:r>
              <a:rPr dirty="0" baseline="2645" sz="1575" spc="-15">
                <a:latin typeface="Times New Roman"/>
                <a:cs typeface="Times New Roman"/>
              </a:rPr>
              <a:t>I</a:t>
            </a:r>
            <a:r>
              <a:rPr dirty="0" sz="650" spc="-10">
                <a:latin typeface="Times New Roman"/>
                <a:cs typeface="Times New Roman"/>
              </a:rPr>
              <a:t>2</a:t>
            </a:r>
            <a:r>
              <a:rPr dirty="0" baseline="2645" sz="1575" spc="-15">
                <a:latin typeface="Times New Roman"/>
                <a:cs typeface="Times New Roman"/>
              </a:rPr>
              <a:t>=0.64%</a:t>
            </a:r>
            <a:endParaRPr baseline="2645" sz="1575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50">
                <a:latin typeface="Times New Roman"/>
                <a:cs typeface="Times New Roman"/>
              </a:rPr>
              <a:t>Con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estos</a:t>
            </a:r>
            <a:r>
              <a:rPr dirty="0" sz="1050" spc="-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calculan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los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siguientes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datos: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031239" y="6182373"/>
            <a:ext cx="868044" cy="200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429895" algn="l"/>
              </a:tabLst>
            </a:pPr>
            <a:r>
              <a:rPr dirty="0" baseline="2415" sz="1725" spc="-37" i="1">
                <a:latin typeface="Times New Roman"/>
                <a:cs typeface="Times New Roman"/>
              </a:rPr>
              <a:t>Lt</a:t>
            </a:r>
            <a:r>
              <a:rPr dirty="0" baseline="-21367" sz="975" spc="-37">
                <a:latin typeface="Times New Roman"/>
                <a:cs typeface="Times New Roman"/>
              </a:rPr>
              <a:t>1</a:t>
            </a:r>
            <a:r>
              <a:rPr dirty="0" baseline="-21367" sz="975">
                <a:latin typeface="Times New Roman"/>
                <a:cs typeface="Times New Roman"/>
              </a:rPr>
              <a:t>	</a:t>
            </a:r>
            <a:r>
              <a:rPr dirty="0" sz="1150" spc="-10">
                <a:latin typeface="Times New Roman"/>
                <a:cs typeface="Times New Roman"/>
              </a:rPr>
              <a:t>8</a:t>
            </a:r>
            <a:r>
              <a:rPr dirty="0" sz="1150" spc="-10" i="1">
                <a:latin typeface="Times New Roman"/>
                <a:cs typeface="Times New Roman"/>
              </a:rPr>
              <a:t>x</a:t>
            </a:r>
            <a:r>
              <a:rPr dirty="0" sz="1150" spc="-10">
                <a:latin typeface="Times New Roman"/>
                <a:cs typeface="Times New Roman"/>
              </a:rPr>
              <a:t>3.65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029969" y="6689103"/>
            <a:ext cx="1627505" cy="452120"/>
          </a:xfrm>
          <a:prstGeom prst="rect">
            <a:avLst/>
          </a:prstGeom>
        </p:spPr>
        <p:txBody>
          <a:bodyPr wrap="square" lIns="0" tIns="5080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400"/>
              </a:spcBef>
            </a:pPr>
            <a:r>
              <a:rPr dirty="0" sz="1150" i="1">
                <a:latin typeface="Times New Roman"/>
                <a:cs typeface="Times New Roman"/>
              </a:rPr>
              <a:t>Lt</a:t>
            </a:r>
            <a:r>
              <a:rPr dirty="0" baseline="-25641" sz="975">
                <a:latin typeface="Times New Roman"/>
                <a:cs typeface="Times New Roman"/>
              </a:rPr>
              <a:t>2</a:t>
            </a:r>
            <a:r>
              <a:rPr dirty="0" baseline="-25641" sz="975" spc="607">
                <a:latin typeface="Times New Roman"/>
                <a:cs typeface="Times New Roman"/>
              </a:rPr>
              <a:t> </a:t>
            </a:r>
            <a:r>
              <a:rPr dirty="0" baseline="-36231" sz="1725">
                <a:latin typeface="Consolas"/>
                <a:cs typeface="Consolas"/>
              </a:rPr>
              <a:t>=</a:t>
            </a:r>
            <a:r>
              <a:rPr dirty="0" baseline="-36231" sz="1725" spc="-30">
                <a:latin typeface="Consolas"/>
                <a:cs typeface="Consolas"/>
              </a:rPr>
              <a:t> </a:t>
            </a:r>
            <a:r>
              <a:rPr dirty="0" baseline="4830" sz="1725">
                <a:latin typeface="Times New Roman"/>
                <a:cs typeface="Times New Roman"/>
              </a:rPr>
              <a:t>8.0</a:t>
            </a:r>
            <a:r>
              <a:rPr dirty="0" baseline="4830" sz="1725" i="1">
                <a:latin typeface="Times New Roman"/>
                <a:cs typeface="Times New Roman"/>
              </a:rPr>
              <a:t>x</a:t>
            </a:r>
            <a:r>
              <a:rPr dirty="0" baseline="4830" sz="1725">
                <a:latin typeface="Times New Roman"/>
                <a:cs typeface="Times New Roman"/>
              </a:rPr>
              <a:t>3.65</a:t>
            </a:r>
            <a:r>
              <a:rPr dirty="0" baseline="4830" sz="1725" spc="-15">
                <a:latin typeface="Times New Roman"/>
                <a:cs typeface="Times New Roman"/>
              </a:rPr>
              <a:t> </a:t>
            </a:r>
            <a:r>
              <a:rPr dirty="0" baseline="-36231" sz="1725">
                <a:latin typeface="Consolas"/>
                <a:cs typeface="Consolas"/>
              </a:rPr>
              <a:t>=</a:t>
            </a:r>
            <a:r>
              <a:rPr dirty="0" baseline="-36231" sz="1725" spc="-15">
                <a:latin typeface="Consolas"/>
                <a:cs typeface="Consolas"/>
              </a:rPr>
              <a:t> </a:t>
            </a:r>
            <a:r>
              <a:rPr dirty="0" baseline="-36231" sz="1725" spc="-15">
                <a:latin typeface="Times New Roman"/>
                <a:cs typeface="Times New Roman"/>
              </a:rPr>
              <a:t>45.63</a:t>
            </a:r>
            <a:r>
              <a:rPr dirty="0" baseline="-36231" sz="1725" spc="-15" i="1">
                <a:latin typeface="Times New Roman"/>
                <a:cs typeface="Times New Roman"/>
              </a:rPr>
              <a:t>m</a:t>
            </a:r>
            <a:endParaRPr baseline="-36231" sz="1725">
              <a:latin typeface="Times New Roman"/>
              <a:cs typeface="Times New Roman"/>
            </a:endParaRPr>
          </a:p>
          <a:p>
            <a:pPr algn="ctr" marR="272415">
              <a:lnSpc>
                <a:spcPct val="100000"/>
              </a:lnSpc>
              <a:spcBef>
                <a:spcPts val="300"/>
              </a:spcBef>
            </a:pPr>
            <a:r>
              <a:rPr dirty="0" sz="1150" spc="-20">
                <a:latin typeface="Times New Roman"/>
                <a:cs typeface="Times New Roman"/>
              </a:rPr>
              <a:t>0.64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070610" y="7269492"/>
            <a:ext cx="123189" cy="200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50" i="1">
                <a:latin typeface="Times New Roman"/>
                <a:cs typeface="Times New Roman"/>
              </a:rPr>
              <a:t>N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287780" y="6295402"/>
            <a:ext cx="1221105" cy="200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11505" algn="l"/>
              </a:tabLst>
            </a:pPr>
            <a:r>
              <a:rPr dirty="0" sz="1150" spc="-50">
                <a:latin typeface="Consolas"/>
                <a:cs typeface="Consolas"/>
              </a:rPr>
              <a:t>=</a:t>
            </a:r>
            <a:r>
              <a:rPr dirty="0" sz="1150">
                <a:latin typeface="Consolas"/>
                <a:cs typeface="Consolas"/>
              </a:rPr>
              <a:t>	=</a:t>
            </a:r>
            <a:r>
              <a:rPr dirty="0" sz="1150" spc="-5">
                <a:latin typeface="Consolas"/>
                <a:cs typeface="Consolas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53.09</a:t>
            </a:r>
            <a:r>
              <a:rPr dirty="0" sz="1150" spc="-10" i="1">
                <a:latin typeface="Times New Roman"/>
                <a:cs typeface="Times New Roman"/>
              </a:rPr>
              <a:t>m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490980" y="6417323"/>
            <a:ext cx="281305" cy="200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20">
                <a:latin typeface="Times New Roman"/>
                <a:cs typeface="Times New Roman"/>
              </a:rPr>
              <a:t>0.55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149350" y="7396492"/>
            <a:ext cx="252095" cy="200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-21367" sz="975">
                <a:latin typeface="Times New Roman"/>
                <a:cs typeface="Times New Roman"/>
              </a:rPr>
              <a:t>1</a:t>
            </a:r>
            <a:r>
              <a:rPr dirty="0" baseline="-21367" sz="975" spc="382">
                <a:latin typeface="Times New Roman"/>
                <a:cs typeface="Times New Roman"/>
              </a:rPr>
              <a:t> </a:t>
            </a:r>
            <a:r>
              <a:rPr dirty="0" sz="1150" spc="-60">
                <a:latin typeface="Consolas"/>
                <a:cs typeface="Consolas"/>
              </a:rPr>
              <a:t>=</a:t>
            </a:r>
            <a:endParaRPr sz="1150">
              <a:latin typeface="Consolas"/>
              <a:cs typeface="Consolas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1389380" y="7246632"/>
            <a:ext cx="643255" cy="4622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5750" marR="5080" indent="-273050">
              <a:lnSpc>
                <a:spcPct val="124600"/>
              </a:lnSpc>
              <a:spcBef>
                <a:spcPts val="100"/>
              </a:spcBef>
            </a:pPr>
            <a:r>
              <a:rPr dirty="0" u="sng" sz="1150" spc="4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50" spc="-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2.0</a:t>
            </a:r>
            <a:r>
              <a:rPr dirty="0" u="sng" sz="1150" spc="-10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x</a:t>
            </a:r>
            <a:r>
              <a:rPr dirty="0" u="sng" sz="1150" spc="-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53.09</a:t>
            </a:r>
            <a:r>
              <a:rPr dirty="0" sz="1150" spc="-10">
                <a:latin typeface="Times New Roman"/>
                <a:cs typeface="Times New Roman"/>
              </a:rPr>
              <a:t> </a:t>
            </a:r>
            <a:r>
              <a:rPr dirty="0" sz="1150" spc="-50">
                <a:latin typeface="Times New Roman"/>
                <a:cs typeface="Times New Roman"/>
              </a:rPr>
              <a:t>8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2043429" y="7396492"/>
            <a:ext cx="621665" cy="200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>
                <a:latin typeface="Consolas"/>
                <a:cs typeface="Consolas"/>
              </a:rPr>
              <a:t>=</a:t>
            </a:r>
            <a:r>
              <a:rPr dirty="0" sz="1150" spc="-5">
                <a:latin typeface="Consolas"/>
                <a:cs typeface="Consolas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13.27</a:t>
            </a:r>
            <a:r>
              <a:rPr dirty="0" sz="1150" spc="-10" i="1">
                <a:latin typeface="Times New Roman"/>
                <a:cs typeface="Times New Roman"/>
              </a:rPr>
              <a:t>m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1070610" y="7882903"/>
            <a:ext cx="1533525" cy="3073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07340">
              <a:lnSpc>
                <a:spcPts val="1110"/>
              </a:lnSpc>
              <a:spcBef>
                <a:spcPts val="100"/>
              </a:spcBef>
            </a:pPr>
            <a:r>
              <a:rPr dirty="0" sz="1150" spc="-10">
                <a:latin typeface="Times New Roman"/>
                <a:cs typeface="Times New Roman"/>
              </a:rPr>
              <a:t>2.0</a:t>
            </a:r>
            <a:r>
              <a:rPr dirty="0" sz="1150" spc="-10" i="1">
                <a:latin typeface="Times New Roman"/>
                <a:cs typeface="Times New Roman"/>
              </a:rPr>
              <a:t>x</a:t>
            </a:r>
            <a:r>
              <a:rPr dirty="0" sz="1150" spc="-10">
                <a:latin typeface="Times New Roman"/>
                <a:cs typeface="Times New Roman"/>
              </a:rPr>
              <a:t>45.63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ts val="1110"/>
              </a:lnSpc>
              <a:tabLst>
                <a:tab pos="931544" algn="l"/>
              </a:tabLst>
            </a:pPr>
            <a:r>
              <a:rPr dirty="0" sz="1150" i="1">
                <a:latin typeface="Times New Roman"/>
                <a:cs typeface="Times New Roman"/>
              </a:rPr>
              <a:t>N</a:t>
            </a:r>
            <a:r>
              <a:rPr dirty="0" sz="1150" spc="-5" i="1">
                <a:latin typeface="Times New Roman"/>
                <a:cs typeface="Times New Roman"/>
              </a:rPr>
              <a:t> </a:t>
            </a:r>
            <a:r>
              <a:rPr dirty="0" sz="1150" spc="-60">
                <a:latin typeface="Consolas"/>
                <a:cs typeface="Consolas"/>
              </a:rPr>
              <a:t>=</a:t>
            </a:r>
            <a:r>
              <a:rPr dirty="0" sz="1150">
                <a:latin typeface="Consolas"/>
                <a:cs typeface="Consolas"/>
              </a:rPr>
              <a:t>	=</a:t>
            </a:r>
            <a:r>
              <a:rPr dirty="0" sz="1150" spc="-5">
                <a:latin typeface="Consolas"/>
                <a:cs typeface="Consolas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11.41</a:t>
            </a:r>
            <a:r>
              <a:rPr dirty="0" sz="1150" spc="-10" i="1">
                <a:latin typeface="Times New Roman"/>
                <a:cs typeface="Times New Roman"/>
              </a:rPr>
              <a:t>m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1184910" y="8087373"/>
            <a:ext cx="68580" cy="1244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50" spc="-50">
                <a:latin typeface="Times New Roman"/>
                <a:cs typeface="Times New Roman"/>
              </a:rPr>
              <a:t>2</a:t>
            </a:r>
            <a:endParaRPr sz="650">
              <a:latin typeface="Times New Roman"/>
              <a:cs typeface="Times New Roman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1677670" y="8102612"/>
            <a:ext cx="102235" cy="200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50">
                <a:latin typeface="Times New Roman"/>
                <a:cs typeface="Times New Roman"/>
              </a:rPr>
              <a:t>8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1040130" y="8439162"/>
            <a:ext cx="5017770" cy="8102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entretangencia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mínima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requerida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para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desarrollo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del</a:t>
            </a:r>
            <a:r>
              <a:rPr dirty="0" sz="1050" spc="-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normal</a:t>
            </a:r>
            <a:r>
              <a:rPr dirty="0" sz="1050" spc="-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entre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ambas</a:t>
            </a:r>
            <a:r>
              <a:rPr dirty="0" sz="1050" spc="-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curvas</a:t>
            </a:r>
            <a:r>
              <a:rPr dirty="0" sz="1050" spc="-30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es:</a:t>
            </a: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90"/>
              </a:spcBef>
            </a:pPr>
            <a:r>
              <a:rPr dirty="0" sz="1050" spc="-10">
                <a:latin typeface="Times New Roman"/>
                <a:cs typeface="Times New Roman"/>
              </a:rPr>
              <a:t>53.09+45.63+13.27+11.41=123.39</a:t>
            </a:r>
            <a:r>
              <a:rPr dirty="0" sz="1050" spc="165">
                <a:latin typeface="Times New Roman"/>
                <a:cs typeface="Times New Roman"/>
              </a:rPr>
              <a:t> </a:t>
            </a:r>
            <a:r>
              <a:rPr dirty="0" sz="1050" spc="-50">
                <a:latin typeface="Times New Roman"/>
                <a:cs typeface="Times New Roman"/>
              </a:rPr>
              <a:t>m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50">
                <a:latin typeface="Times New Roman"/>
                <a:cs typeface="Times New Roman"/>
              </a:rPr>
              <a:t>Mientras</a:t>
            </a:r>
            <a:r>
              <a:rPr dirty="0" sz="1050" spc="-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entretangencia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disponible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de:</a:t>
            </a:r>
            <a:endParaRPr sz="10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306194" y="2962922"/>
            <a:ext cx="746760" cy="0"/>
          </a:xfrm>
          <a:custGeom>
            <a:avLst/>
            <a:gdLst/>
            <a:ahLst/>
            <a:cxnLst/>
            <a:rect l="l" t="t" r="r" b="b"/>
            <a:pathLst>
              <a:path w="746760" h="0">
                <a:moveTo>
                  <a:pt x="0" y="0"/>
                </a:moveTo>
                <a:lnTo>
                  <a:pt x="74676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2220595" y="2948317"/>
            <a:ext cx="948055" cy="0"/>
          </a:xfrm>
          <a:custGeom>
            <a:avLst/>
            <a:gdLst/>
            <a:ahLst/>
            <a:cxnLst/>
            <a:rect l="l" t="t" r="r" b="b"/>
            <a:pathLst>
              <a:path w="948055" h="0">
                <a:moveTo>
                  <a:pt x="0" y="0"/>
                </a:moveTo>
                <a:lnTo>
                  <a:pt x="948055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1040130" y="1400823"/>
            <a:ext cx="5488305" cy="1120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100"/>
              </a:spcBef>
            </a:pPr>
            <a:r>
              <a:rPr dirty="0" baseline="2645" sz="1575">
                <a:latin typeface="Times New Roman"/>
                <a:cs typeface="Times New Roman"/>
              </a:rPr>
              <a:t>PC</a:t>
            </a:r>
            <a:r>
              <a:rPr dirty="0" sz="650">
                <a:latin typeface="Times New Roman"/>
                <a:cs typeface="Times New Roman"/>
              </a:rPr>
              <a:t>2</a:t>
            </a:r>
            <a:r>
              <a:rPr dirty="0" sz="650" spc="-1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–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PT</a:t>
            </a:r>
            <a:r>
              <a:rPr dirty="0" sz="650">
                <a:latin typeface="Times New Roman"/>
                <a:cs typeface="Times New Roman"/>
              </a:rPr>
              <a:t>1</a:t>
            </a:r>
            <a:r>
              <a:rPr dirty="0" sz="650" spc="-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=</a:t>
            </a:r>
            <a:r>
              <a:rPr dirty="0" baseline="2645" sz="1575" spc="-3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461.72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–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380.25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=</a:t>
            </a:r>
            <a:r>
              <a:rPr dirty="0" baseline="2645" sz="1575" spc="-22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81.47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 spc="-75">
                <a:latin typeface="Times New Roman"/>
                <a:cs typeface="Times New Roman"/>
              </a:rPr>
              <a:t>m</a:t>
            </a:r>
            <a:endParaRPr baseline="2645" sz="1575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1050">
              <a:latin typeface="Times New Roman"/>
              <a:cs typeface="Times New Roman"/>
            </a:endParaRPr>
          </a:p>
          <a:p>
            <a:pPr algn="just" marL="12700" marR="5080">
              <a:lnSpc>
                <a:spcPts val="1220"/>
              </a:lnSpc>
            </a:pPr>
            <a:r>
              <a:rPr dirty="0" sz="1050">
                <a:latin typeface="Times New Roman"/>
                <a:cs typeface="Times New Roman"/>
              </a:rPr>
              <a:t>Por</a:t>
            </a:r>
            <a:r>
              <a:rPr dirty="0" sz="1050" spc="39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lo</a:t>
            </a:r>
            <a:r>
              <a:rPr dirty="0" sz="1050" spc="409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tanto</a:t>
            </a:r>
            <a:r>
              <a:rPr dirty="0" sz="1050" spc="409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40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40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entre</a:t>
            </a:r>
            <a:r>
              <a:rPr dirty="0" sz="1050" spc="409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ambas</a:t>
            </a:r>
            <a:r>
              <a:rPr dirty="0" sz="1050" spc="40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curvas</a:t>
            </a:r>
            <a:r>
              <a:rPr dirty="0" sz="1050" spc="40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debe</a:t>
            </a:r>
            <a:r>
              <a:rPr dirty="0" sz="1050" spc="40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calcularse</a:t>
            </a:r>
            <a:r>
              <a:rPr dirty="0" sz="1050" spc="40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40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forma</a:t>
            </a:r>
            <a:r>
              <a:rPr dirty="0" sz="1050" spc="409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forzada</a:t>
            </a:r>
            <a:r>
              <a:rPr dirty="0" sz="1050" spc="40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y</a:t>
            </a:r>
            <a:r>
              <a:rPr dirty="0" sz="1050" spc="40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además</a:t>
            </a:r>
            <a:r>
              <a:rPr dirty="0" sz="1050" spc="395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la </a:t>
            </a:r>
            <a:r>
              <a:rPr dirty="0" sz="1050">
                <a:latin typeface="Times New Roman"/>
                <a:cs typeface="Times New Roman"/>
              </a:rPr>
              <a:t>entretangencia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existente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no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permite</a:t>
            </a:r>
            <a:r>
              <a:rPr dirty="0" sz="1050" spc="28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desarrollar</a:t>
            </a:r>
            <a:r>
              <a:rPr dirty="0" sz="1050" spc="29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una</a:t>
            </a:r>
            <a:r>
              <a:rPr dirty="0" sz="1050" spc="29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inclinación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relativa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los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bordes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menor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o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igual</a:t>
            </a:r>
            <a:r>
              <a:rPr dirty="0" sz="1050" spc="50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las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necesarias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para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las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dos</a:t>
            </a:r>
            <a:r>
              <a:rPr dirty="0" sz="1050" spc="21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curvas.</a:t>
            </a:r>
            <a:endParaRPr sz="1050">
              <a:latin typeface="Times New Roman"/>
              <a:cs typeface="Times New Roman"/>
            </a:endParaRPr>
          </a:p>
          <a:p>
            <a:pPr algn="just" marL="12700">
              <a:lnSpc>
                <a:spcPct val="100000"/>
              </a:lnSpc>
              <a:spcBef>
                <a:spcPts val="1155"/>
              </a:spcBef>
            </a:pPr>
            <a:r>
              <a:rPr dirty="0" sz="1050">
                <a:latin typeface="Times New Roman"/>
                <a:cs typeface="Times New Roman"/>
              </a:rPr>
              <a:t>Si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calculamos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inclinación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o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rampa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peraltes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tiene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 spc="-20">
                <a:latin typeface="Times New Roman"/>
                <a:cs typeface="Times New Roman"/>
              </a:rPr>
              <a:t>que: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069339" y="2807982"/>
            <a:ext cx="208915" cy="200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i="1">
                <a:latin typeface="Times New Roman"/>
                <a:cs typeface="Times New Roman"/>
              </a:rPr>
              <a:t>I</a:t>
            </a:r>
            <a:r>
              <a:rPr dirty="0" sz="1150" spc="125" i="1">
                <a:latin typeface="Times New Roman"/>
                <a:cs typeface="Times New Roman"/>
              </a:rPr>
              <a:t> </a:t>
            </a:r>
            <a:r>
              <a:rPr dirty="0" sz="1150" spc="-50">
                <a:latin typeface="Consolas"/>
                <a:cs typeface="Consolas"/>
              </a:rPr>
              <a:t>=</a:t>
            </a:r>
            <a:endParaRPr sz="1150">
              <a:latin typeface="Consolas"/>
              <a:cs typeface="Consolas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278889" y="2705113"/>
            <a:ext cx="751205" cy="375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 marR="30480" indent="78740">
              <a:lnSpc>
                <a:spcPct val="100000"/>
              </a:lnSpc>
              <a:spcBef>
                <a:spcPts val="100"/>
              </a:spcBef>
            </a:pPr>
            <a:r>
              <a:rPr dirty="0" sz="1150">
                <a:latin typeface="Times New Roman"/>
                <a:cs typeface="Times New Roman"/>
              </a:rPr>
              <a:t>(</a:t>
            </a:r>
            <a:r>
              <a:rPr dirty="0" sz="1150" i="1">
                <a:latin typeface="Times New Roman"/>
                <a:cs typeface="Times New Roman"/>
              </a:rPr>
              <a:t>e</a:t>
            </a:r>
            <a:r>
              <a:rPr dirty="0" baseline="-25641" sz="975">
                <a:latin typeface="Times New Roman"/>
                <a:cs typeface="Times New Roman"/>
              </a:rPr>
              <a:t>1</a:t>
            </a:r>
            <a:r>
              <a:rPr dirty="0" baseline="-25641" sz="975" spc="-30">
                <a:latin typeface="Times New Roman"/>
                <a:cs typeface="Times New Roman"/>
              </a:rPr>
              <a:t> </a:t>
            </a:r>
            <a:r>
              <a:rPr dirty="0" sz="1150">
                <a:latin typeface="Consolas"/>
                <a:cs typeface="Consolas"/>
              </a:rPr>
              <a:t>+</a:t>
            </a:r>
            <a:r>
              <a:rPr dirty="0" sz="1150" spc="-20">
                <a:latin typeface="Consolas"/>
                <a:cs typeface="Consolas"/>
              </a:rPr>
              <a:t> </a:t>
            </a:r>
            <a:r>
              <a:rPr dirty="0" sz="1150" i="1">
                <a:latin typeface="Times New Roman"/>
                <a:cs typeface="Times New Roman"/>
              </a:rPr>
              <a:t>e</a:t>
            </a:r>
            <a:r>
              <a:rPr dirty="0" baseline="-25641" sz="975">
                <a:latin typeface="Times New Roman"/>
                <a:cs typeface="Times New Roman"/>
              </a:rPr>
              <a:t>2</a:t>
            </a:r>
            <a:r>
              <a:rPr dirty="0" baseline="-25641" sz="975" spc="-7">
                <a:latin typeface="Times New Roman"/>
                <a:cs typeface="Times New Roman"/>
              </a:rPr>
              <a:t> </a:t>
            </a:r>
            <a:r>
              <a:rPr dirty="0" sz="1150" spc="-25">
                <a:latin typeface="Times New Roman"/>
                <a:cs typeface="Times New Roman"/>
              </a:rPr>
              <a:t>)</a:t>
            </a:r>
            <a:r>
              <a:rPr dirty="0" sz="1150" spc="-25" i="1">
                <a:latin typeface="Times New Roman"/>
                <a:cs typeface="Times New Roman"/>
              </a:rPr>
              <a:t>a </a:t>
            </a:r>
            <a:r>
              <a:rPr dirty="0" sz="1150">
                <a:latin typeface="Times New Roman"/>
                <a:cs typeface="Times New Roman"/>
              </a:rPr>
              <a:t>(</a:t>
            </a:r>
            <a:r>
              <a:rPr dirty="0" sz="1150" i="1">
                <a:latin typeface="Times New Roman"/>
                <a:cs typeface="Times New Roman"/>
              </a:rPr>
              <a:t>PT</a:t>
            </a:r>
            <a:r>
              <a:rPr dirty="0" baseline="-25641" sz="975">
                <a:latin typeface="Times New Roman"/>
                <a:cs typeface="Times New Roman"/>
              </a:rPr>
              <a:t>1</a:t>
            </a:r>
            <a:r>
              <a:rPr dirty="0" baseline="-25641" sz="975" spc="-7">
                <a:latin typeface="Times New Roman"/>
                <a:cs typeface="Times New Roman"/>
              </a:rPr>
              <a:t> </a:t>
            </a:r>
            <a:r>
              <a:rPr dirty="0" sz="1150">
                <a:latin typeface="Consolas"/>
                <a:cs typeface="Consolas"/>
              </a:rPr>
              <a:t>−</a:t>
            </a:r>
            <a:r>
              <a:rPr dirty="0" sz="1150" spc="-15">
                <a:latin typeface="Consolas"/>
                <a:cs typeface="Consolas"/>
              </a:rPr>
              <a:t> </a:t>
            </a:r>
            <a:r>
              <a:rPr dirty="0" sz="1150" spc="-25" i="1">
                <a:latin typeface="Times New Roman"/>
                <a:cs typeface="Times New Roman"/>
              </a:rPr>
              <a:t>PC</a:t>
            </a:r>
            <a:r>
              <a:rPr dirty="0" baseline="-25641" sz="975" spc="-37">
                <a:latin typeface="Times New Roman"/>
                <a:cs typeface="Times New Roman"/>
              </a:rPr>
              <a:t>2</a:t>
            </a:r>
            <a:endParaRPr baseline="-25641" sz="975">
              <a:latin typeface="Times New Roman"/>
              <a:cs typeface="Times New Roman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304289" y="3045473"/>
            <a:ext cx="74295" cy="200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50">
                <a:latin typeface="Times New Roman"/>
                <a:cs typeface="Times New Roman"/>
              </a:rPr>
              <a:t>)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2086610" y="2900692"/>
            <a:ext cx="106045" cy="200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50">
                <a:latin typeface="Consolas"/>
                <a:cs typeface="Consolas"/>
              </a:rPr>
              <a:t>=</a:t>
            </a:r>
            <a:endParaRPr sz="1150">
              <a:latin typeface="Consolas"/>
              <a:cs typeface="Consolas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2246629" y="2792742"/>
            <a:ext cx="1006475" cy="200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>
                <a:latin typeface="Times New Roman"/>
                <a:cs typeface="Times New Roman"/>
              </a:rPr>
              <a:t>(8.0 </a:t>
            </a:r>
            <a:r>
              <a:rPr dirty="0" sz="1150">
                <a:latin typeface="Consolas"/>
                <a:cs typeface="Consolas"/>
              </a:rPr>
              <a:t>+</a:t>
            </a:r>
            <a:r>
              <a:rPr dirty="0" sz="1150" spc="-15">
                <a:latin typeface="Consolas"/>
                <a:cs typeface="Consolas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8.0)</a:t>
            </a:r>
            <a:r>
              <a:rPr dirty="0" sz="1150" spc="-10" i="1">
                <a:latin typeface="Times New Roman"/>
                <a:cs typeface="Times New Roman"/>
              </a:rPr>
              <a:t>x</a:t>
            </a:r>
            <a:r>
              <a:rPr dirty="0" sz="1150" spc="-10">
                <a:latin typeface="Times New Roman"/>
                <a:cs typeface="Times New Roman"/>
              </a:rPr>
              <a:t>3.65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3263900" y="2900692"/>
            <a:ext cx="563245" cy="200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>
                <a:latin typeface="Consolas"/>
                <a:cs typeface="Consolas"/>
              </a:rPr>
              <a:t>=</a:t>
            </a:r>
            <a:r>
              <a:rPr dirty="0" sz="1150" spc="-5">
                <a:latin typeface="Consolas"/>
                <a:cs typeface="Consolas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0.72%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2514600" y="2947682"/>
            <a:ext cx="353695" cy="200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10">
                <a:latin typeface="Times New Roman"/>
                <a:cs typeface="Times New Roman"/>
              </a:rPr>
              <a:t>81.47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040130" y="3401073"/>
            <a:ext cx="5496560" cy="438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latin typeface="Times New Roman"/>
                <a:cs typeface="Times New Roman"/>
              </a:rPr>
              <a:t>En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este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caso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pueden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tener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varias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soluciones: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050">
              <a:latin typeface="Times New Roman"/>
              <a:cs typeface="Times New Roman"/>
            </a:endParaRPr>
          </a:p>
          <a:p>
            <a:pPr algn="just" marL="455930" marR="6350" indent="-220979">
              <a:lnSpc>
                <a:spcPct val="97500"/>
              </a:lnSpc>
              <a:spcBef>
                <a:spcPts val="5"/>
              </a:spcBef>
              <a:buAutoNum type="alphaLcPeriod"/>
              <a:tabLst>
                <a:tab pos="457200" algn="l"/>
              </a:tabLst>
            </a:pPr>
            <a:r>
              <a:rPr dirty="0" sz="1050">
                <a:latin typeface="Times New Roman"/>
                <a:cs typeface="Times New Roman"/>
              </a:rPr>
              <a:t>Calcular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 como en los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dos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ejemplos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anteriores,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decir,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con el</a:t>
            </a:r>
            <a:r>
              <a:rPr dirty="0" sz="1050" spc="9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desarrollo</a:t>
            </a:r>
            <a:r>
              <a:rPr dirty="0" baseline="2645" sz="1575" spc="22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del</a:t>
            </a:r>
            <a:r>
              <a:rPr dirty="0" baseline="2645" sz="1575" spc="7">
                <a:latin typeface="Times New Roman"/>
                <a:cs typeface="Times New Roman"/>
              </a:rPr>
              <a:t> </a:t>
            </a:r>
            <a:r>
              <a:rPr dirty="0" baseline="2645" sz="1575" spc="-15">
                <a:latin typeface="Times New Roman"/>
                <a:cs typeface="Times New Roman"/>
              </a:rPr>
              <a:t>peralte </a:t>
            </a:r>
            <a:r>
              <a:rPr dirty="0" baseline="2645" sz="1575" spc="-15">
                <a:latin typeface="Times New Roman"/>
                <a:cs typeface="Times New Roman"/>
              </a:rPr>
              <a:t>	</a:t>
            </a:r>
            <a:r>
              <a:rPr dirty="0" baseline="2645" sz="1575">
                <a:latin typeface="Times New Roman"/>
                <a:cs typeface="Times New Roman"/>
              </a:rPr>
              <a:t>forzado</a:t>
            </a:r>
            <a:r>
              <a:rPr dirty="0" baseline="2645" sz="1575" spc="16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solo</a:t>
            </a:r>
            <a:r>
              <a:rPr dirty="0" baseline="2645" sz="1575" spc="172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entre</a:t>
            </a:r>
            <a:r>
              <a:rPr dirty="0" baseline="2645" sz="1575" spc="172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el</a:t>
            </a:r>
            <a:r>
              <a:rPr dirty="0" baseline="2645" sz="1575" spc="209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PT</a:t>
            </a:r>
            <a:r>
              <a:rPr dirty="0" sz="650">
                <a:latin typeface="Times New Roman"/>
                <a:cs typeface="Times New Roman"/>
              </a:rPr>
              <a:t>1</a:t>
            </a:r>
            <a:r>
              <a:rPr dirty="0" sz="650" spc="10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y</a:t>
            </a:r>
            <a:r>
              <a:rPr dirty="0" baseline="2645" sz="1575" spc="16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el</a:t>
            </a:r>
            <a:r>
              <a:rPr dirty="0" baseline="2645" sz="1575" spc="157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PC</a:t>
            </a:r>
            <a:r>
              <a:rPr dirty="0" sz="650">
                <a:latin typeface="Times New Roman"/>
                <a:cs typeface="Times New Roman"/>
              </a:rPr>
              <a:t>2</a:t>
            </a:r>
            <a:r>
              <a:rPr dirty="0" baseline="2645" sz="1575">
                <a:latin typeface="Times New Roman"/>
                <a:cs typeface="Times New Roman"/>
              </a:rPr>
              <a:t>,</a:t>
            </a:r>
            <a:r>
              <a:rPr dirty="0" baseline="2645" sz="1575" spc="16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aumentando</a:t>
            </a:r>
            <a:r>
              <a:rPr dirty="0" baseline="2645" sz="1575" spc="16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así</a:t>
            </a:r>
            <a:r>
              <a:rPr dirty="0" baseline="2645" sz="1575" spc="157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la</a:t>
            </a:r>
            <a:r>
              <a:rPr dirty="0" baseline="2645" sz="1575" spc="19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inclinación</a:t>
            </a:r>
            <a:r>
              <a:rPr dirty="0" sz="1050" spc="114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relativa</a:t>
            </a:r>
            <a:r>
              <a:rPr dirty="0" sz="1050" spc="1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1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los</a:t>
            </a:r>
            <a:r>
              <a:rPr dirty="0" sz="1050" spc="1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bordes</a:t>
            </a:r>
            <a:r>
              <a:rPr dirty="0" sz="1050" spc="114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de </a:t>
            </a:r>
            <a:r>
              <a:rPr dirty="0" sz="1050" spc="-25">
                <a:latin typeface="Times New Roman"/>
                <a:cs typeface="Times New Roman"/>
              </a:rPr>
              <a:t>	</a:t>
            </a:r>
            <a:r>
              <a:rPr dirty="0" sz="1050">
                <a:latin typeface="Times New Roman"/>
                <a:cs typeface="Times New Roman"/>
              </a:rPr>
              <a:t>peralte.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Lo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anterior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significa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no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cumple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con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lo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recomendado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por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I.N.V.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o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las</a:t>
            </a:r>
            <a:r>
              <a:rPr dirty="0" sz="1050" spc="-10">
                <a:latin typeface="Times New Roman"/>
                <a:cs typeface="Times New Roman"/>
              </a:rPr>
              <a:t> normas </a:t>
            </a:r>
            <a:r>
              <a:rPr dirty="0" sz="1050" spc="-10">
                <a:latin typeface="Times New Roman"/>
                <a:cs typeface="Times New Roman"/>
              </a:rPr>
              <a:t>	</a:t>
            </a:r>
            <a:r>
              <a:rPr dirty="0" sz="1050">
                <a:latin typeface="Times New Roman"/>
                <a:cs typeface="Times New Roman"/>
              </a:rPr>
              <a:t>internacionales</a:t>
            </a:r>
            <a:r>
              <a:rPr dirty="0" sz="1050" spc="28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ya</a:t>
            </a:r>
            <a:r>
              <a:rPr dirty="0" sz="1050" spc="28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28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28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transición</a:t>
            </a:r>
            <a:r>
              <a:rPr dirty="0" sz="1050" spc="28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del</a:t>
            </a:r>
            <a:r>
              <a:rPr dirty="0" sz="1050" spc="28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29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entre</a:t>
            </a:r>
            <a:r>
              <a:rPr dirty="0" sz="1050" spc="29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ambas</a:t>
            </a:r>
            <a:r>
              <a:rPr dirty="0" sz="1050" spc="28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curvas</a:t>
            </a:r>
            <a:r>
              <a:rPr dirty="0" sz="1050" spc="28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28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realiza</a:t>
            </a:r>
            <a:r>
              <a:rPr dirty="0" sz="1050" spc="28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con</a:t>
            </a:r>
            <a:r>
              <a:rPr dirty="0" sz="1050" spc="285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una </a:t>
            </a:r>
            <a:r>
              <a:rPr dirty="0" sz="1050" spc="-25">
                <a:latin typeface="Times New Roman"/>
                <a:cs typeface="Times New Roman"/>
              </a:rPr>
              <a:t>	</a:t>
            </a:r>
            <a:r>
              <a:rPr dirty="0" sz="1050">
                <a:latin typeface="Times New Roman"/>
                <a:cs typeface="Times New Roman"/>
              </a:rPr>
              <a:t>inclinación</a:t>
            </a:r>
            <a:r>
              <a:rPr dirty="0" sz="1050" spc="2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mayor</a:t>
            </a:r>
            <a:r>
              <a:rPr dirty="0" sz="1050" spc="2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causando</a:t>
            </a:r>
            <a:r>
              <a:rPr dirty="0" sz="1050" spc="2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demasiada</a:t>
            </a:r>
            <a:r>
              <a:rPr dirty="0" sz="1050" spc="2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incomodidad</a:t>
            </a:r>
            <a:r>
              <a:rPr dirty="0" sz="1050" spc="2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</a:t>
            </a:r>
            <a:r>
              <a:rPr dirty="0" sz="1050" spc="2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los</a:t>
            </a:r>
            <a:r>
              <a:rPr dirty="0" sz="1050" spc="2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usuarios</a:t>
            </a:r>
            <a:r>
              <a:rPr dirty="0" sz="1050" spc="2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y</a:t>
            </a:r>
            <a:r>
              <a:rPr dirty="0" sz="1050" spc="30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</a:t>
            </a:r>
            <a:r>
              <a:rPr dirty="0" sz="1050" spc="229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algunos</a:t>
            </a:r>
            <a:r>
              <a:rPr dirty="0" sz="1050" spc="24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casos, </a:t>
            </a:r>
            <a:r>
              <a:rPr dirty="0" sz="1050" spc="-10">
                <a:latin typeface="Times New Roman"/>
                <a:cs typeface="Times New Roman"/>
              </a:rPr>
              <a:t>	</a:t>
            </a:r>
            <a:r>
              <a:rPr dirty="0" sz="1050">
                <a:latin typeface="Times New Roman"/>
                <a:cs typeface="Times New Roman"/>
              </a:rPr>
              <a:t>cuando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esta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muy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alta,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puede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causar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accidentes</a:t>
            </a:r>
            <a:r>
              <a:rPr dirty="0" sz="1050" spc="-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sino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-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coloca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señalización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adecuada.</a:t>
            </a:r>
            <a:endParaRPr sz="1050">
              <a:latin typeface="Times New Roman"/>
              <a:cs typeface="Times New Roman"/>
            </a:endParaRPr>
          </a:p>
          <a:p>
            <a:pPr algn="just" marL="455930" marR="10160" indent="-220979">
              <a:lnSpc>
                <a:spcPts val="1220"/>
              </a:lnSpc>
              <a:spcBef>
                <a:spcPts val="30"/>
              </a:spcBef>
              <a:buAutoNum type="alphaLcPeriod"/>
              <a:tabLst>
                <a:tab pos="457200" algn="l"/>
              </a:tabLst>
            </a:pPr>
            <a:r>
              <a:rPr dirty="0" sz="1050">
                <a:latin typeface="Times New Roman"/>
                <a:cs typeface="Times New Roman"/>
              </a:rPr>
              <a:t>Desarrollando</a:t>
            </a:r>
            <a:r>
              <a:rPr dirty="0" sz="1050" spc="9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1/3</a:t>
            </a:r>
            <a:r>
              <a:rPr dirty="0" sz="1050" spc="9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9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9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transición</a:t>
            </a:r>
            <a:r>
              <a:rPr dirty="0" sz="1050" spc="9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del</a:t>
            </a:r>
            <a:r>
              <a:rPr dirty="0" sz="1050" spc="8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9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dentro</a:t>
            </a:r>
            <a:r>
              <a:rPr dirty="0" sz="1050" spc="9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8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8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curva</a:t>
            </a:r>
            <a:r>
              <a:rPr dirty="0" sz="1050" spc="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y</a:t>
            </a:r>
            <a:r>
              <a:rPr dirty="0" sz="1050" spc="9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2/3</a:t>
            </a:r>
            <a:r>
              <a:rPr dirty="0" sz="1050" spc="9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</a:t>
            </a:r>
            <a:r>
              <a:rPr dirty="0" sz="1050" spc="8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90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entretangencia. </a:t>
            </a:r>
            <a:r>
              <a:rPr dirty="0" sz="1050" spc="-10">
                <a:latin typeface="Times New Roman"/>
                <a:cs typeface="Times New Roman"/>
              </a:rPr>
              <a:t>	</a:t>
            </a:r>
            <a:r>
              <a:rPr dirty="0" sz="1050">
                <a:latin typeface="Times New Roman"/>
                <a:cs typeface="Times New Roman"/>
              </a:rPr>
              <a:t>Esta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solución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disminuye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inclinación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relativa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o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rampa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peraltes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pero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también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disminuye</a:t>
            </a:r>
            <a:r>
              <a:rPr dirty="0" sz="1050" spc="-25">
                <a:latin typeface="Times New Roman"/>
                <a:cs typeface="Times New Roman"/>
              </a:rPr>
              <a:t> el </a:t>
            </a:r>
            <a:r>
              <a:rPr dirty="0" sz="1050" spc="-25">
                <a:latin typeface="Times New Roman"/>
                <a:cs typeface="Times New Roman"/>
              </a:rPr>
              <a:t>	</a:t>
            </a:r>
            <a:r>
              <a:rPr dirty="0" sz="1050">
                <a:latin typeface="Times New Roman"/>
                <a:cs typeface="Times New Roman"/>
              </a:rPr>
              <a:t>valor del peralte en el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PT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 curva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No</a:t>
            </a:r>
            <a:r>
              <a:rPr dirty="0" sz="1050" spc="2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1 y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 PC de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curva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No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2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causando inseguridad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en </a:t>
            </a:r>
            <a:r>
              <a:rPr dirty="0" sz="1050" spc="-25">
                <a:latin typeface="Times New Roman"/>
                <a:cs typeface="Times New Roman"/>
              </a:rPr>
              <a:t>	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vía.</a:t>
            </a:r>
            <a:r>
              <a:rPr dirty="0" sz="1050" spc="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Al</a:t>
            </a:r>
            <a:r>
              <a:rPr dirty="0" sz="1050" spc="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emplear</a:t>
            </a:r>
            <a:r>
              <a:rPr dirty="0" sz="1050" spc="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esta</a:t>
            </a:r>
            <a:r>
              <a:rPr dirty="0" sz="1050" spc="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solución</a:t>
            </a:r>
            <a:r>
              <a:rPr dirty="0" sz="1050" spc="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puede</a:t>
            </a:r>
            <a:r>
              <a:rPr dirty="0" sz="1050" spc="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dar</a:t>
            </a:r>
            <a:r>
              <a:rPr dirty="0" sz="1050" spc="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caso</a:t>
            </a:r>
            <a:r>
              <a:rPr dirty="0" sz="1050" spc="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no</a:t>
            </a:r>
            <a:r>
              <a:rPr dirty="0" sz="1050" spc="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requiera</a:t>
            </a:r>
            <a:r>
              <a:rPr dirty="0" sz="1050" spc="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forzado</a:t>
            </a:r>
            <a:r>
              <a:rPr dirty="0" sz="1050" spc="55">
                <a:latin typeface="Times New Roman"/>
                <a:cs typeface="Times New Roman"/>
              </a:rPr>
              <a:t> </a:t>
            </a:r>
            <a:r>
              <a:rPr dirty="0" sz="1050" spc="-50">
                <a:latin typeface="Times New Roman"/>
                <a:cs typeface="Times New Roman"/>
              </a:rPr>
              <a:t>y </a:t>
            </a:r>
            <a:r>
              <a:rPr dirty="0" sz="1050" spc="-50">
                <a:latin typeface="Times New Roman"/>
                <a:cs typeface="Times New Roman"/>
              </a:rPr>
              <a:t>	</a:t>
            </a:r>
            <a:r>
              <a:rPr dirty="0" sz="1050">
                <a:latin typeface="Times New Roman"/>
                <a:cs typeface="Times New Roman"/>
              </a:rPr>
              <a:t>su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cálculo se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realice de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forma normal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tal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como se vio en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capitulo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correspondiente al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peralte 	normal.</a:t>
            </a:r>
            <a:endParaRPr sz="1050">
              <a:latin typeface="Times New Roman"/>
              <a:cs typeface="Times New Roman"/>
            </a:endParaRPr>
          </a:p>
          <a:p>
            <a:pPr algn="just" marL="455930" marR="9525" indent="-220979">
              <a:lnSpc>
                <a:spcPts val="1220"/>
              </a:lnSpc>
              <a:buAutoNum type="alphaLcPeriod"/>
              <a:tabLst>
                <a:tab pos="457200" algn="l"/>
              </a:tabLst>
            </a:pPr>
            <a:r>
              <a:rPr dirty="0" sz="1050">
                <a:latin typeface="Times New Roman"/>
                <a:cs typeface="Times New Roman"/>
              </a:rPr>
              <a:t>Hallando</a:t>
            </a:r>
            <a:r>
              <a:rPr dirty="0" sz="1050" spc="10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10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longitud</a:t>
            </a:r>
            <a:r>
              <a:rPr dirty="0" sz="1050" spc="114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mínima</a:t>
            </a:r>
            <a:r>
              <a:rPr dirty="0" sz="1050" spc="114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requerida</a:t>
            </a:r>
            <a:r>
              <a:rPr dirty="0" sz="1050" spc="10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10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modo</a:t>
            </a:r>
            <a:r>
              <a:rPr dirty="0" sz="1050" spc="1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10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114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cumpla</a:t>
            </a:r>
            <a:r>
              <a:rPr dirty="0" sz="1050" spc="10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con</a:t>
            </a:r>
            <a:r>
              <a:rPr dirty="0" sz="1050" spc="1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114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inclinación</a:t>
            </a:r>
            <a:r>
              <a:rPr dirty="0" sz="1050" spc="114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máxima </a:t>
            </a:r>
            <a:r>
              <a:rPr dirty="0" sz="1050" spc="-10">
                <a:latin typeface="Times New Roman"/>
                <a:cs typeface="Times New Roman"/>
              </a:rPr>
              <a:t>	</a:t>
            </a:r>
            <a:r>
              <a:rPr dirty="0" sz="1050">
                <a:latin typeface="Times New Roman"/>
                <a:cs typeface="Times New Roman"/>
              </a:rPr>
              <a:t>recomendada</a:t>
            </a:r>
            <a:r>
              <a:rPr dirty="0" sz="1050" spc="39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para</a:t>
            </a:r>
            <a:r>
              <a:rPr dirty="0" sz="1050" spc="39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ambas</a:t>
            </a:r>
            <a:r>
              <a:rPr dirty="0" sz="1050" spc="39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curvas.</a:t>
            </a:r>
            <a:r>
              <a:rPr dirty="0" sz="1050" spc="40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38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exceso</a:t>
            </a:r>
            <a:r>
              <a:rPr dirty="0" sz="1050" spc="39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38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esta</a:t>
            </a:r>
            <a:r>
              <a:rPr dirty="0" sz="1050" spc="39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longitud</a:t>
            </a:r>
            <a:r>
              <a:rPr dirty="0" sz="1050" spc="40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sobre</a:t>
            </a:r>
            <a:r>
              <a:rPr dirty="0" sz="1050" spc="39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380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entretangencia </a:t>
            </a:r>
            <a:r>
              <a:rPr dirty="0" sz="1050" spc="-10">
                <a:latin typeface="Times New Roman"/>
                <a:cs typeface="Times New Roman"/>
              </a:rPr>
              <a:t>	</a:t>
            </a:r>
            <a:r>
              <a:rPr dirty="0" sz="1050">
                <a:latin typeface="Times New Roman"/>
                <a:cs typeface="Times New Roman"/>
              </a:rPr>
              <a:t>disponible</a:t>
            </a:r>
            <a:r>
              <a:rPr dirty="0" sz="1050" spc="27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 distribuye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por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partes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iguales</a:t>
            </a:r>
            <a:r>
              <a:rPr dirty="0" sz="1050" spc="27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o de acuerdo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 la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longitud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transición </a:t>
            </a:r>
            <a:r>
              <a:rPr dirty="0" sz="1050" spc="-10">
                <a:latin typeface="Times New Roman"/>
                <a:cs typeface="Times New Roman"/>
              </a:rPr>
              <a:t>necesaria </a:t>
            </a:r>
            <a:r>
              <a:rPr dirty="0" sz="1050" spc="-10">
                <a:latin typeface="Times New Roman"/>
                <a:cs typeface="Times New Roman"/>
              </a:rPr>
              <a:t>	</a:t>
            </a:r>
            <a:r>
              <a:rPr dirty="0" sz="1050">
                <a:latin typeface="Times New Roman"/>
                <a:cs typeface="Times New Roman"/>
              </a:rPr>
              <a:t>para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cada</a:t>
            </a:r>
            <a:r>
              <a:rPr dirty="0" sz="1050" spc="254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curva.</a:t>
            </a:r>
            <a:endParaRPr sz="1050">
              <a:latin typeface="Times New Roman"/>
              <a:cs typeface="Times New Roman"/>
            </a:endParaRPr>
          </a:p>
          <a:p>
            <a:pPr algn="just" marL="455930" marR="12065" indent="-220979">
              <a:lnSpc>
                <a:spcPts val="1220"/>
              </a:lnSpc>
              <a:buAutoNum type="alphaLcPeriod"/>
              <a:tabLst>
                <a:tab pos="457200" algn="l"/>
              </a:tabLst>
            </a:pPr>
            <a:r>
              <a:rPr dirty="0" sz="1050">
                <a:latin typeface="Times New Roman"/>
                <a:cs typeface="Times New Roman"/>
              </a:rPr>
              <a:t>Por</a:t>
            </a:r>
            <a:r>
              <a:rPr dirty="0" sz="1050" spc="5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medio</a:t>
            </a:r>
            <a:r>
              <a:rPr dirty="0" sz="1050" spc="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una</a:t>
            </a:r>
            <a:r>
              <a:rPr dirty="0" sz="1050" spc="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solución</a:t>
            </a:r>
            <a:r>
              <a:rPr dirty="0" sz="1050" spc="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intermedia</a:t>
            </a:r>
            <a:r>
              <a:rPr dirty="0" sz="1050" spc="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podría</a:t>
            </a:r>
            <a:r>
              <a:rPr dirty="0" sz="1050" spc="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ser</a:t>
            </a:r>
            <a:r>
              <a:rPr dirty="0" sz="1050" spc="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hallando</a:t>
            </a:r>
            <a:r>
              <a:rPr dirty="0" sz="1050" spc="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longitud</a:t>
            </a:r>
            <a:r>
              <a:rPr dirty="0" sz="1050" spc="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mínima</a:t>
            </a:r>
            <a:r>
              <a:rPr dirty="0" sz="1050" spc="6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requerida </a:t>
            </a:r>
            <a:r>
              <a:rPr dirty="0" sz="1050" spc="-10">
                <a:latin typeface="Times New Roman"/>
                <a:cs typeface="Times New Roman"/>
              </a:rPr>
              <a:t>	</a:t>
            </a:r>
            <a:r>
              <a:rPr dirty="0" sz="1050">
                <a:latin typeface="Times New Roman"/>
                <a:cs typeface="Times New Roman"/>
              </a:rPr>
              <a:t>pero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con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mayor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las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dos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inclinaciones. Esta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solución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permite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utilizar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una inclinación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que </a:t>
            </a:r>
            <a:r>
              <a:rPr dirty="0" sz="1050" spc="-25">
                <a:latin typeface="Times New Roman"/>
                <a:cs typeface="Times New Roman"/>
              </a:rPr>
              <a:t>	</a:t>
            </a:r>
            <a:r>
              <a:rPr dirty="0" sz="1050">
                <a:latin typeface="Times New Roman"/>
                <a:cs typeface="Times New Roman"/>
              </a:rPr>
              <a:t>cumple</a:t>
            </a:r>
            <a:r>
              <a:rPr dirty="0" sz="1050" spc="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para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una</a:t>
            </a:r>
            <a:r>
              <a:rPr dirty="0" sz="1050" spc="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curva,</a:t>
            </a:r>
            <a:r>
              <a:rPr dirty="0" sz="1050" spc="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mientras</a:t>
            </a:r>
            <a:r>
              <a:rPr dirty="0" sz="1050" spc="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2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para</a:t>
            </a:r>
            <a:r>
              <a:rPr dirty="0" sz="1050" spc="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otra</a:t>
            </a:r>
            <a:r>
              <a:rPr dirty="0" sz="1050" spc="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no</a:t>
            </a:r>
            <a:r>
              <a:rPr dirty="0" sz="1050" spc="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debe</a:t>
            </a:r>
            <a:r>
              <a:rPr dirty="0" sz="1050" spc="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ser</a:t>
            </a:r>
            <a:r>
              <a:rPr dirty="0" sz="1050" spc="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muy</a:t>
            </a:r>
            <a:r>
              <a:rPr dirty="0" sz="1050" spc="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elevada</a:t>
            </a:r>
            <a:r>
              <a:rPr dirty="0" sz="1050" spc="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con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respecto</a:t>
            </a:r>
            <a:r>
              <a:rPr dirty="0" sz="1050" spc="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la </a:t>
            </a:r>
            <a:r>
              <a:rPr dirty="0" sz="1050" spc="-25">
                <a:latin typeface="Times New Roman"/>
                <a:cs typeface="Times New Roman"/>
              </a:rPr>
              <a:t>	</a:t>
            </a:r>
            <a:r>
              <a:rPr dirty="0" sz="1050">
                <a:latin typeface="Times New Roman"/>
                <a:cs typeface="Times New Roman"/>
              </a:rPr>
              <a:t>requerida,</a:t>
            </a:r>
            <a:r>
              <a:rPr dirty="0" sz="1050" spc="2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además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PT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y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PC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no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muy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bajo con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respecto al</a:t>
            </a:r>
            <a:r>
              <a:rPr dirty="0" sz="1050" spc="240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necesario.</a:t>
            </a:r>
            <a:endParaRPr sz="1050">
              <a:latin typeface="Times New Roman"/>
              <a:cs typeface="Times New Roman"/>
            </a:endParaRPr>
          </a:p>
          <a:p>
            <a:pPr algn="just" marL="455930" marR="5080" indent="-220979">
              <a:lnSpc>
                <a:spcPts val="1220"/>
              </a:lnSpc>
              <a:buAutoNum type="alphaLcPeriod"/>
              <a:tabLst>
                <a:tab pos="457200" algn="l"/>
              </a:tabLst>
            </a:pPr>
            <a:r>
              <a:rPr dirty="0" sz="1050">
                <a:latin typeface="Times New Roman"/>
                <a:cs typeface="Times New Roman"/>
              </a:rPr>
              <a:t>Utilizando</a:t>
            </a:r>
            <a:r>
              <a:rPr dirty="0" sz="1050" spc="1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una</a:t>
            </a:r>
            <a:r>
              <a:rPr dirty="0" sz="1050" spc="10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transición</a:t>
            </a:r>
            <a:r>
              <a:rPr dirty="0" sz="1050" spc="10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no</a:t>
            </a:r>
            <a:r>
              <a:rPr dirty="0" sz="1050" spc="10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lineal,</a:t>
            </a:r>
            <a:r>
              <a:rPr dirty="0" sz="1050" spc="10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</a:t>
            </a:r>
            <a:r>
              <a:rPr dirty="0" sz="1050" spc="10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decir,</a:t>
            </a:r>
            <a:r>
              <a:rPr dirty="0" sz="1050" spc="10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10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1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variación</a:t>
            </a:r>
            <a:r>
              <a:rPr dirty="0" sz="1050" spc="47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del</a:t>
            </a:r>
            <a:r>
              <a:rPr dirty="0" sz="1050" spc="459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10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entre</a:t>
            </a:r>
            <a:r>
              <a:rPr dirty="0" sz="1050" spc="9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los</a:t>
            </a:r>
            <a:r>
              <a:rPr dirty="0" sz="1050" spc="100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puntos </a:t>
            </a:r>
            <a:r>
              <a:rPr dirty="0" sz="1050" spc="-10">
                <a:latin typeface="Times New Roman"/>
                <a:cs typeface="Times New Roman"/>
              </a:rPr>
              <a:t>	</a:t>
            </a:r>
            <a:r>
              <a:rPr dirty="0" sz="1050">
                <a:latin typeface="Times New Roman"/>
                <a:cs typeface="Times New Roman"/>
              </a:rPr>
              <a:t>extremos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máximo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no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constante.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este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caso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longitud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total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transición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la </a:t>
            </a:r>
            <a:r>
              <a:rPr dirty="0" sz="1050" spc="-25">
                <a:latin typeface="Times New Roman"/>
                <a:cs typeface="Times New Roman"/>
              </a:rPr>
              <a:t>	</a:t>
            </a:r>
            <a:r>
              <a:rPr dirty="0" sz="1050">
                <a:latin typeface="Times New Roman"/>
                <a:cs typeface="Times New Roman"/>
              </a:rPr>
              <a:t>suma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las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dos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longitudes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requeridas</a:t>
            </a:r>
            <a:r>
              <a:rPr dirty="0" sz="1050" spc="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calculadas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y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presentará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un</a:t>
            </a:r>
            <a:r>
              <a:rPr dirty="0" sz="1050" spc="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cambio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3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inclinación </a:t>
            </a:r>
            <a:r>
              <a:rPr dirty="0" sz="1050" spc="-10">
                <a:latin typeface="Times New Roman"/>
                <a:cs typeface="Times New Roman"/>
              </a:rPr>
              <a:t>	</a:t>
            </a:r>
            <a:r>
              <a:rPr dirty="0" sz="1050">
                <a:latin typeface="Times New Roman"/>
                <a:cs typeface="Times New Roman"/>
              </a:rPr>
              <a:t>en</a:t>
            </a:r>
            <a:r>
              <a:rPr dirty="0" sz="1050" spc="18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un</a:t>
            </a:r>
            <a:r>
              <a:rPr dirty="0" sz="1050" spc="18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punto</a:t>
            </a:r>
            <a:r>
              <a:rPr dirty="0" sz="1050" spc="195">
                <a:latin typeface="Times New Roman"/>
                <a:cs typeface="Times New Roman"/>
              </a:rPr>
              <a:t>  </a:t>
            </a:r>
            <a:r>
              <a:rPr dirty="0" sz="1050" i="1">
                <a:latin typeface="Times New Roman"/>
                <a:cs typeface="Times New Roman"/>
              </a:rPr>
              <a:t>X</a:t>
            </a:r>
            <a:r>
              <a:rPr dirty="0" sz="1050" spc="185" i="1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donde</a:t>
            </a:r>
            <a:r>
              <a:rPr dirty="0" sz="1050" spc="18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18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18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</a:t>
            </a:r>
            <a:r>
              <a:rPr dirty="0" sz="1050" spc="18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cero.</a:t>
            </a:r>
            <a:r>
              <a:rPr dirty="0" sz="1050" spc="1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Antes</a:t>
            </a:r>
            <a:r>
              <a:rPr dirty="0" sz="1050" spc="18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18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18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abscisa</a:t>
            </a:r>
            <a:r>
              <a:rPr dirty="0" sz="1050" spc="18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del</a:t>
            </a:r>
            <a:r>
              <a:rPr dirty="0" sz="1050" spc="19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punto</a:t>
            </a:r>
            <a:r>
              <a:rPr dirty="0" sz="1050" spc="250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X</a:t>
            </a:r>
            <a:r>
              <a:rPr dirty="0" sz="1050" spc="175" i="1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18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tendrá</a:t>
            </a:r>
            <a:r>
              <a:rPr dirty="0" sz="1050" spc="190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una </a:t>
            </a:r>
            <a:r>
              <a:rPr dirty="0" sz="1050" spc="-25">
                <a:latin typeface="Times New Roman"/>
                <a:cs typeface="Times New Roman"/>
              </a:rPr>
              <a:t>	</a:t>
            </a:r>
            <a:r>
              <a:rPr dirty="0" sz="1050">
                <a:latin typeface="Times New Roman"/>
                <a:cs typeface="Times New Roman"/>
              </a:rPr>
              <a:t>inclinación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y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después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esta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otra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inclinación.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Esta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solución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requiere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una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longitud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menor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que </a:t>
            </a:r>
            <a:r>
              <a:rPr dirty="0" sz="1050" spc="-25">
                <a:latin typeface="Times New Roman"/>
                <a:cs typeface="Times New Roman"/>
              </a:rPr>
              <a:t>	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tercer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caso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pero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mayor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12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cuarto.</a:t>
            </a:r>
            <a:endParaRPr sz="10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496694" y="7581277"/>
            <a:ext cx="401955" cy="0"/>
          </a:xfrm>
          <a:custGeom>
            <a:avLst/>
            <a:gdLst/>
            <a:ahLst/>
            <a:cxnLst/>
            <a:rect l="l" t="t" r="r" b="b"/>
            <a:pathLst>
              <a:path w="401955" h="0">
                <a:moveTo>
                  <a:pt x="0" y="0"/>
                </a:moveTo>
                <a:lnTo>
                  <a:pt x="401955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963930" y="1395742"/>
            <a:ext cx="5635625" cy="5835650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algn="just" marL="88900" marR="80645">
              <a:lnSpc>
                <a:spcPts val="1220"/>
              </a:lnSpc>
              <a:spcBef>
                <a:spcPts val="175"/>
              </a:spcBef>
            </a:pP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8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calcula</a:t>
            </a:r>
            <a:r>
              <a:rPr dirty="0" sz="1050" spc="8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8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desarrollo</a:t>
            </a:r>
            <a:r>
              <a:rPr dirty="0" sz="1050" spc="9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del</a:t>
            </a:r>
            <a:r>
              <a:rPr dirty="0" sz="1050" spc="8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9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por</a:t>
            </a:r>
            <a:r>
              <a:rPr dirty="0" sz="1050" spc="9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8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método</a:t>
            </a:r>
            <a:r>
              <a:rPr dirty="0" sz="1050" spc="9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descrito</a:t>
            </a:r>
            <a:r>
              <a:rPr dirty="0" sz="1050" spc="9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</a:t>
            </a:r>
            <a:r>
              <a:rPr dirty="0" sz="1050" spc="9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8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numeral</a:t>
            </a:r>
            <a:r>
              <a:rPr dirty="0" sz="1050" spc="8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b,</a:t>
            </a:r>
            <a:r>
              <a:rPr dirty="0" sz="1050" spc="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donde</a:t>
            </a:r>
            <a:r>
              <a:rPr dirty="0" sz="1050" spc="9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80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entretangencia </a:t>
            </a:r>
            <a:r>
              <a:rPr dirty="0" sz="1050">
                <a:latin typeface="Times New Roman"/>
                <a:cs typeface="Times New Roman"/>
              </a:rPr>
              <a:t>requerida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para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sea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normal,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está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dada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 spc="-20">
                <a:latin typeface="Times New Roman"/>
                <a:cs typeface="Times New Roman"/>
              </a:rPr>
              <a:t>por:</a:t>
            </a:r>
            <a:endParaRPr sz="1050">
              <a:latin typeface="Times New Roman"/>
              <a:cs typeface="Times New Roman"/>
            </a:endParaRPr>
          </a:p>
          <a:p>
            <a:pPr marL="88900">
              <a:lnSpc>
                <a:spcPct val="100000"/>
              </a:lnSpc>
              <a:spcBef>
                <a:spcPts val="1195"/>
              </a:spcBef>
            </a:pPr>
            <a:r>
              <a:rPr dirty="0" baseline="2645" sz="1575" i="1">
                <a:latin typeface="Times New Roman"/>
                <a:cs typeface="Times New Roman"/>
              </a:rPr>
              <a:t>2Lt</a:t>
            </a:r>
            <a:r>
              <a:rPr dirty="0" sz="650" i="1">
                <a:latin typeface="Times New Roman"/>
                <a:cs typeface="Times New Roman"/>
              </a:rPr>
              <a:t>1</a:t>
            </a:r>
            <a:r>
              <a:rPr dirty="0" sz="650" spc="5" i="1">
                <a:latin typeface="Times New Roman"/>
                <a:cs typeface="Times New Roman"/>
              </a:rPr>
              <a:t> </a:t>
            </a:r>
            <a:r>
              <a:rPr dirty="0" baseline="2645" sz="1575" i="1">
                <a:latin typeface="Times New Roman"/>
                <a:cs typeface="Times New Roman"/>
              </a:rPr>
              <a:t>/3</a:t>
            </a:r>
            <a:r>
              <a:rPr dirty="0" baseline="2645" sz="1575" spc="15" i="1">
                <a:latin typeface="Times New Roman"/>
                <a:cs typeface="Times New Roman"/>
              </a:rPr>
              <a:t> </a:t>
            </a:r>
            <a:r>
              <a:rPr dirty="0" baseline="2645" sz="1575" i="1">
                <a:latin typeface="Times New Roman"/>
                <a:cs typeface="Times New Roman"/>
              </a:rPr>
              <a:t>+ 2Lt</a:t>
            </a:r>
            <a:r>
              <a:rPr dirty="0" sz="650" i="1">
                <a:latin typeface="Times New Roman"/>
                <a:cs typeface="Times New Roman"/>
              </a:rPr>
              <a:t>2</a:t>
            </a:r>
            <a:r>
              <a:rPr dirty="0" sz="650" spc="10" i="1">
                <a:latin typeface="Times New Roman"/>
                <a:cs typeface="Times New Roman"/>
              </a:rPr>
              <a:t> </a:t>
            </a:r>
            <a:r>
              <a:rPr dirty="0" baseline="2645" sz="1575" i="1">
                <a:latin typeface="Times New Roman"/>
                <a:cs typeface="Times New Roman"/>
              </a:rPr>
              <a:t>/</a:t>
            </a:r>
            <a:r>
              <a:rPr dirty="0" baseline="2645" sz="1575" spc="7" i="1">
                <a:latin typeface="Times New Roman"/>
                <a:cs typeface="Times New Roman"/>
              </a:rPr>
              <a:t> </a:t>
            </a:r>
            <a:r>
              <a:rPr dirty="0" baseline="2645" sz="1575" i="1">
                <a:latin typeface="Times New Roman"/>
                <a:cs typeface="Times New Roman"/>
              </a:rPr>
              <a:t>3+</a:t>
            </a:r>
            <a:r>
              <a:rPr dirty="0" baseline="2645" sz="1575" spc="7" i="1">
                <a:latin typeface="Times New Roman"/>
                <a:cs typeface="Times New Roman"/>
              </a:rPr>
              <a:t> </a:t>
            </a:r>
            <a:r>
              <a:rPr dirty="0" baseline="2645" sz="1575" i="1">
                <a:latin typeface="Times New Roman"/>
                <a:cs typeface="Times New Roman"/>
              </a:rPr>
              <a:t>N</a:t>
            </a:r>
            <a:r>
              <a:rPr dirty="0" sz="650" i="1">
                <a:latin typeface="Times New Roman"/>
                <a:cs typeface="Times New Roman"/>
              </a:rPr>
              <a:t>1</a:t>
            </a:r>
            <a:r>
              <a:rPr dirty="0" sz="650" spc="10" i="1">
                <a:latin typeface="Times New Roman"/>
                <a:cs typeface="Times New Roman"/>
              </a:rPr>
              <a:t> </a:t>
            </a:r>
            <a:r>
              <a:rPr dirty="0" baseline="2645" sz="1575" i="1">
                <a:latin typeface="Times New Roman"/>
                <a:cs typeface="Times New Roman"/>
              </a:rPr>
              <a:t>+ N</a:t>
            </a:r>
            <a:r>
              <a:rPr dirty="0" sz="650" i="1">
                <a:latin typeface="Times New Roman"/>
                <a:cs typeface="Times New Roman"/>
              </a:rPr>
              <a:t>2</a:t>
            </a:r>
            <a:r>
              <a:rPr dirty="0" sz="650" spc="10" i="1">
                <a:latin typeface="Times New Roman"/>
                <a:cs typeface="Times New Roman"/>
              </a:rPr>
              <a:t> </a:t>
            </a:r>
            <a:r>
              <a:rPr dirty="0" baseline="2645" sz="1575" i="1">
                <a:latin typeface="Times New Roman"/>
                <a:cs typeface="Times New Roman"/>
              </a:rPr>
              <a:t>= </a:t>
            </a:r>
            <a:r>
              <a:rPr dirty="0" baseline="2645" sz="1575" spc="-15" i="1">
                <a:latin typeface="Times New Roman"/>
                <a:cs typeface="Times New Roman"/>
              </a:rPr>
              <a:t>2*53.09/3+2*45.63/3+13.27+11.41</a:t>
            </a:r>
            <a:r>
              <a:rPr dirty="0" baseline="2645" sz="1575" spc="15" i="1">
                <a:latin typeface="Times New Roman"/>
                <a:cs typeface="Times New Roman"/>
              </a:rPr>
              <a:t> </a:t>
            </a:r>
            <a:r>
              <a:rPr dirty="0" baseline="2645" sz="1575" i="1">
                <a:latin typeface="Times New Roman"/>
                <a:cs typeface="Times New Roman"/>
              </a:rPr>
              <a:t>=</a:t>
            </a:r>
            <a:r>
              <a:rPr dirty="0" baseline="2645" sz="1575" spc="22" i="1">
                <a:latin typeface="Times New Roman"/>
                <a:cs typeface="Times New Roman"/>
              </a:rPr>
              <a:t> </a:t>
            </a:r>
            <a:r>
              <a:rPr dirty="0" baseline="2645" sz="1575" spc="-15" i="1">
                <a:latin typeface="Times New Roman"/>
                <a:cs typeface="Times New Roman"/>
              </a:rPr>
              <a:t>90.49</a:t>
            </a:r>
            <a:endParaRPr baseline="2645" sz="1575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050">
              <a:latin typeface="Times New Roman"/>
              <a:cs typeface="Times New Roman"/>
            </a:endParaRPr>
          </a:p>
          <a:p>
            <a:pPr algn="just" marL="88900" marR="70485">
              <a:lnSpc>
                <a:spcPct val="98800"/>
              </a:lnSpc>
            </a:pPr>
            <a:r>
              <a:rPr dirty="0" sz="1050">
                <a:latin typeface="Times New Roman"/>
                <a:cs typeface="Times New Roman"/>
              </a:rPr>
              <a:t>Como</a:t>
            </a:r>
            <a:r>
              <a:rPr dirty="0" sz="1050" spc="9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aún</a:t>
            </a:r>
            <a:r>
              <a:rPr dirty="0" sz="1050" spc="9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</a:t>
            </a:r>
            <a:r>
              <a:rPr dirty="0" sz="1050" spc="9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mayor</a:t>
            </a:r>
            <a:r>
              <a:rPr dirty="0" sz="1050" spc="8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81.47</a:t>
            </a:r>
            <a:r>
              <a:rPr dirty="0" sz="1050" spc="9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significa</a:t>
            </a:r>
            <a:r>
              <a:rPr dirty="0" sz="1050" spc="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9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8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debe</a:t>
            </a:r>
            <a:r>
              <a:rPr dirty="0" sz="1050" spc="8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calcular</a:t>
            </a:r>
            <a:r>
              <a:rPr dirty="0" sz="1050" spc="9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por</a:t>
            </a:r>
            <a:r>
              <a:rPr dirty="0" sz="1050" spc="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8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método</a:t>
            </a:r>
            <a:r>
              <a:rPr dirty="0" sz="1050" spc="9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del</a:t>
            </a:r>
            <a:r>
              <a:rPr dirty="0" sz="1050" spc="16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peralte</a:t>
            </a:r>
            <a:r>
              <a:rPr dirty="0" baseline="2645" sz="1575" spc="127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forzado.</a:t>
            </a:r>
            <a:r>
              <a:rPr dirty="0" baseline="2645" sz="1575" spc="127">
                <a:latin typeface="Times New Roman"/>
                <a:cs typeface="Times New Roman"/>
              </a:rPr>
              <a:t> </a:t>
            </a:r>
            <a:r>
              <a:rPr dirty="0" baseline="2645" sz="1575" spc="-37">
                <a:latin typeface="Times New Roman"/>
                <a:cs typeface="Times New Roman"/>
              </a:rPr>
              <a:t>Se </a:t>
            </a:r>
            <a:r>
              <a:rPr dirty="0" baseline="2645" sz="1575">
                <a:latin typeface="Times New Roman"/>
                <a:cs typeface="Times New Roman"/>
              </a:rPr>
              <a:t>halla</a:t>
            </a:r>
            <a:r>
              <a:rPr dirty="0" baseline="2645" sz="1575" spc="337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entonces</a:t>
            </a:r>
            <a:r>
              <a:rPr dirty="0" baseline="2645" sz="1575" spc="337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el</a:t>
            </a:r>
            <a:r>
              <a:rPr dirty="0" baseline="2645" sz="1575" spc="337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punto</a:t>
            </a:r>
            <a:r>
              <a:rPr dirty="0" baseline="2645" sz="1575" spc="34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E</a:t>
            </a:r>
            <a:r>
              <a:rPr dirty="0" sz="650">
                <a:latin typeface="Times New Roman"/>
                <a:cs typeface="Times New Roman"/>
              </a:rPr>
              <a:t>1</a:t>
            </a:r>
            <a:r>
              <a:rPr dirty="0" sz="650" spc="23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y</a:t>
            </a:r>
            <a:r>
              <a:rPr dirty="0" baseline="2645" sz="1575" spc="33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D</a:t>
            </a:r>
            <a:r>
              <a:rPr dirty="0" sz="650">
                <a:latin typeface="Times New Roman"/>
                <a:cs typeface="Times New Roman"/>
              </a:rPr>
              <a:t>2</a:t>
            </a:r>
            <a:r>
              <a:rPr dirty="0" baseline="2645" sz="1575">
                <a:latin typeface="Times New Roman"/>
                <a:cs typeface="Times New Roman"/>
              </a:rPr>
              <a:t>,</a:t>
            </a:r>
            <a:r>
              <a:rPr dirty="0" baseline="2645" sz="1575" spc="337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abscisas</a:t>
            </a:r>
            <a:r>
              <a:rPr dirty="0" baseline="2645" sz="1575" spc="33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donde</a:t>
            </a:r>
            <a:r>
              <a:rPr dirty="0" baseline="2645" sz="1575" spc="33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termina</a:t>
            </a:r>
            <a:r>
              <a:rPr dirty="0" baseline="2645" sz="1575" spc="34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y</a:t>
            </a:r>
            <a:r>
              <a:rPr dirty="0" baseline="2645" sz="1575" spc="3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empieza</a:t>
            </a:r>
            <a:r>
              <a:rPr dirty="0" sz="1050" spc="2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2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229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constante</a:t>
            </a:r>
            <a:r>
              <a:rPr dirty="0" sz="1050" spc="229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y</a:t>
            </a:r>
            <a:r>
              <a:rPr dirty="0" sz="1050" spc="220">
                <a:latin typeface="Times New Roman"/>
                <a:cs typeface="Times New Roman"/>
              </a:rPr>
              <a:t> </a:t>
            </a:r>
            <a:r>
              <a:rPr dirty="0" sz="1050" spc="-20">
                <a:latin typeface="Times New Roman"/>
                <a:cs typeface="Times New Roman"/>
              </a:rPr>
              <a:t>cuya </a:t>
            </a:r>
            <a:r>
              <a:rPr dirty="0" sz="1050">
                <a:latin typeface="Times New Roman"/>
                <a:cs typeface="Times New Roman"/>
              </a:rPr>
              <a:t>distancia</a:t>
            </a:r>
            <a:r>
              <a:rPr dirty="0" sz="1050" spc="-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corresponde</a:t>
            </a:r>
            <a:r>
              <a:rPr dirty="0" sz="1050" spc="-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</a:t>
            </a:r>
            <a:r>
              <a:rPr dirty="0" sz="1050" spc="-30">
                <a:latin typeface="Times New Roman"/>
                <a:cs typeface="Times New Roman"/>
              </a:rPr>
              <a:t> </a:t>
            </a:r>
            <a:r>
              <a:rPr dirty="0" sz="1050" spc="-20">
                <a:latin typeface="Times New Roman"/>
                <a:cs typeface="Times New Roman"/>
              </a:rPr>
              <a:t>Ltf:</a:t>
            </a:r>
            <a:endParaRPr sz="1050">
              <a:latin typeface="Times New Roman"/>
              <a:cs typeface="Times New Roman"/>
            </a:endParaRPr>
          </a:p>
          <a:p>
            <a:pPr algn="just" marL="88900" marR="2788920">
              <a:lnSpc>
                <a:spcPts val="2560"/>
              </a:lnSpc>
              <a:spcBef>
                <a:spcPts val="234"/>
              </a:spcBef>
            </a:pPr>
            <a:r>
              <a:rPr dirty="0" baseline="2645" sz="1575">
                <a:latin typeface="Times New Roman"/>
                <a:cs typeface="Times New Roman"/>
              </a:rPr>
              <a:t>E</a:t>
            </a:r>
            <a:r>
              <a:rPr dirty="0" sz="650">
                <a:latin typeface="Times New Roman"/>
                <a:cs typeface="Times New Roman"/>
              </a:rPr>
              <a:t>1</a:t>
            </a:r>
            <a:r>
              <a:rPr dirty="0" sz="650" spc="-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=</a:t>
            </a:r>
            <a:r>
              <a:rPr dirty="0" baseline="2645" sz="1575" spc="-22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PT</a:t>
            </a:r>
            <a:r>
              <a:rPr dirty="0" sz="650">
                <a:latin typeface="Times New Roman"/>
                <a:cs typeface="Times New Roman"/>
              </a:rPr>
              <a:t>1</a:t>
            </a:r>
            <a:r>
              <a:rPr dirty="0" sz="650" spc="15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–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Lt</a:t>
            </a:r>
            <a:r>
              <a:rPr dirty="0" sz="650">
                <a:latin typeface="Times New Roman"/>
                <a:cs typeface="Times New Roman"/>
              </a:rPr>
              <a:t>1</a:t>
            </a:r>
            <a:r>
              <a:rPr dirty="0" sz="650" spc="15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/3 =</a:t>
            </a:r>
            <a:r>
              <a:rPr dirty="0" baseline="2645" sz="1575" spc="352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380.25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–</a:t>
            </a:r>
            <a:r>
              <a:rPr dirty="0" baseline="2645" sz="1575" spc="-7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53.09/3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=</a:t>
            </a:r>
            <a:r>
              <a:rPr dirty="0" baseline="2645" sz="1575" spc="-7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362.55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D</a:t>
            </a:r>
            <a:r>
              <a:rPr dirty="0" sz="650">
                <a:latin typeface="Times New Roman"/>
                <a:cs typeface="Times New Roman"/>
              </a:rPr>
              <a:t>2</a:t>
            </a:r>
            <a:r>
              <a:rPr dirty="0" sz="650" spc="-5">
                <a:latin typeface="Times New Roman"/>
                <a:cs typeface="Times New Roman"/>
              </a:rPr>
              <a:t> </a:t>
            </a:r>
            <a:r>
              <a:rPr dirty="0" baseline="2645" sz="1575" spc="-75">
                <a:latin typeface="Times New Roman"/>
                <a:cs typeface="Times New Roman"/>
              </a:rPr>
              <a:t>= </a:t>
            </a:r>
            <a:r>
              <a:rPr dirty="0" baseline="2645" sz="1575">
                <a:latin typeface="Times New Roman"/>
                <a:cs typeface="Times New Roman"/>
              </a:rPr>
              <a:t>PC</a:t>
            </a:r>
            <a:r>
              <a:rPr dirty="0" sz="650">
                <a:latin typeface="Times New Roman"/>
                <a:cs typeface="Times New Roman"/>
              </a:rPr>
              <a:t>2</a:t>
            </a:r>
            <a:r>
              <a:rPr dirty="0" baseline="2645" sz="1575">
                <a:latin typeface="Times New Roman"/>
                <a:cs typeface="Times New Roman"/>
              </a:rPr>
              <a:t>+</a:t>
            </a:r>
            <a:r>
              <a:rPr dirty="0" baseline="2645" sz="1575" spc="-22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Lt</a:t>
            </a:r>
            <a:r>
              <a:rPr dirty="0" sz="650">
                <a:latin typeface="Times New Roman"/>
                <a:cs typeface="Times New Roman"/>
              </a:rPr>
              <a:t>2</a:t>
            </a:r>
            <a:r>
              <a:rPr dirty="0" sz="650" spc="-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/</a:t>
            </a:r>
            <a:r>
              <a:rPr dirty="0" baseline="2645" sz="1575" spc="-22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3</a:t>
            </a:r>
            <a:r>
              <a:rPr dirty="0" baseline="2645" sz="1575" spc="-7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=</a:t>
            </a:r>
            <a:r>
              <a:rPr dirty="0" baseline="2645" sz="1575" spc="-22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461.72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+</a:t>
            </a:r>
            <a:r>
              <a:rPr dirty="0" baseline="2645" sz="1575" spc="-7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45.63/3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=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476.93</a:t>
            </a:r>
            <a:r>
              <a:rPr dirty="0" baseline="2645" sz="1575" spc="7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Ltf</a:t>
            </a:r>
            <a:r>
              <a:rPr dirty="0" baseline="2645" sz="1575" spc="-22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=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D</a:t>
            </a:r>
            <a:r>
              <a:rPr dirty="0" sz="650">
                <a:latin typeface="Times New Roman"/>
                <a:cs typeface="Times New Roman"/>
              </a:rPr>
              <a:t>2</a:t>
            </a:r>
            <a:r>
              <a:rPr dirty="0" sz="650" spc="-5">
                <a:latin typeface="Times New Roman"/>
                <a:cs typeface="Times New Roman"/>
              </a:rPr>
              <a:t> </a:t>
            </a:r>
            <a:r>
              <a:rPr dirty="0" baseline="2645" sz="1575" spc="-75">
                <a:latin typeface="Times New Roman"/>
                <a:cs typeface="Times New Roman"/>
              </a:rPr>
              <a:t>- </a:t>
            </a:r>
            <a:r>
              <a:rPr dirty="0" baseline="2645" sz="1575">
                <a:latin typeface="Times New Roman"/>
                <a:cs typeface="Times New Roman"/>
              </a:rPr>
              <a:t>E</a:t>
            </a:r>
            <a:r>
              <a:rPr dirty="0" sz="650">
                <a:latin typeface="Times New Roman"/>
                <a:cs typeface="Times New Roman"/>
              </a:rPr>
              <a:t>1</a:t>
            </a:r>
            <a:r>
              <a:rPr dirty="0" sz="650" spc="-1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=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476.93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–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362.55</a:t>
            </a:r>
            <a:r>
              <a:rPr dirty="0" baseline="2645" sz="1575" spc="-7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=</a:t>
            </a:r>
            <a:r>
              <a:rPr dirty="0" baseline="2645" sz="1575" spc="284">
                <a:latin typeface="Times New Roman"/>
                <a:cs typeface="Times New Roman"/>
              </a:rPr>
              <a:t> </a:t>
            </a:r>
            <a:r>
              <a:rPr dirty="0" baseline="2645" sz="1575" spc="-15">
                <a:latin typeface="Times New Roman"/>
                <a:cs typeface="Times New Roman"/>
              </a:rPr>
              <a:t>114.38</a:t>
            </a:r>
            <a:endParaRPr baseline="2645" sz="1575">
              <a:latin typeface="Times New Roman"/>
              <a:cs typeface="Times New Roman"/>
            </a:endParaRPr>
          </a:p>
          <a:p>
            <a:pPr marL="88900">
              <a:lnSpc>
                <a:spcPct val="100000"/>
              </a:lnSpc>
              <a:spcBef>
                <a:spcPts val="955"/>
              </a:spcBef>
            </a:pP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inclinación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relativa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bordes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vía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es: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1050">
              <a:latin typeface="Times New Roman"/>
              <a:cs typeface="Times New Roman"/>
            </a:endParaRPr>
          </a:p>
          <a:p>
            <a:pPr algn="just" marL="117475">
              <a:lnSpc>
                <a:spcPts val="1340"/>
              </a:lnSpc>
            </a:pPr>
            <a:r>
              <a:rPr dirty="0" baseline="-41062" sz="1725" i="1">
                <a:latin typeface="Times New Roman"/>
                <a:cs typeface="Times New Roman"/>
              </a:rPr>
              <a:t>I</a:t>
            </a:r>
            <a:r>
              <a:rPr dirty="0" baseline="-41062" sz="1725" spc="-15" i="1">
                <a:latin typeface="Times New Roman"/>
                <a:cs typeface="Times New Roman"/>
              </a:rPr>
              <a:t> </a:t>
            </a:r>
            <a:r>
              <a:rPr dirty="0" baseline="-41062" sz="1725" spc="-15">
                <a:latin typeface="Consolas"/>
                <a:cs typeface="Consolas"/>
              </a:rPr>
              <a:t>=</a:t>
            </a:r>
            <a:r>
              <a:rPr dirty="0" baseline="-41062" sz="1725" spc="-254">
                <a:latin typeface="Consolas"/>
                <a:cs typeface="Consolas"/>
              </a:rPr>
              <a:t> </a:t>
            </a:r>
            <a:r>
              <a:rPr dirty="0" u="sng" baseline="2415" sz="1725" spc="-202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baseline="2415" sz="172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(</a:t>
            </a:r>
            <a:r>
              <a:rPr dirty="0" u="sng" baseline="2415" sz="1725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</a:t>
            </a:r>
            <a:r>
              <a:rPr dirty="0" u="sng" baseline="2415" sz="172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</a:t>
            </a:r>
            <a:r>
              <a:rPr dirty="0" u="sng" baseline="2415" sz="1725" spc="-3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baseline="2415" sz="1725">
                <a:uFill>
                  <a:solidFill>
                    <a:srgbClr val="000000"/>
                  </a:solidFill>
                </a:uFill>
                <a:latin typeface="Consolas"/>
                <a:cs typeface="Consolas"/>
              </a:rPr>
              <a:t>+</a:t>
            </a:r>
            <a:r>
              <a:rPr dirty="0" u="sng" baseline="2415" sz="1725" spc="7">
                <a:uFill>
                  <a:solidFill>
                    <a:srgbClr val="000000"/>
                  </a:solidFill>
                </a:uFill>
                <a:latin typeface="Consolas"/>
                <a:cs typeface="Consolas"/>
              </a:rPr>
              <a:t> </a:t>
            </a:r>
            <a:r>
              <a:rPr dirty="0" u="sng" baseline="2415" sz="1725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</a:t>
            </a:r>
            <a:r>
              <a:rPr dirty="0" u="sng" baseline="2415" sz="172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</a:t>
            </a:r>
            <a:r>
              <a:rPr dirty="0" baseline="2415" sz="1725" spc="52">
                <a:latin typeface="Times New Roman"/>
                <a:cs typeface="Times New Roman"/>
              </a:rPr>
              <a:t> </a:t>
            </a:r>
            <a:r>
              <a:rPr dirty="0" baseline="2415" sz="1725">
                <a:latin typeface="Times New Roman"/>
                <a:cs typeface="Times New Roman"/>
              </a:rPr>
              <a:t>)</a:t>
            </a:r>
            <a:r>
              <a:rPr dirty="0" baseline="2415" sz="1725" i="1">
                <a:latin typeface="Times New Roman"/>
                <a:cs typeface="Times New Roman"/>
              </a:rPr>
              <a:t>a</a:t>
            </a:r>
            <a:r>
              <a:rPr dirty="0" baseline="2415" sz="1725" spc="44" i="1">
                <a:latin typeface="Times New Roman"/>
                <a:cs typeface="Times New Roman"/>
              </a:rPr>
              <a:t> </a:t>
            </a:r>
            <a:r>
              <a:rPr dirty="0" baseline="-41062" sz="1725">
                <a:latin typeface="Consolas"/>
                <a:cs typeface="Consolas"/>
              </a:rPr>
              <a:t>=</a:t>
            </a:r>
            <a:r>
              <a:rPr dirty="0" baseline="-41062" sz="1725" spc="-7">
                <a:latin typeface="Consolas"/>
                <a:cs typeface="Consolas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(8.0</a:t>
            </a:r>
            <a:r>
              <a:rPr dirty="0" sz="1150" spc="10">
                <a:latin typeface="Times New Roman"/>
                <a:cs typeface="Times New Roman"/>
              </a:rPr>
              <a:t> </a:t>
            </a:r>
            <a:r>
              <a:rPr dirty="0" sz="1150">
                <a:latin typeface="Consolas"/>
                <a:cs typeface="Consolas"/>
              </a:rPr>
              <a:t>+ </a:t>
            </a:r>
            <a:r>
              <a:rPr dirty="0" sz="1150">
                <a:latin typeface="Times New Roman"/>
                <a:cs typeface="Times New Roman"/>
              </a:rPr>
              <a:t>8.0)</a:t>
            </a:r>
            <a:r>
              <a:rPr dirty="0" sz="1150" i="1">
                <a:latin typeface="Times New Roman"/>
                <a:cs typeface="Times New Roman"/>
              </a:rPr>
              <a:t>x</a:t>
            </a:r>
            <a:r>
              <a:rPr dirty="0" sz="1150">
                <a:latin typeface="Times New Roman"/>
                <a:cs typeface="Times New Roman"/>
              </a:rPr>
              <a:t>3.65</a:t>
            </a:r>
            <a:r>
              <a:rPr dirty="0" sz="1150" spc="20">
                <a:latin typeface="Times New Roman"/>
                <a:cs typeface="Times New Roman"/>
              </a:rPr>
              <a:t> </a:t>
            </a:r>
            <a:r>
              <a:rPr dirty="0" baseline="-41062" sz="1725">
                <a:latin typeface="Consolas"/>
                <a:cs typeface="Consolas"/>
              </a:rPr>
              <a:t>= </a:t>
            </a:r>
            <a:r>
              <a:rPr dirty="0" baseline="-41062" sz="1725" spc="-30">
                <a:latin typeface="Times New Roman"/>
                <a:cs typeface="Times New Roman"/>
              </a:rPr>
              <a:t>0.51%</a:t>
            </a:r>
            <a:endParaRPr baseline="-41062" sz="1725">
              <a:latin typeface="Times New Roman"/>
              <a:cs typeface="Times New Roman"/>
            </a:endParaRPr>
          </a:p>
          <a:p>
            <a:pPr marL="540385">
              <a:lnSpc>
                <a:spcPts val="1340"/>
              </a:lnSpc>
              <a:tabLst>
                <a:tab pos="1368425" algn="l"/>
              </a:tabLst>
            </a:pPr>
            <a:r>
              <a:rPr dirty="0" sz="1150" spc="-25" i="1">
                <a:latin typeface="Times New Roman"/>
                <a:cs typeface="Times New Roman"/>
              </a:rPr>
              <a:t>Ltf</a:t>
            </a:r>
            <a:r>
              <a:rPr dirty="0" sz="1150" i="1">
                <a:latin typeface="Times New Roman"/>
                <a:cs typeface="Times New Roman"/>
              </a:rPr>
              <a:t>	</a:t>
            </a:r>
            <a:r>
              <a:rPr dirty="0" sz="1150" spc="-10">
                <a:latin typeface="Times New Roman"/>
                <a:cs typeface="Times New Roman"/>
              </a:rPr>
              <a:t>114.38</a:t>
            </a:r>
            <a:endParaRPr sz="1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0"/>
              </a:spcBef>
            </a:pPr>
            <a:endParaRPr sz="1150">
              <a:latin typeface="Times New Roman"/>
              <a:cs typeface="Times New Roman"/>
            </a:endParaRPr>
          </a:p>
          <a:p>
            <a:pPr algn="just" marL="88900" marR="81280">
              <a:lnSpc>
                <a:spcPts val="1220"/>
              </a:lnSpc>
            </a:pPr>
            <a:r>
              <a:rPr dirty="0" sz="1050">
                <a:latin typeface="Times New Roman"/>
                <a:cs typeface="Times New Roman"/>
              </a:rPr>
              <a:t>Esta</a:t>
            </a:r>
            <a:r>
              <a:rPr dirty="0" sz="1050" spc="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inclinación</a:t>
            </a:r>
            <a:r>
              <a:rPr dirty="0" sz="1050" spc="7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</a:t>
            </a:r>
            <a:r>
              <a:rPr dirty="0" sz="1050" spc="8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menor</a:t>
            </a:r>
            <a:r>
              <a:rPr dirty="0" sz="1050" spc="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0.51%</a:t>
            </a:r>
            <a:r>
              <a:rPr dirty="0" sz="1050" spc="7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y</a:t>
            </a:r>
            <a:r>
              <a:rPr dirty="0" sz="1050" spc="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0.64%,</a:t>
            </a:r>
            <a:r>
              <a:rPr dirty="0" sz="1050" spc="7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requeridas</a:t>
            </a:r>
            <a:r>
              <a:rPr dirty="0" sz="1050" spc="7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para</a:t>
            </a:r>
            <a:r>
              <a:rPr dirty="0" sz="1050" spc="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las</a:t>
            </a:r>
            <a:r>
              <a:rPr dirty="0" sz="1050" spc="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curvas</a:t>
            </a:r>
            <a:r>
              <a:rPr dirty="0" sz="1050" spc="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1</a:t>
            </a:r>
            <a:r>
              <a:rPr dirty="0" sz="1050" spc="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y</a:t>
            </a:r>
            <a:r>
              <a:rPr dirty="0" sz="1050" spc="7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2</a:t>
            </a:r>
            <a:r>
              <a:rPr dirty="0" sz="1050" spc="8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respectivamente,</a:t>
            </a:r>
            <a:r>
              <a:rPr dirty="0" sz="1050" spc="75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lo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1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indica</a:t>
            </a:r>
            <a:r>
              <a:rPr dirty="0" sz="1050" spc="1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1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1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solución</a:t>
            </a:r>
            <a:r>
              <a:rPr dirty="0" sz="1050" spc="1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satisface</a:t>
            </a:r>
            <a:r>
              <a:rPr dirty="0" sz="1050" spc="1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al</a:t>
            </a:r>
            <a:r>
              <a:rPr dirty="0" sz="1050" spc="1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menos</a:t>
            </a:r>
            <a:r>
              <a:rPr dirty="0" sz="1050" spc="1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1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inclinación</a:t>
            </a:r>
            <a:r>
              <a:rPr dirty="0" sz="1050" spc="1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relativa</a:t>
            </a:r>
            <a:r>
              <a:rPr dirty="0" sz="1050" spc="1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1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bordes</a:t>
            </a:r>
            <a:r>
              <a:rPr dirty="0" sz="1050" spc="1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recomendadas</a:t>
            </a:r>
            <a:r>
              <a:rPr dirty="0" sz="1050" spc="130">
                <a:latin typeface="Times New Roman"/>
                <a:cs typeface="Times New Roman"/>
              </a:rPr>
              <a:t> </a:t>
            </a:r>
            <a:r>
              <a:rPr dirty="0" sz="1050" spc="-20">
                <a:latin typeface="Times New Roman"/>
                <a:cs typeface="Times New Roman"/>
              </a:rPr>
              <a:t>para </a:t>
            </a:r>
            <a:r>
              <a:rPr dirty="0" sz="1050">
                <a:latin typeface="Times New Roman"/>
                <a:cs typeface="Times New Roman"/>
              </a:rPr>
              <a:t>ambas</a:t>
            </a:r>
            <a:r>
              <a:rPr dirty="0" sz="1050" spc="-30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curvas.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050">
              <a:latin typeface="Times New Roman"/>
              <a:cs typeface="Times New Roman"/>
            </a:endParaRPr>
          </a:p>
          <a:p>
            <a:pPr algn="just" marL="88900" marR="78105">
              <a:lnSpc>
                <a:spcPts val="1220"/>
              </a:lnSpc>
              <a:spcBef>
                <a:spcPts val="5"/>
              </a:spcBef>
            </a:pPr>
            <a:r>
              <a:rPr dirty="0" sz="1050">
                <a:latin typeface="Times New Roman"/>
                <a:cs typeface="Times New Roman"/>
              </a:rPr>
              <a:t>Si</a:t>
            </a:r>
            <a:r>
              <a:rPr dirty="0" sz="1050" spc="-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inclinación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calculada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anteriormente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fuese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mucho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mayor</a:t>
            </a:r>
            <a:r>
              <a:rPr dirty="0" sz="1050" spc="-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las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recomendadas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entonces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puede </a:t>
            </a:r>
            <a:r>
              <a:rPr dirty="0" sz="1050">
                <a:latin typeface="Times New Roman"/>
                <a:cs typeface="Times New Roman"/>
              </a:rPr>
              <a:t>optar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por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calcularla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con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inclinación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resultante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y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disminuir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velocidad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este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sector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por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medio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de </a:t>
            </a:r>
            <a:r>
              <a:rPr dirty="0" sz="1050">
                <a:latin typeface="Times New Roman"/>
                <a:cs typeface="Times New Roman"/>
              </a:rPr>
              <a:t>señalización</a:t>
            </a:r>
            <a:r>
              <a:rPr dirty="0" sz="1050" spc="3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o</a:t>
            </a:r>
            <a:r>
              <a:rPr dirty="0" sz="1050" spc="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utilizar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más</a:t>
            </a:r>
            <a:r>
              <a:rPr dirty="0" sz="1050" spc="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longitud</a:t>
            </a:r>
            <a:r>
              <a:rPr dirty="0" sz="1050" spc="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transición</a:t>
            </a:r>
            <a:r>
              <a:rPr dirty="0" sz="1050" spc="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tomando</a:t>
            </a:r>
            <a:r>
              <a:rPr dirty="0" sz="1050" spc="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como</a:t>
            </a:r>
            <a:r>
              <a:rPr dirty="0" sz="1050" spc="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máximo</a:t>
            </a:r>
            <a:r>
              <a:rPr dirty="0" sz="1050" spc="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1/3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longitud</a:t>
            </a:r>
            <a:r>
              <a:rPr dirty="0" sz="1050" spc="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 spc="-20">
                <a:latin typeface="Times New Roman"/>
                <a:cs typeface="Times New Roman"/>
              </a:rPr>
              <a:t>cada </a:t>
            </a:r>
            <a:r>
              <a:rPr dirty="0" sz="1050">
                <a:latin typeface="Times New Roman"/>
                <a:cs typeface="Times New Roman"/>
              </a:rPr>
              <a:t>una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las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curvas </a:t>
            </a:r>
            <a:r>
              <a:rPr dirty="0" sz="1050" spc="-10">
                <a:latin typeface="Times New Roman"/>
                <a:cs typeface="Times New Roman"/>
              </a:rPr>
              <a:t>circulares.</a:t>
            </a:r>
            <a:endParaRPr sz="1050">
              <a:latin typeface="Times New Roman"/>
              <a:cs typeface="Times New Roman"/>
            </a:endParaRPr>
          </a:p>
          <a:p>
            <a:pPr algn="just" marL="88900" marR="77470">
              <a:lnSpc>
                <a:spcPct val="100800"/>
              </a:lnSpc>
              <a:spcBef>
                <a:spcPts val="1145"/>
              </a:spcBef>
            </a:pPr>
            <a:r>
              <a:rPr dirty="0" sz="1050">
                <a:latin typeface="Times New Roman"/>
                <a:cs typeface="Times New Roman"/>
              </a:rPr>
              <a:t>Ahora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calcula el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punto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X</a:t>
            </a:r>
            <a:r>
              <a:rPr dirty="0" sz="1050" spc="-5" i="1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correspondiente 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 abscisa donde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cambia de</a:t>
            </a:r>
            <a:r>
              <a:rPr dirty="0" sz="1050" spc="2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sentido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peraltado.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 spc="-20">
                <a:latin typeface="Times New Roman"/>
                <a:cs typeface="Times New Roman"/>
              </a:rPr>
              <a:t>Como </a:t>
            </a:r>
            <a:r>
              <a:rPr dirty="0" sz="1050">
                <a:latin typeface="Times New Roman"/>
                <a:cs typeface="Times New Roman"/>
              </a:rPr>
              <a:t>los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peraltes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son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iguales</a:t>
            </a:r>
            <a:r>
              <a:rPr dirty="0" sz="1050" spc="2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entonces</a:t>
            </a:r>
            <a:r>
              <a:rPr dirty="0" sz="1050" spc="2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determina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como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el</a:t>
            </a:r>
            <a:r>
              <a:rPr dirty="0" baseline="2645" sz="1575" spc="-22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punto</a:t>
            </a:r>
            <a:r>
              <a:rPr dirty="0" baseline="2645" sz="1575" spc="-7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medio</a:t>
            </a:r>
            <a:r>
              <a:rPr dirty="0" baseline="2645" sz="1575" spc="-22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entre</a:t>
            </a:r>
            <a:r>
              <a:rPr dirty="0" baseline="2645" sz="1575" spc="-22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el</a:t>
            </a:r>
            <a:r>
              <a:rPr dirty="0" baseline="2645" sz="1575" spc="-22">
                <a:latin typeface="Times New Roman"/>
                <a:cs typeface="Times New Roman"/>
              </a:rPr>
              <a:t> </a:t>
            </a:r>
            <a:r>
              <a:rPr dirty="0" baseline="2645" sz="1575" i="1">
                <a:latin typeface="Times New Roman"/>
                <a:cs typeface="Times New Roman"/>
              </a:rPr>
              <a:t>E</a:t>
            </a:r>
            <a:r>
              <a:rPr dirty="0" sz="650" i="1">
                <a:latin typeface="Times New Roman"/>
                <a:cs typeface="Times New Roman"/>
              </a:rPr>
              <a:t>1</a:t>
            </a:r>
            <a:r>
              <a:rPr dirty="0" sz="650" spc="-10" i="1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y</a:t>
            </a:r>
            <a:r>
              <a:rPr dirty="0" baseline="2645" sz="1575" spc="-22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el</a:t>
            </a:r>
            <a:r>
              <a:rPr dirty="0" baseline="2645" sz="1575" spc="-22">
                <a:latin typeface="Times New Roman"/>
                <a:cs typeface="Times New Roman"/>
              </a:rPr>
              <a:t> </a:t>
            </a:r>
            <a:r>
              <a:rPr dirty="0" baseline="2645" sz="1575" spc="-37" i="1">
                <a:latin typeface="Times New Roman"/>
                <a:cs typeface="Times New Roman"/>
              </a:rPr>
              <a:t>D</a:t>
            </a:r>
            <a:r>
              <a:rPr dirty="0" sz="650" spc="-25" i="1">
                <a:latin typeface="Times New Roman"/>
                <a:cs typeface="Times New Roman"/>
              </a:rPr>
              <a:t>2</a:t>
            </a:r>
            <a:r>
              <a:rPr dirty="0" baseline="2645" sz="1575" spc="-37">
                <a:latin typeface="Times New Roman"/>
                <a:cs typeface="Times New Roman"/>
              </a:rPr>
              <a:t>:</a:t>
            </a:r>
            <a:endParaRPr baseline="2645" sz="1575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60"/>
              </a:spcBef>
            </a:pPr>
            <a:endParaRPr sz="1050">
              <a:latin typeface="Times New Roman"/>
              <a:cs typeface="Times New Roman"/>
            </a:endParaRPr>
          </a:p>
          <a:p>
            <a:pPr algn="just" marL="123825">
              <a:lnSpc>
                <a:spcPts val="1335"/>
              </a:lnSpc>
            </a:pPr>
            <a:r>
              <a:rPr dirty="0" baseline="-41062" sz="1725" i="1">
                <a:latin typeface="Times New Roman"/>
                <a:cs typeface="Times New Roman"/>
              </a:rPr>
              <a:t>X</a:t>
            </a:r>
            <a:r>
              <a:rPr dirty="0" baseline="-41062" sz="1725" spc="-7" i="1">
                <a:latin typeface="Times New Roman"/>
                <a:cs typeface="Times New Roman"/>
              </a:rPr>
              <a:t> </a:t>
            </a:r>
            <a:r>
              <a:rPr dirty="0" baseline="-41062" sz="1725">
                <a:latin typeface="Consolas"/>
                <a:cs typeface="Consolas"/>
              </a:rPr>
              <a:t>=</a:t>
            </a:r>
            <a:r>
              <a:rPr dirty="0" baseline="-41062" sz="1725" spc="-22">
                <a:latin typeface="Consolas"/>
                <a:cs typeface="Consolas"/>
              </a:rPr>
              <a:t> </a:t>
            </a:r>
            <a:r>
              <a:rPr dirty="0" u="sng" baseline="2415" sz="1725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</a:t>
            </a:r>
            <a:r>
              <a:rPr dirty="0" u="sng" baseline="2415" sz="172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 </a:t>
            </a:r>
            <a:r>
              <a:rPr dirty="0" u="sng" baseline="2415" sz="1725">
                <a:uFill>
                  <a:solidFill>
                    <a:srgbClr val="000000"/>
                  </a:solidFill>
                </a:uFill>
                <a:latin typeface="Consolas"/>
                <a:cs typeface="Consolas"/>
              </a:rPr>
              <a:t>+</a:t>
            </a:r>
            <a:r>
              <a:rPr dirty="0" u="sng" baseline="2415" sz="1725" spc="-7">
                <a:uFill>
                  <a:solidFill>
                    <a:srgbClr val="000000"/>
                  </a:solidFill>
                </a:uFill>
                <a:latin typeface="Consolas"/>
                <a:cs typeface="Consolas"/>
              </a:rPr>
              <a:t> </a:t>
            </a:r>
            <a:r>
              <a:rPr dirty="0" u="sng" baseline="2415" sz="1725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</a:t>
            </a:r>
            <a:r>
              <a:rPr dirty="0" baseline="2415" sz="1725">
                <a:latin typeface="Times New Roman"/>
                <a:cs typeface="Times New Roman"/>
              </a:rPr>
              <a:t>1 </a:t>
            </a:r>
            <a:r>
              <a:rPr dirty="0" baseline="-41062" sz="1725">
                <a:latin typeface="Consolas"/>
                <a:cs typeface="Consolas"/>
              </a:rPr>
              <a:t>=</a:t>
            </a:r>
            <a:r>
              <a:rPr dirty="0" baseline="-41062" sz="1725" spc="-22">
                <a:latin typeface="Consolas"/>
                <a:cs typeface="Consolas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476.93</a:t>
            </a:r>
            <a:r>
              <a:rPr dirty="0" sz="1150" spc="-5">
                <a:latin typeface="Times New Roman"/>
                <a:cs typeface="Times New Roman"/>
              </a:rPr>
              <a:t> </a:t>
            </a:r>
            <a:r>
              <a:rPr dirty="0" sz="1150">
                <a:latin typeface="Consolas"/>
                <a:cs typeface="Consolas"/>
              </a:rPr>
              <a:t>+</a:t>
            </a:r>
            <a:r>
              <a:rPr dirty="0" sz="1150" spc="-5">
                <a:latin typeface="Consolas"/>
                <a:cs typeface="Consolas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362.55</a:t>
            </a:r>
            <a:r>
              <a:rPr dirty="0" sz="1150" spc="-5">
                <a:latin typeface="Times New Roman"/>
                <a:cs typeface="Times New Roman"/>
              </a:rPr>
              <a:t> </a:t>
            </a:r>
            <a:r>
              <a:rPr dirty="0" baseline="-41062" sz="1725">
                <a:latin typeface="Consolas"/>
                <a:cs typeface="Consolas"/>
              </a:rPr>
              <a:t>=</a:t>
            </a:r>
            <a:r>
              <a:rPr dirty="0" baseline="-41062" sz="1725" spc="-7">
                <a:latin typeface="Consolas"/>
                <a:cs typeface="Consolas"/>
              </a:rPr>
              <a:t> </a:t>
            </a:r>
            <a:r>
              <a:rPr dirty="0" baseline="-41062" sz="1725" spc="-15">
                <a:latin typeface="Times New Roman"/>
                <a:cs typeface="Times New Roman"/>
              </a:rPr>
              <a:t>419.74</a:t>
            </a:r>
            <a:endParaRPr baseline="-41062" sz="1725">
              <a:latin typeface="Times New Roman"/>
              <a:cs typeface="Times New Roman"/>
            </a:endParaRPr>
          </a:p>
          <a:p>
            <a:pPr marL="607060">
              <a:lnSpc>
                <a:spcPts val="1335"/>
              </a:lnSpc>
              <a:tabLst>
                <a:tab pos="1496695" algn="l"/>
              </a:tabLst>
            </a:pPr>
            <a:r>
              <a:rPr dirty="0" sz="1150" spc="-50">
                <a:latin typeface="Times New Roman"/>
                <a:cs typeface="Times New Roman"/>
              </a:rPr>
              <a:t>2</a:t>
            </a:r>
            <a:r>
              <a:rPr dirty="0" sz="1150">
                <a:latin typeface="Times New Roman"/>
                <a:cs typeface="Times New Roman"/>
              </a:rPr>
              <a:t>	</a:t>
            </a:r>
            <a:r>
              <a:rPr dirty="0" sz="1150" spc="-50">
                <a:latin typeface="Times New Roman"/>
                <a:cs typeface="Times New Roman"/>
              </a:rPr>
              <a:t>2</a:t>
            </a:r>
            <a:endParaRPr sz="1150">
              <a:latin typeface="Times New Roman"/>
              <a:cs typeface="Times New Roman"/>
            </a:endParaRPr>
          </a:p>
          <a:p>
            <a:pPr marL="88900">
              <a:lnSpc>
                <a:spcPct val="100000"/>
              </a:lnSpc>
              <a:spcBef>
                <a:spcPts val="1300"/>
              </a:spcBef>
            </a:pP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factor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entonces: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069339" y="7461262"/>
            <a:ext cx="203835" cy="3683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350"/>
              </a:lnSpc>
              <a:spcBef>
                <a:spcPts val="100"/>
              </a:spcBef>
            </a:pPr>
            <a:r>
              <a:rPr dirty="0" sz="1150" spc="-25" i="1">
                <a:latin typeface="Times New Roman"/>
                <a:cs typeface="Times New Roman"/>
              </a:rPr>
              <a:t>FP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ts val="1350"/>
              </a:lnSpc>
            </a:pPr>
            <a:r>
              <a:rPr dirty="0" sz="1150" spc="-50" i="1">
                <a:latin typeface="Times New Roman"/>
                <a:cs typeface="Times New Roman"/>
              </a:rPr>
              <a:t>f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564639" y="7566673"/>
            <a:ext cx="238760" cy="358140"/>
          </a:xfrm>
          <a:prstGeom prst="rect">
            <a:avLst/>
          </a:prstGeom>
        </p:spPr>
        <p:txBody>
          <a:bodyPr wrap="square" lIns="0" tIns="32384" rIns="0" bIns="0" rtlCol="0" vert="horz">
            <a:spAutoFit/>
          </a:bodyPr>
          <a:lstStyle/>
          <a:p>
            <a:pPr marL="38100" marR="30480">
              <a:lnSpc>
                <a:spcPts val="1240"/>
              </a:lnSpc>
              <a:spcBef>
                <a:spcPts val="254"/>
              </a:spcBef>
            </a:pPr>
            <a:r>
              <a:rPr dirty="0" sz="1150" spc="-25" i="1">
                <a:latin typeface="Times New Roman"/>
                <a:cs typeface="Times New Roman"/>
              </a:rPr>
              <a:t>e</a:t>
            </a:r>
            <a:r>
              <a:rPr dirty="0" baseline="-25641" sz="975" spc="-37">
                <a:latin typeface="Times New Roman"/>
                <a:cs typeface="Times New Roman"/>
              </a:rPr>
              <a:t>2</a:t>
            </a:r>
            <a:r>
              <a:rPr dirty="0" baseline="-25641" sz="975" spc="750">
                <a:latin typeface="Times New Roman"/>
                <a:cs typeface="Times New Roman"/>
              </a:rPr>
              <a:t> </a:t>
            </a:r>
            <a:r>
              <a:rPr dirty="0" sz="1150" spc="-25" i="1">
                <a:latin typeface="Times New Roman"/>
                <a:cs typeface="Times New Roman"/>
              </a:rPr>
              <a:t>Ltf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2065020" y="7581912"/>
            <a:ext cx="544195" cy="3441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255"/>
              </a:lnSpc>
              <a:spcBef>
                <a:spcPts val="100"/>
              </a:spcBef>
            </a:pPr>
            <a:r>
              <a:rPr dirty="0" sz="1150">
                <a:latin typeface="Times New Roman"/>
                <a:cs typeface="Times New Roman"/>
              </a:rPr>
              <a:t>476.93</a:t>
            </a:r>
            <a:r>
              <a:rPr dirty="0" sz="1150" spc="-10">
                <a:latin typeface="Times New Roman"/>
                <a:cs typeface="Times New Roman"/>
              </a:rPr>
              <a:t> </a:t>
            </a:r>
            <a:r>
              <a:rPr dirty="0" sz="1150" spc="-50">
                <a:latin typeface="Consolas"/>
                <a:cs typeface="Consolas"/>
              </a:rPr>
              <a:t>−</a:t>
            </a:r>
            <a:endParaRPr sz="1150">
              <a:latin typeface="Consolas"/>
              <a:cs typeface="Consolas"/>
            </a:endParaRPr>
          </a:p>
          <a:p>
            <a:pPr marL="12700">
              <a:lnSpc>
                <a:spcPts val="1255"/>
              </a:lnSpc>
            </a:pPr>
            <a:r>
              <a:rPr dirty="0" sz="1150" spc="-10">
                <a:latin typeface="Times New Roman"/>
                <a:cs typeface="Times New Roman"/>
              </a:rPr>
              <a:t>362.55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324610" y="7424432"/>
            <a:ext cx="2286635" cy="3073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12090">
              <a:lnSpc>
                <a:spcPts val="1110"/>
              </a:lnSpc>
              <a:spcBef>
                <a:spcPts val="100"/>
              </a:spcBef>
              <a:tabLst>
                <a:tab pos="741045" algn="l"/>
                <a:tab pos="967105" algn="l"/>
                <a:tab pos="1699895" algn="l"/>
              </a:tabLst>
            </a:pPr>
            <a:r>
              <a:rPr dirty="0" sz="1150" i="1">
                <a:latin typeface="Times New Roman"/>
                <a:cs typeface="Times New Roman"/>
              </a:rPr>
              <a:t>e</a:t>
            </a:r>
            <a:r>
              <a:rPr dirty="0" baseline="-25641" sz="975">
                <a:latin typeface="Times New Roman"/>
                <a:cs typeface="Times New Roman"/>
              </a:rPr>
              <a:t>1</a:t>
            </a:r>
            <a:r>
              <a:rPr dirty="0" baseline="-25641" sz="975" spc="-67">
                <a:latin typeface="Times New Roman"/>
                <a:cs typeface="Times New Roman"/>
              </a:rPr>
              <a:t> </a:t>
            </a:r>
            <a:r>
              <a:rPr dirty="0" sz="1150" spc="-60">
                <a:latin typeface="Consolas"/>
                <a:cs typeface="Consolas"/>
              </a:rPr>
              <a:t>+</a:t>
            </a:r>
            <a:r>
              <a:rPr dirty="0" sz="1150">
                <a:latin typeface="Consolas"/>
                <a:cs typeface="Consolas"/>
              </a:rPr>
              <a:t>	</a:t>
            </a:r>
            <a:r>
              <a:rPr dirty="0" u="sng" sz="115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8.0</a:t>
            </a:r>
            <a:r>
              <a:rPr dirty="0" u="sng" sz="1150" spc="-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50">
                <a:uFill>
                  <a:solidFill>
                    <a:srgbClr val="000000"/>
                  </a:solidFill>
                </a:uFill>
                <a:latin typeface="Consolas"/>
                <a:cs typeface="Consolas"/>
              </a:rPr>
              <a:t>+</a:t>
            </a:r>
            <a:r>
              <a:rPr dirty="0" u="sng" sz="1150" spc="-5">
                <a:uFill>
                  <a:solidFill>
                    <a:srgbClr val="000000"/>
                  </a:solidFill>
                </a:uFill>
                <a:latin typeface="Consolas"/>
                <a:cs typeface="Consolas"/>
              </a:rPr>
              <a:t> </a:t>
            </a:r>
            <a:r>
              <a:rPr dirty="0" u="sng" sz="1150" spc="-2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8.0</a:t>
            </a:r>
            <a:r>
              <a:rPr dirty="0" u="sng" sz="115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sz="1150" spc="70">
                <a:latin typeface="Times New Roman"/>
                <a:cs typeface="Times New Roman"/>
              </a:rPr>
              <a:t> </a:t>
            </a:r>
            <a:r>
              <a:rPr dirty="0" baseline="-19323" sz="1725">
                <a:latin typeface="Consolas"/>
                <a:cs typeface="Consolas"/>
              </a:rPr>
              <a:t>= </a:t>
            </a:r>
            <a:r>
              <a:rPr dirty="0" baseline="-19323" sz="1725">
                <a:latin typeface="Times New Roman"/>
                <a:cs typeface="Times New Roman"/>
              </a:rPr>
              <a:t>0.140</a:t>
            </a:r>
            <a:endParaRPr baseline="-19323" sz="1725">
              <a:latin typeface="Times New Roman"/>
              <a:cs typeface="Times New Roman"/>
            </a:endParaRPr>
          </a:p>
          <a:p>
            <a:pPr marL="50800">
              <a:lnSpc>
                <a:spcPts val="1110"/>
              </a:lnSpc>
              <a:tabLst>
                <a:tab pos="619125" algn="l"/>
              </a:tabLst>
            </a:pPr>
            <a:r>
              <a:rPr dirty="0" baseline="2415" sz="1725" spc="-75">
                <a:latin typeface="Consolas"/>
                <a:cs typeface="Consolas"/>
              </a:rPr>
              <a:t>=</a:t>
            </a:r>
            <a:r>
              <a:rPr dirty="0" baseline="2415" sz="1725">
                <a:latin typeface="Consolas"/>
                <a:cs typeface="Consolas"/>
              </a:rPr>
              <a:t>	</a:t>
            </a:r>
            <a:r>
              <a:rPr dirty="0" sz="1150" spc="-50">
                <a:latin typeface="Consolas"/>
                <a:cs typeface="Consolas"/>
              </a:rPr>
              <a:t>=</a:t>
            </a:r>
            <a:endParaRPr sz="1150">
              <a:latin typeface="Consolas"/>
              <a:cs typeface="Consolas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038860" y="8088642"/>
            <a:ext cx="5494655" cy="5067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3970" marR="5080" indent="-1270">
              <a:lnSpc>
                <a:spcPct val="100400"/>
              </a:lnSpc>
              <a:spcBef>
                <a:spcPts val="95"/>
              </a:spcBef>
            </a:pPr>
            <a:r>
              <a:rPr dirty="0" baseline="2645" sz="1575">
                <a:latin typeface="Times New Roman"/>
                <a:cs typeface="Times New Roman"/>
              </a:rPr>
              <a:t>Luego el</a:t>
            </a:r>
            <a:r>
              <a:rPr dirty="0" baseline="2645" sz="1575" spc="7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cálculo</a:t>
            </a:r>
            <a:r>
              <a:rPr dirty="0" baseline="2645" sz="1575" spc="22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del</a:t>
            </a:r>
            <a:r>
              <a:rPr dirty="0" baseline="2645" sz="1575" spc="7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peralte</a:t>
            </a:r>
            <a:r>
              <a:rPr dirty="0" baseline="2645" sz="1575" spc="22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para las</a:t>
            </a:r>
            <a:r>
              <a:rPr dirty="0" baseline="2645" sz="1575" spc="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diferentes abscisas</a:t>
            </a:r>
            <a:r>
              <a:rPr dirty="0" baseline="2645" sz="1575" spc="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ubicadas</a:t>
            </a:r>
            <a:r>
              <a:rPr dirty="0" baseline="2645" sz="1575" spc="22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entre</a:t>
            </a:r>
            <a:r>
              <a:rPr dirty="0" baseline="2645" sz="1575" spc="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el</a:t>
            </a:r>
            <a:r>
              <a:rPr dirty="0" baseline="2645" sz="1575" spc="487">
                <a:latin typeface="Times New Roman"/>
                <a:cs typeface="Times New Roman"/>
              </a:rPr>
              <a:t> </a:t>
            </a:r>
            <a:r>
              <a:rPr dirty="0" baseline="2645" sz="1575" i="1">
                <a:latin typeface="Times New Roman"/>
                <a:cs typeface="Times New Roman"/>
              </a:rPr>
              <a:t>E</a:t>
            </a:r>
            <a:r>
              <a:rPr dirty="0" sz="650" i="1">
                <a:latin typeface="Times New Roman"/>
                <a:cs typeface="Times New Roman"/>
              </a:rPr>
              <a:t>1</a:t>
            </a:r>
            <a:r>
              <a:rPr dirty="0" sz="650" spc="190" i="1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y</a:t>
            </a:r>
            <a:r>
              <a:rPr dirty="0" baseline="2645" sz="1575" spc="22">
                <a:latin typeface="Times New Roman"/>
                <a:cs typeface="Times New Roman"/>
              </a:rPr>
              <a:t> </a:t>
            </a:r>
            <a:r>
              <a:rPr dirty="0" baseline="2645" sz="1575" i="1">
                <a:latin typeface="Times New Roman"/>
                <a:cs typeface="Times New Roman"/>
              </a:rPr>
              <a:t>D</a:t>
            </a:r>
            <a:r>
              <a:rPr dirty="0" sz="650" i="1">
                <a:latin typeface="Times New Roman"/>
                <a:cs typeface="Times New Roman"/>
              </a:rPr>
              <a:t>2</a:t>
            </a:r>
            <a:r>
              <a:rPr dirty="0" sz="650" spc="195" i="1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realiza de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forma </a:t>
            </a:r>
            <a:r>
              <a:rPr dirty="0" sz="1050">
                <a:latin typeface="Times New Roman"/>
                <a:cs typeface="Times New Roman"/>
              </a:rPr>
              <a:t>similar a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los ejemplos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anteriores solo que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debe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añadir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las</a:t>
            </a:r>
            <a:r>
              <a:rPr dirty="0" sz="1050" spc="8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abscisas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del</a:t>
            </a:r>
            <a:r>
              <a:rPr dirty="0" baseline="2645" sz="1575" spc="7">
                <a:latin typeface="Times New Roman"/>
                <a:cs typeface="Times New Roman"/>
              </a:rPr>
              <a:t> </a:t>
            </a:r>
            <a:r>
              <a:rPr dirty="0" baseline="2645" sz="1575" i="1">
                <a:latin typeface="Times New Roman"/>
                <a:cs typeface="Times New Roman"/>
              </a:rPr>
              <a:t>PT</a:t>
            </a:r>
            <a:r>
              <a:rPr dirty="0" sz="650" i="1">
                <a:latin typeface="Times New Roman"/>
                <a:cs typeface="Times New Roman"/>
              </a:rPr>
              <a:t>1</a:t>
            </a:r>
            <a:r>
              <a:rPr dirty="0" sz="650" spc="10" i="1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y</a:t>
            </a:r>
            <a:r>
              <a:rPr dirty="0" baseline="2645" sz="1575" spc="-7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el</a:t>
            </a:r>
            <a:r>
              <a:rPr dirty="0" baseline="2645" sz="1575" spc="7">
                <a:latin typeface="Times New Roman"/>
                <a:cs typeface="Times New Roman"/>
              </a:rPr>
              <a:t> </a:t>
            </a:r>
            <a:r>
              <a:rPr dirty="0" baseline="2645" sz="1575" i="1">
                <a:latin typeface="Times New Roman"/>
                <a:cs typeface="Times New Roman"/>
              </a:rPr>
              <a:t>PC</a:t>
            </a:r>
            <a:r>
              <a:rPr dirty="0" sz="650" i="1">
                <a:latin typeface="Times New Roman"/>
                <a:cs typeface="Times New Roman"/>
              </a:rPr>
              <a:t>2</a:t>
            </a:r>
            <a:r>
              <a:rPr dirty="0" baseline="2645" sz="1575">
                <a:latin typeface="Times New Roman"/>
                <a:cs typeface="Times New Roman"/>
              </a:rPr>
              <a:t>.</a:t>
            </a:r>
            <a:r>
              <a:rPr dirty="0" baseline="2645" sz="1575" spc="-7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A</a:t>
            </a:r>
            <a:r>
              <a:rPr dirty="0" baseline="2645" sz="1575" spc="-15">
                <a:latin typeface="Times New Roman"/>
                <a:cs typeface="Times New Roman"/>
              </a:rPr>
              <a:t> continuación </a:t>
            </a:r>
            <a:r>
              <a:rPr dirty="0" baseline="2645" sz="1575">
                <a:latin typeface="Times New Roman"/>
                <a:cs typeface="Times New Roman"/>
              </a:rPr>
              <a:t>tenemos</a:t>
            </a:r>
            <a:r>
              <a:rPr dirty="0" baseline="2645" sz="1575" spc="-3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el</a:t>
            </a:r>
            <a:r>
              <a:rPr dirty="0" baseline="2645" sz="1575" spc="-3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cálculo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de</a:t>
            </a:r>
            <a:r>
              <a:rPr dirty="0" baseline="2645" sz="1575" spc="-22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estas</a:t>
            </a:r>
            <a:r>
              <a:rPr dirty="0" baseline="2645" sz="1575" spc="-3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y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otras </a:t>
            </a:r>
            <a:r>
              <a:rPr dirty="0" sz="1050" spc="-10">
                <a:latin typeface="Times New Roman"/>
                <a:cs typeface="Times New Roman"/>
              </a:rPr>
              <a:t>abscisas: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2058670" y="4327537"/>
            <a:ext cx="949960" cy="0"/>
          </a:xfrm>
          <a:custGeom>
            <a:avLst/>
            <a:gdLst/>
            <a:ahLst/>
            <a:cxnLst/>
            <a:rect l="l" t="t" r="r" b="b"/>
            <a:pathLst>
              <a:path w="949960" h="0">
                <a:moveTo>
                  <a:pt x="0" y="0"/>
                </a:moveTo>
                <a:lnTo>
                  <a:pt x="94996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2012950" y="6750698"/>
            <a:ext cx="960119" cy="0"/>
          </a:xfrm>
          <a:custGeom>
            <a:avLst/>
            <a:gdLst/>
            <a:ahLst/>
            <a:cxnLst/>
            <a:rect l="l" t="t" r="r" b="b"/>
            <a:pathLst>
              <a:path w="960119" h="0">
                <a:moveTo>
                  <a:pt x="0" y="0"/>
                </a:moveTo>
                <a:lnTo>
                  <a:pt x="960119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038860" y="1560842"/>
            <a:ext cx="5331460" cy="35636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35585" indent="-222885">
              <a:lnSpc>
                <a:spcPct val="100000"/>
              </a:lnSpc>
              <a:spcBef>
                <a:spcPts val="100"/>
              </a:spcBef>
              <a:buFont typeface="Consolas"/>
              <a:buChar char="•"/>
              <a:tabLst>
                <a:tab pos="235585" algn="l"/>
              </a:tabLst>
            </a:pPr>
            <a:r>
              <a:rPr dirty="0" sz="1050">
                <a:latin typeface="Times New Roman"/>
                <a:cs typeface="Times New Roman"/>
              </a:rPr>
              <a:t>Abscisa</a:t>
            </a:r>
            <a:r>
              <a:rPr dirty="0" sz="1050" spc="-45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370</a:t>
            </a:r>
            <a:endParaRPr sz="1050">
              <a:latin typeface="Times New Roman"/>
              <a:cs typeface="Times New Roman"/>
            </a:endParaRPr>
          </a:p>
          <a:p>
            <a:pPr marL="236220">
              <a:lnSpc>
                <a:spcPct val="100000"/>
              </a:lnSpc>
              <a:spcBef>
                <a:spcPts val="30"/>
              </a:spcBef>
            </a:pPr>
            <a:r>
              <a:rPr dirty="0" baseline="2645" sz="1575">
                <a:latin typeface="Times New Roman"/>
                <a:cs typeface="Times New Roman"/>
              </a:rPr>
              <a:t>D</a:t>
            </a:r>
            <a:r>
              <a:rPr dirty="0" sz="650">
                <a:latin typeface="Times New Roman"/>
                <a:cs typeface="Times New Roman"/>
              </a:rPr>
              <a:t>370</a:t>
            </a:r>
            <a:r>
              <a:rPr dirty="0" sz="650" spc="-1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=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419.74</a:t>
            </a:r>
            <a:r>
              <a:rPr dirty="0" baseline="2645" sz="1575" spc="-7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–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370</a:t>
            </a:r>
            <a:r>
              <a:rPr dirty="0" baseline="2645" sz="1575" spc="-3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=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 spc="-30">
                <a:latin typeface="Times New Roman"/>
                <a:cs typeface="Times New Roman"/>
              </a:rPr>
              <a:t>49.74</a:t>
            </a:r>
            <a:endParaRPr baseline="2645" sz="1575">
              <a:latin typeface="Times New Roman"/>
              <a:cs typeface="Times New Roman"/>
            </a:endParaRPr>
          </a:p>
          <a:p>
            <a:pPr marL="236220">
              <a:lnSpc>
                <a:spcPts val="1245"/>
              </a:lnSpc>
              <a:spcBef>
                <a:spcPts val="60"/>
              </a:spcBef>
            </a:pPr>
            <a:r>
              <a:rPr dirty="0" baseline="2645" sz="1575">
                <a:latin typeface="Times New Roman"/>
                <a:cs typeface="Times New Roman"/>
              </a:rPr>
              <a:t>e</a:t>
            </a:r>
            <a:r>
              <a:rPr dirty="0" sz="650">
                <a:latin typeface="Times New Roman"/>
                <a:cs typeface="Times New Roman"/>
              </a:rPr>
              <a:t>370</a:t>
            </a:r>
            <a:r>
              <a:rPr dirty="0" sz="650" spc="-2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=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49.74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x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0.140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=</a:t>
            </a:r>
            <a:r>
              <a:rPr dirty="0" baseline="2645" sz="1575" spc="-7">
                <a:latin typeface="Times New Roman"/>
                <a:cs typeface="Times New Roman"/>
              </a:rPr>
              <a:t> </a:t>
            </a:r>
            <a:r>
              <a:rPr dirty="0" baseline="2645" sz="1575" spc="-30">
                <a:latin typeface="Times New Roman"/>
                <a:cs typeface="Times New Roman"/>
              </a:rPr>
              <a:t>6.96%</a:t>
            </a:r>
            <a:endParaRPr baseline="2645" sz="1575">
              <a:latin typeface="Times New Roman"/>
              <a:cs typeface="Times New Roman"/>
            </a:endParaRPr>
          </a:p>
          <a:p>
            <a:pPr marL="236220" marR="5080">
              <a:lnSpc>
                <a:spcPts val="1250"/>
              </a:lnSpc>
              <a:spcBef>
                <a:spcPts val="35"/>
              </a:spcBef>
            </a:pPr>
            <a:r>
              <a:rPr dirty="0" sz="1050">
                <a:latin typeface="Times New Roman"/>
                <a:cs typeface="Times New Roman"/>
              </a:rPr>
              <a:t>Como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curva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No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1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izquierda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izquierdo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negativo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y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derecho</a:t>
            </a:r>
            <a:r>
              <a:rPr dirty="0" sz="1050" spc="2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positivo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hasta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punto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 spc="-25" i="1">
                <a:latin typeface="Times New Roman"/>
                <a:cs typeface="Times New Roman"/>
              </a:rPr>
              <a:t>X</a:t>
            </a:r>
            <a:r>
              <a:rPr dirty="0" sz="1050" spc="-25">
                <a:latin typeface="Times New Roman"/>
                <a:cs typeface="Times New Roman"/>
              </a:rPr>
              <a:t>.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050">
              <a:latin typeface="Times New Roman"/>
              <a:cs typeface="Times New Roman"/>
            </a:endParaRPr>
          </a:p>
          <a:p>
            <a:pPr marL="235585" indent="-222885">
              <a:lnSpc>
                <a:spcPct val="100000"/>
              </a:lnSpc>
              <a:buFont typeface="Consolas"/>
              <a:buChar char="•"/>
              <a:tabLst>
                <a:tab pos="235585" algn="l"/>
              </a:tabLst>
            </a:pPr>
            <a:r>
              <a:rPr dirty="0" sz="1050">
                <a:latin typeface="Times New Roman"/>
                <a:cs typeface="Times New Roman"/>
              </a:rPr>
              <a:t>Abscisa</a:t>
            </a:r>
            <a:r>
              <a:rPr dirty="0" sz="1050" spc="-45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380</a:t>
            </a:r>
            <a:endParaRPr sz="1050">
              <a:latin typeface="Times New Roman"/>
              <a:cs typeface="Times New Roman"/>
            </a:endParaRPr>
          </a:p>
          <a:p>
            <a:pPr marL="236220">
              <a:lnSpc>
                <a:spcPct val="100000"/>
              </a:lnSpc>
              <a:spcBef>
                <a:spcPts val="30"/>
              </a:spcBef>
            </a:pPr>
            <a:r>
              <a:rPr dirty="0" baseline="2645" sz="1575">
                <a:latin typeface="Times New Roman"/>
                <a:cs typeface="Times New Roman"/>
              </a:rPr>
              <a:t>D</a:t>
            </a:r>
            <a:r>
              <a:rPr dirty="0" sz="650">
                <a:latin typeface="Times New Roman"/>
                <a:cs typeface="Times New Roman"/>
              </a:rPr>
              <a:t>380</a:t>
            </a:r>
            <a:r>
              <a:rPr dirty="0" sz="650" spc="47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=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419.74</a:t>
            </a:r>
            <a:r>
              <a:rPr dirty="0" baseline="2645" sz="1575" spc="-7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–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380</a:t>
            </a:r>
            <a:r>
              <a:rPr dirty="0" baseline="2645" sz="1575" spc="-7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=</a:t>
            </a:r>
            <a:r>
              <a:rPr dirty="0" baseline="2645" sz="1575" spc="142">
                <a:latin typeface="Times New Roman"/>
                <a:cs typeface="Times New Roman"/>
              </a:rPr>
              <a:t> </a:t>
            </a:r>
            <a:r>
              <a:rPr dirty="0" baseline="2645" sz="1575" spc="-15">
                <a:latin typeface="Times New Roman"/>
                <a:cs typeface="Times New Roman"/>
              </a:rPr>
              <a:t>39.74</a:t>
            </a:r>
            <a:endParaRPr baseline="2645" sz="1575">
              <a:latin typeface="Times New Roman"/>
              <a:cs typeface="Times New Roman"/>
            </a:endParaRPr>
          </a:p>
          <a:p>
            <a:pPr marL="236220">
              <a:lnSpc>
                <a:spcPct val="100000"/>
              </a:lnSpc>
              <a:spcBef>
                <a:spcPts val="10"/>
              </a:spcBef>
            </a:pPr>
            <a:r>
              <a:rPr dirty="0" baseline="2645" sz="1575">
                <a:latin typeface="Times New Roman"/>
                <a:cs typeface="Times New Roman"/>
              </a:rPr>
              <a:t>e</a:t>
            </a:r>
            <a:r>
              <a:rPr dirty="0" sz="650">
                <a:latin typeface="Times New Roman"/>
                <a:cs typeface="Times New Roman"/>
              </a:rPr>
              <a:t>380</a:t>
            </a:r>
            <a:r>
              <a:rPr dirty="0" sz="650" spc="15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=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39.74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x</a:t>
            </a:r>
            <a:r>
              <a:rPr dirty="0" baseline="2645" sz="1575" spc="-7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0.140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=</a:t>
            </a:r>
            <a:r>
              <a:rPr dirty="0" baseline="2645" sz="1575" spc="247">
                <a:latin typeface="Times New Roman"/>
                <a:cs typeface="Times New Roman"/>
              </a:rPr>
              <a:t> </a:t>
            </a:r>
            <a:r>
              <a:rPr dirty="0" baseline="2645" sz="1575" spc="-30">
                <a:latin typeface="Times New Roman"/>
                <a:cs typeface="Times New Roman"/>
              </a:rPr>
              <a:t>5.56%</a:t>
            </a:r>
            <a:endParaRPr baseline="2645" sz="1575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1050">
              <a:latin typeface="Times New Roman"/>
              <a:cs typeface="Times New Roman"/>
            </a:endParaRPr>
          </a:p>
          <a:p>
            <a:pPr marL="235585" indent="-222885">
              <a:lnSpc>
                <a:spcPct val="100000"/>
              </a:lnSpc>
              <a:buFont typeface="Consolas"/>
              <a:buChar char="•"/>
              <a:tabLst>
                <a:tab pos="235585" algn="l"/>
              </a:tabLst>
            </a:pPr>
            <a:r>
              <a:rPr dirty="0" sz="1050">
                <a:latin typeface="Times New Roman"/>
                <a:cs typeface="Times New Roman"/>
              </a:rPr>
              <a:t>PT1=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380.25</a:t>
            </a:r>
            <a:endParaRPr sz="1050">
              <a:latin typeface="Times New Roman"/>
              <a:cs typeface="Times New Roman"/>
            </a:endParaRPr>
          </a:p>
          <a:p>
            <a:pPr marL="236220">
              <a:lnSpc>
                <a:spcPct val="100000"/>
              </a:lnSpc>
              <a:spcBef>
                <a:spcPts val="20"/>
              </a:spcBef>
            </a:pPr>
            <a:r>
              <a:rPr dirty="0" baseline="2645" sz="1575">
                <a:latin typeface="Times New Roman"/>
                <a:cs typeface="Times New Roman"/>
              </a:rPr>
              <a:t>D</a:t>
            </a:r>
            <a:r>
              <a:rPr dirty="0" sz="650">
                <a:latin typeface="Times New Roman"/>
                <a:cs typeface="Times New Roman"/>
              </a:rPr>
              <a:t>PT1</a:t>
            </a:r>
            <a:r>
              <a:rPr dirty="0" sz="650" spc="-1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=</a:t>
            </a:r>
            <a:r>
              <a:rPr dirty="0" baseline="2645" sz="1575" spc="-3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419.74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–</a:t>
            </a:r>
            <a:r>
              <a:rPr dirty="0" baseline="2645" sz="1575" spc="-22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380.25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=</a:t>
            </a:r>
            <a:r>
              <a:rPr dirty="0" baseline="2645" sz="1575" spc="-22">
                <a:latin typeface="Times New Roman"/>
                <a:cs typeface="Times New Roman"/>
              </a:rPr>
              <a:t> </a:t>
            </a:r>
            <a:r>
              <a:rPr dirty="0" baseline="2645" sz="1575" spc="-30">
                <a:latin typeface="Times New Roman"/>
                <a:cs typeface="Times New Roman"/>
              </a:rPr>
              <a:t>39.49</a:t>
            </a:r>
            <a:endParaRPr baseline="2645" sz="1575">
              <a:latin typeface="Times New Roman"/>
              <a:cs typeface="Times New Roman"/>
            </a:endParaRPr>
          </a:p>
          <a:p>
            <a:pPr marL="236220">
              <a:lnSpc>
                <a:spcPct val="100000"/>
              </a:lnSpc>
              <a:spcBef>
                <a:spcPts val="60"/>
              </a:spcBef>
            </a:pPr>
            <a:r>
              <a:rPr dirty="0" baseline="2645" sz="1575">
                <a:latin typeface="Times New Roman"/>
                <a:cs typeface="Times New Roman"/>
              </a:rPr>
              <a:t>e</a:t>
            </a:r>
            <a:r>
              <a:rPr dirty="0" sz="650">
                <a:latin typeface="Times New Roman"/>
                <a:cs typeface="Times New Roman"/>
              </a:rPr>
              <a:t>PT1</a:t>
            </a:r>
            <a:r>
              <a:rPr dirty="0" sz="650" spc="-1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=</a:t>
            </a:r>
            <a:r>
              <a:rPr dirty="0" baseline="2645" sz="1575" spc="-22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39.49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x</a:t>
            </a:r>
            <a:r>
              <a:rPr dirty="0" baseline="2645" sz="1575" spc="-22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0.140 =</a:t>
            </a:r>
            <a:r>
              <a:rPr dirty="0" baseline="2645" sz="1575" spc="-30">
                <a:latin typeface="Times New Roman"/>
                <a:cs typeface="Times New Roman"/>
              </a:rPr>
              <a:t> 5.52%</a:t>
            </a:r>
            <a:endParaRPr baseline="2645" sz="1575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50">
              <a:latin typeface="Times New Roman"/>
              <a:cs typeface="Times New Roman"/>
            </a:endParaRPr>
          </a:p>
          <a:p>
            <a:pPr marL="13970">
              <a:lnSpc>
                <a:spcPct val="100000"/>
              </a:lnSpc>
            </a:pPr>
            <a:r>
              <a:rPr dirty="0" sz="1050">
                <a:latin typeface="Times New Roman"/>
                <a:cs typeface="Times New Roman"/>
              </a:rPr>
              <a:t>A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partir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del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punto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X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sentido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del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peraltado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cambia.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Para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PC2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es: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050">
              <a:latin typeface="Times New Roman"/>
              <a:cs typeface="Times New Roman"/>
            </a:endParaRPr>
          </a:p>
          <a:p>
            <a:pPr marL="235585" indent="-222885">
              <a:lnSpc>
                <a:spcPct val="100000"/>
              </a:lnSpc>
              <a:buFont typeface="Consolas"/>
              <a:buChar char="•"/>
              <a:tabLst>
                <a:tab pos="235585" algn="l"/>
              </a:tabLst>
            </a:pPr>
            <a:r>
              <a:rPr dirty="0" sz="1050" spc="-10">
                <a:latin typeface="Times New Roman"/>
                <a:cs typeface="Times New Roman"/>
              </a:rPr>
              <a:t>PC2=461.72</a:t>
            </a:r>
            <a:endParaRPr sz="1050">
              <a:latin typeface="Times New Roman"/>
              <a:cs typeface="Times New Roman"/>
            </a:endParaRPr>
          </a:p>
          <a:p>
            <a:pPr marL="236220">
              <a:lnSpc>
                <a:spcPct val="100000"/>
              </a:lnSpc>
              <a:spcBef>
                <a:spcPts val="30"/>
              </a:spcBef>
            </a:pPr>
            <a:r>
              <a:rPr dirty="0" baseline="2645" sz="1575">
                <a:latin typeface="Times New Roman"/>
                <a:cs typeface="Times New Roman"/>
              </a:rPr>
              <a:t>D</a:t>
            </a:r>
            <a:r>
              <a:rPr dirty="0" sz="650">
                <a:latin typeface="Times New Roman"/>
                <a:cs typeface="Times New Roman"/>
              </a:rPr>
              <a:t>PC2 </a:t>
            </a:r>
            <a:r>
              <a:rPr dirty="0" baseline="2645" sz="1575">
                <a:latin typeface="Times New Roman"/>
                <a:cs typeface="Times New Roman"/>
              </a:rPr>
              <a:t>=</a:t>
            </a:r>
            <a:r>
              <a:rPr dirty="0" baseline="2645" sz="1575" spc="-3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419.74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–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461.72</a:t>
            </a:r>
            <a:r>
              <a:rPr dirty="0" baseline="2645" sz="1575" spc="-22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=</a:t>
            </a:r>
            <a:r>
              <a:rPr dirty="0" baseline="2645" sz="1575" spc="-15">
                <a:latin typeface="Times New Roman"/>
                <a:cs typeface="Times New Roman"/>
              </a:rPr>
              <a:t> -</a:t>
            </a:r>
            <a:r>
              <a:rPr dirty="0" baseline="2645" sz="1575" spc="-30">
                <a:latin typeface="Times New Roman"/>
                <a:cs typeface="Times New Roman"/>
              </a:rPr>
              <a:t>41.98</a:t>
            </a:r>
            <a:endParaRPr baseline="2645" sz="1575">
              <a:latin typeface="Times New Roman"/>
              <a:cs typeface="Times New Roman"/>
            </a:endParaRPr>
          </a:p>
          <a:p>
            <a:pPr marL="236220">
              <a:lnSpc>
                <a:spcPct val="100000"/>
              </a:lnSpc>
              <a:spcBef>
                <a:spcPts val="20"/>
              </a:spcBef>
            </a:pPr>
            <a:r>
              <a:rPr dirty="0" baseline="2645" sz="1575">
                <a:latin typeface="Times New Roman"/>
                <a:cs typeface="Times New Roman"/>
              </a:rPr>
              <a:t>e</a:t>
            </a:r>
            <a:r>
              <a:rPr dirty="0" sz="650">
                <a:latin typeface="Times New Roman"/>
                <a:cs typeface="Times New Roman"/>
              </a:rPr>
              <a:t>PC2</a:t>
            </a:r>
            <a:r>
              <a:rPr dirty="0" sz="650" spc="-1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=</a:t>
            </a:r>
            <a:r>
              <a:rPr dirty="0" baseline="2645" sz="1575" spc="-22">
                <a:latin typeface="Times New Roman"/>
                <a:cs typeface="Times New Roman"/>
              </a:rPr>
              <a:t> </a:t>
            </a:r>
            <a:r>
              <a:rPr dirty="0" baseline="2645" sz="1575" spc="-15">
                <a:latin typeface="Times New Roman"/>
                <a:cs typeface="Times New Roman"/>
              </a:rPr>
              <a:t>-</a:t>
            </a:r>
            <a:r>
              <a:rPr dirty="0" baseline="2645" sz="1575">
                <a:latin typeface="Times New Roman"/>
                <a:cs typeface="Times New Roman"/>
              </a:rPr>
              <a:t>41.98</a:t>
            </a:r>
            <a:r>
              <a:rPr dirty="0" baseline="2645" sz="1575" spc="-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x</a:t>
            </a:r>
            <a:r>
              <a:rPr dirty="0" baseline="2645" sz="1575" spc="-22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0.140</a:t>
            </a:r>
            <a:r>
              <a:rPr dirty="0" baseline="2645" sz="1575" spc="-7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=-</a:t>
            </a:r>
            <a:r>
              <a:rPr dirty="0" baseline="2645" sz="1575" spc="-30">
                <a:latin typeface="Times New Roman"/>
                <a:cs typeface="Times New Roman"/>
              </a:rPr>
              <a:t> </a:t>
            </a:r>
            <a:r>
              <a:rPr dirty="0" baseline="2645" sz="1575" spc="-15">
                <a:latin typeface="Times New Roman"/>
                <a:cs typeface="Times New Roman"/>
              </a:rPr>
              <a:t>5.87%</a:t>
            </a:r>
            <a:endParaRPr baseline="2645" sz="1575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1050">
              <a:latin typeface="Times New Roman"/>
              <a:cs typeface="Times New Roman"/>
            </a:endParaRPr>
          </a:p>
          <a:p>
            <a:pPr marL="236220" marR="373380">
              <a:lnSpc>
                <a:spcPts val="1220"/>
              </a:lnSpc>
            </a:pP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izquierdo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positivo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y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izquierdo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negativo.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cuadro</a:t>
            </a:r>
            <a:r>
              <a:rPr dirty="0" sz="1050" spc="2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2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resultados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el </a:t>
            </a:r>
            <a:r>
              <a:rPr dirty="0" sz="1050" spc="-10">
                <a:latin typeface="Times New Roman"/>
                <a:cs typeface="Times New Roman"/>
              </a:rPr>
              <a:t>siguiente:</a:t>
            </a:r>
            <a:endParaRPr sz="1050">
              <a:latin typeface="Times New Roman"/>
              <a:cs typeface="Times New Roman"/>
            </a:endParaRPr>
          </a:p>
        </p:txBody>
      </p:sp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1665604" y="5424182"/>
          <a:ext cx="4301490" cy="50431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87400"/>
                <a:gridCol w="876300"/>
                <a:gridCol w="789939"/>
                <a:gridCol w="962660"/>
                <a:gridCol w="789939"/>
              </a:tblGrid>
              <a:tr h="307975">
                <a:tc rowSpan="2">
                  <a:txBody>
                    <a:bodyPr/>
                    <a:lstStyle/>
                    <a:p>
                      <a:pPr marL="178435" marR="113030">
                        <a:lnSpc>
                          <a:spcPts val="1210"/>
                        </a:lnSpc>
                        <a:spcBef>
                          <a:spcPts val="735"/>
                        </a:spcBef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ABSCIS </a:t>
                      </a: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A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9334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514350">
                        <a:lnSpc>
                          <a:spcPts val="1235"/>
                        </a:lnSpc>
                      </a:pPr>
                      <a:r>
                        <a:rPr dirty="0" sz="1050">
                          <a:latin typeface="Times New Roman"/>
                          <a:cs typeface="Times New Roman"/>
                        </a:rPr>
                        <a:t>PERALTE</a:t>
                      </a:r>
                      <a:r>
                        <a:rPr dirty="0" sz="105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 spc="-25">
                          <a:latin typeface="Times New Roman"/>
                          <a:cs typeface="Times New Roman"/>
                        </a:rPr>
                        <a:t>(%)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192405" marR="467359">
                        <a:lnSpc>
                          <a:spcPts val="1130"/>
                        </a:lnSpc>
                        <a:spcBef>
                          <a:spcPts val="65"/>
                        </a:spcBef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DIFERENCIA</a:t>
                      </a:r>
                      <a:r>
                        <a:rPr dirty="0" sz="1050" spc="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 spc="-25">
                          <a:latin typeface="Times New Roman"/>
                          <a:cs typeface="Times New Roman"/>
                        </a:rPr>
                        <a:t>DEL </a:t>
                      </a: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BORDE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25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2258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9334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3535" marR="144780" indent="-179070">
                        <a:lnSpc>
                          <a:spcPts val="1180"/>
                        </a:lnSpc>
                        <a:spcBef>
                          <a:spcPts val="85"/>
                        </a:spcBef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IZQUIER </a:t>
                      </a:r>
                      <a:r>
                        <a:rPr dirty="0" sz="1050" spc="-25">
                          <a:latin typeface="Times New Roman"/>
                          <a:cs typeface="Times New Roman"/>
                        </a:rPr>
                        <a:t>DO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0795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0680" marR="106680" indent="-218440">
                        <a:lnSpc>
                          <a:spcPts val="1180"/>
                        </a:lnSpc>
                        <a:spcBef>
                          <a:spcPts val="85"/>
                        </a:spcBef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DERECH </a:t>
                      </a: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O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0795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5445" marR="189230" indent="-177800">
                        <a:lnSpc>
                          <a:spcPts val="1180"/>
                        </a:lnSpc>
                        <a:spcBef>
                          <a:spcPts val="85"/>
                        </a:spcBef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IZQUIER </a:t>
                      </a:r>
                      <a:r>
                        <a:rPr dirty="0" sz="1050" spc="-25">
                          <a:latin typeface="Times New Roman"/>
                          <a:cs typeface="Times New Roman"/>
                        </a:rPr>
                        <a:t>DO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0795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59410" marR="107950" indent="-218440">
                        <a:lnSpc>
                          <a:spcPts val="1180"/>
                        </a:lnSpc>
                        <a:spcBef>
                          <a:spcPts val="85"/>
                        </a:spcBef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DERECH </a:t>
                      </a: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O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0795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3830">
                <a:tc>
                  <a:txBody>
                    <a:bodyPr/>
                    <a:lstStyle/>
                    <a:p>
                      <a:pPr algn="ctr" marL="20320">
                        <a:lnSpc>
                          <a:spcPts val="1185"/>
                        </a:lnSpc>
                        <a:spcBef>
                          <a:spcPts val="5"/>
                        </a:spcBef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360.00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3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2700">
                        <a:lnSpc>
                          <a:spcPts val="1185"/>
                        </a:lnSpc>
                        <a:spcBef>
                          <a:spcPts val="5"/>
                        </a:spcBef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8.00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35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24130">
                        <a:lnSpc>
                          <a:spcPts val="1185"/>
                        </a:lnSpc>
                        <a:spcBef>
                          <a:spcPts val="5"/>
                        </a:spcBef>
                      </a:pP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8.00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35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8890">
                        <a:lnSpc>
                          <a:spcPts val="1185"/>
                        </a:lnSpc>
                        <a:spcBef>
                          <a:spcPts val="5"/>
                        </a:spcBef>
                      </a:pP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0.29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35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26034">
                        <a:lnSpc>
                          <a:spcPts val="1185"/>
                        </a:lnSpc>
                        <a:spcBef>
                          <a:spcPts val="5"/>
                        </a:spcBef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-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35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504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10795">
                        <a:lnSpc>
                          <a:spcPts val="1085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2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24130">
                        <a:lnSpc>
                          <a:spcPts val="1085"/>
                        </a:lnSpc>
                      </a:pP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0.29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6034">
                        <a:lnSpc>
                          <a:spcPts val="1105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2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3670">
                <a:tc>
                  <a:txBody>
                    <a:bodyPr/>
                    <a:lstStyle/>
                    <a:p>
                      <a:pPr algn="ctr" marL="20320">
                        <a:lnSpc>
                          <a:spcPts val="1110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362.55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2700">
                        <a:lnSpc>
                          <a:spcPts val="1110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8.00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24130">
                        <a:lnSpc>
                          <a:spcPts val="1110"/>
                        </a:lnSpc>
                      </a:pP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8.00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1110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-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26670">
                        <a:lnSpc>
                          <a:spcPts val="1110"/>
                        </a:lnSpc>
                      </a:pP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0.29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504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8890">
                        <a:lnSpc>
                          <a:spcPts val="1085"/>
                        </a:lnSpc>
                      </a:pP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0.29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28575">
                        <a:lnSpc>
                          <a:spcPts val="1085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2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0795">
                        <a:lnSpc>
                          <a:spcPts val="1105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2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3670">
                <a:tc>
                  <a:txBody>
                    <a:bodyPr/>
                    <a:lstStyle/>
                    <a:p>
                      <a:pPr algn="ctr" marL="20320">
                        <a:lnSpc>
                          <a:spcPts val="1110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370.00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2700">
                        <a:lnSpc>
                          <a:spcPts val="1110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6.96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24130">
                        <a:lnSpc>
                          <a:spcPts val="1110"/>
                        </a:lnSpc>
                      </a:pP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6.96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1110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-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26670">
                        <a:lnSpc>
                          <a:spcPts val="1110"/>
                        </a:lnSpc>
                      </a:pP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0.25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504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8890">
                        <a:lnSpc>
                          <a:spcPts val="1085"/>
                        </a:lnSpc>
                      </a:pP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0.25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28575">
                        <a:lnSpc>
                          <a:spcPts val="1085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4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0795">
                        <a:lnSpc>
                          <a:spcPts val="1105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4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3035">
                <a:tc>
                  <a:txBody>
                    <a:bodyPr/>
                    <a:lstStyle/>
                    <a:p>
                      <a:pPr algn="ctr" marL="20320">
                        <a:lnSpc>
                          <a:spcPts val="1105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380.00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2700">
                        <a:lnSpc>
                          <a:spcPts val="1105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5.56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24130">
                        <a:lnSpc>
                          <a:spcPts val="1105"/>
                        </a:lnSpc>
                      </a:pP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5.56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1105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-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26670">
                        <a:lnSpc>
                          <a:spcPts val="1105"/>
                        </a:lnSpc>
                      </a:pP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0.20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479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8890">
                        <a:lnSpc>
                          <a:spcPts val="1070"/>
                        </a:lnSpc>
                      </a:pP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0.20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28575">
                        <a:lnSpc>
                          <a:spcPts val="1070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3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511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0795">
                        <a:lnSpc>
                          <a:spcPts val="1095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3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5575">
                <a:tc>
                  <a:txBody>
                    <a:bodyPr/>
                    <a:lstStyle/>
                    <a:p>
                      <a:pPr algn="ctr" marL="20320">
                        <a:lnSpc>
                          <a:spcPts val="1125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380.25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2700">
                        <a:lnSpc>
                          <a:spcPts val="1125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5.52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24130">
                        <a:lnSpc>
                          <a:spcPts val="1125"/>
                        </a:lnSpc>
                      </a:pP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5.52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1125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-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26670">
                        <a:lnSpc>
                          <a:spcPts val="1125"/>
                        </a:lnSpc>
                      </a:pP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0.20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498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8890">
                        <a:lnSpc>
                          <a:spcPts val="1085"/>
                        </a:lnSpc>
                      </a:pP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0.20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28575">
                        <a:lnSpc>
                          <a:spcPts val="1085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2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517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0795">
                        <a:lnSpc>
                          <a:spcPts val="1100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2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4305">
                <a:tc>
                  <a:txBody>
                    <a:bodyPr/>
                    <a:lstStyle/>
                    <a:p>
                      <a:pPr algn="ctr" marL="20320">
                        <a:lnSpc>
                          <a:spcPts val="1115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390.00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2700">
                        <a:lnSpc>
                          <a:spcPts val="1115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4.16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24130">
                        <a:lnSpc>
                          <a:spcPts val="1115"/>
                        </a:lnSpc>
                      </a:pP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4.16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1115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-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26670">
                        <a:lnSpc>
                          <a:spcPts val="1115"/>
                        </a:lnSpc>
                      </a:pP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0.15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479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8890">
                        <a:lnSpc>
                          <a:spcPts val="1070"/>
                        </a:lnSpc>
                      </a:pP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0.15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28575">
                        <a:lnSpc>
                          <a:spcPts val="1070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2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498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0795">
                        <a:lnSpc>
                          <a:spcPts val="1085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2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210">
                <a:tc>
                  <a:txBody>
                    <a:bodyPr/>
                    <a:lstStyle/>
                    <a:p>
                      <a:pPr algn="ctr" marL="20320">
                        <a:lnSpc>
                          <a:spcPts val="1130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400.00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2700">
                        <a:lnSpc>
                          <a:spcPts val="1130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2.76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24130">
                        <a:lnSpc>
                          <a:spcPts val="1130"/>
                        </a:lnSpc>
                      </a:pP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2.76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1130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-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26670">
                        <a:lnSpc>
                          <a:spcPts val="1130"/>
                        </a:lnSpc>
                      </a:pP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0.10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498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8890">
                        <a:lnSpc>
                          <a:spcPts val="1085"/>
                        </a:lnSpc>
                      </a:pP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0.10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28575">
                        <a:lnSpc>
                          <a:spcPts val="1085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1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0795">
                        <a:lnSpc>
                          <a:spcPts val="1105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1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3035">
                <a:tc>
                  <a:txBody>
                    <a:bodyPr/>
                    <a:lstStyle/>
                    <a:p>
                      <a:pPr algn="ctr" marL="20320">
                        <a:lnSpc>
                          <a:spcPts val="1105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410.00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2700">
                        <a:lnSpc>
                          <a:spcPts val="1105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1.36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24130">
                        <a:lnSpc>
                          <a:spcPts val="1105"/>
                        </a:lnSpc>
                      </a:pP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1.36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1105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-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26670">
                        <a:lnSpc>
                          <a:spcPts val="1105"/>
                        </a:lnSpc>
                      </a:pP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0.05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485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8890">
                        <a:lnSpc>
                          <a:spcPts val="1070"/>
                        </a:lnSpc>
                      </a:pP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0.05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28575">
                        <a:lnSpc>
                          <a:spcPts val="1070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511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0795">
                        <a:lnSpc>
                          <a:spcPts val="1095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5575">
                <a:tc>
                  <a:txBody>
                    <a:bodyPr/>
                    <a:lstStyle/>
                    <a:p>
                      <a:pPr algn="ctr" marL="19050">
                        <a:lnSpc>
                          <a:spcPts val="1125"/>
                        </a:lnSpc>
                      </a:pPr>
                      <a:r>
                        <a:rPr dirty="0" sz="105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dirty="0" sz="105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 spc="-60">
                          <a:latin typeface="Times New Roman"/>
                          <a:cs typeface="Times New Roman"/>
                        </a:rPr>
                        <a:t>=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3970">
                        <a:lnSpc>
                          <a:spcPts val="1125"/>
                        </a:lnSpc>
                      </a:pP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0.00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24130">
                        <a:lnSpc>
                          <a:spcPts val="1125"/>
                        </a:lnSpc>
                      </a:pP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0.00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8890">
                        <a:lnSpc>
                          <a:spcPts val="1125"/>
                        </a:lnSpc>
                      </a:pP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0.00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26670">
                        <a:lnSpc>
                          <a:spcPts val="1125"/>
                        </a:lnSpc>
                      </a:pP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0.00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algn="ctr" marL="17780">
                        <a:lnSpc>
                          <a:spcPts val="1105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419.74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0795">
                        <a:lnSpc>
                          <a:spcPts val="1105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8575">
                        <a:lnSpc>
                          <a:spcPts val="1105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3035">
                <a:tc>
                  <a:txBody>
                    <a:bodyPr/>
                    <a:lstStyle/>
                    <a:p>
                      <a:pPr algn="ctr" marL="20320">
                        <a:lnSpc>
                          <a:spcPts val="1105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420.00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1430">
                        <a:lnSpc>
                          <a:spcPts val="1105"/>
                        </a:lnSpc>
                      </a:pP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0.04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25400">
                        <a:lnSpc>
                          <a:spcPts val="1105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0.04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8890">
                        <a:lnSpc>
                          <a:spcPts val="1105"/>
                        </a:lnSpc>
                      </a:pP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0.00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26034">
                        <a:lnSpc>
                          <a:spcPts val="1105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-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479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10795">
                        <a:lnSpc>
                          <a:spcPts val="1070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1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24130">
                        <a:lnSpc>
                          <a:spcPts val="1070"/>
                        </a:lnSpc>
                      </a:pP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0.00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511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6034">
                        <a:lnSpc>
                          <a:spcPts val="1095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1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 descr=""/>
          <p:cNvGraphicFramePr>
            <a:graphicFrameLocks noGrp="1"/>
          </p:cNvGraphicFramePr>
          <p:nvPr/>
        </p:nvGraphicFramePr>
        <p:xfrm>
          <a:off x="1665604" y="1071892"/>
          <a:ext cx="4301490" cy="35115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87400"/>
                <a:gridCol w="876300"/>
                <a:gridCol w="789939"/>
                <a:gridCol w="962660"/>
                <a:gridCol w="789939"/>
              </a:tblGrid>
              <a:tr h="156210">
                <a:tc>
                  <a:txBody>
                    <a:bodyPr/>
                    <a:lstStyle/>
                    <a:p>
                      <a:pPr algn="ctr" marL="20320">
                        <a:lnSpc>
                          <a:spcPts val="1130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430.00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1430">
                        <a:lnSpc>
                          <a:spcPts val="1130"/>
                        </a:lnSpc>
                      </a:pP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1.44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25400">
                        <a:lnSpc>
                          <a:spcPts val="1130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1.44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8890">
                        <a:lnSpc>
                          <a:spcPts val="1130"/>
                        </a:lnSpc>
                      </a:pP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0.05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26034">
                        <a:lnSpc>
                          <a:spcPts val="1130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-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504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10795">
                        <a:lnSpc>
                          <a:spcPts val="1085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2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24130">
                        <a:lnSpc>
                          <a:spcPts val="1085"/>
                        </a:lnSpc>
                      </a:pP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0.05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6034">
                        <a:lnSpc>
                          <a:spcPts val="1105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2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3035">
                <a:tc>
                  <a:txBody>
                    <a:bodyPr/>
                    <a:lstStyle/>
                    <a:p>
                      <a:pPr algn="ctr" marL="20320">
                        <a:lnSpc>
                          <a:spcPts val="1105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440.00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1430">
                        <a:lnSpc>
                          <a:spcPts val="1105"/>
                        </a:lnSpc>
                      </a:pP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2.83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25400">
                        <a:lnSpc>
                          <a:spcPts val="1105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2.83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8890">
                        <a:lnSpc>
                          <a:spcPts val="1105"/>
                        </a:lnSpc>
                      </a:pP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0.10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26034">
                        <a:lnSpc>
                          <a:spcPts val="1105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-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485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10795">
                        <a:lnSpc>
                          <a:spcPts val="1070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3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24130">
                        <a:lnSpc>
                          <a:spcPts val="1070"/>
                        </a:lnSpc>
                      </a:pP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0.10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511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6034">
                        <a:lnSpc>
                          <a:spcPts val="1095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3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5575">
                <a:tc>
                  <a:txBody>
                    <a:bodyPr/>
                    <a:lstStyle/>
                    <a:p>
                      <a:pPr algn="ctr" marL="20320">
                        <a:lnSpc>
                          <a:spcPts val="1125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450.00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1430">
                        <a:lnSpc>
                          <a:spcPts val="1125"/>
                        </a:lnSpc>
                      </a:pP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4.23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25400">
                        <a:lnSpc>
                          <a:spcPts val="1125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4.23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8890">
                        <a:lnSpc>
                          <a:spcPts val="1125"/>
                        </a:lnSpc>
                      </a:pP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0.15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26034">
                        <a:lnSpc>
                          <a:spcPts val="1125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-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498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10795">
                        <a:lnSpc>
                          <a:spcPts val="1085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5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24130">
                        <a:lnSpc>
                          <a:spcPts val="1085"/>
                        </a:lnSpc>
                      </a:pP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0.15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517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6034">
                        <a:lnSpc>
                          <a:spcPts val="1100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5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4305">
                <a:tc>
                  <a:txBody>
                    <a:bodyPr/>
                    <a:lstStyle/>
                    <a:p>
                      <a:pPr algn="ctr" marL="20320">
                        <a:lnSpc>
                          <a:spcPts val="1115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460.00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1430">
                        <a:lnSpc>
                          <a:spcPts val="1115"/>
                        </a:lnSpc>
                      </a:pP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5.63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25400">
                        <a:lnSpc>
                          <a:spcPts val="1115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5.63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8890">
                        <a:lnSpc>
                          <a:spcPts val="1115"/>
                        </a:lnSpc>
                      </a:pP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0.20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26034">
                        <a:lnSpc>
                          <a:spcPts val="1115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-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498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10795">
                        <a:lnSpc>
                          <a:spcPts val="1085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6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24130">
                        <a:lnSpc>
                          <a:spcPts val="1085"/>
                        </a:lnSpc>
                      </a:pP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0.20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517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6034">
                        <a:lnSpc>
                          <a:spcPts val="1100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6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4305">
                <a:tc>
                  <a:txBody>
                    <a:bodyPr/>
                    <a:lstStyle/>
                    <a:p>
                      <a:pPr algn="ctr" marL="20320">
                        <a:lnSpc>
                          <a:spcPts val="1115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461.72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1430">
                        <a:lnSpc>
                          <a:spcPts val="1115"/>
                        </a:lnSpc>
                      </a:pP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5.87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25400">
                        <a:lnSpc>
                          <a:spcPts val="1115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5.87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8890">
                        <a:lnSpc>
                          <a:spcPts val="1115"/>
                        </a:lnSpc>
                      </a:pP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0.21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26034">
                        <a:lnSpc>
                          <a:spcPts val="1115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-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498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10795">
                        <a:lnSpc>
                          <a:spcPts val="1085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4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24130">
                        <a:lnSpc>
                          <a:spcPts val="1085"/>
                        </a:lnSpc>
                      </a:pP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0.21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517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6034">
                        <a:lnSpc>
                          <a:spcPts val="1100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4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210">
                <a:tc>
                  <a:txBody>
                    <a:bodyPr/>
                    <a:lstStyle/>
                    <a:p>
                      <a:pPr algn="ctr" marL="20320">
                        <a:lnSpc>
                          <a:spcPts val="1130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470.00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1430">
                        <a:lnSpc>
                          <a:spcPts val="1130"/>
                        </a:lnSpc>
                      </a:pP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7.03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25400">
                        <a:lnSpc>
                          <a:spcPts val="1130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7.03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8890">
                        <a:lnSpc>
                          <a:spcPts val="1130"/>
                        </a:lnSpc>
                      </a:pP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0.25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26034">
                        <a:lnSpc>
                          <a:spcPts val="1130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-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511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10795">
                        <a:lnSpc>
                          <a:spcPts val="1095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7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24130">
                        <a:lnSpc>
                          <a:spcPts val="1095"/>
                        </a:lnSpc>
                      </a:pP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0.25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6034">
                        <a:lnSpc>
                          <a:spcPts val="1105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7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4305">
                <a:tc>
                  <a:txBody>
                    <a:bodyPr/>
                    <a:lstStyle/>
                    <a:p>
                      <a:pPr algn="ctr" marL="20320">
                        <a:lnSpc>
                          <a:spcPts val="1115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476.93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1430">
                        <a:lnSpc>
                          <a:spcPts val="1115"/>
                        </a:lnSpc>
                      </a:pP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8.00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25400">
                        <a:lnSpc>
                          <a:spcPts val="1115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8.00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8890">
                        <a:lnSpc>
                          <a:spcPts val="1115"/>
                        </a:lnSpc>
                      </a:pP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0.29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26034">
                        <a:lnSpc>
                          <a:spcPts val="1115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-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504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10795">
                        <a:lnSpc>
                          <a:spcPts val="1085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2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24130">
                        <a:lnSpc>
                          <a:spcPts val="1085"/>
                        </a:lnSpc>
                      </a:pP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0.29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517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6034">
                        <a:lnSpc>
                          <a:spcPts val="1100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2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4305">
                <a:tc>
                  <a:txBody>
                    <a:bodyPr/>
                    <a:lstStyle/>
                    <a:p>
                      <a:pPr algn="ctr" marL="20320">
                        <a:lnSpc>
                          <a:spcPts val="1115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480.00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1430">
                        <a:lnSpc>
                          <a:spcPts val="1115"/>
                        </a:lnSpc>
                      </a:pP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8.00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25400">
                        <a:lnSpc>
                          <a:spcPts val="1115"/>
                        </a:lnSpc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8.00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8890">
                        <a:lnSpc>
                          <a:spcPts val="1115"/>
                        </a:lnSpc>
                      </a:pP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0.29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26670">
                        <a:lnSpc>
                          <a:spcPts val="1115"/>
                        </a:lnSpc>
                      </a:pP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0.29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0795">
                        <a:lnSpc>
                          <a:spcPts val="1160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2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8575">
                        <a:lnSpc>
                          <a:spcPts val="1160"/>
                        </a:lnSpc>
                      </a:pPr>
                      <a:r>
                        <a:rPr dirty="0" sz="1050" spc="-50">
                          <a:latin typeface="Times New Roman"/>
                          <a:cs typeface="Times New Roman"/>
                        </a:rPr>
                        <a:t>2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2291079" y="4127512"/>
            <a:ext cx="64135" cy="0"/>
          </a:xfrm>
          <a:custGeom>
            <a:avLst/>
            <a:gdLst/>
            <a:ahLst/>
            <a:cxnLst/>
            <a:rect l="l" t="t" r="r" b="b"/>
            <a:pathLst>
              <a:path w="64135" h="0">
                <a:moveTo>
                  <a:pt x="0" y="0"/>
                </a:moveTo>
                <a:lnTo>
                  <a:pt x="64134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2419350" y="4127512"/>
            <a:ext cx="325755" cy="0"/>
          </a:xfrm>
          <a:custGeom>
            <a:avLst/>
            <a:gdLst/>
            <a:ahLst/>
            <a:cxnLst/>
            <a:rect l="l" t="t" r="r" b="b"/>
            <a:pathLst>
              <a:path w="325755" h="0">
                <a:moveTo>
                  <a:pt x="0" y="0"/>
                </a:moveTo>
                <a:lnTo>
                  <a:pt x="325755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2809875" y="4127512"/>
            <a:ext cx="66040" cy="0"/>
          </a:xfrm>
          <a:custGeom>
            <a:avLst/>
            <a:gdLst/>
            <a:ahLst/>
            <a:cxnLst/>
            <a:rect l="l" t="t" r="r" b="b"/>
            <a:pathLst>
              <a:path w="66039" h="0">
                <a:moveTo>
                  <a:pt x="0" y="0"/>
                </a:moveTo>
                <a:lnTo>
                  <a:pt x="66039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2940050" y="4127512"/>
            <a:ext cx="324485" cy="0"/>
          </a:xfrm>
          <a:custGeom>
            <a:avLst/>
            <a:gdLst/>
            <a:ahLst/>
            <a:cxnLst/>
            <a:rect l="l" t="t" r="r" b="b"/>
            <a:pathLst>
              <a:path w="324485" h="0">
                <a:moveTo>
                  <a:pt x="0" y="0"/>
                </a:moveTo>
                <a:lnTo>
                  <a:pt x="324485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3330575" y="4127512"/>
            <a:ext cx="64135" cy="0"/>
          </a:xfrm>
          <a:custGeom>
            <a:avLst/>
            <a:gdLst/>
            <a:ahLst/>
            <a:cxnLst/>
            <a:rect l="l" t="t" r="r" b="b"/>
            <a:pathLst>
              <a:path w="64135" h="0">
                <a:moveTo>
                  <a:pt x="0" y="0"/>
                </a:moveTo>
                <a:lnTo>
                  <a:pt x="64135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3459479" y="4127512"/>
            <a:ext cx="325120" cy="0"/>
          </a:xfrm>
          <a:custGeom>
            <a:avLst/>
            <a:gdLst/>
            <a:ahLst/>
            <a:cxnLst/>
            <a:rect l="l" t="t" r="r" b="b"/>
            <a:pathLst>
              <a:path w="325120" h="0">
                <a:moveTo>
                  <a:pt x="0" y="0"/>
                </a:moveTo>
                <a:lnTo>
                  <a:pt x="32512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3850004" y="4127512"/>
            <a:ext cx="65405" cy="0"/>
          </a:xfrm>
          <a:custGeom>
            <a:avLst/>
            <a:gdLst/>
            <a:ahLst/>
            <a:cxnLst/>
            <a:rect l="l" t="t" r="r" b="b"/>
            <a:pathLst>
              <a:path w="65404" h="0">
                <a:moveTo>
                  <a:pt x="0" y="0"/>
                </a:moveTo>
                <a:lnTo>
                  <a:pt x="65405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3980179" y="4127512"/>
            <a:ext cx="325755" cy="0"/>
          </a:xfrm>
          <a:custGeom>
            <a:avLst/>
            <a:gdLst/>
            <a:ahLst/>
            <a:cxnLst/>
            <a:rect l="l" t="t" r="r" b="b"/>
            <a:pathLst>
              <a:path w="325754" h="0">
                <a:moveTo>
                  <a:pt x="0" y="0"/>
                </a:moveTo>
                <a:lnTo>
                  <a:pt x="325755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4370070" y="4127512"/>
            <a:ext cx="64769" cy="0"/>
          </a:xfrm>
          <a:custGeom>
            <a:avLst/>
            <a:gdLst/>
            <a:ahLst/>
            <a:cxnLst/>
            <a:rect l="l" t="t" r="r" b="b"/>
            <a:pathLst>
              <a:path w="64770" h="0">
                <a:moveTo>
                  <a:pt x="0" y="0"/>
                </a:moveTo>
                <a:lnTo>
                  <a:pt x="64769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5020309" y="4127512"/>
            <a:ext cx="325120" cy="0"/>
          </a:xfrm>
          <a:custGeom>
            <a:avLst/>
            <a:gdLst/>
            <a:ahLst/>
            <a:cxnLst/>
            <a:rect l="l" t="t" r="r" b="b"/>
            <a:pathLst>
              <a:path w="325120" h="0">
                <a:moveTo>
                  <a:pt x="0" y="0"/>
                </a:moveTo>
                <a:lnTo>
                  <a:pt x="325119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2" name="object 12" descr=""/>
          <p:cNvGrpSpPr/>
          <p:nvPr/>
        </p:nvGrpSpPr>
        <p:grpSpPr>
          <a:xfrm>
            <a:off x="1885950" y="3468382"/>
            <a:ext cx="3995420" cy="1274445"/>
            <a:chOff x="1885950" y="3468382"/>
            <a:chExt cx="3995420" cy="1274445"/>
          </a:xfrm>
        </p:grpSpPr>
        <p:sp>
          <p:nvSpPr>
            <p:cNvPr id="13" name="object 13" descr=""/>
            <p:cNvSpPr/>
            <p:nvPr/>
          </p:nvSpPr>
          <p:spPr>
            <a:xfrm>
              <a:off x="5410200" y="4127512"/>
              <a:ext cx="64769" cy="0"/>
            </a:xfrm>
            <a:custGeom>
              <a:avLst/>
              <a:gdLst/>
              <a:ahLst/>
              <a:cxnLst/>
              <a:rect l="l" t="t" r="r" b="b"/>
              <a:pathLst>
                <a:path w="64770" h="0">
                  <a:moveTo>
                    <a:pt x="0" y="0"/>
                  </a:moveTo>
                  <a:lnTo>
                    <a:pt x="6477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85950" y="3468382"/>
              <a:ext cx="3995420" cy="1274444"/>
            </a:xfrm>
            <a:prstGeom prst="rect">
              <a:avLst/>
            </a:prstGeom>
          </p:spPr>
        </p:pic>
      </p:grpSp>
      <p:sp>
        <p:nvSpPr>
          <p:cNvPr id="15" name="object 15" descr=""/>
          <p:cNvSpPr/>
          <p:nvPr/>
        </p:nvSpPr>
        <p:spPr>
          <a:xfrm>
            <a:off x="2355850" y="3084207"/>
            <a:ext cx="0" cy="350520"/>
          </a:xfrm>
          <a:custGeom>
            <a:avLst/>
            <a:gdLst/>
            <a:ahLst/>
            <a:cxnLst/>
            <a:rect l="l" t="t" r="r" b="b"/>
            <a:pathLst>
              <a:path w="0" h="350520">
                <a:moveTo>
                  <a:pt x="0" y="0"/>
                </a:moveTo>
                <a:lnTo>
                  <a:pt x="0" y="51434"/>
                </a:lnTo>
              </a:path>
              <a:path w="0" h="350520">
                <a:moveTo>
                  <a:pt x="0" y="85089"/>
                </a:moveTo>
                <a:lnTo>
                  <a:pt x="0" y="150495"/>
                </a:lnTo>
              </a:path>
              <a:path w="0" h="350520">
                <a:moveTo>
                  <a:pt x="0" y="184150"/>
                </a:moveTo>
                <a:lnTo>
                  <a:pt x="0" y="251459"/>
                </a:lnTo>
              </a:path>
              <a:path w="0" h="350520">
                <a:moveTo>
                  <a:pt x="0" y="283209"/>
                </a:moveTo>
                <a:lnTo>
                  <a:pt x="0" y="35052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/>
          <p:nvPr/>
        </p:nvSpPr>
        <p:spPr>
          <a:xfrm>
            <a:off x="2355850" y="4064648"/>
            <a:ext cx="0" cy="166370"/>
          </a:xfrm>
          <a:custGeom>
            <a:avLst/>
            <a:gdLst/>
            <a:ahLst/>
            <a:cxnLst/>
            <a:rect l="l" t="t" r="r" b="b"/>
            <a:pathLst>
              <a:path w="0" h="166370">
                <a:moveTo>
                  <a:pt x="0" y="0"/>
                </a:moveTo>
                <a:lnTo>
                  <a:pt x="0" y="65405"/>
                </a:lnTo>
              </a:path>
              <a:path w="0" h="166370">
                <a:moveTo>
                  <a:pt x="0" y="99060"/>
                </a:moveTo>
                <a:lnTo>
                  <a:pt x="0" y="16637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/>
          <p:nvPr/>
        </p:nvSpPr>
        <p:spPr>
          <a:xfrm>
            <a:off x="2355850" y="4759973"/>
            <a:ext cx="0" cy="550545"/>
          </a:xfrm>
          <a:custGeom>
            <a:avLst/>
            <a:gdLst/>
            <a:ahLst/>
            <a:cxnLst/>
            <a:rect l="l" t="t" r="r" b="b"/>
            <a:pathLst>
              <a:path w="0" h="550545">
                <a:moveTo>
                  <a:pt x="0" y="0"/>
                </a:moveTo>
                <a:lnTo>
                  <a:pt x="0" y="67310"/>
                </a:lnTo>
              </a:path>
              <a:path w="0" h="550545">
                <a:moveTo>
                  <a:pt x="0" y="100964"/>
                </a:moveTo>
                <a:lnTo>
                  <a:pt x="0" y="166370"/>
                </a:lnTo>
              </a:path>
              <a:path w="0" h="550545">
                <a:moveTo>
                  <a:pt x="0" y="200025"/>
                </a:moveTo>
                <a:lnTo>
                  <a:pt x="0" y="265429"/>
                </a:lnTo>
              </a:path>
              <a:path w="0" h="550545">
                <a:moveTo>
                  <a:pt x="0" y="299085"/>
                </a:moveTo>
                <a:lnTo>
                  <a:pt x="0" y="364489"/>
                </a:lnTo>
              </a:path>
              <a:path w="0" h="550545">
                <a:moveTo>
                  <a:pt x="0" y="398145"/>
                </a:moveTo>
                <a:lnTo>
                  <a:pt x="0" y="464820"/>
                </a:lnTo>
              </a:path>
              <a:path w="0" h="550545">
                <a:moveTo>
                  <a:pt x="0" y="497204"/>
                </a:moveTo>
                <a:lnTo>
                  <a:pt x="0" y="550545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/>
          <p:nvPr/>
        </p:nvSpPr>
        <p:spPr>
          <a:xfrm>
            <a:off x="3467734" y="4759973"/>
            <a:ext cx="0" cy="550545"/>
          </a:xfrm>
          <a:custGeom>
            <a:avLst/>
            <a:gdLst/>
            <a:ahLst/>
            <a:cxnLst/>
            <a:rect l="l" t="t" r="r" b="b"/>
            <a:pathLst>
              <a:path w="0" h="550545">
                <a:moveTo>
                  <a:pt x="0" y="550545"/>
                </a:moveTo>
                <a:lnTo>
                  <a:pt x="0" y="497204"/>
                </a:lnTo>
              </a:path>
              <a:path w="0" h="550545">
                <a:moveTo>
                  <a:pt x="0" y="464820"/>
                </a:moveTo>
                <a:lnTo>
                  <a:pt x="0" y="398145"/>
                </a:lnTo>
              </a:path>
              <a:path w="0" h="550545">
                <a:moveTo>
                  <a:pt x="0" y="364489"/>
                </a:moveTo>
                <a:lnTo>
                  <a:pt x="0" y="299085"/>
                </a:lnTo>
              </a:path>
              <a:path w="0" h="550545">
                <a:moveTo>
                  <a:pt x="0" y="265429"/>
                </a:moveTo>
                <a:lnTo>
                  <a:pt x="0" y="200025"/>
                </a:lnTo>
              </a:path>
              <a:path w="0" h="550545">
                <a:moveTo>
                  <a:pt x="0" y="166370"/>
                </a:moveTo>
                <a:lnTo>
                  <a:pt x="0" y="100964"/>
                </a:lnTo>
              </a:path>
              <a:path w="0" h="550545">
                <a:moveTo>
                  <a:pt x="0" y="6731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/>
          <p:nvPr/>
        </p:nvSpPr>
        <p:spPr>
          <a:xfrm>
            <a:off x="3467734" y="4064648"/>
            <a:ext cx="0" cy="166370"/>
          </a:xfrm>
          <a:custGeom>
            <a:avLst/>
            <a:gdLst/>
            <a:ahLst/>
            <a:cxnLst/>
            <a:rect l="l" t="t" r="r" b="b"/>
            <a:pathLst>
              <a:path w="0" h="166370">
                <a:moveTo>
                  <a:pt x="0" y="166370"/>
                </a:moveTo>
                <a:lnTo>
                  <a:pt x="0" y="99060"/>
                </a:lnTo>
              </a:path>
              <a:path w="0" h="166370">
                <a:moveTo>
                  <a:pt x="0" y="65405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/>
          <p:nvPr/>
        </p:nvSpPr>
        <p:spPr>
          <a:xfrm>
            <a:off x="3467734" y="3084207"/>
            <a:ext cx="0" cy="350520"/>
          </a:xfrm>
          <a:custGeom>
            <a:avLst/>
            <a:gdLst/>
            <a:ahLst/>
            <a:cxnLst/>
            <a:rect l="l" t="t" r="r" b="b"/>
            <a:pathLst>
              <a:path w="0" h="350520">
                <a:moveTo>
                  <a:pt x="0" y="350520"/>
                </a:moveTo>
                <a:lnTo>
                  <a:pt x="0" y="283209"/>
                </a:lnTo>
              </a:path>
              <a:path w="0" h="350520">
                <a:moveTo>
                  <a:pt x="0" y="251459"/>
                </a:moveTo>
                <a:lnTo>
                  <a:pt x="0" y="184150"/>
                </a:lnTo>
              </a:path>
              <a:path w="0" h="350520">
                <a:moveTo>
                  <a:pt x="0" y="150495"/>
                </a:moveTo>
                <a:lnTo>
                  <a:pt x="0" y="85089"/>
                </a:lnTo>
              </a:path>
              <a:path w="0" h="350520">
                <a:moveTo>
                  <a:pt x="0" y="51434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/>
          <p:nvPr/>
        </p:nvSpPr>
        <p:spPr>
          <a:xfrm>
            <a:off x="4220209" y="4759973"/>
            <a:ext cx="0" cy="550545"/>
          </a:xfrm>
          <a:custGeom>
            <a:avLst/>
            <a:gdLst/>
            <a:ahLst/>
            <a:cxnLst/>
            <a:rect l="l" t="t" r="r" b="b"/>
            <a:pathLst>
              <a:path w="0" h="550545">
                <a:moveTo>
                  <a:pt x="0" y="550545"/>
                </a:moveTo>
                <a:lnTo>
                  <a:pt x="0" y="497204"/>
                </a:lnTo>
              </a:path>
              <a:path w="0" h="550545">
                <a:moveTo>
                  <a:pt x="0" y="464820"/>
                </a:moveTo>
                <a:lnTo>
                  <a:pt x="0" y="398145"/>
                </a:lnTo>
              </a:path>
              <a:path w="0" h="550545">
                <a:moveTo>
                  <a:pt x="0" y="364489"/>
                </a:moveTo>
                <a:lnTo>
                  <a:pt x="0" y="299085"/>
                </a:lnTo>
              </a:path>
              <a:path w="0" h="550545">
                <a:moveTo>
                  <a:pt x="0" y="265429"/>
                </a:moveTo>
                <a:lnTo>
                  <a:pt x="0" y="200025"/>
                </a:lnTo>
              </a:path>
              <a:path w="0" h="550545">
                <a:moveTo>
                  <a:pt x="0" y="166370"/>
                </a:moveTo>
                <a:lnTo>
                  <a:pt x="0" y="100964"/>
                </a:lnTo>
              </a:path>
              <a:path w="0" h="550545">
                <a:moveTo>
                  <a:pt x="0" y="6731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"/>
          <p:cNvSpPr/>
          <p:nvPr/>
        </p:nvSpPr>
        <p:spPr>
          <a:xfrm>
            <a:off x="4220209" y="4064648"/>
            <a:ext cx="0" cy="166370"/>
          </a:xfrm>
          <a:custGeom>
            <a:avLst/>
            <a:gdLst/>
            <a:ahLst/>
            <a:cxnLst/>
            <a:rect l="l" t="t" r="r" b="b"/>
            <a:pathLst>
              <a:path w="0" h="166370">
                <a:moveTo>
                  <a:pt x="0" y="166370"/>
                </a:moveTo>
                <a:lnTo>
                  <a:pt x="0" y="99060"/>
                </a:lnTo>
              </a:path>
              <a:path w="0" h="166370">
                <a:moveTo>
                  <a:pt x="0" y="65405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/>
          <p:nvPr/>
        </p:nvSpPr>
        <p:spPr>
          <a:xfrm>
            <a:off x="4220209" y="3084207"/>
            <a:ext cx="0" cy="350520"/>
          </a:xfrm>
          <a:custGeom>
            <a:avLst/>
            <a:gdLst/>
            <a:ahLst/>
            <a:cxnLst/>
            <a:rect l="l" t="t" r="r" b="b"/>
            <a:pathLst>
              <a:path w="0" h="350520">
                <a:moveTo>
                  <a:pt x="0" y="350520"/>
                </a:moveTo>
                <a:lnTo>
                  <a:pt x="0" y="283209"/>
                </a:lnTo>
              </a:path>
              <a:path w="0" h="350520">
                <a:moveTo>
                  <a:pt x="0" y="251459"/>
                </a:moveTo>
                <a:lnTo>
                  <a:pt x="0" y="184150"/>
                </a:lnTo>
              </a:path>
              <a:path w="0" h="350520">
                <a:moveTo>
                  <a:pt x="0" y="150495"/>
                </a:moveTo>
                <a:lnTo>
                  <a:pt x="0" y="85089"/>
                </a:lnTo>
              </a:path>
              <a:path w="0" h="350520">
                <a:moveTo>
                  <a:pt x="0" y="51434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"/>
          <p:cNvSpPr/>
          <p:nvPr/>
        </p:nvSpPr>
        <p:spPr>
          <a:xfrm>
            <a:off x="5332729" y="4759973"/>
            <a:ext cx="0" cy="550545"/>
          </a:xfrm>
          <a:custGeom>
            <a:avLst/>
            <a:gdLst/>
            <a:ahLst/>
            <a:cxnLst/>
            <a:rect l="l" t="t" r="r" b="b"/>
            <a:pathLst>
              <a:path w="0" h="550545">
                <a:moveTo>
                  <a:pt x="0" y="550545"/>
                </a:moveTo>
                <a:lnTo>
                  <a:pt x="0" y="497204"/>
                </a:lnTo>
              </a:path>
              <a:path w="0" h="550545">
                <a:moveTo>
                  <a:pt x="0" y="464820"/>
                </a:moveTo>
                <a:lnTo>
                  <a:pt x="0" y="398145"/>
                </a:lnTo>
              </a:path>
              <a:path w="0" h="550545">
                <a:moveTo>
                  <a:pt x="0" y="364489"/>
                </a:moveTo>
                <a:lnTo>
                  <a:pt x="0" y="299085"/>
                </a:lnTo>
              </a:path>
              <a:path w="0" h="550545">
                <a:moveTo>
                  <a:pt x="0" y="265429"/>
                </a:moveTo>
                <a:lnTo>
                  <a:pt x="0" y="200025"/>
                </a:lnTo>
              </a:path>
              <a:path w="0" h="550545">
                <a:moveTo>
                  <a:pt x="0" y="166370"/>
                </a:moveTo>
                <a:lnTo>
                  <a:pt x="0" y="100964"/>
                </a:lnTo>
              </a:path>
              <a:path w="0" h="550545">
                <a:moveTo>
                  <a:pt x="0" y="6731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 descr=""/>
          <p:cNvSpPr/>
          <p:nvPr/>
        </p:nvSpPr>
        <p:spPr>
          <a:xfrm>
            <a:off x="5332729" y="4064648"/>
            <a:ext cx="0" cy="166370"/>
          </a:xfrm>
          <a:custGeom>
            <a:avLst/>
            <a:gdLst/>
            <a:ahLst/>
            <a:cxnLst/>
            <a:rect l="l" t="t" r="r" b="b"/>
            <a:pathLst>
              <a:path w="0" h="166370">
                <a:moveTo>
                  <a:pt x="0" y="166370"/>
                </a:moveTo>
                <a:lnTo>
                  <a:pt x="0" y="99060"/>
                </a:lnTo>
              </a:path>
              <a:path w="0" h="166370">
                <a:moveTo>
                  <a:pt x="0" y="65405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 descr=""/>
          <p:cNvSpPr/>
          <p:nvPr/>
        </p:nvSpPr>
        <p:spPr>
          <a:xfrm>
            <a:off x="5332729" y="3084207"/>
            <a:ext cx="0" cy="350520"/>
          </a:xfrm>
          <a:custGeom>
            <a:avLst/>
            <a:gdLst/>
            <a:ahLst/>
            <a:cxnLst/>
            <a:rect l="l" t="t" r="r" b="b"/>
            <a:pathLst>
              <a:path w="0" h="350520">
                <a:moveTo>
                  <a:pt x="0" y="350520"/>
                </a:moveTo>
                <a:lnTo>
                  <a:pt x="0" y="283209"/>
                </a:lnTo>
              </a:path>
              <a:path w="0" h="350520">
                <a:moveTo>
                  <a:pt x="0" y="251459"/>
                </a:moveTo>
                <a:lnTo>
                  <a:pt x="0" y="184150"/>
                </a:lnTo>
              </a:path>
              <a:path w="0" h="350520">
                <a:moveTo>
                  <a:pt x="0" y="150495"/>
                </a:moveTo>
                <a:lnTo>
                  <a:pt x="0" y="85089"/>
                </a:lnTo>
              </a:path>
              <a:path w="0" h="350520">
                <a:moveTo>
                  <a:pt x="0" y="51434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 descr=""/>
          <p:cNvSpPr/>
          <p:nvPr/>
        </p:nvSpPr>
        <p:spPr>
          <a:xfrm>
            <a:off x="2417445" y="5036198"/>
            <a:ext cx="252095" cy="0"/>
          </a:xfrm>
          <a:custGeom>
            <a:avLst/>
            <a:gdLst/>
            <a:ahLst/>
            <a:cxnLst/>
            <a:rect l="l" t="t" r="r" b="b"/>
            <a:pathLst>
              <a:path w="252094" h="0">
                <a:moveTo>
                  <a:pt x="0" y="0"/>
                </a:moveTo>
                <a:lnTo>
                  <a:pt x="252094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 descr=""/>
          <p:cNvSpPr/>
          <p:nvPr/>
        </p:nvSpPr>
        <p:spPr>
          <a:xfrm>
            <a:off x="3154045" y="5036198"/>
            <a:ext cx="250190" cy="0"/>
          </a:xfrm>
          <a:custGeom>
            <a:avLst/>
            <a:gdLst/>
            <a:ahLst/>
            <a:cxnLst/>
            <a:rect l="l" t="t" r="r" b="b"/>
            <a:pathLst>
              <a:path w="250189" h="0">
                <a:moveTo>
                  <a:pt x="250190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29" name="object 29" descr=""/>
          <p:cNvGrpSpPr/>
          <p:nvPr/>
        </p:nvGrpSpPr>
        <p:grpSpPr>
          <a:xfrm>
            <a:off x="2355214" y="5026673"/>
            <a:ext cx="63500" cy="21590"/>
            <a:chOff x="2355214" y="5026673"/>
            <a:chExt cx="63500" cy="21590"/>
          </a:xfrm>
        </p:grpSpPr>
        <p:sp>
          <p:nvSpPr>
            <p:cNvPr id="30" name="object 30" descr=""/>
            <p:cNvSpPr/>
            <p:nvPr/>
          </p:nvSpPr>
          <p:spPr>
            <a:xfrm>
              <a:off x="2355849" y="5027308"/>
              <a:ext cx="62230" cy="20320"/>
            </a:xfrm>
            <a:custGeom>
              <a:avLst/>
              <a:gdLst/>
              <a:ahLst/>
              <a:cxnLst/>
              <a:rect l="l" t="t" r="r" b="b"/>
              <a:pathLst>
                <a:path w="62230" h="20320">
                  <a:moveTo>
                    <a:pt x="62230" y="0"/>
                  </a:moveTo>
                  <a:lnTo>
                    <a:pt x="0" y="9525"/>
                  </a:lnTo>
                  <a:lnTo>
                    <a:pt x="62230" y="20319"/>
                  </a:lnTo>
                  <a:lnTo>
                    <a:pt x="622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2355849" y="5027308"/>
              <a:ext cx="62230" cy="20320"/>
            </a:xfrm>
            <a:custGeom>
              <a:avLst/>
              <a:gdLst/>
              <a:ahLst/>
              <a:cxnLst/>
              <a:rect l="l" t="t" r="r" b="b"/>
              <a:pathLst>
                <a:path w="62230" h="20320">
                  <a:moveTo>
                    <a:pt x="62230" y="0"/>
                  </a:moveTo>
                  <a:lnTo>
                    <a:pt x="62230" y="20319"/>
                  </a:lnTo>
                  <a:lnTo>
                    <a:pt x="0" y="9525"/>
                  </a:lnTo>
                  <a:lnTo>
                    <a:pt x="6223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2" name="object 32" descr=""/>
          <p:cNvGrpSpPr/>
          <p:nvPr/>
        </p:nvGrpSpPr>
        <p:grpSpPr>
          <a:xfrm>
            <a:off x="3403600" y="5026673"/>
            <a:ext cx="64769" cy="21590"/>
            <a:chOff x="3403600" y="5026673"/>
            <a:chExt cx="64769" cy="21590"/>
          </a:xfrm>
        </p:grpSpPr>
        <p:sp>
          <p:nvSpPr>
            <p:cNvPr id="33" name="object 33" descr=""/>
            <p:cNvSpPr/>
            <p:nvPr/>
          </p:nvSpPr>
          <p:spPr>
            <a:xfrm>
              <a:off x="3404235" y="5027308"/>
              <a:ext cx="63500" cy="20320"/>
            </a:xfrm>
            <a:custGeom>
              <a:avLst/>
              <a:gdLst/>
              <a:ahLst/>
              <a:cxnLst/>
              <a:rect l="l" t="t" r="r" b="b"/>
              <a:pathLst>
                <a:path w="63500" h="20320">
                  <a:moveTo>
                    <a:pt x="0" y="0"/>
                  </a:moveTo>
                  <a:lnTo>
                    <a:pt x="0" y="20319"/>
                  </a:lnTo>
                  <a:lnTo>
                    <a:pt x="6350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3404235" y="5027308"/>
              <a:ext cx="63500" cy="20320"/>
            </a:xfrm>
            <a:custGeom>
              <a:avLst/>
              <a:gdLst/>
              <a:ahLst/>
              <a:cxnLst/>
              <a:rect l="l" t="t" r="r" b="b"/>
              <a:pathLst>
                <a:path w="63500" h="20320">
                  <a:moveTo>
                    <a:pt x="0" y="0"/>
                  </a:moveTo>
                  <a:lnTo>
                    <a:pt x="0" y="20319"/>
                  </a:lnTo>
                  <a:lnTo>
                    <a:pt x="63500" y="9525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35" name="object 3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94939" y="4994287"/>
            <a:ext cx="171450" cy="85089"/>
          </a:xfrm>
          <a:prstGeom prst="rect">
            <a:avLst/>
          </a:prstGeom>
        </p:spPr>
      </p:pic>
      <p:sp>
        <p:nvSpPr>
          <p:cNvPr id="36" name="object 36" descr=""/>
          <p:cNvSpPr/>
          <p:nvPr/>
        </p:nvSpPr>
        <p:spPr>
          <a:xfrm>
            <a:off x="1686560" y="3897642"/>
            <a:ext cx="40005" cy="0"/>
          </a:xfrm>
          <a:custGeom>
            <a:avLst/>
            <a:gdLst/>
            <a:ahLst/>
            <a:cxnLst/>
            <a:rect l="l" t="t" r="r" b="b"/>
            <a:pathLst>
              <a:path w="40005" h="0">
                <a:moveTo>
                  <a:pt x="0" y="0"/>
                </a:moveTo>
                <a:lnTo>
                  <a:pt x="40004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37" name="object 3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996564" y="4994287"/>
            <a:ext cx="130175" cy="85089"/>
          </a:xfrm>
          <a:prstGeom prst="rect">
            <a:avLst/>
          </a:prstGeom>
        </p:spPr>
      </p:pic>
      <p:sp>
        <p:nvSpPr>
          <p:cNvPr id="38" name="object 38" descr=""/>
          <p:cNvSpPr/>
          <p:nvPr/>
        </p:nvSpPr>
        <p:spPr>
          <a:xfrm>
            <a:off x="2355850" y="5043817"/>
            <a:ext cx="1270" cy="1270"/>
          </a:xfrm>
          <a:custGeom>
            <a:avLst/>
            <a:gdLst/>
            <a:ahLst/>
            <a:cxnLst/>
            <a:rect l="l" t="t" r="r" b="b"/>
            <a:pathLst>
              <a:path w="1269" h="1270">
                <a:moveTo>
                  <a:pt x="0" y="635"/>
                </a:moveTo>
                <a:lnTo>
                  <a:pt x="185" y="185"/>
                </a:lnTo>
                <a:lnTo>
                  <a:pt x="635" y="0"/>
                </a:lnTo>
                <a:lnTo>
                  <a:pt x="1084" y="185"/>
                </a:lnTo>
                <a:lnTo>
                  <a:pt x="1270" y="635"/>
                </a:lnTo>
                <a:lnTo>
                  <a:pt x="1084" y="1084"/>
                </a:lnTo>
                <a:lnTo>
                  <a:pt x="635" y="1270"/>
                </a:lnTo>
                <a:lnTo>
                  <a:pt x="185" y="1084"/>
                </a:lnTo>
                <a:lnTo>
                  <a:pt x="0" y="6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 descr=""/>
          <p:cNvSpPr/>
          <p:nvPr/>
        </p:nvSpPr>
        <p:spPr>
          <a:xfrm>
            <a:off x="3467735" y="5036197"/>
            <a:ext cx="1270" cy="8890"/>
          </a:xfrm>
          <a:custGeom>
            <a:avLst/>
            <a:gdLst/>
            <a:ahLst/>
            <a:cxnLst/>
            <a:rect l="l" t="t" r="r" b="b"/>
            <a:pathLst>
              <a:path w="1270" h="8889">
                <a:moveTo>
                  <a:pt x="1270" y="8255"/>
                </a:moveTo>
                <a:lnTo>
                  <a:pt x="1079" y="7810"/>
                </a:lnTo>
                <a:lnTo>
                  <a:pt x="635" y="7620"/>
                </a:lnTo>
                <a:lnTo>
                  <a:pt x="177" y="7810"/>
                </a:lnTo>
                <a:lnTo>
                  <a:pt x="0" y="8255"/>
                </a:lnTo>
                <a:lnTo>
                  <a:pt x="177" y="8712"/>
                </a:lnTo>
                <a:lnTo>
                  <a:pt x="635" y="8890"/>
                </a:lnTo>
                <a:lnTo>
                  <a:pt x="1079" y="8712"/>
                </a:lnTo>
                <a:lnTo>
                  <a:pt x="1270" y="8255"/>
                </a:lnTo>
                <a:close/>
              </a:path>
              <a:path w="1270" h="8889">
                <a:moveTo>
                  <a:pt x="1270" y="635"/>
                </a:moveTo>
                <a:lnTo>
                  <a:pt x="1079" y="190"/>
                </a:lnTo>
                <a:lnTo>
                  <a:pt x="635" y="0"/>
                </a:lnTo>
                <a:lnTo>
                  <a:pt x="177" y="190"/>
                </a:lnTo>
                <a:lnTo>
                  <a:pt x="0" y="635"/>
                </a:lnTo>
                <a:lnTo>
                  <a:pt x="177" y="1092"/>
                </a:lnTo>
                <a:lnTo>
                  <a:pt x="635" y="1270"/>
                </a:lnTo>
                <a:lnTo>
                  <a:pt x="1079" y="1092"/>
                </a:lnTo>
                <a:lnTo>
                  <a:pt x="1270" y="6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 descr=""/>
          <p:cNvSpPr/>
          <p:nvPr/>
        </p:nvSpPr>
        <p:spPr>
          <a:xfrm>
            <a:off x="4283075" y="5036832"/>
            <a:ext cx="236854" cy="0"/>
          </a:xfrm>
          <a:custGeom>
            <a:avLst/>
            <a:gdLst/>
            <a:ahLst/>
            <a:cxnLst/>
            <a:rect l="l" t="t" r="r" b="b"/>
            <a:pathLst>
              <a:path w="236854" h="0">
                <a:moveTo>
                  <a:pt x="0" y="0"/>
                </a:moveTo>
                <a:lnTo>
                  <a:pt x="236854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 descr=""/>
          <p:cNvSpPr/>
          <p:nvPr/>
        </p:nvSpPr>
        <p:spPr>
          <a:xfrm>
            <a:off x="5034279" y="5036832"/>
            <a:ext cx="236220" cy="0"/>
          </a:xfrm>
          <a:custGeom>
            <a:avLst/>
            <a:gdLst/>
            <a:ahLst/>
            <a:cxnLst/>
            <a:rect l="l" t="t" r="r" b="b"/>
            <a:pathLst>
              <a:path w="236220" h="0">
                <a:moveTo>
                  <a:pt x="236220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2" name="object 42" descr=""/>
          <p:cNvGrpSpPr/>
          <p:nvPr/>
        </p:nvGrpSpPr>
        <p:grpSpPr>
          <a:xfrm>
            <a:off x="4220209" y="5026673"/>
            <a:ext cx="63500" cy="21590"/>
            <a:chOff x="4220209" y="5026673"/>
            <a:chExt cx="63500" cy="21590"/>
          </a:xfrm>
        </p:grpSpPr>
        <p:sp>
          <p:nvSpPr>
            <p:cNvPr id="43" name="object 43" descr=""/>
            <p:cNvSpPr/>
            <p:nvPr/>
          </p:nvSpPr>
          <p:spPr>
            <a:xfrm>
              <a:off x="4220844" y="5027308"/>
              <a:ext cx="62230" cy="20320"/>
            </a:xfrm>
            <a:custGeom>
              <a:avLst/>
              <a:gdLst/>
              <a:ahLst/>
              <a:cxnLst/>
              <a:rect l="l" t="t" r="r" b="b"/>
              <a:pathLst>
                <a:path w="62229" h="20320">
                  <a:moveTo>
                    <a:pt x="62229" y="0"/>
                  </a:moveTo>
                  <a:lnTo>
                    <a:pt x="0" y="9525"/>
                  </a:lnTo>
                  <a:lnTo>
                    <a:pt x="62229" y="20319"/>
                  </a:lnTo>
                  <a:lnTo>
                    <a:pt x="6222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4220844" y="5027308"/>
              <a:ext cx="62230" cy="20320"/>
            </a:xfrm>
            <a:custGeom>
              <a:avLst/>
              <a:gdLst/>
              <a:ahLst/>
              <a:cxnLst/>
              <a:rect l="l" t="t" r="r" b="b"/>
              <a:pathLst>
                <a:path w="62229" h="20320">
                  <a:moveTo>
                    <a:pt x="62229" y="0"/>
                  </a:moveTo>
                  <a:lnTo>
                    <a:pt x="62229" y="20319"/>
                  </a:lnTo>
                  <a:lnTo>
                    <a:pt x="0" y="9525"/>
                  </a:lnTo>
                  <a:lnTo>
                    <a:pt x="62229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5" name="object 45" descr=""/>
          <p:cNvGrpSpPr/>
          <p:nvPr/>
        </p:nvGrpSpPr>
        <p:grpSpPr>
          <a:xfrm>
            <a:off x="5268595" y="5026673"/>
            <a:ext cx="64769" cy="21590"/>
            <a:chOff x="5268595" y="5026673"/>
            <a:chExt cx="64769" cy="21590"/>
          </a:xfrm>
        </p:grpSpPr>
        <p:sp>
          <p:nvSpPr>
            <p:cNvPr id="46" name="object 46" descr=""/>
            <p:cNvSpPr/>
            <p:nvPr/>
          </p:nvSpPr>
          <p:spPr>
            <a:xfrm>
              <a:off x="5269230" y="5027308"/>
              <a:ext cx="63500" cy="20320"/>
            </a:xfrm>
            <a:custGeom>
              <a:avLst/>
              <a:gdLst/>
              <a:ahLst/>
              <a:cxnLst/>
              <a:rect l="l" t="t" r="r" b="b"/>
              <a:pathLst>
                <a:path w="63500" h="20320">
                  <a:moveTo>
                    <a:pt x="0" y="0"/>
                  </a:moveTo>
                  <a:lnTo>
                    <a:pt x="0" y="20319"/>
                  </a:lnTo>
                  <a:lnTo>
                    <a:pt x="6350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5269230" y="5027308"/>
              <a:ext cx="63500" cy="20320"/>
            </a:xfrm>
            <a:custGeom>
              <a:avLst/>
              <a:gdLst/>
              <a:ahLst/>
              <a:cxnLst/>
              <a:rect l="l" t="t" r="r" b="b"/>
              <a:pathLst>
                <a:path w="63500" h="20320">
                  <a:moveTo>
                    <a:pt x="0" y="0"/>
                  </a:moveTo>
                  <a:lnTo>
                    <a:pt x="0" y="20319"/>
                  </a:lnTo>
                  <a:lnTo>
                    <a:pt x="63500" y="9525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8" name="object 48" descr=""/>
          <p:cNvGrpSpPr/>
          <p:nvPr/>
        </p:nvGrpSpPr>
        <p:grpSpPr>
          <a:xfrm>
            <a:off x="4544695" y="4993652"/>
            <a:ext cx="463550" cy="86360"/>
            <a:chOff x="4544695" y="4993652"/>
            <a:chExt cx="463550" cy="86360"/>
          </a:xfrm>
        </p:grpSpPr>
        <p:pic>
          <p:nvPicPr>
            <p:cNvPr id="49" name="object 4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44695" y="4994287"/>
              <a:ext cx="114935" cy="85089"/>
            </a:xfrm>
            <a:prstGeom prst="rect">
              <a:avLst/>
            </a:prstGeom>
          </p:spPr>
        </p:pic>
        <p:sp>
          <p:nvSpPr>
            <p:cNvPr id="50" name="object 50" descr=""/>
            <p:cNvSpPr/>
            <p:nvPr/>
          </p:nvSpPr>
          <p:spPr>
            <a:xfrm>
              <a:off x="4679950" y="4995557"/>
              <a:ext cx="154305" cy="83820"/>
            </a:xfrm>
            <a:custGeom>
              <a:avLst/>
              <a:gdLst/>
              <a:ahLst/>
              <a:cxnLst/>
              <a:rect l="l" t="t" r="r" b="b"/>
              <a:pathLst>
                <a:path w="154304" h="83820">
                  <a:moveTo>
                    <a:pt x="2539" y="15239"/>
                  </a:moveTo>
                  <a:lnTo>
                    <a:pt x="6985" y="19685"/>
                  </a:lnTo>
                  <a:lnTo>
                    <a:pt x="2539" y="24129"/>
                  </a:lnTo>
                  <a:lnTo>
                    <a:pt x="0" y="19685"/>
                  </a:lnTo>
                  <a:lnTo>
                    <a:pt x="0" y="15239"/>
                  </a:lnTo>
                  <a:lnTo>
                    <a:pt x="2539" y="7619"/>
                  </a:lnTo>
                  <a:lnTo>
                    <a:pt x="6985" y="3175"/>
                  </a:lnTo>
                  <a:lnTo>
                    <a:pt x="19050" y="0"/>
                  </a:lnTo>
                  <a:lnTo>
                    <a:pt x="34289" y="0"/>
                  </a:lnTo>
                  <a:lnTo>
                    <a:pt x="45720" y="3175"/>
                  </a:lnTo>
                  <a:lnTo>
                    <a:pt x="50164" y="7619"/>
                  </a:lnTo>
                  <a:lnTo>
                    <a:pt x="55245" y="15239"/>
                  </a:lnTo>
                  <a:lnTo>
                    <a:pt x="55245" y="24129"/>
                  </a:lnTo>
                  <a:lnTo>
                    <a:pt x="50164" y="31750"/>
                  </a:lnTo>
                  <a:lnTo>
                    <a:pt x="38735" y="39369"/>
                  </a:lnTo>
                  <a:lnTo>
                    <a:pt x="19050" y="46989"/>
                  </a:lnTo>
                  <a:lnTo>
                    <a:pt x="11429" y="52069"/>
                  </a:lnTo>
                  <a:lnTo>
                    <a:pt x="2539" y="59689"/>
                  </a:lnTo>
                  <a:lnTo>
                    <a:pt x="0" y="71754"/>
                  </a:lnTo>
                  <a:lnTo>
                    <a:pt x="0" y="83819"/>
                  </a:lnTo>
                </a:path>
                <a:path w="154304" h="83820">
                  <a:moveTo>
                    <a:pt x="34289" y="0"/>
                  </a:moveTo>
                  <a:lnTo>
                    <a:pt x="42545" y="3175"/>
                  </a:lnTo>
                  <a:lnTo>
                    <a:pt x="45720" y="7619"/>
                  </a:lnTo>
                  <a:lnTo>
                    <a:pt x="50164" y="15239"/>
                  </a:lnTo>
                  <a:lnTo>
                    <a:pt x="50164" y="24129"/>
                  </a:lnTo>
                  <a:lnTo>
                    <a:pt x="45720" y="31750"/>
                  </a:lnTo>
                  <a:lnTo>
                    <a:pt x="34289" y="39369"/>
                  </a:lnTo>
                  <a:lnTo>
                    <a:pt x="19050" y="46989"/>
                  </a:lnTo>
                </a:path>
                <a:path w="154304" h="83820">
                  <a:moveTo>
                    <a:pt x="0" y="76200"/>
                  </a:moveTo>
                  <a:lnTo>
                    <a:pt x="2539" y="71754"/>
                  </a:lnTo>
                  <a:lnTo>
                    <a:pt x="11429" y="71754"/>
                  </a:lnTo>
                  <a:lnTo>
                    <a:pt x="31114" y="80644"/>
                  </a:lnTo>
                  <a:lnTo>
                    <a:pt x="42545" y="80644"/>
                  </a:lnTo>
                  <a:lnTo>
                    <a:pt x="50164" y="76200"/>
                  </a:lnTo>
                  <a:lnTo>
                    <a:pt x="55245" y="71754"/>
                  </a:lnTo>
                </a:path>
                <a:path w="154304" h="83820">
                  <a:moveTo>
                    <a:pt x="11429" y="71754"/>
                  </a:moveTo>
                  <a:lnTo>
                    <a:pt x="31114" y="83819"/>
                  </a:lnTo>
                  <a:lnTo>
                    <a:pt x="45720" y="83819"/>
                  </a:lnTo>
                  <a:lnTo>
                    <a:pt x="50164" y="80644"/>
                  </a:lnTo>
                  <a:lnTo>
                    <a:pt x="55245" y="71754"/>
                  </a:lnTo>
                  <a:lnTo>
                    <a:pt x="55245" y="64135"/>
                  </a:lnTo>
                </a:path>
                <a:path w="154304" h="83820">
                  <a:moveTo>
                    <a:pt x="81914" y="46989"/>
                  </a:moveTo>
                  <a:lnTo>
                    <a:pt x="154304" y="4698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1" name="object 51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857115" y="4994287"/>
              <a:ext cx="76200" cy="85089"/>
            </a:xfrm>
            <a:prstGeom prst="rect">
              <a:avLst/>
            </a:prstGeom>
          </p:spPr>
        </p:pic>
        <p:sp>
          <p:nvSpPr>
            <p:cNvPr id="52" name="object 52" descr=""/>
            <p:cNvSpPr/>
            <p:nvPr/>
          </p:nvSpPr>
          <p:spPr>
            <a:xfrm>
              <a:off x="4952365" y="4994287"/>
              <a:ext cx="55244" cy="83820"/>
            </a:xfrm>
            <a:custGeom>
              <a:avLst/>
              <a:gdLst/>
              <a:ahLst/>
              <a:cxnLst/>
              <a:rect l="l" t="t" r="r" b="b"/>
              <a:pathLst>
                <a:path w="55245" h="83820">
                  <a:moveTo>
                    <a:pt x="2539" y="15239"/>
                  </a:moveTo>
                  <a:lnTo>
                    <a:pt x="7620" y="19685"/>
                  </a:lnTo>
                  <a:lnTo>
                    <a:pt x="2539" y="24130"/>
                  </a:lnTo>
                  <a:lnTo>
                    <a:pt x="0" y="19685"/>
                  </a:lnTo>
                  <a:lnTo>
                    <a:pt x="0" y="15239"/>
                  </a:lnTo>
                  <a:lnTo>
                    <a:pt x="2539" y="7620"/>
                  </a:lnTo>
                  <a:lnTo>
                    <a:pt x="7620" y="3175"/>
                  </a:lnTo>
                  <a:lnTo>
                    <a:pt x="19685" y="0"/>
                  </a:lnTo>
                  <a:lnTo>
                    <a:pt x="35560" y="0"/>
                  </a:lnTo>
                  <a:lnTo>
                    <a:pt x="47625" y="3175"/>
                  </a:lnTo>
                  <a:lnTo>
                    <a:pt x="50800" y="7620"/>
                  </a:lnTo>
                  <a:lnTo>
                    <a:pt x="55245" y="15239"/>
                  </a:lnTo>
                  <a:lnTo>
                    <a:pt x="55245" y="24130"/>
                  </a:lnTo>
                  <a:lnTo>
                    <a:pt x="50800" y="31750"/>
                  </a:lnTo>
                  <a:lnTo>
                    <a:pt x="38735" y="39370"/>
                  </a:lnTo>
                  <a:lnTo>
                    <a:pt x="19685" y="46989"/>
                  </a:lnTo>
                  <a:lnTo>
                    <a:pt x="12064" y="52070"/>
                  </a:lnTo>
                  <a:lnTo>
                    <a:pt x="2539" y="59689"/>
                  </a:lnTo>
                  <a:lnTo>
                    <a:pt x="0" y="71755"/>
                  </a:lnTo>
                  <a:lnTo>
                    <a:pt x="0" y="83820"/>
                  </a:lnTo>
                </a:path>
                <a:path w="55245" h="83820">
                  <a:moveTo>
                    <a:pt x="35560" y="0"/>
                  </a:moveTo>
                  <a:lnTo>
                    <a:pt x="43180" y="3175"/>
                  </a:lnTo>
                  <a:lnTo>
                    <a:pt x="47625" y="7620"/>
                  </a:lnTo>
                  <a:lnTo>
                    <a:pt x="50800" y="15239"/>
                  </a:lnTo>
                  <a:lnTo>
                    <a:pt x="50800" y="24130"/>
                  </a:lnTo>
                  <a:lnTo>
                    <a:pt x="47625" y="31750"/>
                  </a:lnTo>
                  <a:lnTo>
                    <a:pt x="35560" y="39370"/>
                  </a:lnTo>
                  <a:lnTo>
                    <a:pt x="19685" y="46989"/>
                  </a:lnTo>
                </a:path>
                <a:path w="55245" h="83820">
                  <a:moveTo>
                    <a:pt x="0" y="76200"/>
                  </a:moveTo>
                  <a:lnTo>
                    <a:pt x="2539" y="71755"/>
                  </a:lnTo>
                  <a:lnTo>
                    <a:pt x="12064" y="71755"/>
                  </a:lnTo>
                  <a:lnTo>
                    <a:pt x="31114" y="80645"/>
                  </a:lnTo>
                  <a:lnTo>
                    <a:pt x="43180" y="80645"/>
                  </a:lnTo>
                  <a:lnTo>
                    <a:pt x="50800" y="76200"/>
                  </a:lnTo>
                  <a:lnTo>
                    <a:pt x="55245" y="71755"/>
                  </a:lnTo>
                </a:path>
                <a:path w="55245" h="83820">
                  <a:moveTo>
                    <a:pt x="12064" y="71755"/>
                  </a:moveTo>
                  <a:lnTo>
                    <a:pt x="31114" y="83820"/>
                  </a:lnTo>
                  <a:lnTo>
                    <a:pt x="47625" y="83820"/>
                  </a:lnTo>
                  <a:lnTo>
                    <a:pt x="50800" y="80645"/>
                  </a:lnTo>
                  <a:lnTo>
                    <a:pt x="55245" y="71755"/>
                  </a:lnTo>
                  <a:lnTo>
                    <a:pt x="55245" y="6413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3" name="object 53" descr=""/>
          <p:cNvSpPr/>
          <p:nvPr/>
        </p:nvSpPr>
        <p:spPr>
          <a:xfrm>
            <a:off x="4218940" y="5042548"/>
            <a:ext cx="1270" cy="1270"/>
          </a:xfrm>
          <a:custGeom>
            <a:avLst/>
            <a:gdLst/>
            <a:ahLst/>
            <a:cxnLst/>
            <a:rect l="l" t="t" r="r" b="b"/>
            <a:pathLst>
              <a:path w="1270" h="1270">
                <a:moveTo>
                  <a:pt x="0" y="635"/>
                </a:moveTo>
                <a:lnTo>
                  <a:pt x="185" y="185"/>
                </a:lnTo>
                <a:lnTo>
                  <a:pt x="635" y="0"/>
                </a:lnTo>
                <a:lnTo>
                  <a:pt x="1084" y="185"/>
                </a:lnTo>
                <a:lnTo>
                  <a:pt x="1270" y="635"/>
                </a:lnTo>
                <a:lnTo>
                  <a:pt x="1084" y="1084"/>
                </a:lnTo>
                <a:lnTo>
                  <a:pt x="635" y="1270"/>
                </a:lnTo>
                <a:lnTo>
                  <a:pt x="185" y="1084"/>
                </a:lnTo>
                <a:lnTo>
                  <a:pt x="0" y="6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 descr=""/>
          <p:cNvSpPr/>
          <p:nvPr/>
        </p:nvSpPr>
        <p:spPr>
          <a:xfrm>
            <a:off x="5331460" y="5034927"/>
            <a:ext cx="1270" cy="8890"/>
          </a:xfrm>
          <a:custGeom>
            <a:avLst/>
            <a:gdLst/>
            <a:ahLst/>
            <a:cxnLst/>
            <a:rect l="l" t="t" r="r" b="b"/>
            <a:pathLst>
              <a:path w="1270" h="8889">
                <a:moveTo>
                  <a:pt x="1270" y="8255"/>
                </a:moveTo>
                <a:lnTo>
                  <a:pt x="1079" y="7810"/>
                </a:lnTo>
                <a:lnTo>
                  <a:pt x="635" y="7620"/>
                </a:lnTo>
                <a:lnTo>
                  <a:pt x="177" y="7810"/>
                </a:lnTo>
                <a:lnTo>
                  <a:pt x="0" y="8255"/>
                </a:lnTo>
                <a:lnTo>
                  <a:pt x="177" y="8712"/>
                </a:lnTo>
                <a:lnTo>
                  <a:pt x="635" y="8890"/>
                </a:lnTo>
                <a:lnTo>
                  <a:pt x="1079" y="8712"/>
                </a:lnTo>
                <a:lnTo>
                  <a:pt x="1270" y="8255"/>
                </a:lnTo>
                <a:close/>
              </a:path>
              <a:path w="1270" h="8889">
                <a:moveTo>
                  <a:pt x="1270" y="635"/>
                </a:moveTo>
                <a:lnTo>
                  <a:pt x="1079" y="190"/>
                </a:lnTo>
                <a:lnTo>
                  <a:pt x="635" y="0"/>
                </a:lnTo>
                <a:lnTo>
                  <a:pt x="177" y="190"/>
                </a:lnTo>
                <a:lnTo>
                  <a:pt x="0" y="635"/>
                </a:lnTo>
                <a:lnTo>
                  <a:pt x="177" y="1092"/>
                </a:lnTo>
                <a:lnTo>
                  <a:pt x="635" y="1270"/>
                </a:lnTo>
                <a:lnTo>
                  <a:pt x="1079" y="1092"/>
                </a:lnTo>
                <a:lnTo>
                  <a:pt x="1270" y="6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 descr=""/>
          <p:cNvSpPr/>
          <p:nvPr/>
        </p:nvSpPr>
        <p:spPr>
          <a:xfrm>
            <a:off x="2305050" y="2919107"/>
            <a:ext cx="121920" cy="85090"/>
          </a:xfrm>
          <a:custGeom>
            <a:avLst/>
            <a:gdLst/>
            <a:ahLst/>
            <a:cxnLst/>
            <a:rect l="l" t="t" r="r" b="b"/>
            <a:pathLst>
              <a:path w="121919" h="85089">
                <a:moveTo>
                  <a:pt x="11430" y="0"/>
                </a:moveTo>
                <a:lnTo>
                  <a:pt x="11430" y="85089"/>
                </a:lnTo>
              </a:path>
              <a:path w="121919" h="85089">
                <a:moveTo>
                  <a:pt x="15875" y="0"/>
                </a:moveTo>
                <a:lnTo>
                  <a:pt x="15875" y="85089"/>
                </a:lnTo>
              </a:path>
              <a:path w="121919" h="85089">
                <a:moveTo>
                  <a:pt x="38735" y="24129"/>
                </a:moveTo>
                <a:lnTo>
                  <a:pt x="38735" y="55879"/>
                </a:lnTo>
              </a:path>
              <a:path w="121919" h="85089">
                <a:moveTo>
                  <a:pt x="0" y="0"/>
                </a:moveTo>
                <a:lnTo>
                  <a:pt x="62230" y="0"/>
                </a:lnTo>
                <a:lnTo>
                  <a:pt x="62230" y="24129"/>
                </a:lnTo>
                <a:lnTo>
                  <a:pt x="59689" y="0"/>
                </a:lnTo>
              </a:path>
              <a:path w="121919" h="85089">
                <a:moveTo>
                  <a:pt x="15875" y="40639"/>
                </a:moveTo>
                <a:lnTo>
                  <a:pt x="38735" y="40639"/>
                </a:lnTo>
              </a:path>
              <a:path w="121919" h="85089">
                <a:moveTo>
                  <a:pt x="0" y="85089"/>
                </a:moveTo>
                <a:lnTo>
                  <a:pt x="62230" y="85089"/>
                </a:lnTo>
                <a:lnTo>
                  <a:pt x="62230" y="60959"/>
                </a:lnTo>
                <a:lnTo>
                  <a:pt x="59689" y="85089"/>
                </a:lnTo>
              </a:path>
              <a:path w="121919" h="85089">
                <a:moveTo>
                  <a:pt x="86360" y="16509"/>
                </a:moveTo>
                <a:lnTo>
                  <a:pt x="93980" y="12064"/>
                </a:lnTo>
                <a:lnTo>
                  <a:pt x="106044" y="0"/>
                </a:lnTo>
                <a:lnTo>
                  <a:pt x="106044" y="85089"/>
                </a:lnTo>
              </a:path>
              <a:path w="121919" h="85089">
                <a:moveTo>
                  <a:pt x="102869" y="4445"/>
                </a:moveTo>
                <a:lnTo>
                  <a:pt x="102869" y="85089"/>
                </a:lnTo>
              </a:path>
              <a:path w="121919" h="85089">
                <a:moveTo>
                  <a:pt x="86360" y="85089"/>
                </a:moveTo>
                <a:lnTo>
                  <a:pt x="121919" y="85089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56" name="object 56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419475" y="2918472"/>
            <a:ext cx="118745" cy="86995"/>
          </a:xfrm>
          <a:prstGeom prst="rect">
            <a:avLst/>
          </a:prstGeom>
        </p:spPr>
      </p:pic>
      <p:sp>
        <p:nvSpPr>
          <p:cNvPr id="57" name="object 57" descr=""/>
          <p:cNvSpPr/>
          <p:nvPr/>
        </p:nvSpPr>
        <p:spPr>
          <a:xfrm>
            <a:off x="4163059" y="2919107"/>
            <a:ext cx="137795" cy="85090"/>
          </a:xfrm>
          <a:custGeom>
            <a:avLst/>
            <a:gdLst/>
            <a:ahLst/>
            <a:cxnLst/>
            <a:rect l="l" t="t" r="r" b="b"/>
            <a:pathLst>
              <a:path w="137795" h="85089">
                <a:moveTo>
                  <a:pt x="55244" y="12064"/>
                </a:moveTo>
                <a:lnTo>
                  <a:pt x="57785" y="24129"/>
                </a:lnTo>
                <a:lnTo>
                  <a:pt x="57785" y="0"/>
                </a:lnTo>
                <a:lnTo>
                  <a:pt x="55244" y="12064"/>
                </a:lnTo>
                <a:lnTo>
                  <a:pt x="45719" y="4445"/>
                </a:lnTo>
                <a:lnTo>
                  <a:pt x="34925" y="0"/>
                </a:lnTo>
                <a:lnTo>
                  <a:pt x="26669" y="0"/>
                </a:lnTo>
                <a:lnTo>
                  <a:pt x="14604" y="4445"/>
                </a:lnTo>
                <a:lnTo>
                  <a:pt x="6985" y="12064"/>
                </a:lnTo>
                <a:lnTo>
                  <a:pt x="2539" y="19684"/>
                </a:lnTo>
                <a:lnTo>
                  <a:pt x="0" y="33020"/>
                </a:lnTo>
                <a:lnTo>
                  <a:pt x="0" y="53339"/>
                </a:lnTo>
                <a:lnTo>
                  <a:pt x="2539" y="65404"/>
                </a:lnTo>
                <a:lnTo>
                  <a:pt x="6985" y="73025"/>
                </a:lnTo>
                <a:lnTo>
                  <a:pt x="14604" y="80645"/>
                </a:lnTo>
                <a:lnTo>
                  <a:pt x="26669" y="85089"/>
                </a:lnTo>
                <a:lnTo>
                  <a:pt x="34925" y="85089"/>
                </a:lnTo>
                <a:lnTo>
                  <a:pt x="45719" y="80645"/>
                </a:lnTo>
                <a:lnTo>
                  <a:pt x="55244" y="73025"/>
                </a:lnTo>
                <a:lnTo>
                  <a:pt x="57785" y="65404"/>
                </a:lnTo>
              </a:path>
              <a:path w="137795" h="85089">
                <a:moveTo>
                  <a:pt x="26669" y="0"/>
                </a:moveTo>
                <a:lnTo>
                  <a:pt x="19050" y="4445"/>
                </a:lnTo>
                <a:lnTo>
                  <a:pt x="11429" y="12064"/>
                </a:lnTo>
                <a:lnTo>
                  <a:pt x="6985" y="19684"/>
                </a:lnTo>
                <a:lnTo>
                  <a:pt x="2539" y="33020"/>
                </a:lnTo>
                <a:lnTo>
                  <a:pt x="2539" y="53339"/>
                </a:lnTo>
                <a:lnTo>
                  <a:pt x="6985" y="65404"/>
                </a:lnTo>
                <a:lnTo>
                  <a:pt x="11429" y="73025"/>
                </a:lnTo>
                <a:lnTo>
                  <a:pt x="19050" y="80645"/>
                </a:lnTo>
                <a:lnTo>
                  <a:pt x="26669" y="85089"/>
                </a:lnTo>
              </a:path>
              <a:path w="137795" h="85089">
                <a:moveTo>
                  <a:pt x="86360" y="16509"/>
                </a:moveTo>
                <a:lnTo>
                  <a:pt x="90804" y="19684"/>
                </a:lnTo>
                <a:lnTo>
                  <a:pt x="86360" y="24129"/>
                </a:lnTo>
                <a:lnTo>
                  <a:pt x="81914" y="19684"/>
                </a:lnTo>
                <a:lnTo>
                  <a:pt x="81914" y="16509"/>
                </a:lnTo>
                <a:lnTo>
                  <a:pt x="86360" y="8889"/>
                </a:lnTo>
                <a:lnTo>
                  <a:pt x="90804" y="4445"/>
                </a:lnTo>
                <a:lnTo>
                  <a:pt x="101600" y="0"/>
                </a:lnTo>
                <a:lnTo>
                  <a:pt x="117475" y="0"/>
                </a:lnTo>
                <a:lnTo>
                  <a:pt x="130175" y="4445"/>
                </a:lnTo>
                <a:lnTo>
                  <a:pt x="134619" y="8889"/>
                </a:lnTo>
                <a:lnTo>
                  <a:pt x="137794" y="16509"/>
                </a:lnTo>
                <a:lnTo>
                  <a:pt x="137794" y="24129"/>
                </a:lnTo>
                <a:lnTo>
                  <a:pt x="134619" y="33020"/>
                </a:lnTo>
                <a:lnTo>
                  <a:pt x="122554" y="40639"/>
                </a:lnTo>
                <a:lnTo>
                  <a:pt x="101600" y="48259"/>
                </a:lnTo>
                <a:lnTo>
                  <a:pt x="93979" y="53339"/>
                </a:lnTo>
                <a:lnTo>
                  <a:pt x="86360" y="60959"/>
                </a:lnTo>
                <a:lnTo>
                  <a:pt x="81914" y="73025"/>
                </a:lnTo>
                <a:lnTo>
                  <a:pt x="81914" y="85089"/>
                </a:lnTo>
              </a:path>
              <a:path w="137795" h="85089">
                <a:moveTo>
                  <a:pt x="117475" y="0"/>
                </a:moveTo>
                <a:lnTo>
                  <a:pt x="125094" y="4445"/>
                </a:lnTo>
                <a:lnTo>
                  <a:pt x="130175" y="8889"/>
                </a:lnTo>
                <a:lnTo>
                  <a:pt x="134619" y="16509"/>
                </a:lnTo>
                <a:lnTo>
                  <a:pt x="134619" y="24129"/>
                </a:lnTo>
                <a:lnTo>
                  <a:pt x="130175" y="33020"/>
                </a:lnTo>
                <a:lnTo>
                  <a:pt x="117475" y="40639"/>
                </a:lnTo>
                <a:lnTo>
                  <a:pt x="101600" y="48259"/>
                </a:lnTo>
              </a:path>
              <a:path w="137795" h="85089">
                <a:moveTo>
                  <a:pt x="81914" y="77470"/>
                </a:moveTo>
                <a:lnTo>
                  <a:pt x="86360" y="73025"/>
                </a:lnTo>
                <a:lnTo>
                  <a:pt x="93979" y="73025"/>
                </a:lnTo>
                <a:lnTo>
                  <a:pt x="113029" y="80645"/>
                </a:lnTo>
                <a:lnTo>
                  <a:pt x="125094" y="80645"/>
                </a:lnTo>
                <a:lnTo>
                  <a:pt x="134619" y="77470"/>
                </a:lnTo>
                <a:lnTo>
                  <a:pt x="137794" y="73025"/>
                </a:lnTo>
              </a:path>
              <a:path w="137795" h="85089">
                <a:moveTo>
                  <a:pt x="93979" y="73025"/>
                </a:moveTo>
                <a:lnTo>
                  <a:pt x="113029" y="85089"/>
                </a:lnTo>
                <a:lnTo>
                  <a:pt x="130175" y="85089"/>
                </a:lnTo>
                <a:lnTo>
                  <a:pt x="134619" y="80645"/>
                </a:lnTo>
                <a:lnTo>
                  <a:pt x="137794" y="73025"/>
                </a:lnTo>
                <a:lnTo>
                  <a:pt x="137794" y="65404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58" name="object 58" descr=""/>
          <p:cNvGrpSpPr/>
          <p:nvPr/>
        </p:nvGrpSpPr>
        <p:grpSpPr>
          <a:xfrm>
            <a:off x="1753870" y="2633357"/>
            <a:ext cx="4203700" cy="2800350"/>
            <a:chOff x="1753870" y="2633357"/>
            <a:chExt cx="4203700" cy="2800350"/>
          </a:xfrm>
        </p:grpSpPr>
        <p:pic>
          <p:nvPicPr>
            <p:cNvPr id="59" name="object 59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271135" y="2918472"/>
              <a:ext cx="67310" cy="86995"/>
            </a:xfrm>
            <a:prstGeom prst="rect">
              <a:avLst/>
            </a:prstGeom>
          </p:spPr>
        </p:pic>
        <p:sp>
          <p:nvSpPr>
            <p:cNvPr id="60" name="object 60" descr=""/>
            <p:cNvSpPr/>
            <p:nvPr/>
          </p:nvSpPr>
          <p:spPr>
            <a:xfrm>
              <a:off x="1754505" y="2633992"/>
              <a:ext cx="4202430" cy="2799080"/>
            </a:xfrm>
            <a:custGeom>
              <a:avLst/>
              <a:gdLst/>
              <a:ahLst/>
              <a:cxnLst/>
              <a:rect l="l" t="t" r="r" b="b"/>
              <a:pathLst>
                <a:path w="4202430" h="2799079">
                  <a:moveTo>
                    <a:pt x="3611245" y="301625"/>
                  </a:moveTo>
                  <a:lnTo>
                    <a:pt x="3615690" y="304800"/>
                  </a:lnTo>
                  <a:lnTo>
                    <a:pt x="3611245" y="309245"/>
                  </a:lnTo>
                  <a:lnTo>
                    <a:pt x="3606165" y="304800"/>
                  </a:lnTo>
                  <a:lnTo>
                    <a:pt x="3606165" y="301625"/>
                  </a:lnTo>
                  <a:lnTo>
                    <a:pt x="3611245" y="294004"/>
                  </a:lnTo>
                  <a:lnTo>
                    <a:pt x="3615690" y="289560"/>
                  </a:lnTo>
                  <a:lnTo>
                    <a:pt x="3626484" y="285115"/>
                  </a:lnTo>
                  <a:lnTo>
                    <a:pt x="3642359" y="285115"/>
                  </a:lnTo>
                  <a:lnTo>
                    <a:pt x="3654425" y="289560"/>
                  </a:lnTo>
                  <a:lnTo>
                    <a:pt x="3658870" y="294004"/>
                  </a:lnTo>
                  <a:lnTo>
                    <a:pt x="3662045" y="301625"/>
                  </a:lnTo>
                  <a:lnTo>
                    <a:pt x="3662045" y="309245"/>
                  </a:lnTo>
                  <a:lnTo>
                    <a:pt x="3658870" y="318135"/>
                  </a:lnTo>
                  <a:lnTo>
                    <a:pt x="3646804" y="325754"/>
                  </a:lnTo>
                  <a:lnTo>
                    <a:pt x="3626484" y="333375"/>
                  </a:lnTo>
                  <a:lnTo>
                    <a:pt x="3618865" y="338454"/>
                  </a:lnTo>
                  <a:lnTo>
                    <a:pt x="3611245" y="346075"/>
                  </a:lnTo>
                  <a:lnTo>
                    <a:pt x="3606165" y="358140"/>
                  </a:lnTo>
                  <a:lnTo>
                    <a:pt x="3606165" y="370204"/>
                  </a:lnTo>
                </a:path>
                <a:path w="4202430" h="2799079">
                  <a:moveTo>
                    <a:pt x="3642359" y="285115"/>
                  </a:moveTo>
                  <a:lnTo>
                    <a:pt x="3649979" y="289560"/>
                  </a:lnTo>
                  <a:lnTo>
                    <a:pt x="3654425" y="294004"/>
                  </a:lnTo>
                  <a:lnTo>
                    <a:pt x="3658870" y="301625"/>
                  </a:lnTo>
                  <a:lnTo>
                    <a:pt x="3658870" y="309245"/>
                  </a:lnTo>
                  <a:lnTo>
                    <a:pt x="3654425" y="318135"/>
                  </a:lnTo>
                  <a:lnTo>
                    <a:pt x="3642359" y="325754"/>
                  </a:lnTo>
                  <a:lnTo>
                    <a:pt x="3626484" y="333375"/>
                  </a:lnTo>
                </a:path>
                <a:path w="4202430" h="2799079">
                  <a:moveTo>
                    <a:pt x="3606165" y="362585"/>
                  </a:moveTo>
                  <a:lnTo>
                    <a:pt x="3611245" y="358140"/>
                  </a:lnTo>
                  <a:lnTo>
                    <a:pt x="3618865" y="358140"/>
                  </a:lnTo>
                  <a:lnTo>
                    <a:pt x="3637915" y="365760"/>
                  </a:lnTo>
                  <a:lnTo>
                    <a:pt x="3649979" y="365760"/>
                  </a:lnTo>
                  <a:lnTo>
                    <a:pt x="3658870" y="362585"/>
                  </a:lnTo>
                  <a:lnTo>
                    <a:pt x="3662045" y="358140"/>
                  </a:lnTo>
                </a:path>
                <a:path w="4202430" h="2799079">
                  <a:moveTo>
                    <a:pt x="3618865" y="358140"/>
                  </a:moveTo>
                  <a:lnTo>
                    <a:pt x="3637915" y="370204"/>
                  </a:lnTo>
                  <a:lnTo>
                    <a:pt x="3654425" y="370204"/>
                  </a:lnTo>
                  <a:lnTo>
                    <a:pt x="3658870" y="365760"/>
                  </a:lnTo>
                  <a:lnTo>
                    <a:pt x="3662045" y="358140"/>
                  </a:lnTo>
                  <a:lnTo>
                    <a:pt x="3662045" y="350520"/>
                  </a:lnTo>
                </a:path>
                <a:path w="4202430" h="2799079">
                  <a:moveTo>
                    <a:pt x="0" y="2799080"/>
                  </a:moveTo>
                  <a:lnTo>
                    <a:pt x="4202430" y="2799080"/>
                  </a:lnTo>
                  <a:lnTo>
                    <a:pt x="4202430" y="0"/>
                  </a:lnTo>
                  <a:lnTo>
                    <a:pt x="0" y="0"/>
                  </a:lnTo>
                  <a:lnTo>
                    <a:pt x="0" y="2799080"/>
                  </a:lnTo>
                  <a:close/>
                </a:path>
                <a:path w="4202430" h="2799079">
                  <a:moveTo>
                    <a:pt x="2817495" y="1320165"/>
                  </a:moveTo>
                  <a:lnTo>
                    <a:pt x="3348990" y="1320165"/>
                  </a:lnTo>
                </a:path>
                <a:path w="4202430" h="2799079">
                  <a:moveTo>
                    <a:pt x="809625" y="889000"/>
                  </a:moveTo>
                  <a:lnTo>
                    <a:pt x="809625" y="809625"/>
                  </a:lnTo>
                </a:path>
                <a:path w="4202430" h="2799079">
                  <a:moveTo>
                    <a:pt x="809625" y="809625"/>
                  </a:moveTo>
                  <a:lnTo>
                    <a:pt x="888364" y="80962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2551430" y="3523627"/>
              <a:ext cx="25400" cy="80645"/>
            </a:xfrm>
            <a:custGeom>
              <a:avLst/>
              <a:gdLst/>
              <a:ahLst/>
              <a:cxnLst/>
              <a:rect l="l" t="t" r="r" b="b"/>
              <a:pathLst>
                <a:path w="25400" h="80645">
                  <a:moveTo>
                    <a:pt x="25400" y="0"/>
                  </a:moveTo>
                  <a:lnTo>
                    <a:pt x="0" y="0"/>
                  </a:lnTo>
                  <a:lnTo>
                    <a:pt x="13334" y="80644"/>
                  </a:lnTo>
                  <a:lnTo>
                    <a:pt x="25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 descr=""/>
            <p:cNvSpPr/>
            <p:nvPr/>
          </p:nvSpPr>
          <p:spPr>
            <a:xfrm>
              <a:off x="2551430" y="3523627"/>
              <a:ext cx="25400" cy="80645"/>
            </a:xfrm>
            <a:custGeom>
              <a:avLst/>
              <a:gdLst/>
              <a:ahLst/>
              <a:cxnLst/>
              <a:rect l="l" t="t" r="r" b="b"/>
              <a:pathLst>
                <a:path w="25400" h="80645">
                  <a:moveTo>
                    <a:pt x="0" y="0"/>
                  </a:moveTo>
                  <a:lnTo>
                    <a:pt x="25400" y="0"/>
                  </a:lnTo>
                  <a:lnTo>
                    <a:pt x="13334" y="80644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3" name="object 63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758440" y="3327412"/>
              <a:ext cx="63500" cy="86359"/>
            </a:xfrm>
            <a:prstGeom prst="rect">
              <a:avLst/>
            </a:prstGeom>
          </p:spPr>
        </p:pic>
        <p:sp>
          <p:nvSpPr>
            <p:cNvPr id="64" name="object 64" descr=""/>
            <p:cNvSpPr/>
            <p:nvPr/>
          </p:nvSpPr>
          <p:spPr>
            <a:xfrm>
              <a:off x="2845435" y="3357892"/>
              <a:ext cx="125730" cy="56515"/>
            </a:xfrm>
            <a:custGeom>
              <a:avLst/>
              <a:gdLst/>
              <a:ahLst/>
              <a:cxnLst/>
              <a:rect l="l" t="t" r="r" b="b"/>
              <a:pathLst>
                <a:path w="125730" h="56514">
                  <a:moveTo>
                    <a:pt x="23494" y="0"/>
                  </a:moveTo>
                  <a:lnTo>
                    <a:pt x="11429" y="5079"/>
                  </a:lnTo>
                  <a:lnTo>
                    <a:pt x="3809" y="12700"/>
                  </a:lnTo>
                  <a:lnTo>
                    <a:pt x="0" y="24765"/>
                  </a:lnTo>
                  <a:lnTo>
                    <a:pt x="0" y="32385"/>
                  </a:lnTo>
                  <a:lnTo>
                    <a:pt x="3809" y="44450"/>
                  </a:lnTo>
                  <a:lnTo>
                    <a:pt x="11429" y="52070"/>
                  </a:lnTo>
                  <a:lnTo>
                    <a:pt x="23494" y="56515"/>
                  </a:lnTo>
                  <a:lnTo>
                    <a:pt x="31114" y="56515"/>
                  </a:lnTo>
                  <a:lnTo>
                    <a:pt x="42544" y="52070"/>
                  </a:lnTo>
                  <a:lnTo>
                    <a:pt x="50164" y="44450"/>
                  </a:lnTo>
                  <a:lnTo>
                    <a:pt x="54609" y="32385"/>
                  </a:lnTo>
                  <a:lnTo>
                    <a:pt x="54609" y="24765"/>
                  </a:lnTo>
                  <a:lnTo>
                    <a:pt x="50164" y="12700"/>
                  </a:lnTo>
                  <a:lnTo>
                    <a:pt x="42544" y="5079"/>
                  </a:lnTo>
                  <a:lnTo>
                    <a:pt x="31114" y="0"/>
                  </a:lnTo>
                  <a:lnTo>
                    <a:pt x="23494" y="0"/>
                  </a:lnTo>
                  <a:lnTo>
                    <a:pt x="6984" y="44450"/>
                  </a:lnTo>
                  <a:lnTo>
                    <a:pt x="23494" y="56515"/>
                  </a:lnTo>
                </a:path>
                <a:path w="125730" h="56514">
                  <a:moveTo>
                    <a:pt x="31114" y="56515"/>
                  </a:moveTo>
                  <a:lnTo>
                    <a:pt x="38734" y="52070"/>
                  </a:lnTo>
                  <a:lnTo>
                    <a:pt x="46989" y="44450"/>
                  </a:lnTo>
                  <a:lnTo>
                    <a:pt x="50164" y="32385"/>
                  </a:lnTo>
                  <a:lnTo>
                    <a:pt x="50164" y="24765"/>
                  </a:lnTo>
                  <a:lnTo>
                    <a:pt x="46989" y="12700"/>
                  </a:lnTo>
                  <a:lnTo>
                    <a:pt x="38734" y="5079"/>
                  </a:lnTo>
                  <a:lnTo>
                    <a:pt x="31114" y="0"/>
                  </a:lnTo>
                </a:path>
                <a:path w="125730" h="56514">
                  <a:moveTo>
                    <a:pt x="86359" y="0"/>
                  </a:moveTo>
                  <a:lnTo>
                    <a:pt x="86359" y="56515"/>
                  </a:lnTo>
                </a:path>
                <a:path w="125730" h="56514">
                  <a:moveTo>
                    <a:pt x="90804" y="0"/>
                  </a:moveTo>
                  <a:lnTo>
                    <a:pt x="90804" y="56515"/>
                  </a:lnTo>
                </a:path>
                <a:path w="125730" h="56514">
                  <a:moveTo>
                    <a:pt x="90804" y="24765"/>
                  </a:moveTo>
                  <a:lnTo>
                    <a:pt x="93979" y="12700"/>
                  </a:lnTo>
                  <a:lnTo>
                    <a:pt x="102869" y="5079"/>
                  </a:lnTo>
                  <a:lnTo>
                    <a:pt x="110489" y="0"/>
                  </a:lnTo>
                  <a:lnTo>
                    <a:pt x="122554" y="0"/>
                  </a:lnTo>
                  <a:lnTo>
                    <a:pt x="125729" y="5079"/>
                  </a:lnTo>
                  <a:lnTo>
                    <a:pt x="125729" y="7620"/>
                  </a:lnTo>
                  <a:lnTo>
                    <a:pt x="122554" y="12700"/>
                  </a:lnTo>
                  <a:lnTo>
                    <a:pt x="118109" y="7620"/>
                  </a:lnTo>
                  <a:lnTo>
                    <a:pt x="122554" y="5079"/>
                  </a:lnTo>
                </a:path>
                <a:path w="125730" h="56514">
                  <a:moveTo>
                    <a:pt x="74929" y="0"/>
                  </a:moveTo>
                  <a:lnTo>
                    <a:pt x="90804" y="0"/>
                  </a:lnTo>
                </a:path>
                <a:path w="125730" h="56514">
                  <a:moveTo>
                    <a:pt x="74929" y="56515"/>
                  </a:moveTo>
                  <a:lnTo>
                    <a:pt x="102869" y="5651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5" name="object 65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992120" y="3327412"/>
              <a:ext cx="133985" cy="86359"/>
            </a:xfrm>
            <a:prstGeom prst="rect">
              <a:avLst/>
            </a:prstGeom>
          </p:spPr>
        </p:pic>
        <p:pic>
          <p:nvPicPr>
            <p:cNvPr id="66" name="object 66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691765" y="3469017"/>
              <a:ext cx="424814" cy="86359"/>
            </a:xfrm>
            <a:prstGeom prst="rect">
              <a:avLst/>
            </a:prstGeom>
          </p:spPr>
        </p:pic>
        <p:sp>
          <p:nvSpPr>
            <p:cNvPr id="67" name="object 67" descr=""/>
            <p:cNvSpPr/>
            <p:nvPr/>
          </p:nvSpPr>
          <p:spPr>
            <a:xfrm>
              <a:off x="3136265" y="3499497"/>
              <a:ext cx="55880" cy="55880"/>
            </a:xfrm>
            <a:custGeom>
              <a:avLst/>
              <a:gdLst/>
              <a:ahLst/>
              <a:cxnLst/>
              <a:rect l="l" t="t" r="r" b="b"/>
              <a:pathLst>
                <a:path w="55880" h="55879">
                  <a:moveTo>
                    <a:pt x="24130" y="0"/>
                  </a:moveTo>
                  <a:lnTo>
                    <a:pt x="12065" y="2540"/>
                  </a:lnTo>
                  <a:lnTo>
                    <a:pt x="4445" y="12065"/>
                  </a:lnTo>
                  <a:lnTo>
                    <a:pt x="0" y="24130"/>
                  </a:lnTo>
                  <a:lnTo>
                    <a:pt x="0" y="31750"/>
                  </a:lnTo>
                  <a:lnTo>
                    <a:pt x="4445" y="43815"/>
                  </a:lnTo>
                  <a:lnTo>
                    <a:pt x="12065" y="51435"/>
                  </a:lnTo>
                  <a:lnTo>
                    <a:pt x="24130" y="55880"/>
                  </a:lnTo>
                  <a:lnTo>
                    <a:pt x="31750" y="55880"/>
                  </a:lnTo>
                  <a:lnTo>
                    <a:pt x="43815" y="51435"/>
                  </a:lnTo>
                  <a:lnTo>
                    <a:pt x="51435" y="43815"/>
                  </a:lnTo>
                  <a:lnTo>
                    <a:pt x="55880" y="31750"/>
                  </a:lnTo>
                  <a:lnTo>
                    <a:pt x="55880" y="24130"/>
                  </a:lnTo>
                  <a:lnTo>
                    <a:pt x="51435" y="12065"/>
                  </a:lnTo>
                  <a:lnTo>
                    <a:pt x="43815" y="2540"/>
                  </a:lnTo>
                  <a:lnTo>
                    <a:pt x="31750" y="0"/>
                  </a:lnTo>
                  <a:lnTo>
                    <a:pt x="24130" y="0"/>
                  </a:lnTo>
                  <a:lnTo>
                    <a:pt x="7620" y="43815"/>
                  </a:lnTo>
                  <a:lnTo>
                    <a:pt x="24130" y="55880"/>
                  </a:lnTo>
                </a:path>
                <a:path w="55880" h="55879">
                  <a:moveTo>
                    <a:pt x="31750" y="55880"/>
                  </a:moveTo>
                  <a:lnTo>
                    <a:pt x="39370" y="51435"/>
                  </a:lnTo>
                  <a:lnTo>
                    <a:pt x="48260" y="43815"/>
                  </a:lnTo>
                  <a:lnTo>
                    <a:pt x="51435" y="31750"/>
                  </a:lnTo>
                  <a:lnTo>
                    <a:pt x="51435" y="24130"/>
                  </a:lnTo>
                  <a:lnTo>
                    <a:pt x="48260" y="12065"/>
                  </a:lnTo>
                  <a:lnTo>
                    <a:pt x="39370" y="2540"/>
                  </a:lnTo>
                  <a:lnTo>
                    <a:pt x="3175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 descr=""/>
            <p:cNvSpPr/>
            <p:nvPr/>
          </p:nvSpPr>
          <p:spPr>
            <a:xfrm>
              <a:off x="2564130" y="3577602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69" h="1270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9" name="object 69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726055" y="4581537"/>
              <a:ext cx="92075" cy="161289"/>
            </a:xfrm>
            <a:prstGeom prst="rect">
              <a:avLst/>
            </a:prstGeom>
          </p:spPr>
        </p:pic>
        <p:pic>
          <p:nvPicPr>
            <p:cNvPr id="70" name="object 70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929255" y="4599952"/>
              <a:ext cx="64135" cy="85089"/>
            </a:xfrm>
            <a:prstGeom prst="rect">
              <a:avLst/>
            </a:prstGeom>
          </p:spPr>
        </p:pic>
        <p:pic>
          <p:nvPicPr>
            <p:cNvPr id="71" name="object 71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015615" y="4599952"/>
              <a:ext cx="281939" cy="85089"/>
            </a:xfrm>
            <a:prstGeom prst="rect">
              <a:avLst/>
            </a:prstGeom>
          </p:spPr>
        </p:pic>
        <p:pic>
          <p:nvPicPr>
            <p:cNvPr id="72" name="object 72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873375" y="4740287"/>
              <a:ext cx="403860" cy="86360"/>
            </a:xfrm>
            <a:prstGeom prst="rect">
              <a:avLst/>
            </a:prstGeom>
          </p:spPr>
        </p:pic>
        <p:sp>
          <p:nvSpPr>
            <p:cNvPr id="73" name="object 73" descr=""/>
            <p:cNvSpPr/>
            <p:nvPr/>
          </p:nvSpPr>
          <p:spPr>
            <a:xfrm>
              <a:off x="3296285" y="4770132"/>
              <a:ext cx="55880" cy="56515"/>
            </a:xfrm>
            <a:custGeom>
              <a:avLst/>
              <a:gdLst/>
              <a:ahLst/>
              <a:cxnLst/>
              <a:rect l="l" t="t" r="r" b="b"/>
              <a:pathLst>
                <a:path w="55879" h="56514">
                  <a:moveTo>
                    <a:pt x="23494" y="0"/>
                  </a:moveTo>
                  <a:lnTo>
                    <a:pt x="11429" y="4444"/>
                  </a:lnTo>
                  <a:lnTo>
                    <a:pt x="3810" y="12064"/>
                  </a:lnTo>
                  <a:lnTo>
                    <a:pt x="0" y="24129"/>
                  </a:lnTo>
                  <a:lnTo>
                    <a:pt x="0" y="31750"/>
                  </a:lnTo>
                  <a:lnTo>
                    <a:pt x="3810" y="43814"/>
                  </a:lnTo>
                  <a:lnTo>
                    <a:pt x="11429" y="53339"/>
                  </a:lnTo>
                  <a:lnTo>
                    <a:pt x="23494" y="56514"/>
                  </a:lnTo>
                  <a:lnTo>
                    <a:pt x="33019" y="56514"/>
                  </a:lnTo>
                  <a:lnTo>
                    <a:pt x="45085" y="53339"/>
                  </a:lnTo>
                  <a:lnTo>
                    <a:pt x="52704" y="43814"/>
                  </a:lnTo>
                  <a:lnTo>
                    <a:pt x="55879" y="31750"/>
                  </a:lnTo>
                  <a:lnTo>
                    <a:pt x="55879" y="24129"/>
                  </a:lnTo>
                  <a:lnTo>
                    <a:pt x="52704" y="12064"/>
                  </a:lnTo>
                  <a:lnTo>
                    <a:pt x="45085" y="4444"/>
                  </a:lnTo>
                  <a:lnTo>
                    <a:pt x="33019" y="0"/>
                  </a:lnTo>
                  <a:lnTo>
                    <a:pt x="23494" y="0"/>
                  </a:lnTo>
                  <a:lnTo>
                    <a:pt x="8254" y="43814"/>
                  </a:lnTo>
                  <a:lnTo>
                    <a:pt x="23494" y="56514"/>
                  </a:lnTo>
                </a:path>
                <a:path w="55879" h="56514">
                  <a:moveTo>
                    <a:pt x="33019" y="56514"/>
                  </a:moveTo>
                  <a:lnTo>
                    <a:pt x="40639" y="53339"/>
                  </a:lnTo>
                  <a:lnTo>
                    <a:pt x="48260" y="43814"/>
                  </a:lnTo>
                  <a:lnTo>
                    <a:pt x="52704" y="31750"/>
                  </a:lnTo>
                  <a:lnTo>
                    <a:pt x="52704" y="24129"/>
                  </a:lnTo>
                  <a:lnTo>
                    <a:pt x="48260" y="12064"/>
                  </a:lnTo>
                  <a:lnTo>
                    <a:pt x="40639" y="4444"/>
                  </a:lnTo>
                  <a:lnTo>
                    <a:pt x="3301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4" name="object 74" descr=""/>
          <p:cNvSpPr txBox="1"/>
          <p:nvPr/>
        </p:nvSpPr>
        <p:spPr>
          <a:xfrm>
            <a:off x="1040130" y="1360969"/>
            <a:ext cx="5487670" cy="1047115"/>
          </a:xfrm>
          <a:prstGeom prst="rect">
            <a:avLst/>
          </a:prstGeom>
        </p:spPr>
        <p:txBody>
          <a:bodyPr wrap="square" lIns="0" tIns="46990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370"/>
              </a:spcBef>
            </a:pPr>
            <a:r>
              <a:rPr dirty="0" sz="1150">
                <a:latin typeface="Times New Roman"/>
                <a:cs typeface="Times New Roman"/>
              </a:rPr>
              <a:t>CURVAS</a:t>
            </a:r>
            <a:r>
              <a:rPr dirty="0" sz="1150" spc="-3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DEL</a:t>
            </a:r>
            <a:r>
              <a:rPr dirty="0" sz="1150" spc="-3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MISMO</a:t>
            </a:r>
            <a:r>
              <a:rPr dirty="0" sz="1150" spc="-25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SENTIDO</a:t>
            </a:r>
            <a:endParaRPr sz="1150">
              <a:latin typeface="Times New Roman"/>
              <a:cs typeface="Times New Roman"/>
            </a:endParaRPr>
          </a:p>
          <a:p>
            <a:pPr algn="just" marL="12700" marR="5080">
              <a:lnSpc>
                <a:spcPts val="1220"/>
              </a:lnSpc>
              <a:spcBef>
                <a:spcPts val="325"/>
              </a:spcBef>
            </a:pP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procedimiento</a:t>
            </a:r>
            <a:r>
              <a:rPr dirty="0" sz="1050" spc="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cálculo</a:t>
            </a:r>
            <a:r>
              <a:rPr dirty="0" sz="1050" spc="5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5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forzado</a:t>
            </a:r>
            <a:r>
              <a:rPr dirty="0" sz="1050" spc="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cuando</a:t>
            </a:r>
            <a:r>
              <a:rPr dirty="0" sz="1050" spc="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las</a:t>
            </a:r>
            <a:r>
              <a:rPr dirty="0" sz="1050" spc="5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dos</a:t>
            </a:r>
            <a:r>
              <a:rPr dirty="0" sz="1050" spc="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curvas</a:t>
            </a:r>
            <a:r>
              <a:rPr dirty="0" sz="1050" spc="3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involucradas</a:t>
            </a:r>
            <a:r>
              <a:rPr dirty="0" sz="1050" spc="5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tienen</a:t>
            </a:r>
            <a:r>
              <a:rPr dirty="0" sz="1050" spc="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50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mismo </a:t>
            </a:r>
            <a:r>
              <a:rPr dirty="0" sz="1050">
                <a:latin typeface="Times New Roman"/>
                <a:cs typeface="Times New Roman"/>
              </a:rPr>
              <a:t>sentido,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izquierda</a:t>
            </a:r>
            <a:r>
              <a:rPr dirty="0" sz="1050" spc="3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–</a:t>
            </a:r>
            <a:r>
              <a:rPr dirty="0" sz="1050" spc="30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izquierda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o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derecha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–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derecha,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mucho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más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sencillo.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Podría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decirse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no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se </a:t>
            </a:r>
            <a:r>
              <a:rPr dirty="0" sz="1050">
                <a:latin typeface="Times New Roman"/>
                <a:cs typeface="Times New Roman"/>
              </a:rPr>
              <a:t>requiere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ningún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cálculo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ya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-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solo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bastaría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identificar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abscisa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donde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primera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curva, </a:t>
            </a:r>
            <a:r>
              <a:rPr dirty="0" sz="1050">
                <a:latin typeface="Times New Roman"/>
                <a:cs typeface="Times New Roman"/>
              </a:rPr>
              <a:t>en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su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rampa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salida, y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segunda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curva,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su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rampa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entrada,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presenta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un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valor de +2.0% y </a:t>
            </a:r>
            <a:r>
              <a:rPr dirty="0" sz="1050" spc="-50">
                <a:latin typeface="Times New Roman"/>
                <a:cs typeface="Times New Roman"/>
              </a:rPr>
              <a:t>– </a:t>
            </a:r>
            <a:r>
              <a:rPr dirty="0" sz="1050">
                <a:latin typeface="Times New Roman"/>
                <a:cs typeface="Times New Roman"/>
              </a:rPr>
              <a:t>2.0%,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correspondientes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los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puntos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F</a:t>
            </a:r>
            <a:r>
              <a:rPr dirty="0" sz="1050" spc="5" i="1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y </a:t>
            </a:r>
            <a:r>
              <a:rPr dirty="0" sz="1050" i="1">
                <a:latin typeface="Times New Roman"/>
                <a:cs typeface="Times New Roman"/>
              </a:rPr>
              <a:t>C</a:t>
            </a:r>
            <a:r>
              <a:rPr dirty="0" sz="1050" spc="-10" i="1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del</a:t>
            </a:r>
            <a:r>
              <a:rPr dirty="0" sz="1050" spc="2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diagrama normal</a:t>
            </a:r>
            <a:r>
              <a:rPr dirty="0" sz="1050" spc="2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peralte.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75" name="object 75" descr=""/>
          <p:cNvSpPr txBox="1"/>
          <p:nvPr/>
        </p:nvSpPr>
        <p:spPr>
          <a:xfrm>
            <a:off x="1038860" y="5502923"/>
            <a:ext cx="5496560" cy="25336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latin typeface="Times New Roman"/>
                <a:cs typeface="Times New Roman"/>
              </a:rPr>
              <a:t>FIGURA</a:t>
            </a:r>
            <a:r>
              <a:rPr dirty="0" sz="1050" spc="-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8.19</a:t>
            </a:r>
            <a:r>
              <a:rPr dirty="0" sz="1050" spc="-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-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FORZADO</a:t>
            </a:r>
            <a:r>
              <a:rPr dirty="0" sz="1050" spc="-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</a:t>
            </a:r>
            <a:r>
              <a:rPr dirty="0" sz="1050" spc="-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CURVAS</a:t>
            </a:r>
            <a:r>
              <a:rPr dirty="0" sz="1050" spc="-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IGUAL</a:t>
            </a:r>
            <a:r>
              <a:rPr dirty="0" sz="1050" spc="-30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SENTIDO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1050">
              <a:latin typeface="Times New Roman"/>
              <a:cs typeface="Times New Roman"/>
            </a:endParaRPr>
          </a:p>
          <a:p>
            <a:pPr algn="just" marL="13970" marR="5080" indent="-1270">
              <a:lnSpc>
                <a:spcPts val="1220"/>
              </a:lnSpc>
            </a:pPr>
            <a:r>
              <a:rPr dirty="0" baseline="2645" sz="1575">
                <a:latin typeface="Times New Roman"/>
                <a:cs typeface="Times New Roman"/>
              </a:rPr>
              <a:t>El</a:t>
            </a:r>
            <a:r>
              <a:rPr dirty="0" baseline="2645" sz="1575" spc="12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tramo</a:t>
            </a:r>
            <a:r>
              <a:rPr dirty="0" baseline="2645" sz="1575" spc="12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comprendido</a:t>
            </a:r>
            <a:r>
              <a:rPr dirty="0" baseline="2645" sz="1575" spc="12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entre</a:t>
            </a:r>
            <a:r>
              <a:rPr dirty="0" baseline="2645" sz="1575" spc="12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estas</a:t>
            </a:r>
            <a:r>
              <a:rPr dirty="0" baseline="2645" sz="1575" spc="13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dos</a:t>
            </a:r>
            <a:r>
              <a:rPr dirty="0" baseline="2645" sz="1575" spc="12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abscisas,</a:t>
            </a:r>
            <a:r>
              <a:rPr dirty="0" baseline="2645" sz="1575" spc="112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F</a:t>
            </a:r>
            <a:r>
              <a:rPr dirty="0" sz="650">
                <a:latin typeface="Times New Roman"/>
                <a:cs typeface="Times New Roman"/>
              </a:rPr>
              <a:t>1</a:t>
            </a:r>
            <a:r>
              <a:rPr dirty="0" sz="650" spc="9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y</a:t>
            </a:r>
            <a:r>
              <a:rPr dirty="0" baseline="2645" sz="1575" spc="12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C</a:t>
            </a:r>
            <a:r>
              <a:rPr dirty="0" sz="650">
                <a:latin typeface="Times New Roman"/>
                <a:cs typeface="Times New Roman"/>
              </a:rPr>
              <a:t>2</a:t>
            </a:r>
            <a:r>
              <a:rPr dirty="0" baseline="2645" sz="1575">
                <a:latin typeface="Times New Roman"/>
                <a:cs typeface="Times New Roman"/>
              </a:rPr>
              <a:t>,</a:t>
            </a:r>
            <a:r>
              <a:rPr dirty="0" baseline="2645" sz="1575" spc="127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presentaría</a:t>
            </a:r>
            <a:r>
              <a:rPr dirty="0" baseline="2645" sz="1575" spc="13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un</a:t>
            </a:r>
            <a:r>
              <a:rPr dirty="0" baseline="2645" sz="1575" spc="12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peralte</a:t>
            </a:r>
            <a:r>
              <a:rPr dirty="0" baseline="2645" sz="1575" spc="172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constante</a:t>
            </a:r>
            <a:r>
              <a:rPr dirty="0" sz="1050" spc="8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</a:t>
            </a:r>
            <a:r>
              <a:rPr dirty="0" sz="1050" spc="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igual</a:t>
            </a:r>
            <a:r>
              <a:rPr dirty="0" sz="1050" spc="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</a:t>
            </a:r>
            <a:r>
              <a:rPr dirty="0" sz="1050" spc="80">
                <a:latin typeface="Times New Roman"/>
                <a:cs typeface="Times New Roman"/>
              </a:rPr>
              <a:t> </a:t>
            </a:r>
            <a:r>
              <a:rPr dirty="0" sz="1050" spc="-50">
                <a:latin typeface="Times New Roman"/>
                <a:cs typeface="Times New Roman"/>
              </a:rPr>
              <a:t>– </a:t>
            </a:r>
            <a:r>
              <a:rPr dirty="0" sz="1050">
                <a:latin typeface="Times New Roman"/>
                <a:cs typeface="Times New Roman"/>
              </a:rPr>
              <a:t>2.0%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y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+2.0%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o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+2.0%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y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–2.0%,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dependiendo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del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sentido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las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curvas.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Lo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hace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evitar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que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8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borde</a:t>
            </a:r>
            <a:r>
              <a:rPr dirty="0" sz="1050" spc="9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externo</a:t>
            </a:r>
            <a:r>
              <a:rPr dirty="0" sz="1050" spc="10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baje</a:t>
            </a:r>
            <a:r>
              <a:rPr dirty="0" sz="1050" spc="8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hasta</a:t>
            </a:r>
            <a:r>
              <a:rPr dirty="0" sz="1050" spc="9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9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bombeo</a:t>
            </a:r>
            <a:r>
              <a:rPr dirty="0" sz="1050" spc="4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normal</a:t>
            </a:r>
            <a:r>
              <a:rPr dirty="0" sz="1050" spc="90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(-</a:t>
            </a:r>
            <a:r>
              <a:rPr dirty="0" sz="1050">
                <a:latin typeface="Times New Roman"/>
                <a:cs typeface="Times New Roman"/>
              </a:rPr>
              <a:t>2.0%)</a:t>
            </a:r>
            <a:r>
              <a:rPr dirty="0" sz="1050" spc="10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teniendo</a:t>
            </a:r>
            <a:r>
              <a:rPr dirty="0" sz="1050" spc="10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</a:t>
            </a:r>
            <a:r>
              <a:rPr dirty="0" sz="1050" spc="9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cuenta</a:t>
            </a:r>
            <a:r>
              <a:rPr dirty="0" sz="1050" spc="8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10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rápidamente</a:t>
            </a:r>
            <a:r>
              <a:rPr dirty="0" sz="1050" spc="8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deberá </a:t>
            </a:r>
            <a:r>
              <a:rPr dirty="0" sz="1050">
                <a:latin typeface="Times New Roman"/>
                <a:cs typeface="Times New Roman"/>
              </a:rPr>
              <a:t>subir</a:t>
            </a:r>
            <a:r>
              <a:rPr dirty="0" sz="1050" spc="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nuevo.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Esta</a:t>
            </a:r>
            <a:r>
              <a:rPr dirty="0" sz="1050" spc="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solución</a:t>
            </a:r>
            <a:r>
              <a:rPr dirty="0" sz="1050" spc="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no</a:t>
            </a:r>
            <a:r>
              <a:rPr dirty="0" sz="1050" spc="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ofrece</a:t>
            </a:r>
            <a:r>
              <a:rPr dirty="0" sz="1050" spc="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ningún</a:t>
            </a:r>
            <a:r>
              <a:rPr dirty="0" sz="1050" spc="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problema</a:t>
            </a:r>
            <a:r>
              <a:rPr dirty="0" sz="1050" spc="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ni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incomodidad</a:t>
            </a:r>
            <a:r>
              <a:rPr dirty="0" sz="1050" spc="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o</a:t>
            </a:r>
            <a:r>
              <a:rPr dirty="0" sz="1050" spc="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inseguridad</a:t>
            </a:r>
            <a:r>
              <a:rPr dirty="0" sz="1050" spc="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ya</a:t>
            </a:r>
            <a:r>
              <a:rPr dirty="0" sz="1050" spc="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45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se </a:t>
            </a:r>
            <a:r>
              <a:rPr dirty="0" sz="1050">
                <a:latin typeface="Times New Roman"/>
                <a:cs typeface="Times New Roman"/>
              </a:rPr>
              <a:t>está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garantizando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este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tramo,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recto,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valor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del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bombeo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aunque</a:t>
            </a:r>
            <a:r>
              <a:rPr dirty="0" sz="1050" spc="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</a:t>
            </a:r>
            <a:r>
              <a:rPr dirty="0" sz="1050" spc="20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una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sola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dirección.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la </a:t>
            </a:r>
            <a:r>
              <a:rPr dirty="0" sz="1050">
                <a:latin typeface="Times New Roman"/>
                <a:cs typeface="Times New Roman"/>
              </a:rPr>
              <a:t>Figura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8.19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observa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13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procedimiento.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050">
              <a:latin typeface="Times New Roman"/>
              <a:cs typeface="Times New Roman"/>
            </a:endParaRPr>
          </a:p>
          <a:p>
            <a:pPr algn="just" marL="13970" marR="7620">
              <a:lnSpc>
                <a:spcPct val="97900"/>
              </a:lnSpc>
            </a:pPr>
            <a:r>
              <a:rPr dirty="0" baseline="2645" sz="1575">
                <a:latin typeface="Times New Roman"/>
                <a:cs typeface="Times New Roman"/>
              </a:rPr>
              <a:t>Esta</a:t>
            </a:r>
            <a:r>
              <a:rPr dirty="0" baseline="2645" sz="1575" spc="104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solución</a:t>
            </a:r>
            <a:r>
              <a:rPr dirty="0" baseline="2645" sz="1575" spc="12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puede</a:t>
            </a:r>
            <a:r>
              <a:rPr dirty="0" baseline="2645" sz="1575" spc="104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tener</a:t>
            </a:r>
            <a:r>
              <a:rPr dirty="0" baseline="2645" sz="1575" spc="12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problemas</a:t>
            </a:r>
            <a:r>
              <a:rPr dirty="0" baseline="2645" sz="1575" spc="127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en</a:t>
            </a:r>
            <a:r>
              <a:rPr dirty="0" baseline="2645" sz="1575" spc="127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el</a:t>
            </a:r>
            <a:r>
              <a:rPr dirty="0" baseline="2645" sz="1575" spc="112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caso</a:t>
            </a:r>
            <a:r>
              <a:rPr dirty="0" baseline="2645" sz="1575" spc="112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en</a:t>
            </a:r>
            <a:r>
              <a:rPr dirty="0" baseline="2645" sz="1575" spc="12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que</a:t>
            </a:r>
            <a:r>
              <a:rPr dirty="0" baseline="2645" sz="1575" spc="12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las</a:t>
            </a:r>
            <a:r>
              <a:rPr dirty="0" baseline="2645" sz="1575" spc="12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abscisas</a:t>
            </a:r>
            <a:r>
              <a:rPr dirty="0" baseline="2645" sz="1575" spc="12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F</a:t>
            </a:r>
            <a:r>
              <a:rPr dirty="0" sz="650">
                <a:latin typeface="Times New Roman"/>
                <a:cs typeface="Times New Roman"/>
              </a:rPr>
              <a:t>1</a:t>
            </a:r>
            <a:r>
              <a:rPr dirty="0" sz="650" spc="8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y</a:t>
            </a:r>
            <a:r>
              <a:rPr dirty="0" baseline="2645" sz="1575" spc="127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C</a:t>
            </a:r>
            <a:r>
              <a:rPr dirty="0" sz="650">
                <a:latin typeface="Times New Roman"/>
                <a:cs typeface="Times New Roman"/>
              </a:rPr>
              <a:t>2</a:t>
            </a:r>
            <a:r>
              <a:rPr dirty="0" sz="650" spc="8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se</a:t>
            </a:r>
            <a:r>
              <a:rPr dirty="0" baseline="2645" sz="1575" spc="112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traslapen,</a:t>
            </a:r>
            <a:r>
              <a:rPr dirty="0" baseline="2645" sz="1575" spc="112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es</a:t>
            </a:r>
            <a:r>
              <a:rPr dirty="0" baseline="2645" sz="1575" spc="12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decir,</a:t>
            </a:r>
            <a:r>
              <a:rPr dirty="0" baseline="2645" sz="1575" spc="112">
                <a:latin typeface="Times New Roman"/>
                <a:cs typeface="Times New Roman"/>
              </a:rPr>
              <a:t> </a:t>
            </a:r>
            <a:r>
              <a:rPr dirty="0" baseline="2645" sz="1575" spc="-37">
                <a:latin typeface="Times New Roman"/>
                <a:cs typeface="Times New Roman"/>
              </a:rPr>
              <a:t>la </a:t>
            </a:r>
            <a:r>
              <a:rPr dirty="0" baseline="2645" sz="1575">
                <a:latin typeface="Times New Roman"/>
                <a:cs typeface="Times New Roman"/>
              </a:rPr>
              <a:t>abscisa</a:t>
            </a:r>
            <a:r>
              <a:rPr dirty="0" baseline="2645" sz="1575" spc="97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F</a:t>
            </a:r>
            <a:r>
              <a:rPr dirty="0" sz="650">
                <a:latin typeface="Times New Roman"/>
                <a:cs typeface="Times New Roman"/>
              </a:rPr>
              <a:t>1</a:t>
            </a:r>
            <a:r>
              <a:rPr dirty="0" sz="650" spc="8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sea</a:t>
            </a:r>
            <a:r>
              <a:rPr dirty="0" baseline="2645" sz="1575" spc="104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mayor</a:t>
            </a:r>
            <a:r>
              <a:rPr dirty="0" baseline="2645" sz="1575" spc="104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que</a:t>
            </a:r>
            <a:r>
              <a:rPr dirty="0" baseline="2645" sz="1575" spc="89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la</a:t>
            </a:r>
            <a:r>
              <a:rPr dirty="0" baseline="2645" sz="1575" spc="89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abscisa</a:t>
            </a:r>
            <a:r>
              <a:rPr dirty="0" baseline="2645" sz="1575" spc="104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C</a:t>
            </a:r>
            <a:r>
              <a:rPr dirty="0" sz="650">
                <a:latin typeface="Times New Roman"/>
                <a:cs typeface="Times New Roman"/>
              </a:rPr>
              <a:t>2</a:t>
            </a:r>
            <a:r>
              <a:rPr dirty="0" baseline="2645" sz="1575">
                <a:latin typeface="Times New Roman"/>
                <a:cs typeface="Times New Roman"/>
              </a:rPr>
              <a:t>.</a:t>
            </a:r>
            <a:r>
              <a:rPr dirty="0" baseline="2645" sz="1575" spc="97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No</a:t>
            </a:r>
            <a:r>
              <a:rPr dirty="0" baseline="2645" sz="1575" spc="112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es</a:t>
            </a:r>
            <a:r>
              <a:rPr dirty="0" baseline="2645" sz="1575" spc="104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muy</a:t>
            </a:r>
            <a:r>
              <a:rPr dirty="0" baseline="2645" sz="1575" spc="97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usual</a:t>
            </a:r>
            <a:r>
              <a:rPr dirty="0" baseline="2645" sz="1575" spc="97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que</a:t>
            </a:r>
            <a:r>
              <a:rPr dirty="0" baseline="2645" sz="1575" spc="142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esto</a:t>
            </a:r>
            <a:r>
              <a:rPr dirty="0" sz="1050" spc="7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7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presente</a:t>
            </a:r>
            <a:r>
              <a:rPr dirty="0" sz="1050" spc="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porque</a:t>
            </a:r>
            <a:r>
              <a:rPr dirty="0" sz="1050" spc="6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indica</a:t>
            </a:r>
            <a:r>
              <a:rPr dirty="0" sz="1050" spc="7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60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las </a:t>
            </a:r>
            <a:r>
              <a:rPr dirty="0" sz="1050">
                <a:latin typeface="Times New Roman"/>
                <a:cs typeface="Times New Roman"/>
              </a:rPr>
              <a:t>dos</a:t>
            </a:r>
            <a:r>
              <a:rPr dirty="0" sz="1050" spc="1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curvas</a:t>
            </a:r>
            <a:r>
              <a:rPr dirty="0" sz="1050" spc="1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están</a:t>
            </a:r>
            <a:r>
              <a:rPr dirty="0" sz="1050" spc="1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muy</a:t>
            </a:r>
            <a:r>
              <a:rPr dirty="0" sz="1050" spc="1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cercanas</a:t>
            </a:r>
            <a:r>
              <a:rPr dirty="0" sz="1050" spc="1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lo</a:t>
            </a:r>
            <a:r>
              <a:rPr dirty="0" sz="1050" spc="1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1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significa</a:t>
            </a:r>
            <a:r>
              <a:rPr dirty="0" sz="1050" spc="1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1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</a:t>
            </a:r>
            <a:r>
              <a:rPr dirty="0" sz="1050" spc="1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1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alineamiento</a:t>
            </a:r>
            <a:r>
              <a:rPr dirty="0" sz="1050" spc="15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horizontal</a:t>
            </a:r>
            <a:r>
              <a:rPr dirty="0" sz="1050" spc="1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1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debió</a:t>
            </a:r>
            <a:r>
              <a:rPr dirty="0" sz="1050" spc="145">
                <a:latin typeface="Times New Roman"/>
                <a:cs typeface="Times New Roman"/>
              </a:rPr>
              <a:t>  </a:t>
            </a:r>
            <a:r>
              <a:rPr dirty="0" sz="1050" spc="-10">
                <a:latin typeface="Times New Roman"/>
                <a:cs typeface="Times New Roman"/>
              </a:rPr>
              <a:t>haber </a:t>
            </a:r>
            <a:r>
              <a:rPr dirty="0" sz="1050">
                <a:latin typeface="Times New Roman"/>
                <a:cs typeface="Times New Roman"/>
              </a:rPr>
              <a:t>reemplazado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las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dos</a:t>
            </a:r>
            <a:r>
              <a:rPr dirty="0" sz="1050" spc="2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por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una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sola.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(Figura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 spc="-20">
                <a:latin typeface="Times New Roman"/>
                <a:cs typeface="Times New Roman"/>
              </a:rPr>
              <a:t>8.20)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1050">
              <a:latin typeface="Times New Roman"/>
              <a:cs typeface="Times New Roman"/>
            </a:endParaRPr>
          </a:p>
          <a:p>
            <a:pPr algn="just" marL="13970" marR="20955">
              <a:lnSpc>
                <a:spcPts val="1220"/>
              </a:lnSpc>
            </a:pP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20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todas</a:t>
            </a:r>
            <a:r>
              <a:rPr dirty="0" sz="1050" spc="20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formas</a:t>
            </a:r>
            <a:r>
              <a:rPr dirty="0" sz="1050" spc="20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si</a:t>
            </a:r>
            <a:r>
              <a:rPr dirty="0" sz="1050" spc="20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20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llegase</a:t>
            </a:r>
            <a:r>
              <a:rPr dirty="0" sz="1050" spc="2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</a:t>
            </a:r>
            <a:r>
              <a:rPr dirty="0" sz="1050" spc="204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presentar</a:t>
            </a:r>
            <a:r>
              <a:rPr dirty="0" sz="1050" spc="204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este</a:t>
            </a:r>
            <a:r>
              <a:rPr dirty="0" sz="1050" spc="204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problema,</a:t>
            </a:r>
            <a:r>
              <a:rPr dirty="0" sz="1050" spc="2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204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significa</a:t>
            </a:r>
            <a:r>
              <a:rPr dirty="0" sz="1050" spc="2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un</a:t>
            </a:r>
            <a:r>
              <a:rPr dirty="0" sz="1050" spc="204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mal</a:t>
            </a:r>
            <a:r>
              <a:rPr dirty="0" sz="1050" spc="20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alineamiento,</a:t>
            </a:r>
            <a:r>
              <a:rPr dirty="0" sz="1050" spc="195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las </a:t>
            </a:r>
            <a:r>
              <a:rPr dirty="0" sz="1050">
                <a:latin typeface="Times New Roman"/>
                <a:cs typeface="Times New Roman"/>
              </a:rPr>
              <a:t>soluciones</a:t>
            </a:r>
            <a:r>
              <a:rPr dirty="0" sz="1050" spc="-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pueden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ser</a:t>
            </a:r>
            <a:r>
              <a:rPr dirty="0" sz="1050" spc="-3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diversas:</a:t>
            </a:r>
            <a:endParaRPr sz="10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4333240" y="3470923"/>
            <a:ext cx="411480" cy="0"/>
          </a:xfrm>
          <a:custGeom>
            <a:avLst/>
            <a:gdLst/>
            <a:ahLst/>
            <a:cxnLst/>
            <a:rect l="l" t="t" r="r" b="b"/>
            <a:pathLst>
              <a:path w="411479" h="0">
                <a:moveTo>
                  <a:pt x="0" y="0"/>
                </a:moveTo>
                <a:lnTo>
                  <a:pt x="41148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4521834" y="3280423"/>
            <a:ext cx="34290" cy="191135"/>
            <a:chOff x="4521834" y="3280423"/>
            <a:chExt cx="34290" cy="191135"/>
          </a:xfrm>
        </p:grpSpPr>
        <p:sp>
          <p:nvSpPr>
            <p:cNvPr id="4" name="object 4" descr=""/>
            <p:cNvSpPr/>
            <p:nvPr/>
          </p:nvSpPr>
          <p:spPr>
            <a:xfrm>
              <a:off x="4540884" y="3280423"/>
              <a:ext cx="0" cy="95885"/>
            </a:xfrm>
            <a:custGeom>
              <a:avLst/>
              <a:gdLst/>
              <a:ahLst/>
              <a:cxnLst/>
              <a:rect l="l" t="t" r="r" b="b"/>
              <a:pathLst>
                <a:path w="0" h="95885">
                  <a:moveTo>
                    <a:pt x="0" y="9588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4523739" y="3376943"/>
              <a:ext cx="32384" cy="94615"/>
            </a:xfrm>
            <a:custGeom>
              <a:avLst/>
              <a:gdLst/>
              <a:ahLst/>
              <a:cxnLst/>
              <a:rect l="l" t="t" r="r" b="b"/>
              <a:pathLst>
                <a:path w="32385" h="94614">
                  <a:moveTo>
                    <a:pt x="32385" y="0"/>
                  </a:moveTo>
                  <a:lnTo>
                    <a:pt x="0" y="0"/>
                  </a:lnTo>
                  <a:lnTo>
                    <a:pt x="17145" y="94615"/>
                  </a:lnTo>
                  <a:lnTo>
                    <a:pt x="3238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4522469" y="3375038"/>
              <a:ext cx="32384" cy="94615"/>
            </a:xfrm>
            <a:custGeom>
              <a:avLst/>
              <a:gdLst/>
              <a:ahLst/>
              <a:cxnLst/>
              <a:rect l="l" t="t" r="r" b="b"/>
              <a:pathLst>
                <a:path w="32385" h="94614">
                  <a:moveTo>
                    <a:pt x="0" y="0"/>
                  </a:moveTo>
                  <a:lnTo>
                    <a:pt x="32384" y="0"/>
                  </a:lnTo>
                  <a:lnTo>
                    <a:pt x="17144" y="94615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/>
          <p:nvPr/>
        </p:nvSpPr>
        <p:spPr>
          <a:xfrm>
            <a:off x="3792220" y="3469017"/>
            <a:ext cx="1270" cy="1270"/>
          </a:xfrm>
          <a:custGeom>
            <a:avLst/>
            <a:gdLst/>
            <a:ahLst/>
            <a:cxnLst/>
            <a:rect l="l" t="t" r="r" b="b"/>
            <a:pathLst>
              <a:path w="1270" h="1270">
                <a:moveTo>
                  <a:pt x="0" y="634"/>
                </a:moveTo>
                <a:lnTo>
                  <a:pt x="185" y="185"/>
                </a:lnTo>
                <a:lnTo>
                  <a:pt x="635" y="0"/>
                </a:lnTo>
                <a:lnTo>
                  <a:pt x="1084" y="185"/>
                </a:lnTo>
                <a:lnTo>
                  <a:pt x="1270" y="634"/>
                </a:lnTo>
                <a:lnTo>
                  <a:pt x="1084" y="1084"/>
                </a:lnTo>
                <a:lnTo>
                  <a:pt x="635" y="1269"/>
                </a:lnTo>
                <a:lnTo>
                  <a:pt x="185" y="1084"/>
                </a:lnTo>
                <a:lnTo>
                  <a:pt x="0" y="63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8" name="object 8" descr=""/>
          <p:cNvGrpSpPr/>
          <p:nvPr/>
        </p:nvGrpSpPr>
        <p:grpSpPr>
          <a:xfrm>
            <a:off x="5531484" y="2823222"/>
            <a:ext cx="31750" cy="349250"/>
            <a:chOff x="5531484" y="2823222"/>
            <a:chExt cx="31750" cy="349250"/>
          </a:xfrm>
        </p:grpSpPr>
        <p:sp>
          <p:nvSpPr>
            <p:cNvPr id="9" name="object 9" descr=""/>
            <p:cNvSpPr/>
            <p:nvPr/>
          </p:nvSpPr>
          <p:spPr>
            <a:xfrm>
              <a:off x="5546724" y="2919742"/>
              <a:ext cx="0" cy="252729"/>
            </a:xfrm>
            <a:custGeom>
              <a:avLst/>
              <a:gdLst/>
              <a:ahLst/>
              <a:cxnLst/>
              <a:rect l="l" t="t" r="r" b="b"/>
              <a:pathLst>
                <a:path w="0" h="252730">
                  <a:moveTo>
                    <a:pt x="0" y="0"/>
                  </a:moveTo>
                  <a:lnTo>
                    <a:pt x="0" y="2527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5532119" y="2823857"/>
              <a:ext cx="30480" cy="95885"/>
            </a:xfrm>
            <a:custGeom>
              <a:avLst/>
              <a:gdLst/>
              <a:ahLst/>
              <a:cxnLst/>
              <a:rect l="l" t="t" r="r" b="b"/>
              <a:pathLst>
                <a:path w="30479" h="95885">
                  <a:moveTo>
                    <a:pt x="15239" y="0"/>
                  </a:moveTo>
                  <a:lnTo>
                    <a:pt x="0" y="95884"/>
                  </a:lnTo>
                  <a:lnTo>
                    <a:pt x="30479" y="95884"/>
                  </a:lnTo>
                  <a:lnTo>
                    <a:pt x="1523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5532119" y="2823857"/>
              <a:ext cx="30480" cy="95885"/>
            </a:xfrm>
            <a:custGeom>
              <a:avLst/>
              <a:gdLst/>
              <a:ahLst/>
              <a:cxnLst/>
              <a:rect l="l" t="t" r="r" b="b"/>
              <a:pathLst>
                <a:path w="30479" h="95885">
                  <a:moveTo>
                    <a:pt x="0" y="95884"/>
                  </a:moveTo>
                  <a:lnTo>
                    <a:pt x="30479" y="95884"/>
                  </a:lnTo>
                  <a:lnTo>
                    <a:pt x="15239" y="0"/>
                  </a:lnTo>
                  <a:lnTo>
                    <a:pt x="0" y="95884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" name="object 12" descr=""/>
          <p:cNvGrpSpPr/>
          <p:nvPr/>
        </p:nvGrpSpPr>
        <p:grpSpPr>
          <a:xfrm>
            <a:off x="5448300" y="3212477"/>
            <a:ext cx="199390" cy="516255"/>
            <a:chOff x="5448300" y="3212477"/>
            <a:chExt cx="199390" cy="516255"/>
          </a:xfrm>
        </p:grpSpPr>
        <p:sp>
          <p:nvSpPr>
            <p:cNvPr id="13" name="object 13" descr=""/>
            <p:cNvSpPr/>
            <p:nvPr/>
          </p:nvSpPr>
          <p:spPr>
            <a:xfrm>
              <a:off x="5547360" y="3378212"/>
              <a:ext cx="0" cy="253365"/>
            </a:xfrm>
            <a:custGeom>
              <a:avLst/>
              <a:gdLst/>
              <a:ahLst/>
              <a:cxnLst/>
              <a:rect l="l" t="t" r="r" b="b"/>
              <a:pathLst>
                <a:path w="0" h="253364">
                  <a:moveTo>
                    <a:pt x="0" y="25336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5532119" y="3632212"/>
              <a:ext cx="30480" cy="95885"/>
            </a:xfrm>
            <a:custGeom>
              <a:avLst/>
              <a:gdLst/>
              <a:ahLst/>
              <a:cxnLst/>
              <a:rect l="l" t="t" r="r" b="b"/>
              <a:pathLst>
                <a:path w="30479" h="95885">
                  <a:moveTo>
                    <a:pt x="30479" y="0"/>
                  </a:moveTo>
                  <a:lnTo>
                    <a:pt x="0" y="0"/>
                  </a:lnTo>
                  <a:lnTo>
                    <a:pt x="15239" y="95884"/>
                  </a:lnTo>
                  <a:lnTo>
                    <a:pt x="304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5532119" y="3632212"/>
              <a:ext cx="30480" cy="95885"/>
            </a:xfrm>
            <a:custGeom>
              <a:avLst/>
              <a:gdLst/>
              <a:ahLst/>
              <a:cxnLst/>
              <a:rect l="l" t="t" r="r" b="b"/>
              <a:pathLst>
                <a:path w="30479" h="95885">
                  <a:moveTo>
                    <a:pt x="0" y="0"/>
                  </a:moveTo>
                  <a:lnTo>
                    <a:pt x="30479" y="0"/>
                  </a:lnTo>
                  <a:lnTo>
                    <a:pt x="15239" y="95884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48300" y="3255022"/>
              <a:ext cx="78739" cy="85090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62600" y="3212477"/>
              <a:ext cx="85089" cy="127634"/>
            </a:xfrm>
            <a:prstGeom prst="rect">
              <a:avLst/>
            </a:prstGeom>
          </p:spPr>
        </p:pic>
      </p:grpSp>
      <p:sp>
        <p:nvSpPr>
          <p:cNvPr id="18" name="object 18" descr=""/>
          <p:cNvSpPr/>
          <p:nvPr/>
        </p:nvSpPr>
        <p:spPr>
          <a:xfrm>
            <a:off x="5558790" y="2823857"/>
            <a:ext cx="1270" cy="1270"/>
          </a:xfrm>
          <a:custGeom>
            <a:avLst/>
            <a:gdLst/>
            <a:ahLst/>
            <a:cxnLst/>
            <a:rect l="l" t="t" r="r" b="b"/>
            <a:pathLst>
              <a:path w="1270" h="1269">
                <a:moveTo>
                  <a:pt x="0" y="634"/>
                </a:moveTo>
                <a:lnTo>
                  <a:pt x="185" y="185"/>
                </a:lnTo>
                <a:lnTo>
                  <a:pt x="635" y="0"/>
                </a:lnTo>
                <a:lnTo>
                  <a:pt x="1084" y="185"/>
                </a:lnTo>
                <a:lnTo>
                  <a:pt x="1270" y="634"/>
                </a:lnTo>
                <a:lnTo>
                  <a:pt x="1084" y="1084"/>
                </a:lnTo>
                <a:lnTo>
                  <a:pt x="635" y="1269"/>
                </a:lnTo>
                <a:lnTo>
                  <a:pt x="185" y="1084"/>
                </a:lnTo>
                <a:lnTo>
                  <a:pt x="0" y="63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/>
          <p:nvPr/>
        </p:nvSpPr>
        <p:spPr>
          <a:xfrm>
            <a:off x="5547360" y="3728097"/>
            <a:ext cx="12700" cy="1270"/>
          </a:xfrm>
          <a:custGeom>
            <a:avLst/>
            <a:gdLst/>
            <a:ahLst/>
            <a:cxnLst/>
            <a:rect l="l" t="t" r="r" b="b"/>
            <a:pathLst>
              <a:path w="12700" h="1270">
                <a:moveTo>
                  <a:pt x="1270" y="635"/>
                </a:moveTo>
                <a:lnTo>
                  <a:pt x="1079" y="190"/>
                </a:lnTo>
                <a:lnTo>
                  <a:pt x="635" y="0"/>
                </a:lnTo>
                <a:lnTo>
                  <a:pt x="177" y="190"/>
                </a:lnTo>
                <a:lnTo>
                  <a:pt x="0" y="635"/>
                </a:lnTo>
                <a:lnTo>
                  <a:pt x="177" y="1092"/>
                </a:lnTo>
                <a:lnTo>
                  <a:pt x="635" y="1270"/>
                </a:lnTo>
                <a:lnTo>
                  <a:pt x="1079" y="1092"/>
                </a:lnTo>
                <a:lnTo>
                  <a:pt x="1270" y="635"/>
                </a:lnTo>
                <a:close/>
              </a:path>
              <a:path w="12700" h="1270">
                <a:moveTo>
                  <a:pt x="12700" y="635"/>
                </a:moveTo>
                <a:lnTo>
                  <a:pt x="12509" y="190"/>
                </a:lnTo>
                <a:lnTo>
                  <a:pt x="12065" y="0"/>
                </a:lnTo>
                <a:lnTo>
                  <a:pt x="11607" y="190"/>
                </a:lnTo>
                <a:lnTo>
                  <a:pt x="11430" y="635"/>
                </a:lnTo>
                <a:lnTo>
                  <a:pt x="11607" y="1092"/>
                </a:lnTo>
                <a:lnTo>
                  <a:pt x="12065" y="1270"/>
                </a:lnTo>
                <a:lnTo>
                  <a:pt x="12509" y="1092"/>
                </a:lnTo>
                <a:lnTo>
                  <a:pt x="12700" y="6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0" name="object 20" descr=""/>
          <p:cNvGrpSpPr/>
          <p:nvPr/>
        </p:nvGrpSpPr>
        <p:grpSpPr>
          <a:xfrm>
            <a:off x="5119370" y="2773692"/>
            <a:ext cx="694690" cy="99060"/>
            <a:chOff x="5119370" y="2773692"/>
            <a:chExt cx="694690" cy="99060"/>
          </a:xfrm>
        </p:grpSpPr>
        <p:sp>
          <p:nvSpPr>
            <p:cNvPr id="21" name="object 21" descr=""/>
            <p:cNvSpPr/>
            <p:nvPr/>
          </p:nvSpPr>
          <p:spPr>
            <a:xfrm>
              <a:off x="5133340" y="2773692"/>
              <a:ext cx="0" cy="99060"/>
            </a:xfrm>
            <a:custGeom>
              <a:avLst/>
              <a:gdLst/>
              <a:ahLst/>
              <a:cxnLst/>
              <a:rect l="l" t="t" r="r" b="b"/>
              <a:pathLst>
                <a:path w="0" h="99060">
                  <a:moveTo>
                    <a:pt x="0" y="9906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5120005" y="2813697"/>
              <a:ext cx="12065" cy="22860"/>
            </a:xfrm>
            <a:custGeom>
              <a:avLst/>
              <a:gdLst/>
              <a:ahLst/>
              <a:cxnLst/>
              <a:rect l="l" t="t" r="r" b="b"/>
              <a:pathLst>
                <a:path w="12064" h="22860">
                  <a:moveTo>
                    <a:pt x="12065" y="0"/>
                  </a:moveTo>
                  <a:lnTo>
                    <a:pt x="8890" y="0"/>
                  </a:lnTo>
                  <a:lnTo>
                    <a:pt x="7620" y="1270"/>
                  </a:lnTo>
                  <a:lnTo>
                    <a:pt x="4445" y="3175"/>
                  </a:lnTo>
                  <a:lnTo>
                    <a:pt x="1270" y="5715"/>
                  </a:lnTo>
                  <a:lnTo>
                    <a:pt x="1270" y="7620"/>
                  </a:lnTo>
                  <a:lnTo>
                    <a:pt x="0" y="10795"/>
                  </a:lnTo>
                  <a:lnTo>
                    <a:pt x="0" y="12065"/>
                  </a:lnTo>
                  <a:lnTo>
                    <a:pt x="1270" y="15240"/>
                  </a:lnTo>
                  <a:lnTo>
                    <a:pt x="1270" y="16510"/>
                  </a:lnTo>
                  <a:lnTo>
                    <a:pt x="4445" y="19685"/>
                  </a:lnTo>
                  <a:lnTo>
                    <a:pt x="7620" y="20955"/>
                  </a:lnTo>
                  <a:lnTo>
                    <a:pt x="8890" y="22860"/>
                  </a:lnTo>
                  <a:lnTo>
                    <a:pt x="12065" y="22860"/>
                  </a:lnTo>
                  <a:lnTo>
                    <a:pt x="1206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5120005" y="2813697"/>
              <a:ext cx="12065" cy="22860"/>
            </a:xfrm>
            <a:custGeom>
              <a:avLst/>
              <a:gdLst/>
              <a:ahLst/>
              <a:cxnLst/>
              <a:rect l="l" t="t" r="r" b="b"/>
              <a:pathLst>
                <a:path w="12064" h="22860">
                  <a:moveTo>
                    <a:pt x="12065" y="22860"/>
                  </a:moveTo>
                  <a:lnTo>
                    <a:pt x="8890" y="22860"/>
                  </a:lnTo>
                  <a:lnTo>
                    <a:pt x="7620" y="20955"/>
                  </a:lnTo>
                  <a:lnTo>
                    <a:pt x="4445" y="19685"/>
                  </a:lnTo>
                  <a:lnTo>
                    <a:pt x="3175" y="18415"/>
                  </a:lnTo>
                  <a:lnTo>
                    <a:pt x="1270" y="16510"/>
                  </a:lnTo>
                  <a:lnTo>
                    <a:pt x="1270" y="15240"/>
                  </a:lnTo>
                  <a:lnTo>
                    <a:pt x="0" y="12065"/>
                  </a:lnTo>
                  <a:lnTo>
                    <a:pt x="0" y="10795"/>
                  </a:lnTo>
                  <a:lnTo>
                    <a:pt x="1270" y="7620"/>
                  </a:lnTo>
                  <a:lnTo>
                    <a:pt x="1270" y="5715"/>
                  </a:lnTo>
                  <a:lnTo>
                    <a:pt x="3175" y="4445"/>
                  </a:lnTo>
                  <a:lnTo>
                    <a:pt x="4445" y="3175"/>
                  </a:lnTo>
                  <a:lnTo>
                    <a:pt x="7620" y="1270"/>
                  </a:lnTo>
                  <a:lnTo>
                    <a:pt x="8890" y="0"/>
                  </a:lnTo>
                  <a:lnTo>
                    <a:pt x="1206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5133340" y="2813697"/>
              <a:ext cx="669290" cy="22860"/>
            </a:xfrm>
            <a:custGeom>
              <a:avLst/>
              <a:gdLst/>
              <a:ahLst/>
              <a:cxnLst/>
              <a:rect l="l" t="t" r="r" b="b"/>
              <a:pathLst>
                <a:path w="669289" h="22860">
                  <a:moveTo>
                    <a:pt x="669289" y="0"/>
                  </a:moveTo>
                  <a:lnTo>
                    <a:pt x="0" y="0"/>
                  </a:lnTo>
                  <a:lnTo>
                    <a:pt x="0" y="22860"/>
                  </a:lnTo>
                  <a:lnTo>
                    <a:pt x="334645" y="22860"/>
                  </a:lnTo>
                  <a:lnTo>
                    <a:pt x="669289" y="22860"/>
                  </a:lnTo>
                  <a:lnTo>
                    <a:pt x="66928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5133340" y="2813697"/>
              <a:ext cx="669290" cy="22860"/>
            </a:xfrm>
            <a:custGeom>
              <a:avLst/>
              <a:gdLst/>
              <a:ahLst/>
              <a:cxnLst/>
              <a:rect l="l" t="t" r="r" b="b"/>
              <a:pathLst>
                <a:path w="669289" h="22860">
                  <a:moveTo>
                    <a:pt x="334645" y="22860"/>
                  </a:moveTo>
                  <a:lnTo>
                    <a:pt x="0" y="22860"/>
                  </a:lnTo>
                  <a:lnTo>
                    <a:pt x="0" y="0"/>
                  </a:lnTo>
                  <a:lnTo>
                    <a:pt x="669289" y="0"/>
                  </a:lnTo>
                  <a:lnTo>
                    <a:pt x="669289" y="22860"/>
                  </a:lnTo>
                  <a:lnTo>
                    <a:pt x="334645" y="2286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5802630" y="2813697"/>
              <a:ext cx="10795" cy="22860"/>
            </a:xfrm>
            <a:custGeom>
              <a:avLst/>
              <a:gdLst/>
              <a:ahLst/>
              <a:cxnLst/>
              <a:rect l="l" t="t" r="r" b="b"/>
              <a:pathLst>
                <a:path w="10795" h="22860">
                  <a:moveTo>
                    <a:pt x="1270" y="0"/>
                  </a:moveTo>
                  <a:lnTo>
                    <a:pt x="0" y="0"/>
                  </a:lnTo>
                  <a:lnTo>
                    <a:pt x="0" y="22860"/>
                  </a:lnTo>
                  <a:lnTo>
                    <a:pt x="1270" y="22860"/>
                  </a:lnTo>
                  <a:lnTo>
                    <a:pt x="4445" y="20955"/>
                  </a:lnTo>
                  <a:lnTo>
                    <a:pt x="10795" y="15240"/>
                  </a:lnTo>
                  <a:lnTo>
                    <a:pt x="10795" y="7620"/>
                  </a:lnTo>
                  <a:lnTo>
                    <a:pt x="5715" y="3175"/>
                  </a:lnTo>
                  <a:lnTo>
                    <a:pt x="4445" y="1270"/>
                  </a:lnTo>
                  <a:lnTo>
                    <a:pt x="127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5801995" y="2813062"/>
              <a:ext cx="11430" cy="22860"/>
            </a:xfrm>
            <a:custGeom>
              <a:avLst/>
              <a:gdLst/>
              <a:ahLst/>
              <a:cxnLst/>
              <a:rect l="l" t="t" r="r" b="b"/>
              <a:pathLst>
                <a:path w="11429" h="22860">
                  <a:moveTo>
                    <a:pt x="0" y="0"/>
                  </a:moveTo>
                  <a:lnTo>
                    <a:pt x="1269" y="0"/>
                  </a:lnTo>
                  <a:lnTo>
                    <a:pt x="4444" y="1270"/>
                  </a:lnTo>
                  <a:lnTo>
                    <a:pt x="5714" y="3175"/>
                  </a:lnTo>
                  <a:lnTo>
                    <a:pt x="7619" y="4445"/>
                  </a:lnTo>
                  <a:lnTo>
                    <a:pt x="8889" y="5715"/>
                  </a:lnTo>
                  <a:lnTo>
                    <a:pt x="11429" y="7620"/>
                  </a:lnTo>
                  <a:lnTo>
                    <a:pt x="11429" y="15240"/>
                  </a:lnTo>
                  <a:lnTo>
                    <a:pt x="8889" y="16509"/>
                  </a:lnTo>
                  <a:lnTo>
                    <a:pt x="7619" y="18415"/>
                  </a:lnTo>
                  <a:lnTo>
                    <a:pt x="5714" y="19684"/>
                  </a:lnTo>
                  <a:lnTo>
                    <a:pt x="4444" y="20954"/>
                  </a:lnTo>
                  <a:lnTo>
                    <a:pt x="1269" y="22859"/>
                  </a:lnTo>
                  <a:lnTo>
                    <a:pt x="0" y="2285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 descr=""/>
          <p:cNvSpPr/>
          <p:nvPr/>
        </p:nvSpPr>
        <p:spPr>
          <a:xfrm>
            <a:off x="5132704" y="3515373"/>
            <a:ext cx="0" cy="99060"/>
          </a:xfrm>
          <a:custGeom>
            <a:avLst/>
            <a:gdLst/>
            <a:ahLst/>
            <a:cxnLst/>
            <a:rect l="l" t="t" r="r" b="b"/>
            <a:pathLst>
              <a:path w="0" h="99060">
                <a:moveTo>
                  <a:pt x="0" y="9906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 descr=""/>
          <p:cNvSpPr/>
          <p:nvPr/>
        </p:nvSpPr>
        <p:spPr>
          <a:xfrm>
            <a:off x="5132704" y="3367417"/>
            <a:ext cx="0" cy="99060"/>
          </a:xfrm>
          <a:custGeom>
            <a:avLst/>
            <a:gdLst/>
            <a:ahLst/>
            <a:cxnLst/>
            <a:rect l="l" t="t" r="r" b="b"/>
            <a:pathLst>
              <a:path w="0" h="99060">
                <a:moveTo>
                  <a:pt x="0" y="9906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 descr=""/>
          <p:cNvSpPr/>
          <p:nvPr/>
        </p:nvSpPr>
        <p:spPr>
          <a:xfrm>
            <a:off x="5132704" y="3219462"/>
            <a:ext cx="0" cy="99695"/>
          </a:xfrm>
          <a:custGeom>
            <a:avLst/>
            <a:gdLst/>
            <a:ahLst/>
            <a:cxnLst/>
            <a:rect l="l" t="t" r="r" b="b"/>
            <a:pathLst>
              <a:path w="0" h="99695">
                <a:moveTo>
                  <a:pt x="0" y="99695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 descr=""/>
          <p:cNvSpPr/>
          <p:nvPr/>
        </p:nvSpPr>
        <p:spPr>
          <a:xfrm>
            <a:off x="5132704" y="3070237"/>
            <a:ext cx="0" cy="99060"/>
          </a:xfrm>
          <a:custGeom>
            <a:avLst/>
            <a:gdLst/>
            <a:ahLst/>
            <a:cxnLst/>
            <a:rect l="l" t="t" r="r" b="b"/>
            <a:pathLst>
              <a:path w="0" h="99060">
                <a:moveTo>
                  <a:pt x="0" y="99059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 descr=""/>
          <p:cNvSpPr/>
          <p:nvPr/>
        </p:nvSpPr>
        <p:spPr>
          <a:xfrm>
            <a:off x="5132704" y="2922917"/>
            <a:ext cx="0" cy="99060"/>
          </a:xfrm>
          <a:custGeom>
            <a:avLst/>
            <a:gdLst/>
            <a:ahLst/>
            <a:cxnLst/>
            <a:rect l="l" t="t" r="r" b="b"/>
            <a:pathLst>
              <a:path w="0" h="99060">
                <a:moveTo>
                  <a:pt x="0" y="9906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 descr=""/>
          <p:cNvSpPr/>
          <p:nvPr/>
        </p:nvSpPr>
        <p:spPr>
          <a:xfrm>
            <a:off x="3437254" y="3515373"/>
            <a:ext cx="0" cy="99060"/>
          </a:xfrm>
          <a:custGeom>
            <a:avLst/>
            <a:gdLst/>
            <a:ahLst/>
            <a:cxnLst/>
            <a:rect l="l" t="t" r="r" b="b"/>
            <a:pathLst>
              <a:path w="0" h="99060">
                <a:moveTo>
                  <a:pt x="0" y="9906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4" name="object 34" descr=""/>
          <p:cNvGrpSpPr/>
          <p:nvPr/>
        </p:nvGrpSpPr>
        <p:grpSpPr>
          <a:xfrm>
            <a:off x="3425825" y="3367417"/>
            <a:ext cx="16510" cy="114300"/>
            <a:chOff x="3425825" y="3367417"/>
            <a:chExt cx="16510" cy="114300"/>
          </a:xfrm>
        </p:grpSpPr>
        <p:sp>
          <p:nvSpPr>
            <p:cNvPr id="35" name="object 35" descr=""/>
            <p:cNvSpPr/>
            <p:nvPr/>
          </p:nvSpPr>
          <p:spPr>
            <a:xfrm>
              <a:off x="3437254" y="3367417"/>
              <a:ext cx="0" cy="99060"/>
            </a:xfrm>
            <a:custGeom>
              <a:avLst/>
              <a:gdLst/>
              <a:ahLst/>
              <a:cxnLst/>
              <a:rect l="l" t="t" r="r" b="b"/>
              <a:pathLst>
                <a:path w="0" h="99060">
                  <a:moveTo>
                    <a:pt x="0" y="9906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3426460" y="3460127"/>
              <a:ext cx="15240" cy="21590"/>
            </a:xfrm>
            <a:custGeom>
              <a:avLst/>
              <a:gdLst/>
              <a:ahLst/>
              <a:cxnLst/>
              <a:rect l="l" t="t" r="r" b="b"/>
              <a:pathLst>
                <a:path w="15239" h="21589">
                  <a:moveTo>
                    <a:pt x="5714" y="0"/>
                  </a:moveTo>
                  <a:lnTo>
                    <a:pt x="0" y="6350"/>
                  </a:lnTo>
                  <a:lnTo>
                    <a:pt x="0" y="13969"/>
                  </a:lnTo>
                  <a:lnTo>
                    <a:pt x="1269" y="15239"/>
                  </a:lnTo>
                  <a:lnTo>
                    <a:pt x="1269" y="17144"/>
                  </a:lnTo>
                  <a:lnTo>
                    <a:pt x="2539" y="20319"/>
                  </a:lnTo>
                  <a:lnTo>
                    <a:pt x="5714" y="20319"/>
                  </a:lnTo>
                  <a:lnTo>
                    <a:pt x="7619" y="21589"/>
                  </a:lnTo>
                  <a:lnTo>
                    <a:pt x="15239" y="21589"/>
                  </a:lnTo>
                  <a:lnTo>
                    <a:pt x="10160" y="10794"/>
                  </a:lnTo>
                  <a:lnTo>
                    <a:pt x="571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3426460" y="3459492"/>
              <a:ext cx="15240" cy="21590"/>
            </a:xfrm>
            <a:custGeom>
              <a:avLst/>
              <a:gdLst/>
              <a:ahLst/>
              <a:cxnLst/>
              <a:rect l="l" t="t" r="r" b="b"/>
              <a:pathLst>
                <a:path w="15239" h="21589">
                  <a:moveTo>
                    <a:pt x="15239" y="21590"/>
                  </a:moveTo>
                  <a:lnTo>
                    <a:pt x="7619" y="21590"/>
                  </a:lnTo>
                  <a:lnTo>
                    <a:pt x="5714" y="20320"/>
                  </a:lnTo>
                  <a:lnTo>
                    <a:pt x="2539" y="20320"/>
                  </a:lnTo>
                  <a:lnTo>
                    <a:pt x="1269" y="17145"/>
                  </a:lnTo>
                  <a:lnTo>
                    <a:pt x="1269" y="15240"/>
                  </a:lnTo>
                  <a:lnTo>
                    <a:pt x="0" y="13970"/>
                  </a:lnTo>
                  <a:lnTo>
                    <a:pt x="0" y="6350"/>
                  </a:lnTo>
                  <a:lnTo>
                    <a:pt x="1269" y="5079"/>
                  </a:lnTo>
                  <a:lnTo>
                    <a:pt x="2539" y="3175"/>
                  </a:lnTo>
                  <a:lnTo>
                    <a:pt x="4444" y="1904"/>
                  </a:lnTo>
                  <a:lnTo>
                    <a:pt x="571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" name="object 38" descr=""/>
          <p:cNvSpPr/>
          <p:nvPr/>
        </p:nvSpPr>
        <p:spPr>
          <a:xfrm>
            <a:off x="3436620" y="3220097"/>
            <a:ext cx="0" cy="99695"/>
          </a:xfrm>
          <a:custGeom>
            <a:avLst/>
            <a:gdLst/>
            <a:ahLst/>
            <a:cxnLst/>
            <a:rect l="l" t="t" r="r" b="b"/>
            <a:pathLst>
              <a:path w="0" h="99695">
                <a:moveTo>
                  <a:pt x="0" y="99695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 descr=""/>
          <p:cNvSpPr/>
          <p:nvPr/>
        </p:nvSpPr>
        <p:spPr>
          <a:xfrm>
            <a:off x="3436620" y="3070872"/>
            <a:ext cx="0" cy="99060"/>
          </a:xfrm>
          <a:custGeom>
            <a:avLst/>
            <a:gdLst/>
            <a:ahLst/>
            <a:cxnLst/>
            <a:rect l="l" t="t" r="r" b="b"/>
            <a:pathLst>
              <a:path w="0" h="99060">
                <a:moveTo>
                  <a:pt x="0" y="9906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 descr=""/>
          <p:cNvSpPr/>
          <p:nvPr/>
        </p:nvSpPr>
        <p:spPr>
          <a:xfrm>
            <a:off x="3436620" y="2923552"/>
            <a:ext cx="0" cy="99060"/>
          </a:xfrm>
          <a:custGeom>
            <a:avLst/>
            <a:gdLst/>
            <a:ahLst/>
            <a:cxnLst/>
            <a:rect l="l" t="t" r="r" b="b"/>
            <a:pathLst>
              <a:path w="0" h="99060">
                <a:moveTo>
                  <a:pt x="0" y="99059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 descr=""/>
          <p:cNvSpPr/>
          <p:nvPr/>
        </p:nvSpPr>
        <p:spPr>
          <a:xfrm>
            <a:off x="3436620" y="2773692"/>
            <a:ext cx="0" cy="99060"/>
          </a:xfrm>
          <a:custGeom>
            <a:avLst/>
            <a:gdLst/>
            <a:ahLst/>
            <a:cxnLst/>
            <a:rect l="l" t="t" r="r" b="b"/>
            <a:pathLst>
              <a:path w="0" h="99060">
                <a:moveTo>
                  <a:pt x="0" y="9906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 descr=""/>
          <p:cNvSpPr/>
          <p:nvPr/>
        </p:nvSpPr>
        <p:spPr>
          <a:xfrm>
            <a:off x="4173220" y="3511562"/>
            <a:ext cx="0" cy="99695"/>
          </a:xfrm>
          <a:custGeom>
            <a:avLst/>
            <a:gdLst/>
            <a:ahLst/>
            <a:cxnLst/>
            <a:rect l="l" t="t" r="r" b="b"/>
            <a:pathLst>
              <a:path w="0" h="99695">
                <a:moveTo>
                  <a:pt x="0" y="99695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 descr=""/>
          <p:cNvSpPr/>
          <p:nvPr/>
        </p:nvSpPr>
        <p:spPr>
          <a:xfrm>
            <a:off x="4173220" y="3362337"/>
            <a:ext cx="0" cy="99060"/>
          </a:xfrm>
          <a:custGeom>
            <a:avLst/>
            <a:gdLst/>
            <a:ahLst/>
            <a:cxnLst/>
            <a:rect l="l" t="t" r="r" b="b"/>
            <a:pathLst>
              <a:path w="0" h="99060">
                <a:moveTo>
                  <a:pt x="0" y="99059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 descr=""/>
          <p:cNvSpPr/>
          <p:nvPr/>
        </p:nvSpPr>
        <p:spPr>
          <a:xfrm>
            <a:off x="4173220" y="3214382"/>
            <a:ext cx="0" cy="99060"/>
          </a:xfrm>
          <a:custGeom>
            <a:avLst/>
            <a:gdLst/>
            <a:ahLst/>
            <a:cxnLst/>
            <a:rect l="l" t="t" r="r" b="b"/>
            <a:pathLst>
              <a:path w="0" h="99060">
                <a:moveTo>
                  <a:pt x="0" y="99059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 descr=""/>
          <p:cNvSpPr/>
          <p:nvPr/>
        </p:nvSpPr>
        <p:spPr>
          <a:xfrm>
            <a:off x="4173220" y="3066427"/>
            <a:ext cx="0" cy="99060"/>
          </a:xfrm>
          <a:custGeom>
            <a:avLst/>
            <a:gdLst/>
            <a:ahLst/>
            <a:cxnLst/>
            <a:rect l="l" t="t" r="r" b="b"/>
            <a:pathLst>
              <a:path w="0" h="99060">
                <a:moveTo>
                  <a:pt x="0" y="99059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 descr=""/>
          <p:cNvSpPr/>
          <p:nvPr/>
        </p:nvSpPr>
        <p:spPr>
          <a:xfrm>
            <a:off x="4173220" y="2917202"/>
            <a:ext cx="0" cy="99060"/>
          </a:xfrm>
          <a:custGeom>
            <a:avLst/>
            <a:gdLst/>
            <a:ahLst/>
            <a:cxnLst/>
            <a:rect l="l" t="t" r="r" b="b"/>
            <a:pathLst>
              <a:path w="0" h="99060">
                <a:moveTo>
                  <a:pt x="0" y="99059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7" name="object 47" descr=""/>
          <p:cNvGrpSpPr/>
          <p:nvPr/>
        </p:nvGrpSpPr>
        <p:grpSpPr>
          <a:xfrm>
            <a:off x="3432175" y="2769247"/>
            <a:ext cx="1711325" cy="713105"/>
            <a:chOff x="3432175" y="2769247"/>
            <a:chExt cx="1711325" cy="713105"/>
          </a:xfrm>
        </p:grpSpPr>
        <p:sp>
          <p:nvSpPr>
            <p:cNvPr id="48" name="object 48" descr=""/>
            <p:cNvSpPr/>
            <p:nvPr/>
          </p:nvSpPr>
          <p:spPr>
            <a:xfrm>
              <a:off x="4173219" y="2769247"/>
              <a:ext cx="0" cy="99060"/>
            </a:xfrm>
            <a:custGeom>
              <a:avLst/>
              <a:gdLst/>
              <a:ahLst/>
              <a:cxnLst/>
              <a:rect l="l" t="t" r="r" b="b"/>
              <a:pathLst>
                <a:path w="0" h="99060">
                  <a:moveTo>
                    <a:pt x="0" y="9906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3432810" y="2814967"/>
              <a:ext cx="1702435" cy="666750"/>
            </a:xfrm>
            <a:custGeom>
              <a:avLst/>
              <a:gdLst/>
              <a:ahLst/>
              <a:cxnLst/>
              <a:rect l="l" t="t" r="r" b="b"/>
              <a:pathLst>
                <a:path w="1702435" h="666750">
                  <a:moveTo>
                    <a:pt x="1694814" y="0"/>
                  </a:moveTo>
                  <a:lnTo>
                    <a:pt x="0" y="644525"/>
                  </a:lnTo>
                  <a:lnTo>
                    <a:pt x="9525" y="666750"/>
                  </a:lnTo>
                  <a:lnTo>
                    <a:pt x="1702435" y="19685"/>
                  </a:lnTo>
                  <a:lnTo>
                    <a:pt x="1699260" y="9525"/>
                  </a:lnTo>
                  <a:lnTo>
                    <a:pt x="169481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3432810" y="2814967"/>
              <a:ext cx="1702435" cy="666750"/>
            </a:xfrm>
            <a:custGeom>
              <a:avLst/>
              <a:gdLst/>
              <a:ahLst/>
              <a:cxnLst/>
              <a:rect l="l" t="t" r="r" b="b"/>
              <a:pathLst>
                <a:path w="1702435" h="666750">
                  <a:moveTo>
                    <a:pt x="0" y="644525"/>
                  </a:moveTo>
                  <a:lnTo>
                    <a:pt x="4444" y="655320"/>
                  </a:lnTo>
                  <a:lnTo>
                    <a:pt x="9525" y="666750"/>
                  </a:lnTo>
                  <a:lnTo>
                    <a:pt x="1702435" y="19685"/>
                  </a:lnTo>
                  <a:lnTo>
                    <a:pt x="1699260" y="9525"/>
                  </a:lnTo>
                  <a:lnTo>
                    <a:pt x="1694814" y="0"/>
                  </a:lnTo>
                  <a:lnTo>
                    <a:pt x="0" y="644525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5127625" y="2813062"/>
              <a:ext cx="15240" cy="20955"/>
            </a:xfrm>
            <a:custGeom>
              <a:avLst/>
              <a:gdLst/>
              <a:ahLst/>
              <a:cxnLst/>
              <a:rect l="l" t="t" r="r" b="b"/>
              <a:pathLst>
                <a:path w="15239" h="20955">
                  <a:moveTo>
                    <a:pt x="7620" y="0"/>
                  </a:moveTo>
                  <a:lnTo>
                    <a:pt x="1270" y="0"/>
                  </a:lnTo>
                  <a:lnTo>
                    <a:pt x="0" y="1270"/>
                  </a:lnTo>
                  <a:lnTo>
                    <a:pt x="4445" y="10795"/>
                  </a:lnTo>
                  <a:lnTo>
                    <a:pt x="7620" y="20954"/>
                  </a:lnTo>
                  <a:lnTo>
                    <a:pt x="10795" y="20954"/>
                  </a:lnTo>
                  <a:lnTo>
                    <a:pt x="12064" y="19684"/>
                  </a:lnTo>
                  <a:lnTo>
                    <a:pt x="13970" y="16509"/>
                  </a:lnTo>
                  <a:lnTo>
                    <a:pt x="13970" y="15240"/>
                  </a:lnTo>
                  <a:lnTo>
                    <a:pt x="15239" y="13334"/>
                  </a:lnTo>
                  <a:lnTo>
                    <a:pt x="15239" y="8890"/>
                  </a:lnTo>
                  <a:lnTo>
                    <a:pt x="13970" y="5715"/>
                  </a:lnTo>
                  <a:lnTo>
                    <a:pt x="10795" y="3175"/>
                  </a:lnTo>
                  <a:lnTo>
                    <a:pt x="762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5127625" y="2813062"/>
              <a:ext cx="15240" cy="20955"/>
            </a:xfrm>
            <a:custGeom>
              <a:avLst/>
              <a:gdLst/>
              <a:ahLst/>
              <a:cxnLst/>
              <a:rect l="l" t="t" r="r" b="b"/>
              <a:pathLst>
                <a:path w="15239" h="20955">
                  <a:moveTo>
                    <a:pt x="0" y="1270"/>
                  </a:moveTo>
                  <a:lnTo>
                    <a:pt x="1270" y="0"/>
                  </a:lnTo>
                  <a:lnTo>
                    <a:pt x="7620" y="0"/>
                  </a:lnTo>
                  <a:lnTo>
                    <a:pt x="8889" y="1270"/>
                  </a:lnTo>
                  <a:lnTo>
                    <a:pt x="10795" y="3175"/>
                  </a:lnTo>
                  <a:lnTo>
                    <a:pt x="12064" y="4445"/>
                  </a:lnTo>
                  <a:lnTo>
                    <a:pt x="13970" y="5715"/>
                  </a:lnTo>
                  <a:lnTo>
                    <a:pt x="15239" y="8890"/>
                  </a:lnTo>
                  <a:lnTo>
                    <a:pt x="15239" y="13334"/>
                  </a:lnTo>
                  <a:lnTo>
                    <a:pt x="13970" y="15240"/>
                  </a:lnTo>
                  <a:lnTo>
                    <a:pt x="13970" y="16509"/>
                  </a:lnTo>
                  <a:lnTo>
                    <a:pt x="12064" y="19684"/>
                  </a:lnTo>
                  <a:lnTo>
                    <a:pt x="10795" y="20954"/>
                  </a:lnTo>
                  <a:lnTo>
                    <a:pt x="7620" y="2095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4170044" y="3449332"/>
              <a:ext cx="15240" cy="21590"/>
            </a:xfrm>
            <a:custGeom>
              <a:avLst/>
              <a:gdLst/>
              <a:ahLst/>
              <a:cxnLst/>
              <a:rect l="l" t="t" r="r" b="b"/>
              <a:pathLst>
                <a:path w="15239" h="21589">
                  <a:moveTo>
                    <a:pt x="7619" y="0"/>
                  </a:moveTo>
                  <a:lnTo>
                    <a:pt x="5079" y="10795"/>
                  </a:lnTo>
                  <a:lnTo>
                    <a:pt x="0" y="21589"/>
                  </a:lnTo>
                  <a:lnTo>
                    <a:pt x="7619" y="21589"/>
                  </a:lnTo>
                  <a:lnTo>
                    <a:pt x="9525" y="20320"/>
                  </a:lnTo>
                  <a:lnTo>
                    <a:pt x="10794" y="20320"/>
                  </a:lnTo>
                  <a:lnTo>
                    <a:pt x="12700" y="17145"/>
                  </a:lnTo>
                  <a:lnTo>
                    <a:pt x="15239" y="13970"/>
                  </a:lnTo>
                  <a:lnTo>
                    <a:pt x="15239" y="6350"/>
                  </a:lnTo>
                  <a:lnTo>
                    <a:pt x="10794" y="1904"/>
                  </a:lnTo>
                  <a:lnTo>
                    <a:pt x="761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4168775" y="3448697"/>
              <a:ext cx="15240" cy="21590"/>
            </a:xfrm>
            <a:custGeom>
              <a:avLst/>
              <a:gdLst/>
              <a:ahLst/>
              <a:cxnLst/>
              <a:rect l="l" t="t" r="r" b="b"/>
              <a:pathLst>
                <a:path w="15239" h="21589">
                  <a:moveTo>
                    <a:pt x="7620" y="0"/>
                  </a:moveTo>
                  <a:lnTo>
                    <a:pt x="10795" y="1905"/>
                  </a:lnTo>
                  <a:lnTo>
                    <a:pt x="12700" y="3175"/>
                  </a:lnTo>
                  <a:lnTo>
                    <a:pt x="13970" y="5080"/>
                  </a:lnTo>
                  <a:lnTo>
                    <a:pt x="15239" y="6350"/>
                  </a:lnTo>
                  <a:lnTo>
                    <a:pt x="15239" y="13970"/>
                  </a:lnTo>
                  <a:lnTo>
                    <a:pt x="13970" y="15875"/>
                  </a:lnTo>
                  <a:lnTo>
                    <a:pt x="12700" y="17145"/>
                  </a:lnTo>
                  <a:lnTo>
                    <a:pt x="10795" y="20320"/>
                  </a:lnTo>
                  <a:lnTo>
                    <a:pt x="9525" y="20320"/>
                  </a:lnTo>
                  <a:lnTo>
                    <a:pt x="7620" y="21590"/>
                  </a:lnTo>
                  <a:lnTo>
                    <a:pt x="0" y="2159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5" name="object 55" descr=""/>
          <p:cNvSpPr/>
          <p:nvPr/>
        </p:nvSpPr>
        <p:spPr>
          <a:xfrm>
            <a:off x="2479039" y="2769247"/>
            <a:ext cx="0" cy="99060"/>
          </a:xfrm>
          <a:custGeom>
            <a:avLst/>
            <a:gdLst/>
            <a:ahLst/>
            <a:cxnLst/>
            <a:rect l="l" t="t" r="r" b="b"/>
            <a:pathLst>
              <a:path w="0" h="99060">
                <a:moveTo>
                  <a:pt x="0" y="0"/>
                </a:moveTo>
                <a:lnTo>
                  <a:pt x="0" y="9906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 descr=""/>
          <p:cNvSpPr/>
          <p:nvPr/>
        </p:nvSpPr>
        <p:spPr>
          <a:xfrm>
            <a:off x="2479039" y="2917202"/>
            <a:ext cx="0" cy="99060"/>
          </a:xfrm>
          <a:custGeom>
            <a:avLst/>
            <a:gdLst/>
            <a:ahLst/>
            <a:cxnLst/>
            <a:rect l="l" t="t" r="r" b="b"/>
            <a:pathLst>
              <a:path w="0" h="99060">
                <a:moveTo>
                  <a:pt x="0" y="0"/>
                </a:moveTo>
                <a:lnTo>
                  <a:pt x="0" y="99059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 descr=""/>
          <p:cNvSpPr/>
          <p:nvPr/>
        </p:nvSpPr>
        <p:spPr>
          <a:xfrm>
            <a:off x="2479039" y="3066427"/>
            <a:ext cx="0" cy="99060"/>
          </a:xfrm>
          <a:custGeom>
            <a:avLst/>
            <a:gdLst/>
            <a:ahLst/>
            <a:cxnLst/>
            <a:rect l="l" t="t" r="r" b="b"/>
            <a:pathLst>
              <a:path w="0" h="99060">
                <a:moveTo>
                  <a:pt x="0" y="0"/>
                </a:moveTo>
                <a:lnTo>
                  <a:pt x="0" y="99059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 descr=""/>
          <p:cNvSpPr/>
          <p:nvPr/>
        </p:nvSpPr>
        <p:spPr>
          <a:xfrm>
            <a:off x="2479039" y="3214382"/>
            <a:ext cx="0" cy="99060"/>
          </a:xfrm>
          <a:custGeom>
            <a:avLst/>
            <a:gdLst/>
            <a:ahLst/>
            <a:cxnLst/>
            <a:rect l="l" t="t" r="r" b="b"/>
            <a:pathLst>
              <a:path w="0" h="99060">
                <a:moveTo>
                  <a:pt x="0" y="0"/>
                </a:moveTo>
                <a:lnTo>
                  <a:pt x="0" y="99059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object 59" descr=""/>
          <p:cNvSpPr/>
          <p:nvPr/>
        </p:nvSpPr>
        <p:spPr>
          <a:xfrm>
            <a:off x="2479039" y="3362337"/>
            <a:ext cx="0" cy="99060"/>
          </a:xfrm>
          <a:custGeom>
            <a:avLst/>
            <a:gdLst/>
            <a:ahLst/>
            <a:cxnLst/>
            <a:rect l="l" t="t" r="r" b="b"/>
            <a:pathLst>
              <a:path w="0" h="99060">
                <a:moveTo>
                  <a:pt x="0" y="0"/>
                </a:moveTo>
                <a:lnTo>
                  <a:pt x="0" y="99059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60" name="object 60" descr=""/>
          <p:cNvGrpSpPr/>
          <p:nvPr/>
        </p:nvGrpSpPr>
        <p:grpSpPr>
          <a:xfrm>
            <a:off x="2466975" y="2801632"/>
            <a:ext cx="1709420" cy="809625"/>
            <a:chOff x="2466975" y="2801632"/>
            <a:chExt cx="1709420" cy="809625"/>
          </a:xfrm>
        </p:grpSpPr>
        <p:sp>
          <p:nvSpPr>
            <p:cNvPr id="61" name="object 61" descr=""/>
            <p:cNvSpPr/>
            <p:nvPr/>
          </p:nvSpPr>
          <p:spPr>
            <a:xfrm>
              <a:off x="2479039" y="3511562"/>
              <a:ext cx="0" cy="99695"/>
            </a:xfrm>
            <a:custGeom>
              <a:avLst/>
              <a:gdLst/>
              <a:ahLst/>
              <a:cxnLst/>
              <a:rect l="l" t="t" r="r" b="b"/>
              <a:pathLst>
                <a:path w="0" h="99695">
                  <a:moveTo>
                    <a:pt x="0" y="0"/>
                  </a:moveTo>
                  <a:lnTo>
                    <a:pt x="0" y="9969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 descr=""/>
            <p:cNvSpPr/>
            <p:nvPr/>
          </p:nvSpPr>
          <p:spPr>
            <a:xfrm>
              <a:off x="2473960" y="2804172"/>
              <a:ext cx="1701800" cy="666750"/>
            </a:xfrm>
            <a:custGeom>
              <a:avLst/>
              <a:gdLst/>
              <a:ahLst/>
              <a:cxnLst/>
              <a:rect l="l" t="t" r="r" b="b"/>
              <a:pathLst>
                <a:path w="1701800" h="666750">
                  <a:moveTo>
                    <a:pt x="8889" y="0"/>
                  </a:moveTo>
                  <a:lnTo>
                    <a:pt x="4444" y="9525"/>
                  </a:lnTo>
                  <a:lnTo>
                    <a:pt x="0" y="20320"/>
                  </a:lnTo>
                  <a:lnTo>
                    <a:pt x="1694179" y="666750"/>
                  </a:lnTo>
                  <a:lnTo>
                    <a:pt x="1699260" y="655320"/>
                  </a:lnTo>
                  <a:lnTo>
                    <a:pt x="1701800" y="644525"/>
                  </a:lnTo>
                  <a:lnTo>
                    <a:pt x="888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 descr=""/>
            <p:cNvSpPr/>
            <p:nvPr/>
          </p:nvSpPr>
          <p:spPr>
            <a:xfrm>
              <a:off x="2473960" y="2804172"/>
              <a:ext cx="1701800" cy="666750"/>
            </a:xfrm>
            <a:custGeom>
              <a:avLst/>
              <a:gdLst/>
              <a:ahLst/>
              <a:cxnLst/>
              <a:rect l="l" t="t" r="r" b="b"/>
              <a:pathLst>
                <a:path w="1701800" h="666750">
                  <a:moveTo>
                    <a:pt x="1694179" y="666750"/>
                  </a:moveTo>
                  <a:lnTo>
                    <a:pt x="1699260" y="655320"/>
                  </a:lnTo>
                  <a:lnTo>
                    <a:pt x="1701800" y="644525"/>
                  </a:lnTo>
                  <a:lnTo>
                    <a:pt x="8889" y="0"/>
                  </a:lnTo>
                  <a:lnTo>
                    <a:pt x="4444" y="9525"/>
                  </a:lnTo>
                  <a:lnTo>
                    <a:pt x="0" y="20320"/>
                  </a:lnTo>
                  <a:lnTo>
                    <a:pt x="1694179" y="66675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 descr=""/>
            <p:cNvSpPr/>
            <p:nvPr/>
          </p:nvSpPr>
          <p:spPr>
            <a:xfrm>
              <a:off x="2467610" y="2802267"/>
              <a:ext cx="15240" cy="21590"/>
            </a:xfrm>
            <a:custGeom>
              <a:avLst/>
              <a:gdLst/>
              <a:ahLst/>
              <a:cxnLst/>
              <a:rect l="l" t="t" r="r" b="b"/>
              <a:pathLst>
                <a:path w="15239" h="21589">
                  <a:moveTo>
                    <a:pt x="12064" y="0"/>
                  </a:moveTo>
                  <a:lnTo>
                    <a:pt x="7619" y="0"/>
                  </a:lnTo>
                  <a:lnTo>
                    <a:pt x="6350" y="1270"/>
                  </a:lnTo>
                  <a:lnTo>
                    <a:pt x="3175" y="3175"/>
                  </a:lnTo>
                  <a:lnTo>
                    <a:pt x="1269" y="4445"/>
                  </a:lnTo>
                  <a:lnTo>
                    <a:pt x="1269" y="6350"/>
                  </a:lnTo>
                  <a:lnTo>
                    <a:pt x="0" y="7620"/>
                  </a:lnTo>
                  <a:lnTo>
                    <a:pt x="0" y="15240"/>
                  </a:lnTo>
                  <a:lnTo>
                    <a:pt x="1269" y="16510"/>
                  </a:lnTo>
                  <a:lnTo>
                    <a:pt x="3175" y="19685"/>
                  </a:lnTo>
                  <a:lnTo>
                    <a:pt x="4444" y="19685"/>
                  </a:lnTo>
                  <a:lnTo>
                    <a:pt x="6350" y="21590"/>
                  </a:lnTo>
                  <a:lnTo>
                    <a:pt x="10794" y="10795"/>
                  </a:lnTo>
                  <a:lnTo>
                    <a:pt x="15239" y="1270"/>
                  </a:lnTo>
                  <a:lnTo>
                    <a:pt x="120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 descr=""/>
            <p:cNvSpPr/>
            <p:nvPr/>
          </p:nvSpPr>
          <p:spPr>
            <a:xfrm>
              <a:off x="2467610" y="2802267"/>
              <a:ext cx="15240" cy="21590"/>
            </a:xfrm>
            <a:custGeom>
              <a:avLst/>
              <a:gdLst/>
              <a:ahLst/>
              <a:cxnLst/>
              <a:rect l="l" t="t" r="r" b="b"/>
              <a:pathLst>
                <a:path w="15239" h="21589">
                  <a:moveTo>
                    <a:pt x="6350" y="21590"/>
                  </a:moveTo>
                  <a:lnTo>
                    <a:pt x="4444" y="19685"/>
                  </a:lnTo>
                  <a:lnTo>
                    <a:pt x="3175" y="19685"/>
                  </a:lnTo>
                  <a:lnTo>
                    <a:pt x="1269" y="16510"/>
                  </a:lnTo>
                  <a:lnTo>
                    <a:pt x="0" y="15240"/>
                  </a:lnTo>
                  <a:lnTo>
                    <a:pt x="0" y="7620"/>
                  </a:lnTo>
                  <a:lnTo>
                    <a:pt x="1269" y="6350"/>
                  </a:lnTo>
                  <a:lnTo>
                    <a:pt x="1269" y="4445"/>
                  </a:lnTo>
                  <a:lnTo>
                    <a:pt x="3175" y="3175"/>
                  </a:lnTo>
                  <a:lnTo>
                    <a:pt x="6350" y="1270"/>
                  </a:lnTo>
                  <a:lnTo>
                    <a:pt x="7619" y="0"/>
                  </a:lnTo>
                  <a:lnTo>
                    <a:pt x="12064" y="0"/>
                  </a:lnTo>
                  <a:lnTo>
                    <a:pt x="15239" y="127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 descr=""/>
            <p:cNvSpPr/>
            <p:nvPr/>
          </p:nvSpPr>
          <p:spPr>
            <a:xfrm>
              <a:off x="2479039" y="2802902"/>
              <a:ext cx="10795" cy="22860"/>
            </a:xfrm>
            <a:custGeom>
              <a:avLst/>
              <a:gdLst/>
              <a:ahLst/>
              <a:cxnLst/>
              <a:rect l="l" t="t" r="r" b="b"/>
              <a:pathLst>
                <a:path w="10794" h="22860">
                  <a:moveTo>
                    <a:pt x="3175" y="0"/>
                  </a:moveTo>
                  <a:lnTo>
                    <a:pt x="0" y="0"/>
                  </a:lnTo>
                  <a:lnTo>
                    <a:pt x="0" y="22859"/>
                  </a:lnTo>
                  <a:lnTo>
                    <a:pt x="3175" y="21589"/>
                  </a:lnTo>
                  <a:lnTo>
                    <a:pt x="4445" y="21589"/>
                  </a:lnTo>
                  <a:lnTo>
                    <a:pt x="10795" y="15239"/>
                  </a:lnTo>
                  <a:lnTo>
                    <a:pt x="10795" y="7619"/>
                  </a:lnTo>
                  <a:lnTo>
                    <a:pt x="7620" y="4444"/>
                  </a:lnTo>
                  <a:lnTo>
                    <a:pt x="5715" y="3175"/>
                  </a:lnTo>
                  <a:lnTo>
                    <a:pt x="31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 descr=""/>
            <p:cNvSpPr/>
            <p:nvPr/>
          </p:nvSpPr>
          <p:spPr>
            <a:xfrm>
              <a:off x="2477770" y="2802902"/>
              <a:ext cx="11430" cy="22860"/>
            </a:xfrm>
            <a:custGeom>
              <a:avLst/>
              <a:gdLst/>
              <a:ahLst/>
              <a:cxnLst/>
              <a:rect l="l" t="t" r="r" b="b"/>
              <a:pathLst>
                <a:path w="11430" h="22860">
                  <a:moveTo>
                    <a:pt x="0" y="0"/>
                  </a:moveTo>
                  <a:lnTo>
                    <a:pt x="3175" y="0"/>
                  </a:lnTo>
                  <a:lnTo>
                    <a:pt x="4444" y="1269"/>
                  </a:lnTo>
                  <a:lnTo>
                    <a:pt x="5715" y="3175"/>
                  </a:lnTo>
                  <a:lnTo>
                    <a:pt x="7619" y="4444"/>
                  </a:lnTo>
                  <a:lnTo>
                    <a:pt x="8890" y="6350"/>
                  </a:lnTo>
                  <a:lnTo>
                    <a:pt x="11430" y="7619"/>
                  </a:lnTo>
                  <a:lnTo>
                    <a:pt x="11430" y="15239"/>
                  </a:lnTo>
                  <a:lnTo>
                    <a:pt x="8890" y="16509"/>
                  </a:lnTo>
                  <a:lnTo>
                    <a:pt x="7619" y="18414"/>
                  </a:lnTo>
                  <a:lnTo>
                    <a:pt x="5715" y="19684"/>
                  </a:lnTo>
                  <a:lnTo>
                    <a:pt x="4444" y="21589"/>
                  </a:lnTo>
                  <a:lnTo>
                    <a:pt x="3175" y="21589"/>
                  </a:lnTo>
                  <a:lnTo>
                    <a:pt x="0" y="2285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8" name="object 68" descr=""/>
          <p:cNvGrpSpPr/>
          <p:nvPr/>
        </p:nvGrpSpPr>
        <p:grpSpPr>
          <a:xfrm>
            <a:off x="2087879" y="2812427"/>
            <a:ext cx="33655" cy="349885"/>
            <a:chOff x="2087879" y="2812427"/>
            <a:chExt cx="33655" cy="349885"/>
          </a:xfrm>
        </p:grpSpPr>
        <p:sp>
          <p:nvSpPr>
            <p:cNvPr id="69" name="object 69" descr=""/>
            <p:cNvSpPr/>
            <p:nvPr/>
          </p:nvSpPr>
          <p:spPr>
            <a:xfrm>
              <a:off x="2104389" y="2909582"/>
              <a:ext cx="0" cy="252729"/>
            </a:xfrm>
            <a:custGeom>
              <a:avLst/>
              <a:gdLst/>
              <a:ahLst/>
              <a:cxnLst/>
              <a:rect l="l" t="t" r="r" b="b"/>
              <a:pathLst>
                <a:path w="0" h="252730">
                  <a:moveTo>
                    <a:pt x="0" y="0"/>
                  </a:moveTo>
                  <a:lnTo>
                    <a:pt x="0" y="2527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 descr=""/>
            <p:cNvSpPr/>
            <p:nvPr/>
          </p:nvSpPr>
          <p:spPr>
            <a:xfrm>
              <a:off x="2088514" y="2813062"/>
              <a:ext cx="32384" cy="95885"/>
            </a:xfrm>
            <a:custGeom>
              <a:avLst/>
              <a:gdLst/>
              <a:ahLst/>
              <a:cxnLst/>
              <a:rect l="l" t="t" r="r" b="b"/>
              <a:pathLst>
                <a:path w="32385" h="95885">
                  <a:moveTo>
                    <a:pt x="17145" y="0"/>
                  </a:moveTo>
                  <a:lnTo>
                    <a:pt x="0" y="95884"/>
                  </a:lnTo>
                  <a:lnTo>
                    <a:pt x="32385" y="95884"/>
                  </a:lnTo>
                  <a:lnTo>
                    <a:pt x="1714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 descr=""/>
            <p:cNvSpPr/>
            <p:nvPr/>
          </p:nvSpPr>
          <p:spPr>
            <a:xfrm>
              <a:off x="2088514" y="2813062"/>
              <a:ext cx="32384" cy="95885"/>
            </a:xfrm>
            <a:custGeom>
              <a:avLst/>
              <a:gdLst/>
              <a:ahLst/>
              <a:cxnLst/>
              <a:rect l="l" t="t" r="r" b="b"/>
              <a:pathLst>
                <a:path w="32385" h="95885">
                  <a:moveTo>
                    <a:pt x="0" y="95884"/>
                  </a:moveTo>
                  <a:lnTo>
                    <a:pt x="32385" y="95884"/>
                  </a:lnTo>
                  <a:lnTo>
                    <a:pt x="17145" y="0"/>
                  </a:lnTo>
                  <a:lnTo>
                    <a:pt x="0" y="95884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2" name="object 72" descr=""/>
          <p:cNvGrpSpPr/>
          <p:nvPr/>
        </p:nvGrpSpPr>
        <p:grpSpPr>
          <a:xfrm>
            <a:off x="2019300" y="3201682"/>
            <a:ext cx="168910" cy="516255"/>
            <a:chOff x="2019300" y="3201682"/>
            <a:chExt cx="168910" cy="516255"/>
          </a:xfrm>
        </p:grpSpPr>
        <p:sp>
          <p:nvSpPr>
            <p:cNvPr id="73" name="object 73" descr=""/>
            <p:cNvSpPr/>
            <p:nvPr/>
          </p:nvSpPr>
          <p:spPr>
            <a:xfrm>
              <a:off x="2105660" y="3367417"/>
              <a:ext cx="0" cy="253365"/>
            </a:xfrm>
            <a:custGeom>
              <a:avLst/>
              <a:gdLst/>
              <a:ahLst/>
              <a:cxnLst/>
              <a:rect l="l" t="t" r="r" b="b"/>
              <a:pathLst>
                <a:path w="0" h="253364">
                  <a:moveTo>
                    <a:pt x="0" y="25336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 descr=""/>
            <p:cNvSpPr/>
            <p:nvPr/>
          </p:nvSpPr>
          <p:spPr>
            <a:xfrm>
              <a:off x="2088514" y="3621417"/>
              <a:ext cx="32384" cy="95885"/>
            </a:xfrm>
            <a:custGeom>
              <a:avLst/>
              <a:gdLst/>
              <a:ahLst/>
              <a:cxnLst/>
              <a:rect l="l" t="t" r="r" b="b"/>
              <a:pathLst>
                <a:path w="32385" h="95885">
                  <a:moveTo>
                    <a:pt x="32385" y="0"/>
                  </a:moveTo>
                  <a:lnTo>
                    <a:pt x="0" y="0"/>
                  </a:lnTo>
                  <a:lnTo>
                    <a:pt x="17145" y="95885"/>
                  </a:lnTo>
                  <a:lnTo>
                    <a:pt x="3238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 descr=""/>
            <p:cNvSpPr/>
            <p:nvPr/>
          </p:nvSpPr>
          <p:spPr>
            <a:xfrm>
              <a:off x="2088514" y="3621417"/>
              <a:ext cx="32384" cy="95885"/>
            </a:xfrm>
            <a:custGeom>
              <a:avLst/>
              <a:gdLst/>
              <a:ahLst/>
              <a:cxnLst/>
              <a:rect l="l" t="t" r="r" b="b"/>
              <a:pathLst>
                <a:path w="32385" h="95885">
                  <a:moveTo>
                    <a:pt x="0" y="0"/>
                  </a:moveTo>
                  <a:lnTo>
                    <a:pt x="32385" y="0"/>
                  </a:lnTo>
                  <a:lnTo>
                    <a:pt x="17145" y="95885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6" name="object 7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19300" y="3244227"/>
              <a:ext cx="80644" cy="85090"/>
            </a:xfrm>
            <a:prstGeom prst="rect">
              <a:avLst/>
            </a:prstGeom>
          </p:spPr>
        </p:pic>
        <p:sp>
          <p:nvSpPr>
            <p:cNvPr id="77" name="object 77" descr=""/>
            <p:cNvSpPr/>
            <p:nvPr/>
          </p:nvSpPr>
          <p:spPr>
            <a:xfrm>
              <a:off x="2132964" y="3202317"/>
              <a:ext cx="55244" cy="126364"/>
            </a:xfrm>
            <a:custGeom>
              <a:avLst/>
              <a:gdLst/>
              <a:ahLst/>
              <a:cxnLst/>
              <a:rect l="l" t="t" r="r" b="b"/>
              <a:pathLst>
                <a:path w="55244" h="126364">
                  <a:moveTo>
                    <a:pt x="0" y="24129"/>
                  </a:moveTo>
                  <a:lnTo>
                    <a:pt x="12700" y="17779"/>
                  </a:lnTo>
                  <a:lnTo>
                    <a:pt x="30480" y="0"/>
                  </a:lnTo>
                  <a:lnTo>
                    <a:pt x="30480" y="126365"/>
                  </a:lnTo>
                </a:path>
                <a:path w="55244" h="126364">
                  <a:moveTo>
                    <a:pt x="24765" y="5715"/>
                  </a:moveTo>
                  <a:lnTo>
                    <a:pt x="24765" y="126365"/>
                  </a:lnTo>
                </a:path>
                <a:path w="55244" h="126364">
                  <a:moveTo>
                    <a:pt x="0" y="126365"/>
                  </a:moveTo>
                  <a:lnTo>
                    <a:pt x="55245" y="12636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8" name="object 78" descr=""/>
          <p:cNvSpPr/>
          <p:nvPr/>
        </p:nvSpPr>
        <p:spPr>
          <a:xfrm>
            <a:off x="2112645" y="2813062"/>
            <a:ext cx="1270" cy="1270"/>
          </a:xfrm>
          <a:custGeom>
            <a:avLst/>
            <a:gdLst/>
            <a:ahLst/>
            <a:cxnLst/>
            <a:rect l="l" t="t" r="r" b="b"/>
            <a:pathLst>
              <a:path w="1269" h="1269">
                <a:moveTo>
                  <a:pt x="0" y="634"/>
                </a:moveTo>
                <a:lnTo>
                  <a:pt x="185" y="185"/>
                </a:lnTo>
                <a:lnTo>
                  <a:pt x="635" y="0"/>
                </a:lnTo>
                <a:lnTo>
                  <a:pt x="1084" y="185"/>
                </a:lnTo>
                <a:lnTo>
                  <a:pt x="1270" y="634"/>
                </a:lnTo>
                <a:lnTo>
                  <a:pt x="1084" y="1084"/>
                </a:lnTo>
                <a:lnTo>
                  <a:pt x="635" y="1269"/>
                </a:lnTo>
                <a:lnTo>
                  <a:pt x="185" y="1084"/>
                </a:lnTo>
                <a:lnTo>
                  <a:pt x="0" y="63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" name="object 79" descr=""/>
          <p:cNvSpPr/>
          <p:nvPr/>
        </p:nvSpPr>
        <p:spPr>
          <a:xfrm>
            <a:off x="2103742" y="3716680"/>
            <a:ext cx="10795" cy="1270"/>
          </a:xfrm>
          <a:custGeom>
            <a:avLst/>
            <a:gdLst/>
            <a:ahLst/>
            <a:cxnLst/>
            <a:rect l="l" t="t" r="r" b="b"/>
            <a:pathLst>
              <a:path w="10794" h="1270">
                <a:moveTo>
                  <a:pt x="1282" y="622"/>
                </a:moveTo>
                <a:lnTo>
                  <a:pt x="1092" y="177"/>
                </a:lnTo>
                <a:lnTo>
                  <a:pt x="647" y="0"/>
                </a:lnTo>
                <a:lnTo>
                  <a:pt x="190" y="177"/>
                </a:lnTo>
                <a:lnTo>
                  <a:pt x="0" y="622"/>
                </a:lnTo>
                <a:lnTo>
                  <a:pt x="190" y="1079"/>
                </a:lnTo>
                <a:lnTo>
                  <a:pt x="647" y="1257"/>
                </a:lnTo>
                <a:lnTo>
                  <a:pt x="1092" y="1079"/>
                </a:lnTo>
                <a:lnTo>
                  <a:pt x="1282" y="622"/>
                </a:lnTo>
                <a:close/>
              </a:path>
              <a:path w="10794" h="1270">
                <a:moveTo>
                  <a:pt x="10172" y="622"/>
                </a:moveTo>
                <a:lnTo>
                  <a:pt x="9982" y="177"/>
                </a:lnTo>
                <a:lnTo>
                  <a:pt x="9537" y="0"/>
                </a:lnTo>
                <a:lnTo>
                  <a:pt x="9080" y="177"/>
                </a:lnTo>
                <a:lnTo>
                  <a:pt x="8902" y="622"/>
                </a:lnTo>
                <a:lnTo>
                  <a:pt x="9080" y="1079"/>
                </a:lnTo>
                <a:lnTo>
                  <a:pt x="9537" y="1257"/>
                </a:lnTo>
                <a:lnTo>
                  <a:pt x="9982" y="1079"/>
                </a:lnTo>
                <a:lnTo>
                  <a:pt x="10172" y="62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80" name="object 80" descr=""/>
          <p:cNvGrpSpPr/>
          <p:nvPr/>
        </p:nvGrpSpPr>
        <p:grpSpPr>
          <a:xfrm>
            <a:off x="1767204" y="2802267"/>
            <a:ext cx="712470" cy="24130"/>
            <a:chOff x="1767204" y="2802267"/>
            <a:chExt cx="712470" cy="24130"/>
          </a:xfrm>
        </p:grpSpPr>
        <p:sp>
          <p:nvSpPr>
            <p:cNvPr id="81" name="object 81" descr=""/>
            <p:cNvSpPr/>
            <p:nvPr/>
          </p:nvSpPr>
          <p:spPr>
            <a:xfrm>
              <a:off x="1780539" y="2802902"/>
              <a:ext cx="698500" cy="22860"/>
            </a:xfrm>
            <a:custGeom>
              <a:avLst/>
              <a:gdLst/>
              <a:ahLst/>
              <a:cxnLst/>
              <a:rect l="l" t="t" r="r" b="b"/>
              <a:pathLst>
                <a:path w="698500" h="22860">
                  <a:moveTo>
                    <a:pt x="698500" y="0"/>
                  </a:moveTo>
                  <a:lnTo>
                    <a:pt x="0" y="0"/>
                  </a:lnTo>
                  <a:lnTo>
                    <a:pt x="0" y="22859"/>
                  </a:lnTo>
                  <a:lnTo>
                    <a:pt x="349250" y="22859"/>
                  </a:lnTo>
                  <a:lnTo>
                    <a:pt x="698500" y="22859"/>
                  </a:lnTo>
                  <a:lnTo>
                    <a:pt x="6985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 descr=""/>
            <p:cNvSpPr/>
            <p:nvPr/>
          </p:nvSpPr>
          <p:spPr>
            <a:xfrm>
              <a:off x="1780539" y="2802902"/>
              <a:ext cx="698500" cy="22860"/>
            </a:xfrm>
            <a:custGeom>
              <a:avLst/>
              <a:gdLst/>
              <a:ahLst/>
              <a:cxnLst/>
              <a:rect l="l" t="t" r="r" b="b"/>
              <a:pathLst>
                <a:path w="698500" h="22860">
                  <a:moveTo>
                    <a:pt x="349250" y="22859"/>
                  </a:moveTo>
                  <a:lnTo>
                    <a:pt x="0" y="22859"/>
                  </a:lnTo>
                  <a:lnTo>
                    <a:pt x="0" y="0"/>
                  </a:lnTo>
                  <a:lnTo>
                    <a:pt x="698500" y="0"/>
                  </a:lnTo>
                  <a:lnTo>
                    <a:pt x="698500" y="22859"/>
                  </a:lnTo>
                  <a:lnTo>
                    <a:pt x="349250" y="22859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 descr=""/>
            <p:cNvSpPr/>
            <p:nvPr/>
          </p:nvSpPr>
          <p:spPr>
            <a:xfrm>
              <a:off x="1767839" y="2802902"/>
              <a:ext cx="12700" cy="22860"/>
            </a:xfrm>
            <a:custGeom>
              <a:avLst/>
              <a:gdLst/>
              <a:ahLst/>
              <a:cxnLst/>
              <a:rect l="l" t="t" r="r" b="b"/>
              <a:pathLst>
                <a:path w="12700" h="22860">
                  <a:moveTo>
                    <a:pt x="12700" y="0"/>
                  </a:moveTo>
                  <a:lnTo>
                    <a:pt x="9525" y="0"/>
                  </a:lnTo>
                  <a:lnTo>
                    <a:pt x="7620" y="1269"/>
                  </a:lnTo>
                  <a:lnTo>
                    <a:pt x="5080" y="3175"/>
                  </a:lnTo>
                  <a:lnTo>
                    <a:pt x="1905" y="6350"/>
                  </a:lnTo>
                  <a:lnTo>
                    <a:pt x="1905" y="7619"/>
                  </a:lnTo>
                  <a:lnTo>
                    <a:pt x="0" y="10794"/>
                  </a:lnTo>
                  <a:lnTo>
                    <a:pt x="0" y="12064"/>
                  </a:lnTo>
                  <a:lnTo>
                    <a:pt x="1905" y="15239"/>
                  </a:lnTo>
                  <a:lnTo>
                    <a:pt x="1905" y="16509"/>
                  </a:lnTo>
                  <a:lnTo>
                    <a:pt x="5080" y="19684"/>
                  </a:lnTo>
                  <a:lnTo>
                    <a:pt x="7620" y="21589"/>
                  </a:lnTo>
                  <a:lnTo>
                    <a:pt x="9525" y="21589"/>
                  </a:lnTo>
                  <a:lnTo>
                    <a:pt x="12700" y="22859"/>
                  </a:lnTo>
                  <a:lnTo>
                    <a:pt x="127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 descr=""/>
            <p:cNvSpPr/>
            <p:nvPr/>
          </p:nvSpPr>
          <p:spPr>
            <a:xfrm>
              <a:off x="1767839" y="2802902"/>
              <a:ext cx="12700" cy="22860"/>
            </a:xfrm>
            <a:custGeom>
              <a:avLst/>
              <a:gdLst/>
              <a:ahLst/>
              <a:cxnLst/>
              <a:rect l="l" t="t" r="r" b="b"/>
              <a:pathLst>
                <a:path w="12700" h="22860">
                  <a:moveTo>
                    <a:pt x="12700" y="22859"/>
                  </a:moveTo>
                  <a:lnTo>
                    <a:pt x="9525" y="21589"/>
                  </a:lnTo>
                  <a:lnTo>
                    <a:pt x="7620" y="21589"/>
                  </a:lnTo>
                  <a:lnTo>
                    <a:pt x="5080" y="19684"/>
                  </a:lnTo>
                  <a:lnTo>
                    <a:pt x="3175" y="18414"/>
                  </a:lnTo>
                  <a:lnTo>
                    <a:pt x="1905" y="16509"/>
                  </a:lnTo>
                  <a:lnTo>
                    <a:pt x="1905" y="15239"/>
                  </a:lnTo>
                  <a:lnTo>
                    <a:pt x="0" y="12064"/>
                  </a:lnTo>
                  <a:lnTo>
                    <a:pt x="0" y="10794"/>
                  </a:lnTo>
                  <a:lnTo>
                    <a:pt x="1905" y="7619"/>
                  </a:lnTo>
                  <a:lnTo>
                    <a:pt x="1905" y="6350"/>
                  </a:lnTo>
                  <a:lnTo>
                    <a:pt x="3175" y="4444"/>
                  </a:lnTo>
                  <a:lnTo>
                    <a:pt x="5080" y="3175"/>
                  </a:lnTo>
                  <a:lnTo>
                    <a:pt x="7620" y="1269"/>
                  </a:lnTo>
                  <a:lnTo>
                    <a:pt x="9525" y="0"/>
                  </a:lnTo>
                  <a:lnTo>
                    <a:pt x="1270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5" name="object 85" descr=""/>
          <p:cNvGrpSpPr/>
          <p:nvPr/>
        </p:nvGrpSpPr>
        <p:grpSpPr>
          <a:xfrm>
            <a:off x="4521200" y="3728098"/>
            <a:ext cx="34925" cy="191770"/>
            <a:chOff x="4521200" y="3728098"/>
            <a:chExt cx="34925" cy="191770"/>
          </a:xfrm>
        </p:grpSpPr>
        <p:sp>
          <p:nvSpPr>
            <p:cNvPr id="86" name="object 86" descr=""/>
            <p:cNvSpPr/>
            <p:nvPr/>
          </p:nvSpPr>
          <p:spPr>
            <a:xfrm>
              <a:off x="4540250" y="3823348"/>
              <a:ext cx="0" cy="96520"/>
            </a:xfrm>
            <a:custGeom>
              <a:avLst/>
              <a:gdLst/>
              <a:ahLst/>
              <a:cxnLst/>
              <a:rect l="l" t="t" r="r" b="b"/>
              <a:pathLst>
                <a:path w="0" h="96520">
                  <a:moveTo>
                    <a:pt x="0" y="0"/>
                  </a:moveTo>
                  <a:lnTo>
                    <a:pt x="0" y="9652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 descr=""/>
            <p:cNvSpPr/>
            <p:nvPr/>
          </p:nvSpPr>
          <p:spPr>
            <a:xfrm>
              <a:off x="4523740" y="3728733"/>
              <a:ext cx="32384" cy="94615"/>
            </a:xfrm>
            <a:custGeom>
              <a:avLst/>
              <a:gdLst/>
              <a:ahLst/>
              <a:cxnLst/>
              <a:rect l="l" t="t" r="r" b="b"/>
              <a:pathLst>
                <a:path w="32385" h="94614">
                  <a:moveTo>
                    <a:pt x="17145" y="0"/>
                  </a:moveTo>
                  <a:lnTo>
                    <a:pt x="0" y="94614"/>
                  </a:lnTo>
                  <a:lnTo>
                    <a:pt x="32385" y="94614"/>
                  </a:lnTo>
                  <a:lnTo>
                    <a:pt x="1714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 descr=""/>
            <p:cNvSpPr/>
            <p:nvPr/>
          </p:nvSpPr>
          <p:spPr>
            <a:xfrm>
              <a:off x="4521835" y="3728733"/>
              <a:ext cx="32384" cy="94615"/>
            </a:xfrm>
            <a:custGeom>
              <a:avLst/>
              <a:gdLst/>
              <a:ahLst/>
              <a:cxnLst/>
              <a:rect l="l" t="t" r="r" b="b"/>
              <a:pathLst>
                <a:path w="32385" h="94614">
                  <a:moveTo>
                    <a:pt x="0" y="94614"/>
                  </a:moveTo>
                  <a:lnTo>
                    <a:pt x="32385" y="94614"/>
                  </a:lnTo>
                  <a:lnTo>
                    <a:pt x="17144" y="0"/>
                  </a:lnTo>
                  <a:lnTo>
                    <a:pt x="0" y="94614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 descr=""/>
            <p:cNvSpPr/>
            <p:nvPr/>
          </p:nvSpPr>
          <p:spPr>
            <a:xfrm>
              <a:off x="4538345" y="3728098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70">
                  <a:moveTo>
                    <a:pt x="0" y="634"/>
                  </a:moveTo>
                  <a:lnTo>
                    <a:pt x="185" y="185"/>
                  </a:lnTo>
                  <a:lnTo>
                    <a:pt x="635" y="0"/>
                  </a:lnTo>
                  <a:lnTo>
                    <a:pt x="1084" y="185"/>
                  </a:lnTo>
                  <a:lnTo>
                    <a:pt x="1270" y="634"/>
                  </a:lnTo>
                  <a:lnTo>
                    <a:pt x="1084" y="1084"/>
                  </a:lnTo>
                  <a:lnTo>
                    <a:pt x="635" y="1269"/>
                  </a:lnTo>
                  <a:lnTo>
                    <a:pt x="185" y="1084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0" name="object 90" descr=""/>
          <p:cNvSpPr/>
          <p:nvPr/>
        </p:nvSpPr>
        <p:spPr>
          <a:xfrm>
            <a:off x="5131434" y="4258957"/>
            <a:ext cx="0" cy="99695"/>
          </a:xfrm>
          <a:custGeom>
            <a:avLst/>
            <a:gdLst/>
            <a:ahLst/>
            <a:cxnLst/>
            <a:rect l="l" t="t" r="r" b="b"/>
            <a:pathLst>
              <a:path w="0" h="99695">
                <a:moveTo>
                  <a:pt x="0" y="99694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1" name="object 91" descr=""/>
          <p:cNvSpPr/>
          <p:nvPr/>
        </p:nvSpPr>
        <p:spPr>
          <a:xfrm>
            <a:off x="5131434" y="4111002"/>
            <a:ext cx="0" cy="99060"/>
          </a:xfrm>
          <a:custGeom>
            <a:avLst/>
            <a:gdLst/>
            <a:ahLst/>
            <a:cxnLst/>
            <a:rect l="l" t="t" r="r" b="b"/>
            <a:pathLst>
              <a:path w="0" h="99060">
                <a:moveTo>
                  <a:pt x="0" y="99059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2" name="object 92" descr=""/>
          <p:cNvSpPr/>
          <p:nvPr/>
        </p:nvSpPr>
        <p:spPr>
          <a:xfrm>
            <a:off x="5131434" y="3963048"/>
            <a:ext cx="0" cy="99060"/>
          </a:xfrm>
          <a:custGeom>
            <a:avLst/>
            <a:gdLst/>
            <a:ahLst/>
            <a:cxnLst/>
            <a:rect l="l" t="t" r="r" b="b"/>
            <a:pathLst>
              <a:path w="0" h="99060">
                <a:moveTo>
                  <a:pt x="0" y="9906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3" name="object 93" descr=""/>
          <p:cNvSpPr/>
          <p:nvPr/>
        </p:nvSpPr>
        <p:spPr>
          <a:xfrm>
            <a:off x="5131434" y="3813823"/>
            <a:ext cx="0" cy="99060"/>
          </a:xfrm>
          <a:custGeom>
            <a:avLst/>
            <a:gdLst/>
            <a:ahLst/>
            <a:cxnLst/>
            <a:rect l="l" t="t" r="r" b="b"/>
            <a:pathLst>
              <a:path w="0" h="99060">
                <a:moveTo>
                  <a:pt x="0" y="9906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4" name="object 94" descr=""/>
          <p:cNvSpPr/>
          <p:nvPr/>
        </p:nvSpPr>
        <p:spPr>
          <a:xfrm>
            <a:off x="5131434" y="3665867"/>
            <a:ext cx="0" cy="99060"/>
          </a:xfrm>
          <a:custGeom>
            <a:avLst/>
            <a:gdLst/>
            <a:ahLst/>
            <a:cxnLst/>
            <a:rect l="l" t="t" r="r" b="b"/>
            <a:pathLst>
              <a:path w="0" h="99060">
                <a:moveTo>
                  <a:pt x="0" y="9906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5" name="object 95" descr=""/>
          <p:cNvSpPr/>
          <p:nvPr/>
        </p:nvSpPr>
        <p:spPr>
          <a:xfrm>
            <a:off x="3436620" y="4705998"/>
            <a:ext cx="0" cy="99060"/>
          </a:xfrm>
          <a:custGeom>
            <a:avLst/>
            <a:gdLst/>
            <a:ahLst/>
            <a:cxnLst/>
            <a:rect l="l" t="t" r="r" b="b"/>
            <a:pathLst>
              <a:path w="0" h="99060">
                <a:moveTo>
                  <a:pt x="0" y="9906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6" name="object 96" descr=""/>
          <p:cNvSpPr/>
          <p:nvPr/>
        </p:nvSpPr>
        <p:spPr>
          <a:xfrm>
            <a:off x="3436620" y="4556773"/>
            <a:ext cx="0" cy="99060"/>
          </a:xfrm>
          <a:custGeom>
            <a:avLst/>
            <a:gdLst/>
            <a:ahLst/>
            <a:cxnLst/>
            <a:rect l="l" t="t" r="r" b="b"/>
            <a:pathLst>
              <a:path w="0" h="99060">
                <a:moveTo>
                  <a:pt x="0" y="9906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7" name="object 97" descr=""/>
          <p:cNvSpPr/>
          <p:nvPr/>
        </p:nvSpPr>
        <p:spPr>
          <a:xfrm>
            <a:off x="3436620" y="4408817"/>
            <a:ext cx="0" cy="99060"/>
          </a:xfrm>
          <a:custGeom>
            <a:avLst/>
            <a:gdLst/>
            <a:ahLst/>
            <a:cxnLst/>
            <a:rect l="l" t="t" r="r" b="b"/>
            <a:pathLst>
              <a:path w="0" h="99060">
                <a:moveTo>
                  <a:pt x="0" y="99059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8" name="object 98" descr=""/>
          <p:cNvSpPr/>
          <p:nvPr/>
        </p:nvSpPr>
        <p:spPr>
          <a:xfrm>
            <a:off x="3436620" y="3665867"/>
            <a:ext cx="0" cy="99060"/>
          </a:xfrm>
          <a:custGeom>
            <a:avLst/>
            <a:gdLst/>
            <a:ahLst/>
            <a:cxnLst/>
            <a:rect l="l" t="t" r="r" b="b"/>
            <a:pathLst>
              <a:path w="0" h="99060">
                <a:moveTo>
                  <a:pt x="0" y="9906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9" name="object 99" descr=""/>
          <p:cNvSpPr/>
          <p:nvPr/>
        </p:nvSpPr>
        <p:spPr>
          <a:xfrm>
            <a:off x="4173220" y="4849507"/>
            <a:ext cx="0" cy="80010"/>
          </a:xfrm>
          <a:custGeom>
            <a:avLst/>
            <a:gdLst/>
            <a:ahLst/>
            <a:cxnLst/>
            <a:rect l="l" t="t" r="r" b="b"/>
            <a:pathLst>
              <a:path w="0" h="80010">
                <a:moveTo>
                  <a:pt x="0" y="8001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0" name="object 100" descr=""/>
          <p:cNvSpPr/>
          <p:nvPr/>
        </p:nvSpPr>
        <p:spPr>
          <a:xfrm>
            <a:off x="4173220" y="4700282"/>
            <a:ext cx="0" cy="99060"/>
          </a:xfrm>
          <a:custGeom>
            <a:avLst/>
            <a:gdLst/>
            <a:ahLst/>
            <a:cxnLst/>
            <a:rect l="l" t="t" r="r" b="b"/>
            <a:pathLst>
              <a:path w="0" h="99060">
                <a:moveTo>
                  <a:pt x="0" y="9906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1" name="object 101" descr=""/>
          <p:cNvSpPr/>
          <p:nvPr/>
        </p:nvSpPr>
        <p:spPr>
          <a:xfrm>
            <a:off x="4173220" y="4552327"/>
            <a:ext cx="0" cy="99060"/>
          </a:xfrm>
          <a:custGeom>
            <a:avLst/>
            <a:gdLst/>
            <a:ahLst/>
            <a:cxnLst/>
            <a:rect l="l" t="t" r="r" b="b"/>
            <a:pathLst>
              <a:path w="0" h="99060">
                <a:moveTo>
                  <a:pt x="0" y="9906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2" name="object 102" descr=""/>
          <p:cNvSpPr/>
          <p:nvPr/>
        </p:nvSpPr>
        <p:spPr>
          <a:xfrm>
            <a:off x="2478404" y="3809377"/>
            <a:ext cx="0" cy="99060"/>
          </a:xfrm>
          <a:custGeom>
            <a:avLst/>
            <a:gdLst/>
            <a:ahLst/>
            <a:cxnLst/>
            <a:rect l="l" t="t" r="r" b="b"/>
            <a:pathLst>
              <a:path w="0" h="99060">
                <a:moveTo>
                  <a:pt x="0" y="0"/>
                </a:moveTo>
                <a:lnTo>
                  <a:pt x="0" y="99059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3" name="object 103" descr=""/>
          <p:cNvSpPr/>
          <p:nvPr/>
        </p:nvSpPr>
        <p:spPr>
          <a:xfrm>
            <a:off x="2478404" y="3957332"/>
            <a:ext cx="0" cy="99060"/>
          </a:xfrm>
          <a:custGeom>
            <a:avLst/>
            <a:gdLst/>
            <a:ahLst/>
            <a:cxnLst/>
            <a:rect l="l" t="t" r="r" b="b"/>
            <a:pathLst>
              <a:path w="0" h="99060">
                <a:moveTo>
                  <a:pt x="0" y="0"/>
                </a:moveTo>
                <a:lnTo>
                  <a:pt x="0" y="99059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4" name="object 104" descr=""/>
          <p:cNvSpPr/>
          <p:nvPr/>
        </p:nvSpPr>
        <p:spPr>
          <a:xfrm>
            <a:off x="2478404" y="4106557"/>
            <a:ext cx="0" cy="99060"/>
          </a:xfrm>
          <a:custGeom>
            <a:avLst/>
            <a:gdLst/>
            <a:ahLst/>
            <a:cxnLst/>
            <a:rect l="l" t="t" r="r" b="b"/>
            <a:pathLst>
              <a:path w="0" h="99060">
                <a:moveTo>
                  <a:pt x="0" y="0"/>
                </a:moveTo>
                <a:lnTo>
                  <a:pt x="0" y="9906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5" name="object 105" descr=""/>
          <p:cNvSpPr/>
          <p:nvPr/>
        </p:nvSpPr>
        <p:spPr>
          <a:xfrm>
            <a:off x="2478404" y="4254512"/>
            <a:ext cx="0" cy="99695"/>
          </a:xfrm>
          <a:custGeom>
            <a:avLst/>
            <a:gdLst/>
            <a:ahLst/>
            <a:cxnLst/>
            <a:rect l="l" t="t" r="r" b="b"/>
            <a:pathLst>
              <a:path w="0" h="99695">
                <a:moveTo>
                  <a:pt x="0" y="0"/>
                </a:moveTo>
                <a:lnTo>
                  <a:pt x="0" y="99695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6" name="object 106" descr=""/>
          <p:cNvSpPr/>
          <p:nvPr/>
        </p:nvSpPr>
        <p:spPr>
          <a:xfrm>
            <a:off x="2478404" y="4700282"/>
            <a:ext cx="0" cy="99060"/>
          </a:xfrm>
          <a:custGeom>
            <a:avLst/>
            <a:gdLst/>
            <a:ahLst/>
            <a:cxnLst/>
            <a:rect l="l" t="t" r="r" b="b"/>
            <a:pathLst>
              <a:path w="0" h="99060">
                <a:moveTo>
                  <a:pt x="0" y="0"/>
                </a:moveTo>
                <a:lnTo>
                  <a:pt x="0" y="9906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07" name="object 107" descr=""/>
          <p:cNvGrpSpPr/>
          <p:nvPr/>
        </p:nvGrpSpPr>
        <p:grpSpPr>
          <a:xfrm>
            <a:off x="1767839" y="3808742"/>
            <a:ext cx="3611879" cy="1120775"/>
            <a:chOff x="1767839" y="3808742"/>
            <a:chExt cx="3611879" cy="1120775"/>
          </a:xfrm>
        </p:grpSpPr>
        <p:sp>
          <p:nvSpPr>
            <p:cNvPr id="108" name="object 108" descr=""/>
            <p:cNvSpPr/>
            <p:nvPr/>
          </p:nvSpPr>
          <p:spPr>
            <a:xfrm>
              <a:off x="2478404" y="4849507"/>
              <a:ext cx="0" cy="80010"/>
            </a:xfrm>
            <a:custGeom>
              <a:avLst/>
              <a:gdLst/>
              <a:ahLst/>
              <a:cxnLst/>
              <a:rect l="l" t="t" r="r" b="b"/>
              <a:pathLst>
                <a:path w="0" h="80010">
                  <a:moveTo>
                    <a:pt x="0" y="0"/>
                  </a:moveTo>
                  <a:lnTo>
                    <a:pt x="0" y="8001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9" name="object 10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67839" y="3808742"/>
              <a:ext cx="3611879" cy="996315"/>
            </a:xfrm>
            <a:prstGeom prst="rect">
              <a:avLst/>
            </a:prstGeom>
          </p:spPr>
        </p:pic>
      </p:grpSp>
      <p:sp>
        <p:nvSpPr>
          <p:cNvPr id="110" name="object 110" descr=""/>
          <p:cNvSpPr/>
          <p:nvPr/>
        </p:nvSpPr>
        <p:spPr>
          <a:xfrm>
            <a:off x="1780539" y="3717937"/>
            <a:ext cx="276860" cy="0"/>
          </a:xfrm>
          <a:custGeom>
            <a:avLst/>
            <a:gdLst/>
            <a:ahLst/>
            <a:cxnLst/>
            <a:rect l="l" t="t" r="r" b="b"/>
            <a:pathLst>
              <a:path w="276860" h="0">
                <a:moveTo>
                  <a:pt x="0" y="0"/>
                </a:moveTo>
                <a:lnTo>
                  <a:pt x="27686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1" name="object 111" descr=""/>
          <p:cNvSpPr/>
          <p:nvPr/>
        </p:nvSpPr>
        <p:spPr>
          <a:xfrm>
            <a:off x="2156460" y="3717937"/>
            <a:ext cx="99060" cy="0"/>
          </a:xfrm>
          <a:custGeom>
            <a:avLst/>
            <a:gdLst/>
            <a:ahLst/>
            <a:cxnLst/>
            <a:rect l="l" t="t" r="r" b="b"/>
            <a:pathLst>
              <a:path w="99060" h="0">
                <a:moveTo>
                  <a:pt x="0" y="0"/>
                </a:moveTo>
                <a:lnTo>
                  <a:pt x="99059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2" name="object 112" descr=""/>
          <p:cNvSpPr/>
          <p:nvPr/>
        </p:nvSpPr>
        <p:spPr>
          <a:xfrm>
            <a:off x="2354579" y="3660152"/>
            <a:ext cx="495300" cy="99060"/>
          </a:xfrm>
          <a:custGeom>
            <a:avLst/>
            <a:gdLst/>
            <a:ahLst/>
            <a:cxnLst/>
            <a:rect l="l" t="t" r="r" b="b"/>
            <a:pathLst>
              <a:path w="495300" h="99060">
                <a:moveTo>
                  <a:pt x="123825" y="0"/>
                </a:moveTo>
                <a:lnTo>
                  <a:pt x="123825" y="99059"/>
                </a:lnTo>
              </a:path>
              <a:path w="495300" h="99060">
                <a:moveTo>
                  <a:pt x="0" y="57784"/>
                </a:moveTo>
                <a:lnTo>
                  <a:pt x="495300" y="57784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3" name="object 113" descr=""/>
          <p:cNvSpPr/>
          <p:nvPr/>
        </p:nvSpPr>
        <p:spPr>
          <a:xfrm>
            <a:off x="2948939" y="3717937"/>
            <a:ext cx="99060" cy="0"/>
          </a:xfrm>
          <a:custGeom>
            <a:avLst/>
            <a:gdLst/>
            <a:ahLst/>
            <a:cxnLst/>
            <a:rect l="l" t="t" r="r" b="b"/>
            <a:pathLst>
              <a:path w="99060" h="0">
                <a:moveTo>
                  <a:pt x="0" y="0"/>
                </a:moveTo>
                <a:lnTo>
                  <a:pt x="9906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4" name="object 114" descr=""/>
          <p:cNvSpPr/>
          <p:nvPr/>
        </p:nvSpPr>
        <p:spPr>
          <a:xfrm>
            <a:off x="3147695" y="3717937"/>
            <a:ext cx="494030" cy="0"/>
          </a:xfrm>
          <a:custGeom>
            <a:avLst/>
            <a:gdLst/>
            <a:ahLst/>
            <a:cxnLst/>
            <a:rect l="l" t="t" r="r" b="b"/>
            <a:pathLst>
              <a:path w="494029" h="0">
                <a:moveTo>
                  <a:pt x="0" y="0"/>
                </a:moveTo>
                <a:lnTo>
                  <a:pt x="49403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5" name="object 115" descr=""/>
          <p:cNvSpPr/>
          <p:nvPr/>
        </p:nvSpPr>
        <p:spPr>
          <a:xfrm>
            <a:off x="3740784" y="3717937"/>
            <a:ext cx="99060" cy="10795"/>
          </a:xfrm>
          <a:custGeom>
            <a:avLst/>
            <a:gdLst/>
            <a:ahLst/>
            <a:cxnLst/>
            <a:rect l="l" t="t" r="r" b="b"/>
            <a:pathLst>
              <a:path w="99060" h="10795">
                <a:moveTo>
                  <a:pt x="76200" y="10795"/>
                </a:moveTo>
                <a:lnTo>
                  <a:pt x="77469" y="10795"/>
                </a:lnTo>
              </a:path>
              <a:path w="99060" h="10795">
                <a:moveTo>
                  <a:pt x="0" y="0"/>
                </a:moveTo>
                <a:lnTo>
                  <a:pt x="9906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6" name="object 116" descr=""/>
          <p:cNvSpPr/>
          <p:nvPr/>
        </p:nvSpPr>
        <p:spPr>
          <a:xfrm>
            <a:off x="3938904" y="3660152"/>
            <a:ext cx="495300" cy="99060"/>
          </a:xfrm>
          <a:custGeom>
            <a:avLst/>
            <a:gdLst/>
            <a:ahLst/>
            <a:cxnLst/>
            <a:rect l="l" t="t" r="r" b="b"/>
            <a:pathLst>
              <a:path w="495300" h="99060">
                <a:moveTo>
                  <a:pt x="234950" y="99059"/>
                </a:moveTo>
                <a:lnTo>
                  <a:pt x="234950" y="0"/>
                </a:lnTo>
              </a:path>
              <a:path w="495300" h="99060">
                <a:moveTo>
                  <a:pt x="0" y="57784"/>
                </a:moveTo>
                <a:lnTo>
                  <a:pt x="495300" y="57784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7" name="object 117" descr=""/>
          <p:cNvSpPr/>
          <p:nvPr/>
        </p:nvSpPr>
        <p:spPr>
          <a:xfrm>
            <a:off x="4732020" y="3717937"/>
            <a:ext cx="494030" cy="0"/>
          </a:xfrm>
          <a:custGeom>
            <a:avLst/>
            <a:gdLst/>
            <a:ahLst/>
            <a:cxnLst/>
            <a:rect l="l" t="t" r="r" b="b"/>
            <a:pathLst>
              <a:path w="494029" h="0">
                <a:moveTo>
                  <a:pt x="0" y="0"/>
                </a:moveTo>
                <a:lnTo>
                  <a:pt x="494029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8" name="object 118" descr=""/>
          <p:cNvSpPr/>
          <p:nvPr/>
        </p:nvSpPr>
        <p:spPr>
          <a:xfrm>
            <a:off x="5325109" y="3717937"/>
            <a:ext cx="99060" cy="0"/>
          </a:xfrm>
          <a:custGeom>
            <a:avLst/>
            <a:gdLst/>
            <a:ahLst/>
            <a:cxnLst/>
            <a:rect l="l" t="t" r="r" b="b"/>
            <a:pathLst>
              <a:path w="99060" h="0">
                <a:moveTo>
                  <a:pt x="0" y="0"/>
                </a:moveTo>
                <a:lnTo>
                  <a:pt x="9906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9" name="object 119" descr=""/>
          <p:cNvSpPr/>
          <p:nvPr/>
        </p:nvSpPr>
        <p:spPr>
          <a:xfrm>
            <a:off x="5523229" y="3717937"/>
            <a:ext cx="278765" cy="0"/>
          </a:xfrm>
          <a:custGeom>
            <a:avLst/>
            <a:gdLst/>
            <a:ahLst/>
            <a:cxnLst/>
            <a:rect l="l" t="t" r="r" b="b"/>
            <a:pathLst>
              <a:path w="278764" h="0">
                <a:moveTo>
                  <a:pt x="0" y="0"/>
                </a:moveTo>
                <a:lnTo>
                  <a:pt x="278765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20" name="object 120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510235" y="3535692"/>
            <a:ext cx="122724" cy="182879"/>
          </a:xfrm>
          <a:prstGeom prst="rect">
            <a:avLst/>
          </a:prstGeom>
        </p:spPr>
      </p:pic>
      <p:grpSp>
        <p:nvGrpSpPr>
          <p:cNvPr id="121" name="object 121" descr=""/>
          <p:cNvGrpSpPr/>
          <p:nvPr/>
        </p:nvGrpSpPr>
        <p:grpSpPr>
          <a:xfrm>
            <a:off x="5051425" y="2113927"/>
            <a:ext cx="196850" cy="112395"/>
            <a:chOff x="5051425" y="2113927"/>
            <a:chExt cx="196850" cy="112395"/>
          </a:xfrm>
        </p:grpSpPr>
        <p:pic>
          <p:nvPicPr>
            <p:cNvPr id="122" name="object 122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051425" y="2113927"/>
              <a:ext cx="89535" cy="112395"/>
            </a:xfrm>
            <a:prstGeom prst="rect">
              <a:avLst/>
            </a:prstGeom>
          </p:spPr>
        </p:pic>
        <p:pic>
          <p:nvPicPr>
            <p:cNvPr id="123" name="object 123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172075" y="2113927"/>
              <a:ext cx="76200" cy="112395"/>
            </a:xfrm>
            <a:prstGeom prst="rect">
              <a:avLst/>
            </a:prstGeom>
          </p:spPr>
        </p:pic>
      </p:grpSp>
      <p:grpSp>
        <p:nvGrpSpPr>
          <p:cNvPr id="124" name="object 124" descr=""/>
          <p:cNvGrpSpPr/>
          <p:nvPr/>
        </p:nvGrpSpPr>
        <p:grpSpPr>
          <a:xfrm>
            <a:off x="3361054" y="2113927"/>
            <a:ext cx="187325" cy="112395"/>
            <a:chOff x="3361054" y="2113927"/>
            <a:chExt cx="187325" cy="112395"/>
          </a:xfrm>
        </p:grpSpPr>
        <p:pic>
          <p:nvPicPr>
            <p:cNvPr id="125" name="object 125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361054" y="2113927"/>
              <a:ext cx="80645" cy="112395"/>
            </a:xfrm>
            <a:prstGeom prst="rect">
              <a:avLst/>
            </a:prstGeom>
          </p:spPr>
        </p:pic>
        <p:pic>
          <p:nvPicPr>
            <p:cNvPr id="126" name="object 126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472179" y="2113927"/>
              <a:ext cx="76200" cy="112395"/>
            </a:xfrm>
            <a:prstGeom prst="rect">
              <a:avLst/>
            </a:prstGeom>
          </p:spPr>
        </p:pic>
      </p:grpSp>
      <p:sp>
        <p:nvSpPr>
          <p:cNvPr id="127" name="object 127" descr=""/>
          <p:cNvSpPr/>
          <p:nvPr/>
        </p:nvSpPr>
        <p:spPr>
          <a:xfrm>
            <a:off x="4110990" y="2104402"/>
            <a:ext cx="158750" cy="111125"/>
          </a:xfrm>
          <a:custGeom>
            <a:avLst/>
            <a:gdLst/>
            <a:ahLst/>
            <a:cxnLst/>
            <a:rect l="l" t="t" r="r" b="b"/>
            <a:pathLst>
              <a:path w="158750" h="111125">
                <a:moveTo>
                  <a:pt x="15239" y="0"/>
                </a:moveTo>
                <a:lnTo>
                  <a:pt x="15239" y="111125"/>
                </a:lnTo>
              </a:path>
              <a:path w="158750" h="111125">
                <a:moveTo>
                  <a:pt x="21589" y="0"/>
                </a:moveTo>
                <a:lnTo>
                  <a:pt x="21589" y="111125"/>
                </a:lnTo>
              </a:path>
              <a:path w="158750" h="111125">
                <a:moveTo>
                  <a:pt x="52070" y="31750"/>
                </a:moveTo>
                <a:lnTo>
                  <a:pt x="52070" y="74294"/>
                </a:lnTo>
              </a:path>
              <a:path w="158750" h="111125">
                <a:moveTo>
                  <a:pt x="0" y="0"/>
                </a:moveTo>
                <a:lnTo>
                  <a:pt x="83820" y="0"/>
                </a:lnTo>
                <a:lnTo>
                  <a:pt x="83820" y="31750"/>
                </a:lnTo>
                <a:lnTo>
                  <a:pt x="79375" y="0"/>
                </a:lnTo>
              </a:path>
              <a:path w="158750" h="111125">
                <a:moveTo>
                  <a:pt x="21589" y="53339"/>
                </a:moveTo>
                <a:lnTo>
                  <a:pt x="52070" y="53339"/>
                </a:lnTo>
              </a:path>
              <a:path w="158750" h="111125">
                <a:moveTo>
                  <a:pt x="0" y="111125"/>
                </a:moveTo>
                <a:lnTo>
                  <a:pt x="36830" y="111125"/>
                </a:lnTo>
              </a:path>
              <a:path w="158750" h="111125">
                <a:moveTo>
                  <a:pt x="109855" y="20954"/>
                </a:moveTo>
                <a:lnTo>
                  <a:pt x="120650" y="16509"/>
                </a:lnTo>
                <a:lnTo>
                  <a:pt x="137160" y="0"/>
                </a:lnTo>
                <a:lnTo>
                  <a:pt x="137160" y="111125"/>
                </a:lnTo>
              </a:path>
              <a:path w="158750" h="111125">
                <a:moveTo>
                  <a:pt x="131445" y="5714"/>
                </a:moveTo>
                <a:lnTo>
                  <a:pt x="131445" y="111125"/>
                </a:lnTo>
              </a:path>
              <a:path w="158750" h="111125">
                <a:moveTo>
                  <a:pt x="109855" y="111125"/>
                </a:moveTo>
                <a:lnTo>
                  <a:pt x="158750" y="111125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8" name="object 128" descr=""/>
          <p:cNvSpPr/>
          <p:nvPr/>
        </p:nvSpPr>
        <p:spPr>
          <a:xfrm>
            <a:off x="2413635" y="2104402"/>
            <a:ext cx="164465" cy="111125"/>
          </a:xfrm>
          <a:custGeom>
            <a:avLst/>
            <a:gdLst/>
            <a:ahLst/>
            <a:cxnLst/>
            <a:rect l="l" t="t" r="r" b="b"/>
            <a:pathLst>
              <a:path w="164464" h="111125">
                <a:moveTo>
                  <a:pt x="16509" y="0"/>
                </a:moveTo>
                <a:lnTo>
                  <a:pt x="16509" y="111125"/>
                </a:lnTo>
              </a:path>
              <a:path w="164464" h="111125">
                <a:moveTo>
                  <a:pt x="20954" y="0"/>
                </a:moveTo>
                <a:lnTo>
                  <a:pt x="20954" y="111125"/>
                </a:lnTo>
              </a:path>
              <a:path w="164464" h="111125">
                <a:moveTo>
                  <a:pt x="53339" y="31750"/>
                </a:moveTo>
                <a:lnTo>
                  <a:pt x="53339" y="74294"/>
                </a:lnTo>
              </a:path>
              <a:path w="164464" h="111125">
                <a:moveTo>
                  <a:pt x="0" y="0"/>
                </a:moveTo>
                <a:lnTo>
                  <a:pt x="85089" y="0"/>
                </a:lnTo>
                <a:lnTo>
                  <a:pt x="85089" y="31750"/>
                </a:lnTo>
                <a:lnTo>
                  <a:pt x="78739" y="0"/>
                </a:lnTo>
              </a:path>
              <a:path w="164464" h="111125">
                <a:moveTo>
                  <a:pt x="20954" y="53339"/>
                </a:moveTo>
                <a:lnTo>
                  <a:pt x="53339" y="53339"/>
                </a:lnTo>
              </a:path>
              <a:path w="164464" h="111125">
                <a:moveTo>
                  <a:pt x="0" y="111125"/>
                </a:moveTo>
                <a:lnTo>
                  <a:pt x="85089" y="111125"/>
                </a:lnTo>
                <a:lnTo>
                  <a:pt x="85089" y="79375"/>
                </a:lnTo>
                <a:lnTo>
                  <a:pt x="78739" y="111125"/>
                </a:lnTo>
              </a:path>
              <a:path w="164464" h="111125">
                <a:moveTo>
                  <a:pt x="116839" y="20954"/>
                </a:moveTo>
                <a:lnTo>
                  <a:pt x="127634" y="16509"/>
                </a:lnTo>
                <a:lnTo>
                  <a:pt x="142875" y="0"/>
                </a:lnTo>
                <a:lnTo>
                  <a:pt x="142875" y="111125"/>
                </a:lnTo>
              </a:path>
              <a:path w="164464" h="111125">
                <a:moveTo>
                  <a:pt x="137159" y="5714"/>
                </a:moveTo>
                <a:lnTo>
                  <a:pt x="137159" y="111125"/>
                </a:lnTo>
              </a:path>
              <a:path w="164464" h="111125">
                <a:moveTo>
                  <a:pt x="116839" y="111125"/>
                </a:moveTo>
                <a:lnTo>
                  <a:pt x="164464" y="111125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9" name="object 129" descr=""/>
          <p:cNvSpPr/>
          <p:nvPr/>
        </p:nvSpPr>
        <p:spPr>
          <a:xfrm>
            <a:off x="5132070" y="4853952"/>
            <a:ext cx="0" cy="75565"/>
          </a:xfrm>
          <a:custGeom>
            <a:avLst/>
            <a:gdLst/>
            <a:ahLst/>
            <a:cxnLst/>
            <a:rect l="l" t="t" r="r" b="b"/>
            <a:pathLst>
              <a:path w="0" h="75564">
                <a:moveTo>
                  <a:pt x="0" y="75565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0" name="object 130" descr=""/>
          <p:cNvSpPr/>
          <p:nvPr/>
        </p:nvSpPr>
        <p:spPr>
          <a:xfrm>
            <a:off x="5132070" y="2625737"/>
            <a:ext cx="0" cy="98425"/>
          </a:xfrm>
          <a:custGeom>
            <a:avLst/>
            <a:gdLst/>
            <a:ahLst/>
            <a:cxnLst/>
            <a:rect l="l" t="t" r="r" b="b"/>
            <a:pathLst>
              <a:path w="0" h="98425">
                <a:moveTo>
                  <a:pt x="0" y="98425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1" name="object 131" descr=""/>
          <p:cNvSpPr/>
          <p:nvPr/>
        </p:nvSpPr>
        <p:spPr>
          <a:xfrm>
            <a:off x="5132070" y="2477782"/>
            <a:ext cx="0" cy="97155"/>
          </a:xfrm>
          <a:custGeom>
            <a:avLst/>
            <a:gdLst/>
            <a:ahLst/>
            <a:cxnLst/>
            <a:rect l="l" t="t" r="r" b="b"/>
            <a:pathLst>
              <a:path w="0" h="97155">
                <a:moveTo>
                  <a:pt x="0" y="97154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2" name="object 132" descr=""/>
          <p:cNvSpPr/>
          <p:nvPr/>
        </p:nvSpPr>
        <p:spPr>
          <a:xfrm>
            <a:off x="5132070" y="2352687"/>
            <a:ext cx="0" cy="74930"/>
          </a:xfrm>
          <a:custGeom>
            <a:avLst/>
            <a:gdLst/>
            <a:ahLst/>
            <a:cxnLst/>
            <a:rect l="l" t="t" r="r" b="b"/>
            <a:pathLst>
              <a:path w="0" h="74930">
                <a:moveTo>
                  <a:pt x="0" y="74929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3" name="object 133" descr=""/>
          <p:cNvSpPr/>
          <p:nvPr/>
        </p:nvSpPr>
        <p:spPr>
          <a:xfrm>
            <a:off x="3437254" y="4853952"/>
            <a:ext cx="0" cy="75565"/>
          </a:xfrm>
          <a:custGeom>
            <a:avLst/>
            <a:gdLst/>
            <a:ahLst/>
            <a:cxnLst/>
            <a:rect l="l" t="t" r="r" b="b"/>
            <a:pathLst>
              <a:path w="0" h="75564">
                <a:moveTo>
                  <a:pt x="0" y="75565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4" name="object 134" descr=""/>
          <p:cNvSpPr/>
          <p:nvPr/>
        </p:nvSpPr>
        <p:spPr>
          <a:xfrm>
            <a:off x="3437254" y="2625737"/>
            <a:ext cx="0" cy="98425"/>
          </a:xfrm>
          <a:custGeom>
            <a:avLst/>
            <a:gdLst/>
            <a:ahLst/>
            <a:cxnLst/>
            <a:rect l="l" t="t" r="r" b="b"/>
            <a:pathLst>
              <a:path w="0" h="98425">
                <a:moveTo>
                  <a:pt x="0" y="98425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5" name="object 135" descr=""/>
          <p:cNvSpPr/>
          <p:nvPr/>
        </p:nvSpPr>
        <p:spPr>
          <a:xfrm>
            <a:off x="3437254" y="2477782"/>
            <a:ext cx="0" cy="97155"/>
          </a:xfrm>
          <a:custGeom>
            <a:avLst/>
            <a:gdLst/>
            <a:ahLst/>
            <a:cxnLst/>
            <a:rect l="l" t="t" r="r" b="b"/>
            <a:pathLst>
              <a:path w="0" h="97155">
                <a:moveTo>
                  <a:pt x="0" y="97154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6" name="object 136" descr=""/>
          <p:cNvSpPr/>
          <p:nvPr/>
        </p:nvSpPr>
        <p:spPr>
          <a:xfrm>
            <a:off x="3437254" y="2352687"/>
            <a:ext cx="0" cy="74930"/>
          </a:xfrm>
          <a:custGeom>
            <a:avLst/>
            <a:gdLst/>
            <a:ahLst/>
            <a:cxnLst/>
            <a:rect l="l" t="t" r="r" b="b"/>
            <a:pathLst>
              <a:path w="0" h="74930">
                <a:moveTo>
                  <a:pt x="0" y="74929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7" name="object 137" descr=""/>
          <p:cNvSpPr/>
          <p:nvPr/>
        </p:nvSpPr>
        <p:spPr>
          <a:xfrm>
            <a:off x="4173854" y="2619387"/>
            <a:ext cx="0" cy="99060"/>
          </a:xfrm>
          <a:custGeom>
            <a:avLst/>
            <a:gdLst/>
            <a:ahLst/>
            <a:cxnLst/>
            <a:rect l="l" t="t" r="r" b="b"/>
            <a:pathLst>
              <a:path w="0" h="99060">
                <a:moveTo>
                  <a:pt x="0" y="99059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8" name="object 138" descr=""/>
          <p:cNvSpPr/>
          <p:nvPr/>
        </p:nvSpPr>
        <p:spPr>
          <a:xfrm>
            <a:off x="4173854" y="2471432"/>
            <a:ext cx="0" cy="99060"/>
          </a:xfrm>
          <a:custGeom>
            <a:avLst/>
            <a:gdLst/>
            <a:ahLst/>
            <a:cxnLst/>
            <a:rect l="l" t="t" r="r" b="b"/>
            <a:pathLst>
              <a:path w="0" h="99060">
                <a:moveTo>
                  <a:pt x="0" y="99059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9" name="object 139" descr=""/>
          <p:cNvSpPr/>
          <p:nvPr/>
        </p:nvSpPr>
        <p:spPr>
          <a:xfrm>
            <a:off x="4173854" y="2341892"/>
            <a:ext cx="0" cy="79375"/>
          </a:xfrm>
          <a:custGeom>
            <a:avLst/>
            <a:gdLst/>
            <a:ahLst/>
            <a:cxnLst/>
            <a:rect l="l" t="t" r="r" b="b"/>
            <a:pathLst>
              <a:path w="0" h="79375">
                <a:moveTo>
                  <a:pt x="0" y="79375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0" name="object 140" descr=""/>
          <p:cNvSpPr/>
          <p:nvPr/>
        </p:nvSpPr>
        <p:spPr>
          <a:xfrm>
            <a:off x="2479039" y="2341892"/>
            <a:ext cx="0" cy="79375"/>
          </a:xfrm>
          <a:custGeom>
            <a:avLst/>
            <a:gdLst/>
            <a:ahLst/>
            <a:cxnLst/>
            <a:rect l="l" t="t" r="r" b="b"/>
            <a:pathLst>
              <a:path w="0" h="79375">
                <a:moveTo>
                  <a:pt x="0" y="0"/>
                </a:moveTo>
                <a:lnTo>
                  <a:pt x="0" y="79375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1" name="object 141" descr=""/>
          <p:cNvSpPr/>
          <p:nvPr/>
        </p:nvSpPr>
        <p:spPr>
          <a:xfrm>
            <a:off x="2479039" y="2471432"/>
            <a:ext cx="0" cy="99060"/>
          </a:xfrm>
          <a:custGeom>
            <a:avLst/>
            <a:gdLst/>
            <a:ahLst/>
            <a:cxnLst/>
            <a:rect l="l" t="t" r="r" b="b"/>
            <a:pathLst>
              <a:path w="0" h="99060">
                <a:moveTo>
                  <a:pt x="0" y="0"/>
                </a:moveTo>
                <a:lnTo>
                  <a:pt x="0" y="99059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2" name="object 142" descr=""/>
          <p:cNvSpPr/>
          <p:nvPr/>
        </p:nvSpPr>
        <p:spPr>
          <a:xfrm>
            <a:off x="2479039" y="2619387"/>
            <a:ext cx="0" cy="99060"/>
          </a:xfrm>
          <a:custGeom>
            <a:avLst/>
            <a:gdLst/>
            <a:ahLst/>
            <a:cxnLst/>
            <a:rect l="l" t="t" r="r" b="b"/>
            <a:pathLst>
              <a:path w="0" h="99060">
                <a:moveTo>
                  <a:pt x="0" y="0"/>
                </a:moveTo>
                <a:lnTo>
                  <a:pt x="0" y="99059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43" name="object 143" descr=""/>
          <p:cNvGrpSpPr/>
          <p:nvPr/>
        </p:nvGrpSpPr>
        <p:grpSpPr>
          <a:xfrm>
            <a:off x="5554979" y="4619637"/>
            <a:ext cx="259079" cy="22225"/>
            <a:chOff x="5554979" y="4619637"/>
            <a:chExt cx="259079" cy="22225"/>
          </a:xfrm>
        </p:grpSpPr>
        <p:sp>
          <p:nvSpPr>
            <p:cNvPr id="144" name="object 144" descr=""/>
            <p:cNvSpPr/>
            <p:nvPr/>
          </p:nvSpPr>
          <p:spPr>
            <a:xfrm>
              <a:off x="5802629" y="4620272"/>
              <a:ext cx="10795" cy="20955"/>
            </a:xfrm>
            <a:custGeom>
              <a:avLst/>
              <a:gdLst/>
              <a:ahLst/>
              <a:cxnLst/>
              <a:rect l="l" t="t" r="r" b="b"/>
              <a:pathLst>
                <a:path w="10795" h="20954">
                  <a:moveTo>
                    <a:pt x="4445" y="0"/>
                  </a:moveTo>
                  <a:lnTo>
                    <a:pt x="0" y="0"/>
                  </a:lnTo>
                  <a:lnTo>
                    <a:pt x="0" y="20954"/>
                  </a:lnTo>
                  <a:lnTo>
                    <a:pt x="4445" y="20954"/>
                  </a:lnTo>
                  <a:lnTo>
                    <a:pt x="8890" y="16510"/>
                  </a:lnTo>
                  <a:lnTo>
                    <a:pt x="10795" y="13335"/>
                  </a:lnTo>
                  <a:lnTo>
                    <a:pt x="10795" y="7620"/>
                  </a:lnTo>
                  <a:lnTo>
                    <a:pt x="8890" y="4445"/>
                  </a:lnTo>
                  <a:lnTo>
                    <a:pt x="444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5" name="object 145" descr=""/>
            <p:cNvSpPr/>
            <p:nvPr/>
          </p:nvSpPr>
          <p:spPr>
            <a:xfrm>
              <a:off x="5802629" y="4620272"/>
              <a:ext cx="10795" cy="20955"/>
            </a:xfrm>
            <a:custGeom>
              <a:avLst/>
              <a:gdLst/>
              <a:ahLst/>
              <a:cxnLst/>
              <a:rect l="l" t="t" r="r" b="b"/>
              <a:pathLst>
                <a:path w="10795" h="20954">
                  <a:moveTo>
                    <a:pt x="0" y="0"/>
                  </a:moveTo>
                  <a:lnTo>
                    <a:pt x="4445" y="0"/>
                  </a:lnTo>
                  <a:lnTo>
                    <a:pt x="5715" y="1270"/>
                  </a:lnTo>
                  <a:lnTo>
                    <a:pt x="7620" y="3175"/>
                  </a:lnTo>
                  <a:lnTo>
                    <a:pt x="8890" y="4445"/>
                  </a:lnTo>
                  <a:lnTo>
                    <a:pt x="10795" y="7620"/>
                  </a:lnTo>
                  <a:lnTo>
                    <a:pt x="10795" y="13335"/>
                  </a:lnTo>
                  <a:lnTo>
                    <a:pt x="8890" y="16510"/>
                  </a:lnTo>
                  <a:lnTo>
                    <a:pt x="7620" y="18414"/>
                  </a:lnTo>
                  <a:lnTo>
                    <a:pt x="5715" y="19685"/>
                  </a:lnTo>
                  <a:lnTo>
                    <a:pt x="4445" y="20954"/>
                  </a:lnTo>
                  <a:lnTo>
                    <a:pt x="0" y="2095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6" name="object 146" descr=""/>
            <p:cNvSpPr/>
            <p:nvPr/>
          </p:nvSpPr>
          <p:spPr>
            <a:xfrm>
              <a:off x="5566409" y="4620272"/>
              <a:ext cx="236220" cy="20955"/>
            </a:xfrm>
            <a:custGeom>
              <a:avLst/>
              <a:gdLst/>
              <a:ahLst/>
              <a:cxnLst/>
              <a:rect l="l" t="t" r="r" b="b"/>
              <a:pathLst>
                <a:path w="236220" h="20954">
                  <a:moveTo>
                    <a:pt x="236219" y="0"/>
                  </a:moveTo>
                  <a:lnTo>
                    <a:pt x="0" y="0"/>
                  </a:lnTo>
                  <a:lnTo>
                    <a:pt x="0" y="20954"/>
                  </a:lnTo>
                  <a:lnTo>
                    <a:pt x="118110" y="20954"/>
                  </a:lnTo>
                  <a:lnTo>
                    <a:pt x="236219" y="20954"/>
                  </a:lnTo>
                  <a:lnTo>
                    <a:pt x="23621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7" name="object 147" descr=""/>
            <p:cNvSpPr/>
            <p:nvPr/>
          </p:nvSpPr>
          <p:spPr>
            <a:xfrm>
              <a:off x="5566409" y="4620272"/>
              <a:ext cx="236220" cy="20955"/>
            </a:xfrm>
            <a:custGeom>
              <a:avLst/>
              <a:gdLst/>
              <a:ahLst/>
              <a:cxnLst/>
              <a:rect l="l" t="t" r="r" b="b"/>
              <a:pathLst>
                <a:path w="236220" h="20954">
                  <a:moveTo>
                    <a:pt x="118110" y="20954"/>
                  </a:moveTo>
                  <a:lnTo>
                    <a:pt x="0" y="20954"/>
                  </a:lnTo>
                  <a:lnTo>
                    <a:pt x="0" y="0"/>
                  </a:lnTo>
                  <a:lnTo>
                    <a:pt x="236219" y="0"/>
                  </a:lnTo>
                  <a:lnTo>
                    <a:pt x="236219" y="20954"/>
                  </a:lnTo>
                  <a:lnTo>
                    <a:pt x="118110" y="20954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8" name="object 148" descr=""/>
            <p:cNvSpPr/>
            <p:nvPr/>
          </p:nvSpPr>
          <p:spPr>
            <a:xfrm>
              <a:off x="5555614" y="4620272"/>
              <a:ext cx="10795" cy="20955"/>
            </a:xfrm>
            <a:custGeom>
              <a:avLst/>
              <a:gdLst/>
              <a:ahLst/>
              <a:cxnLst/>
              <a:rect l="l" t="t" r="r" b="b"/>
              <a:pathLst>
                <a:path w="10795" h="20954">
                  <a:moveTo>
                    <a:pt x="10795" y="0"/>
                  </a:moveTo>
                  <a:lnTo>
                    <a:pt x="6350" y="0"/>
                  </a:lnTo>
                  <a:lnTo>
                    <a:pt x="1270" y="4445"/>
                  </a:lnTo>
                  <a:lnTo>
                    <a:pt x="0" y="7620"/>
                  </a:lnTo>
                  <a:lnTo>
                    <a:pt x="0" y="13335"/>
                  </a:lnTo>
                  <a:lnTo>
                    <a:pt x="1270" y="16510"/>
                  </a:lnTo>
                  <a:lnTo>
                    <a:pt x="3175" y="18414"/>
                  </a:lnTo>
                  <a:lnTo>
                    <a:pt x="6350" y="20954"/>
                  </a:lnTo>
                  <a:lnTo>
                    <a:pt x="10795" y="20954"/>
                  </a:lnTo>
                  <a:lnTo>
                    <a:pt x="1079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9" name="object 149" descr=""/>
            <p:cNvSpPr/>
            <p:nvPr/>
          </p:nvSpPr>
          <p:spPr>
            <a:xfrm>
              <a:off x="5555614" y="4620272"/>
              <a:ext cx="10795" cy="20955"/>
            </a:xfrm>
            <a:custGeom>
              <a:avLst/>
              <a:gdLst/>
              <a:ahLst/>
              <a:cxnLst/>
              <a:rect l="l" t="t" r="r" b="b"/>
              <a:pathLst>
                <a:path w="10795" h="20954">
                  <a:moveTo>
                    <a:pt x="10795" y="20954"/>
                  </a:moveTo>
                  <a:lnTo>
                    <a:pt x="6350" y="20954"/>
                  </a:lnTo>
                  <a:lnTo>
                    <a:pt x="4445" y="19685"/>
                  </a:lnTo>
                  <a:lnTo>
                    <a:pt x="3175" y="18414"/>
                  </a:lnTo>
                  <a:lnTo>
                    <a:pt x="1270" y="16510"/>
                  </a:lnTo>
                  <a:lnTo>
                    <a:pt x="0" y="13335"/>
                  </a:lnTo>
                  <a:lnTo>
                    <a:pt x="0" y="7620"/>
                  </a:lnTo>
                  <a:lnTo>
                    <a:pt x="1270" y="4445"/>
                  </a:lnTo>
                  <a:lnTo>
                    <a:pt x="3175" y="3175"/>
                  </a:lnTo>
                  <a:lnTo>
                    <a:pt x="4445" y="1270"/>
                  </a:lnTo>
                  <a:lnTo>
                    <a:pt x="6350" y="0"/>
                  </a:lnTo>
                  <a:lnTo>
                    <a:pt x="1079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50" name="object 150" descr=""/>
          <p:cNvGrpSpPr/>
          <p:nvPr/>
        </p:nvGrpSpPr>
        <p:grpSpPr>
          <a:xfrm>
            <a:off x="1650364" y="2065667"/>
            <a:ext cx="4237355" cy="2955925"/>
            <a:chOff x="1650364" y="2065667"/>
            <a:chExt cx="4237355" cy="2955925"/>
          </a:xfrm>
        </p:grpSpPr>
        <p:sp>
          <p:nvSpPr>
            <p:cNvPr id="151" name="object 151" descr=""/>
            <p:cNvSpPr/>
            <p:nvPr/>
          </p:nvSpPr>
          <p:spPr>
            <a:xfrm>
              <a:off x="5473699" y="4620272"/>
              <a:ext cx="10795" cy="20955"/>
            </a:xfrm>
            <a:custGeom>
              <a:avLst/>
              <a:gdLst/>
              <a:ahLst/>
              <a:cxnLst/>
              <a:rect l="l" t="t" r="r" b="b"/>
              <a:pathLst>
                <a:path w="10795" h="20954">
                  <a:moveTo>
                    <a:pt x="5079" y="0"/>
                  </a:moveTo>
                  <a:lnTo>
                    <a:pt x="0" y="0"/>
                  </a:lnTo>
                  <a:lnTo>
                    <a:pt x="0" y="20954"/>
                  </a:lnTo>
                  <a:lnTo>
                    <a:pt x="5079" y="20954"/>
                  </a:lnTo>
                  <a:lnTo>
                    <a:pt x="9525" y="16510"/>
                  </a:lnTo>
                  <a:lnTo>
                    <a:pt x="10795" y="13335"/>
                  </a:lnTo>
                  <a:lnTo>
                    <a:pt x="10795" y="7620"/>
                  </a:lnTo>
                  <a:lnTo>
                    <a:pt x="9525" y="4445"/>
                  </a:lnTo>
                  <a:lnTo>
                    <a:pt x="7620" y="3175"/>
                  </a:lnTo>
                  <a:lnTo>
                    <a:pt x="50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2" name="object 152" descr=""/>
            <p:cNvSpPr/>
            <p:nvPr/>
          </p:nvSpPr>
          <p:spPr>
            <a:xfrm>
              <a:off x="5473699" y="4620272"/>
              <a:ext cx="10795" cy="20955"/>
            </a:xfrm>
            <a:custGeom>
              <a:avLst/>
              <a:gdLst/>
              <a:ahLst/>
              <a:cxnLst/>
              <a:rect l="l" t="t" r="r" b="b"/>
              <a:pathLst>
                <a:path w="10795" h="20954">
                  <a:moveTo>
                    <a:pt x="0" y="0"/>
                  </a:moveTo>
                  <a:lnTo>
                    <a:pt x="5079" y="0"/>
                  </a:lnTo>
                  <a:lnTo>
                    <a:pt x="6350" y="1270"/>
                  </a:lnTo>
                  <a:lnTo>
                    <a:pt x="7620" y="3175"/>
                  </a:lnTo>
                  <a:lnTo>
                    <a:pt x="9525" y="4445"/>
                  </a:lnTo>
                  <a:lnTo>
                    <a:pt x="10795" y="7620"/>
                  </a:lnTo>
                  <a:lnTo>
                    <a:pt x="10795" y="13335"/>
                  </a:lnTo>
                  <a:lnTo>
                    <a:pt x="9525" y="16510"/>
                  </a:lnTo>
                  <a:lnTo>
                    <a:pt x="7620" y="18414"/>
                  </a:lnTo>
                  <a:lnTo>
                    <a:pt x="6350" y="19685"/>
                  </a:lnTo>
                  <a:lnTo>
                    <a:pt x="5079" y="20954"/>
                  </a:lnTo>
                  <a:lnTo>
                    <a:pt x="0" y="2095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3" name="object 153" descr=""/>
            <p:cNvSpPr/>
            <p:nvPr/>
          </p:nvSpPr>
          <p:spPr>
            <a:xfrm>
              <a:off x="5462905" y="4620272"/>
              <a:ext cx="10160" cy="20955"/>
            </a:xfrm>
            <a:custGeom>
              <a:avLst/>
              <a:gdLst/>
              <a:ahLst/>
              <a:cxnLst/>
              <a:rect l="l" t="t" r="r" b="b"/>
              <a:pathLst>
                <a:path w="10160" h="20954">
                  <a:moveTo>
                    <a:pt x="10160" y="0"/>
                  </a:moveTo>
                  <a:lnTo>
                    <a:pt x="0" y="0"/>
                  </a:lnTo>
                  <a:lnTo>
                    <a:pt x="0" y="20954"/>
                  </a:lnTo>
                  <a:lnTo>
                    <a:pt x="5080" y="20954"/>
                  </a:lnTo>
                  <a:lnTo>
                    <a:pt x="10160" y="20954"/>
                  </a:lnTo>
                  <a:lnTo>
                    <a:pt x="1016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4" name="object 154" descr=""/>
            <p:cNvSpPr/>
            <p:nvPr/>
          </p:nvSpPr>
          <p:spPr>
            <a:xfrm>
              <a:off x="5462905" y="4620272"/>
              <a:ext cx="10160" cy="20955"/>
            </a:xfrm>
            <a:custGeom>
              <a:avLst/>
              <a:gdLst/>
              <a:ahLst/>
              <a:cxnLst/>
              <a:rect l="l" t="t" r="r" b="b"/>
              <a:pathLst>
                <a:path w="10160" h="20954">
                  <a:moveTo>
                    <a:pt x="5080" y="20954"/>
                  </a:moveTo>
                  <a:lnTo>
                    <a:pt x="0" y="20954"/>
                  </a:lnTo>
                  <a:lnTo>
                    <a:pt x="0" y="0"/>
                  </a:lnTo>
                  <a:lnTo>
                    <a:pt x="10160" y="0"/>
                  </a:lnTo>
                  <a:lnTo>
                    <a:pt x="10160" y="20954"/>
                  </a:lnTo>
                  <a:lnTo>
                    <a:pt x="5080" y="20954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5" name="object 155" descr=""/>
            <p:cNvSpPr/>
            <p:nvPr/>
          </p:nvSpPr>
          <p:spPr>
            <a:xfrm>
              <a:off x="5450205" y="4620272"/>
              <a:ext cx="12700" cy="20955"/>
            </a:xfrm>
            <a:custGeom>
              <a:avLst/>
              <a:gdLst/>
              <a:ahLst/>
              <a:cxnLst/>
              <a:rect l="l" t="t" r="r" b="b"/>
              <a:pathLst>
                <a:path w="12700" h="20954">
                  <a:moveTo>
                    <a:pt x="12700" y="0"/>
                  </a:moveTo>
                  <a:lnTo>
                    <a:pt x="7620" y="0"/>
                  </a:lnTo>
                  <a:lnTo>
                    <a:pt x="5080" y="1270"/>
                  </a:lnTo>
                  <a:lnTo>
                    <a:pt x="1905" y="4445"/>
                  </a:lnTo>
                  <a:lnTo>
                    <a:pt x="1905" y="7620"/>
                  </a:lnTo>
                  <a:lnTo>
                    <a:pt x="0" y="8889"/>
                  </a:lnTo>
                  <a:lnTo>
                    <a:pt x="0" y="12064"/>
                  </a:lnTo>
                  <a:lnTo>
                    <a:pt x="1905" y="13335"/>
                  </a:lnTo>
                  <a:lnTo>
                    <a:pt x="1905" y="16510"/>
                  </a:lnTo>
                  <a:lnTo>
                    <a:pt x="5080" y="19685"/>
                  </a:lnTo>
                  <a:lnTo>
                    <a:pt x="7620" y="20954"/>
                  </a:lnTo>
                  <a:lnTo>
                    <a:pt x="12700" y="20954"/>
                  </a:lnTo>
                  <a:lnTo>
                    <a:pt x="127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6" name="object 156" descr=""/>
            <p:cNvSpPr/>
            <p:nvPr/>
          </p:nvSpPr>
          <p:spPr>
            <a:xfrm>
              <a:off x="1650999" y="2066302"/>
              <a:ext cx="4236085" cy="2954655"/>
            </a:xfrm>
            <a:custGeom>
              <a:avLst/>
              <a:gdLst/>
              <a:ahLst/>
              <a:cxnLst/>
              <a:rect l="l" t="t" r="r" b="b"/>
              <a:pathLst>
                <a:path w="4236085" h="2954654">
                  <a:moveTo>
                    <a:pt x="3811270" y="2575559"/>
                  </a:moveTo>
                  <a:lnTo>
                    <a:pt x="3806190" y="2575559"/>
                  </a:lnTo>
                  <a:lnTo>
                    <a:pt x="3803650" y="2574290"/>
                  </a:lnTo>
                  <a:lnTo>
                    <a:pt x="3801745" y="2573019"/>
                  </a:lnTo>
                  <a:lnTo>
                    <a:pt x="3800475" y="2571115"/>
                  </a:lnTo>
                  <a:lnTo>
                    <a:pt x="3800475" y="2567940"/>
                  </a:lnTo>
                  <a:lnTo>
                    <a:pt x="3798570" y="2566669"/>
                  </a:lnTo>
                  <a:lnTo>
                    <a:pt x="3798570" y="2563494"/>
                  </a:lnTo>
                  <a:lnTo>
                    <a:pt x="3800475" y="2562224"/>
                  </a:lnTo>
                  <a:lnTo>
                    <a:pt x="3800475" y="2559049"/>
                  </a:lnTo>
                  <a:lnTo>
                    <a:pt x="3801745" y="2557779"/>
                  </a:lnTo>
                  <a:lnTo>
                    <a:pt x="3803650" y="2555874"/>
                  </a:lnTo>
                  <a:lnTo>
                    <a:pt x="3806190" y="2554604"/>
                  </a:lnTo>
                  <a:lnTo>
                    <a:pt x="3811270" y="2554604"/>
                  </a:lnTo>
                </a:path>
                <a:path w="4236085" h="2954654">
                  <a:moveTo>
                    <a:pt x="0" y="2954654"/>
                  </a:moveTo>
                  <a:lnTo>
                    <a:pt x="4236085" y="2954654"/>
                  </a:lnTo>
                  <a:lnTo>
                    <a:pt x="4236085" y="0"/>
                  </a:lnTo>
                  <a:lnTo>
                    <a:pt x="0" y="0"/>
                  </a:lnTo>
                  <a:lnTo>
                    <a:pt x="0" y="2954654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7" name="object 157" descr=""/>
          <p:cNvSpPr txBox="1"/>
          <p:nvPr/>
        </p:nvSpPr>
        <p:spPr>
          <a:xfrm>
            <a:off x="1262380" y="1395742"/>
            <a:ext cx="5263515" cy="495300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algn="just" marL="234950" marR="5080" indent="-222250">
              <a:lnSpc>
                <a:spcPts val="1220"/>
              </a:lnSpc>
              <a:spcBef>
                <a:spcPts val="175"/>
              </a:spcBef>
            </a:pPr>
            <a:r>
              <a:rPr dirty="0" sz="1050">
                <a:latin typeface="Times New Roman"/>
                <a:cs typeface="Times New Roman"/>
              </a:rPr>
              <a:t>a.</a:t>
            </a:r>
            <a:r>
              <a:rPr dirty="0" sz="1050" spc="220">
                <a:latin typeface="Times New Roman"/>
                <a:cs typeface="Times New Roman"/>
              </a:rPr>
              <a:t>  </a:t>
            </a:r>
            <a:r>
              <a:rPr dirty="0" sz="1050">
                <a:latin typeface="Times New Roman"/>
                <a:cs typeface="Times New Roman"/>
              </a:rPr>
              <a:t>Como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las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curvas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están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tan</a:t>
            </a:r>
            <a:r>
              <a:rPr dirty="0" sz="1050" spc="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cercanas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una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las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soluciones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podría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ser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dejar</a:t>
            </a:r>
            <a:r>
              <a:rPr dirty="0" sz="1050" spc="30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máximo </a:t>
            </a:r>
            <a:r>
              <a:rPr dirty="0" sz="1050">
                <a:latin typeface="Times New Roman"/>
                <a:cs typeface="Times New Roman"/>
              </a:rPr>
              <a:t>entre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las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dos curvas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cuestión.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Está distancia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 recorre en un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lapso de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tiempo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muy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corto </a:t>
            </a:r>
            <a:r>
              <a:rPr dirty="0" sz="1050" spc="-25">
                <a:latin typeface="Times New Roman"/>
                <a:cs typeface="Times New Roman"/>
              </a:rPr>
              <a:t>no </a:t>
            </a:r>
            <a:r>
              <a:rPr dirty="0" sz="1050">
                <a:latin typeface="Times New Roman"/>
                <a:cs typeface="Times New Roman"/>
              </a:rPr>
              <a:t>representando</a:t>
            </a:r>
            <a:r>
              <a:rPr dirty="0" sz="1050" spc="-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mayor</a:t>
            </a:r>
            <a:r>
              <a:rPr dirty="0" sz="1050" spc="-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incomodidad</a:t>
            </a:r>
            <a:r>
              <a:rPr dirty="0" sz="1050" spc="-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o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inseguridad.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58" name="object 158" descr=""/>
          <p:cNvSpPr txBox="1"/>
          <p:nvPr/>
        </p:nvSpPr>
        <p:spPr>
          <a:xfrm>
            <a:off x="1040130" y="5066042"/>
            <a:ext cx="5494020" cy="342772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ts val="1255"/>
              </a:lnSpc>
              <a:spcBef>
                <a:spcPts val="100"/>
              </a:spcBef>
            </a:pPr>
            <a:r>
              <a:rPr dirty="0" sz="1050">
                <a:latin typeface="Times New Roman"/>
                <a:cs typeface="Times New Roman"/>
              </a:rPr>
              <a:t>FIGURA</a:t>
            </a:r>
            <a:r>
              <a:rPr dirty="0" sz="1050" spc="-60">
                <a:latin typeface="Times New Roman"/>
                <a:cs typeface="Times New Roman"/>
              </a:rPr>
              <a:t> </a:t>
            </a:r>
            <a:r>
              <a:rPr dirty="0" sz="1050" spc="-20">
                <a:latin typeface="Times New Roman"/>
                <a:cs typeface="Times New Roman"/>
              </a:rPr>
              <a:t>8.20</a:t>
            </a:r>
            <a:endParaRPr sz="1050">
              <a:latin typeface="Times New Roman"/>
              <a:cs typeface="Times New Roman"/>
            </a:endParaRPr>
          </a:p>
          <a:p>
            <a:pPr algn="ctr" marL="870585" marR="826135">
              <a:lnSpc>
                <a:spcPts val="1210"/>
              </a:lnSpc>
              <a:spcBef>
                <a:spcPts val="75"/>
              </a:spcBef>
            </a:pP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-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FORZADO</a:t>
            </a:r>
            <a:r>
              <a:rPr dirty="0" sz="1050" spc="-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CURVAS</a:t>
            </a:r>
            <a:r>
              <a:rPr dirty="0" sz="1050" spc="-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IGUAL</a:t>
            </a:r>
            <a:r>
              <a:rPr dirty="0" sz="1050" spc="-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SENTIDO</a:t>
            </a:r>
            <a:r>
              <a:rPr dirty="0" sz="1050" spc="-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CON</a:t>
            </a:r>
            <a:r>
              <a:rPr dirty="0" sz="1050" spc="-40">
                <a:latin typeface="Times New Roman"/>
                <a:cs typeface="Times New Roman"/>
              </a:rPr>
              <a:t> </a:t>
            </a:r>
            <a:r>
              <a:rPr dirty="0" sz="1050" spc="-20">
                <a:latin typeface="Times New Roman"/>
                <a:cs typeface="Times New Roman"/>
              </a:rPr>
              <a:t>POCA </a:t>
            </a:r>
            <a:r>
              <a:rPr dirty="0" sz="1050" spc="-10">
                <a:latin typeface="Times New Roman"/>
                <a:cs typeface="Times New Roman"/>
              </a:rPr>
              <a:t>ENTRETANGENCIA</a:t>
            </a:r>
            <a:endParaRPr sz="1050">
              <a:latin typeface="Times New Roman"/>
              <a:cs typeface="Times New Roman"/>
            </a:endParaRPr>
          </a:p>
          <a:p>
            <a:pPr marL="455930" indent="-220979">
              <a:lnSpc>
                <a:spcPct val="100000"/>
              </a:lnSpc>
              <a:spcBef>
                <a:spcPts val="1170"/>
              </a:spcBef>
              <a:buAutoNum type="alphaLcPeriod" startAt="2"/>
              <a:tabLst>
                <a:tab pos="455930" algn="l"/>
              </a:tabLst>
            </a:pPr>
            <a:r>
              <a:rPr dirty="0" sz="1050">
                <a:latin typeface="Times New Roman"/>
                <a:cs typeface="Times New Roman"/>
              </a:rPr>
              <a:t>No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disminuir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hasta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+2.0%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y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–2.0%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sino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un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valor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mayor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por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ejemplo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+3.0%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y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–</a:t>
            </a:r>
            <a:r>
              <a:rPr dirty="0" sz="1050" spc="-30">
                <a:latin typeface="Times New Roman"/>
                <a:cs typeface="Times New Roman"/>
              </a:rPr>
              <a:t> </a:t>
            </a:r>
            <a:r>
              <a:rPr dirty="0" sz="1050" spc="-20">
                <a:latin typeface="Times New Roman"/>
                <a:cs typeface="Times New Roman"/>
              </a:rPr>
              <a:t>3.0%</a:t>
            </a:r>
            <a:endParaRPr sz="1050">
              <a:latin typeface="Times New Roman"/>
              <a:cs typeface="Times New Roman"/>
            </a:endParaRPr>
          </a:p>
          <a:p>
            <a:pPr marL="457200" marR="5080" indent="-222250">
              <a:lnSpc>
                <a:spcPts val="1220"/>
              </a:lnSpc>
              <a:spcBef>
                <a:spcPts val="105"/>
              </a:spcBef>
              <a:buAutoNum type="alphaLcPeriod" startAt="2"/>
              <a:tabLst>
                <a:tab pos="457200" algn="l"/>
              </a:tabLst>
            </a:pPr>
            <a:r>
              <a:rPr dirty="0" baseline="2645" sz="1575">
                <a:latin typeface="Times New Roman"/>
                <a:cs typeface="Times New Roman"/>
              </a:rPr>
              <a:t>Desplazar</a:t>
            </a:r>
            <a:r>
              <a:rPr dirty="0" baseline="2645" sz="1575" spc="7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los</a:t>
            </a:r>
            <a:r>
              <a:rPr dirty="0" baseline="2645" sz="1575" spc="7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puntos</a:t>
            </a:r>
            <a:r>
              <a:rPr dirty="0" baseline="2645" sz="1575" spc="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E</a:t>
            </a:r>
            <a:r>
              <a:rPr dirty="0" sz="650">
                <a:latin typeface="Times New Roman"/>
                <a:cs typeface="Times New Roman"/>
              </a:rPr>
              <a:t>1</a:t>
            </a:r>
            <a:r>
              <a:rPr dirty="0" sz="650" spc="1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y</a:t>
            </a:r>
            <a:r>
              <a:rPr dirty="0" baseline="2645" sz="1575" spc="1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D</a:t>
            </a:r>
            <a:r>
              <a:rPr dirty="0" sz="650">
                <a:latin typeface="Times New Roman"/>
                <a:cs typeface="Times New Roman"/>
              </a:rPr>
              <a:t>2</a:t>
            </a:r>
            <a:r>
              <a:rPr dirty="0" sz="650" spc="2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hacia</a:t>
            </a:r>
            <a:r>
              <a:rPr dirty="0" baseline="2645" sz="1575" spc="7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atrás</a:t>
            </a:r>
            <a:r>
              <a:rPr dirty="0" baseline="2645" sz="1575" spc="7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y</a:t>
            </a:r>
            <a:r>
              <a:rPr dirty="0" baseline="2645" sz="1575" spc="7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adelante,</a:t>
            </a:r>
            <a:r>
              <a:rPr dirty="0" baseline="2645" sz="1575" spc="40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respectivamente,</a:t>
            </a:r>
            <a:r>
              <a:rPr dirty="0" baseline="2645" sz="1575" spc="37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siempre y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cuando</a:t>
            </a:r>
            <a:r>
              <a:rPr dirty="0" sz="1050" spc="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no </a:t>
            </a:r>
            <a:r>
              <a:rPr dirty="0" sz="1050" spc="-25">
                <a:latin typeface="Times New Roman"/>
                <a:cs typeface="Times New Roman"/>
              </a:rPr>
              <a:t>se </a:t>
            </a:r>
            <a:r>
              <a:rPr dirty="0" sz="1050">
                <a:latin typeface="Times New Roman"/>
                <a:cs typeface="Times New Roman"/>
              </a:rPr>
              <a:t>tome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más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1/3 de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curva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circular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correspondiente.</a:t>
            </a:r>
            <a:endParaRPr sz="1050">
              <a:latin typeface="Times New Roman"/>
              <a:cs typeface="Times New Roman"/>
            </a:endParaRPr>
          </a:p>
          <a:p>
            <a:pPr marL="455930" indent="-220979">
              <a:lnSpc>
                <a:spcPts val="1185"/>
              </a:lnSpc>
              <a:buAutoNum type="alphaLcPeriod" startAt="2"/>
              <a:tabLst>
                <a:tab pos="455930" algn="l"/>
              </a:tabLst>
            </a:pPr>
            <a:r>
              <a:rPr dirty="0" sz="1050">
                <a:latin typeface="Times New Roman"/>
                <a:cs typeface="Times New Roman"/>
              </a:rPr>
              <a:t>Hallar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abscisa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y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su </a:t>
            </a:r>
            <a:r>
              <a:rPr dirty="0" sz="1050" spc="-10">
                <a:latin typeface="Times New Roman"/>
                <a:cs typeface="Times New Roman"/>
              </a:rPr>
              <a:t>correspondiente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donde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interceptan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los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dos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bordes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20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calzada.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29"/>
              </a:spcBef>
            </a:pP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50">
                <a:latin typeface="Times New Roman"/>
                <a:cs typeface="Times New Roman"/>
              </a:rPr>
              <a:t>Ejercicios</a:t>
            </a:r>
            <a:r>
              <a:rPr dirty="0" sz="1150" spc="155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resueltos</a:t>
            </a:r>
            <a:endParaRPr sz="1150">
              <a:latin typeface="Times New Roman"/>
              <a:cs typeface="Times New Roman"/>
            </a:endParaRPr>
          </a:p>
          <a:p>
            <a:pPr marL="12700" marR="283845">
              <a:lnSpc>
                <a:spcPts val="1220"/>
              </a:lnSpc>
              <a:spcBef>
                <a:spcPts val="335"/>
              </a:spcBef>
            </a:pPr>
            <a:r>
              <a:rPr dirty="0" sz="1050">
                <a:latin typeface="Times New Roman"/>
                <a:cs typeface="Times New Roman"/>
              </a:rPr>
              <a:t>En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una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vía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con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7.30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calzada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y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2.0%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bombeo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tienen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dos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curvas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continuas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espiralizadas </a:t>
            </a:r>
            <a:r>
              <a:rPr dirty="0" sz="1050">
                <a:latin typeface="Times New Roman"/>
                <a:cs typeface="Times New Roman"/>
              </a:rPr>
              <a:t>con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los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siguientes</a:t>
            </a:r>
            <a:r>
              <a:rPr dirty="0" sz="1050" spc="3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datos: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050">
              <a:latin typeface="Times New Roman"/>
              <a:cs typeface="Times New Roman"/>
            </a:endParaRPr>
          </a:p>
          <a:p>
            <a:pPr marL="12700" marR="3980179">
              <a:lnSpc>
                <a:spcPts val="1220"/>
              </a:lnSpc>
            </a:pPr>
            <a:r>
              <a:rPr dirty="0" sz="1050">
                <a:latin typeface="Times New Roman"/>
                <a:cs typeface="Times New Roman"/>
              </a:rPr>
              <a:t>Curva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No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1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Izquierda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TE</a:t>
            </a:r>
            <a:r>
              <a:rPr dirty="0" sz="650">
                <a:latin typeface="Times New Roman"/>
                <a:cs typeface="Times New Roman"/>
              </a:rPr>
              <a:t>1</a:t>
            </a:r>
            <a:r>
              <a:rPr dirty="0" sz="650" spc="-15">
                <a:latin typeface="Times New Roman"/>
                <a:cs typeface="Times New Roman"/>
              </a:rPr>
              <a:t> </a:t>
            </a:r>
            <a:r>
              <a:rPr dirty="0" baseline="2645" sz="1575" spc="-75">
                <a:latin typeface="Times New Roman"/>
                <a:cs typeface="Times New Roman"/>
              </a:rPr>
              <a:t>= </a:t>
            </a:r>
            <a:r>
              <a:rPr dirty="0" sz="1050" spc="-10">
                <a:latin typeface="Times New Roman"/>
                <a:cs typeface="Times New Roman"/>
              </a:rPr>
              <a:t>268.35</a:t>
            </a: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baseline="2645" sz="1575">
                <a:latin typeface="Times New Roman"/>
                <a:cs typeface="Times New Roman"/>
              </a:rPr>
              <a:t>ET</a:t>
            </a:r>
            <a:r>
              <a:rPr dirty="0" sz="650">
                <a:latin typeface="Times New Roman"/>
                <a:cs typeface="Times New Roman"/>
              </a:rPr>
              <a:t>1</a:t>
            </a:r>
            <a:r>
              <a:rPr dirty="0" sz="650" spc="15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=</a:t>
            </a:r>
            <a:r>
              <a:rPr dirty="0" baseline="2645" sz="1575" spc="75">
                <a:latin typeface="Times New Roman"/>
                <a:cs typeface="Times New Roman"/>
              </a:rPr>
              <a:t> </a:t>
            </a:r>
            <a:r>
              <a:rPr dirty="0" baseline="2645" sz="1575" spc="-15">
                <a:latin typeface="Times New Roman"/>
                <a:cs typeface="Times New Roman"/>
              </a:rPr>
              <a:t>411.53</a:t>
            </a:r>
            <a:endParaRPr baseline="2645" sz="1575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baseline="2645" sz="1575">
                <a:latin typeface="Times New Roman"/>
                <a:cs typeface="Times New Roman"/>
              </a:rPr>
              <a:t>Rc</a:t>
            </a:r>
            <a:r>
              <a:rPr dirty="0" sz="650">
                <a:latin typeface="Times New Roman"/>
                <a:cs typeface="Times New Roman"/>
              </a:rPr>
              <a:t>1</a:t>
            </a:r>
            <a:r>
              <a:rPr dirty="0" sz="650" spc="-1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=</a:t>
            </a:r>
            <a:r>
              <a:rPr dirty="0" baseline="2645" sz="1575" spc="-7">
                <a:latin typeface="Times New Roman"/>
                <a:cs typeface="Times New Roman"/>
              </a:rPr>
              <a:t> </a:t>
            </a:r>
            <a:r>
              <a:rPr dirty="0" baseline="2645" sz="1575" spc="-15">
                <a:latin typeface="Times New Roman"/>
                <a:cs typeface="Times New Roman"/>
              </a:rPr>
              <a:t>170.0</a:t>
            </a:r>
            <a:endParaRPr baseline="2645" sz="1575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 baseline="2645" sz="1575">
                <a:latin typeface="Times New Roman"/>
                <a:cs typeface="Times New Roman"/>
              </a:rPr>
              <a:t>Le</a:t>
            </a:r>
            <a:r>
              <a:rPr dirty="0" sz="650">
                <a:latin typeface="Times New Roman"/>
                <a:cs typeface="Times New Roman"/>
              </a:rPr>
              <a:t>1</a:t>
            </a:r>
            <a:r>
              <a:rPr dirty="0" sz="650" spc="-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=</a:t>
            </a:r>
            <a:r>
              <a:rPr dirty="0" baseline="2645" sz="1575" spc="-7">
                <a:latin typeface="Times New Roman"/>
                <a:cs typeface="Times New Roman"/>
              </a:rPr>
              <a:t> </a:t>
            </a:r>
            <a:r>
              <a:rPr dirty="0" baseline="2645" sz="1575" spc="-52">
                <a:latin typeface="Times New Roman"/>
                <a:cs typeface="Times New Roman"/>
              </a:rPr>
              <a:t>45</a:t>
            </a:r>
            <a:endParaRPr baseline="2645" sz="1575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1050">
              <a:latin typeface="Times New Roman"/>
              <a:cs typeface="Times New Roman"/>
            </a:endParaRPr>
          </a:p>
          <a:p>
            <a:pPr marL="12700" marR="3980179">
              <a:lnSpc>
                <a:spcPts val="1210"/>
              </a:lnSpc>
            </a:pPr>
            <a:r>
              <a:rPr dirty="0" sz="1050">
                <a:latin typeface="Times New Roman"/>
                <a:cs typeface="Times New Roman"/>
              </a:rPr>
              <a:t>Curva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No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2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Izquierda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TE</a:t>
            </a:r>
            <a:r>
              <a:rPr dirty="0" sz="650">
                <a:latin typeface="Times New Roman"/>
                <a:cs typeface="Times New Roman"/>
              </a:rPr>
              <a:t>2</a:t>
            </a:r>
            <a:r>
              <a:rPr dirty="0" sz="650" spc="-15">
                <a:latin typeface="Times New Roman"/>
                <a:cs typeface="Times New Roman"/>
              </a:rPr>
              <a:t> </a:t>
            </a:r>
            <a:r>
              <a:rPr dirty="0" baseline="2645" sz="1575" spc="-75">
                <a:latin typeface="Times New Roman"/>
                <a:cs typeface="Times New Roman"/>
              </a:rPr>
              <a:t>= </a:t>
            </a:r>
            <a:r>
              <a:rPr dirty="0" sz="1050" spc="-10">
                <a:latin typeface="Times New Roman"/>
                <a:cs typeface="Times New Roman"/>
              </a:rPr>
              <a:t>411.53</a:t>
            </a:r>
            <a:endParaRPr sz="10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403350" y="4152912"/>
            <a:ext cx="426720" cy="0"/>
          </a:xfrm>
          <a:custGeom>
            <a:avLst/>
            <a:gdLst/>
            <a:ahLst/>
            <a:cxnLst/>
            <a:rect l="l" t="t" r="r" b="b"/>
            <a:pathLst>
              <a:path w="426719" h="0">
                <a:moveTo>
                  <a:pt x="0" y="0"/>
                </a:moveTo>
                <a:lnTo>
                  <a:pt x="426719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1418589" y="4763148"/>
            <a:ext cx="426720" cy="0"/>
          </a:xfrm>
          <a:custGeom>
            <a:avLst/>
            <a:gdLst/>
            <a:ahLst/>
            <a:cxnLst/>
            <a:rect l="l" t="t" r="r" b="b"/>
            <a:pathLst>
              <a:path w="426719" h="0">
                <a:moveTo>
                  <a:pt x="0" y="0"/>
                </a:moveTo>
                <a:lnTo>
                  <a:pt x="42672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1040130" y="1400823"/>
            <a:ext cx="5495925" cy="27838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2645" sz="1575">
                <a:latin typeface="Times New Roman"/>
                <a:cs typeface="Times New Roman"/>
              </a:rPr>
              <a:t>ET</a:t>
            </a:r>
            <a:r>
              <a:rPr dirty="0" sz="650">
                <a:latin typeface="Times New Roman"/>
                <a:cs typeface="Times New Roman"/>
              </a:rPr>
              <a:t>2</a:t>
            </a:r>
            <a:r>
              <a:rPr dirty="0" sz="650" spc="-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=</a:t>
            </a:r>
            <a:r>
              <a:rPr dirty="0" baseline="2645" sz="1575" spc="-7">
                <a:latin typeface="Times New Roman"/>
                <a:cs typeface="Times New Roman"/>
              </a:rPr>
              <a:t> </a:t>
            </a:r>
            <a:r>
              <a:rPr dirty="0" baseline="2645" sz="1575" spc="-15">
                <a:latin typeface="Times New Roman"/>
                <a:cs typeface="Times New Roman"/>
              </a:rPr>
              <a:t>562.54</a:t>
            </a:r>
            <a:endParaRPr baseline="2645" sz="1575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baseline="2645" sz="1575">
                <a:latin typeface="Times New Roman"/>
                <a:cs typeface="Times New Roman"/>
              </a:rPr>
              <a:t>Rc</a:t>
            </a:r>
            <a:r>
              <a:rPr dirty="0" sz="650">
                <a:latin typeface="Times New Roman"/>
                <a:cs typeface="Times New Roman"/>
              </a:rPr>
              <a:t>2</a:t>
            </a:r>
            <a:r>
              <a:rPr dirty="0" sz="650" spc="-1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=</a:t>
            </a:r>
            <a:r>
              <a:rPr dirty="0" baseline="2645" sz="1575" spc="-7">
                <a:latin typeface="Times New Roman"/>
                <a:cs typeface="Times New Roman"/>
              </a:rPr>
              <a:t> </a:t>
            </a:r>
            <a:r>
              <a:rPr dirty="0" baseline="2645" sz="1575" spc="-15">
                <a:latin typeface="Times New Roman"/>
                <a:cs typeface="Times New Roman"/>
              </a:rPr>
              <a:t>315.0</a:t>
            </a:r>
            <a:endParaRPr baseline="2645" sz="1575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baseline="2645" sz="1575">
                <a:latin typeface="Times New Roman"/>
                <a:cs typeface="Times New Roman"/>
              </a:rPr>
              <a:t>Le</a:t>
            </a:r>
            <a:r>
              <a:rPr dirty="0" sz="650">
                <a:latin typeface="Times New Roman"/>
                <a:cs typeface="Times New Roman"/>
              </a:rPr>
              <a:t>2</a:t>
            </a:r>
            <a:r>
              <a:rPr dirty="0" sz="650" spc="-5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=</a:t>
            </a:r>
            <a:r>
              <a:rPr dirty="0" baseline="2645" sz="1575" spc="-7">
                <a:latin typeface="Times New Roman"/>
                <a:cs typeface="Times New Roman"/>
              </a:rPr>
              <a:t> </a:t>
            </a:r>
            <a:r>
              <a:rPr dirty="0" baseline="2645" sz="1575" spc="-52">
                <a:latin typeface="Times New Roman"/>
                <a:cs typeface="Times New Roman"/>
              </a:rPr>
              <a:t>50</a:t>
            </a:r>
            <a:endParaRPr baseline="2645" sz="1575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1050">
              <a:latin typeface="Times New Roman"/>
              <a:cs typeface="Times New Roman"/>
            </a:endParaRPr>
          </a:p>
          <a:p>
            <a:pPr algn="just" marL="12700" marR="9525">
              <a:lnSpc>
                <a:spcPts val="1220"/>
              </a:lnSpc>
            </a:pP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puede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observar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las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dos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curvas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son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del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mismo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sentido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y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que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no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existe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entretangencia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entre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ellas, </a:t>
            </a:r>
            <a:r>
              <a:rPr dirty="0" sz="1050">
                <a:latin typeface="Times New Roman"/>
                <a:cs typeface="Times New Roman"/>
              </a:rPr>
              <a:t>por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lo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tanto se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requiere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forzar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su peralte</a:t>
            </a:r>
            <a:r>
              <a:rPr dirty="0" sz="1050" spc="2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rampa</a:t>
            </a:r>
            <a:r>
              <a:rPr dirty="0" sz="1050" spc="26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salida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primera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y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rampa de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entrada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 spc="-25">
                <a:latin typeface="Times New Roman"/>
                <a:cs typeface="Times New Roman"/>
              </a:rPr>
              <a:t>de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120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segunda.</a:t>
            </a: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65"/>
              </a:spcBef>
            </a:pP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Figura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8.3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obtiene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 spc="-20">
                <a:latin typeface="Times New Roman"/>
                <a:cs typeface="Times New Roman"/>
              </a:rPr>
              <a:t>que: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baseline="2645" sz="1575">
                <a:latin typeface="Times New Roman"/>
                <a:cs typeface="Times New Roman"/>
              </a:rPr>
              <a:t>e</a:t>
            </a:r>
            <a:r>
              <a:rPr dirty="0" sz="650">
                <a:latin typeface="Times New Roman"/>
                <a:cs typeface="Times New Roman"/>
              </a:rPr>
              <a:t>1</a:t>
            </a:r>
            <a:r>
              <a:rPr dirty="0" sz="650" spc="3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=</a:t>
            </a:r>
            <a:r>
              <a:rPr dirty="0" baseline="2645" sz="1575" spc="67">
                <a:latin typeface="Times New Roman"/>
                <a:cs typeface="Times New Roman"/>
              </a:rPr>
              <a:t> </a:t>
            </a:r>
            <a:r>
              <a:rPr dirty="0" baseline="2645" sz="1575" spc="-30">
                <a:latin typeface="Times New Roman"/>
                <a:cs typeface="Times New Roman"/>
              </a:rPr>
              <a:t>8.0%</a:t>
            </a:r>
            <a:endParaRPr baseline="2645" sz="1575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baseline="2645" sz="1575">
                <a:latin typeface="Times New Roman"/>
                <a:cs typeface="Times New Roman"/>
              </a:rPr>
              <a:t>e</a:t>
            </a:r>
            <a:r>
              <a:rPr dirty="0" sz="650">
                <a:latin typeface="Times New Roman"/>
                <a:cs typeface="Times New Roman"/>
              </a:rPr>
              <a:t>2</a:t>
            </a:r>
            <a:r>
              <a:rPr dirty="0" sz="650" spc="3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=</a:t>
            </a:r>
            <a:r>
              <a:rPr dirty="0" baseline="2645" sz="1575" spc="67">
                <a:latin typeface="Times New Roman"/>
                <a:cs typeface="Times New Roman"/>
              </a:rPr>
              <a:t> </a:t>
            </a:r>
            <a:r>
              <a:rPr dirty="0" baseline="2645" sz="1575" spc="-30">
                <a:latin typeface="Times New Roman"/>
                <a:cs typeface="Times New Roman"/>
              </a:rPr>
              <a:t>7.0%</a:t>
            </a:r>
            <a:endParaRPr baseline="2645" sz="1575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05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</a:pP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solución</a:t>
            </a:r>
            <a:r>
              <a:rPr dirty="0" sz="1050" spc="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es</a:t>
            </a:r>
            <a:r>
              <a:rPr dirty="0" sz="1050" spc="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muy</a:t>
            </a:r>
            <a:r>
              <a:rPr dirty="0" sz="1050" spc="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sencilla,</a:t>
            </a:r>
            <a:r>
              <a:rPr dirty="0" sz="1050" spc="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basta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calcular</a:t>
            </a:r>
            <a:r>
              <a:rPr dirty="0" sz="1050" spc="3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los</a:t>
            </a:r>
            <a:r>
              <a:rPr dirty="0" sz="1050" spc="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peraltes</a:t>
            </a:r>
            <a:r>
              <a:rPr dirty="0" sz="1050" spc="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4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forma</a:t>
            </a:r>
            <a:r>
              <a:rPr dirty="0" sz="1050" spc="4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normal</a:t>
            </a:r>
            <a:r>
              <a:rPr dirty="0" sz="1050" spc="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y</a:t>
            </a:r>
            <a:r>
              <a:rPr dirty="0" sz="1050" spc="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entre</a:t>
            </a:r>
            <a:r>
              <a:rPr dirty="0" sz="1050" spc="3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los</a:t>
            </a:r>
            <a:r>
              <a:rPr dirty="0" sz="1050" spc="14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puntos</a:t>
            </a:r>
            <a:r>
              <a:rPr dirty="0" baseline="2645" sz="1575" spc="6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F</a:t>
            </a:r>
            <a:r>
              <a:rPr dirty="0" sz="650">
                <a:latin typeface="Times New Roman"/>
                <a:cs typeface="Times New Roman"/>
              </a:rPr>
              <a:t>1</a:t>
            </a:r>
            <a:r>
              <a:rPr dirty="0" sz="650" spc="4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y</a:t>
            </a:r>
            <a:r>
              <a:rPr dirty="0" baseline="2645" sz="1575" spc="67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C</a:t>
            </a:r>
            <a:r>
              <a:rPr dirty="0" sz="650">
                <a:latin typeface="Times New Roman"/>
                <a:cs typeface="Times New Roman"/>
              </a:rPr>
              <a:t>2</a:t>
            </a:r>
            <a:r>
              <a:rPr dirty="0" sz="650" spc="40">
                <a:latin typeface="Times New Roman"/>
                <a:cs typeface="Times New Roman"/>
              </a:rPr>
              <a:t> </a:t>
            </a:r>
            <a:r>
              <a:rPr dirty="0" baseline="2645" sz="1575" spc="-37">
                <a:latin typeface="Times New Roman"/>
                <a:cs typeface="Times New Roman"/>
              </a:rPr>
              <a:t>el </a:t>
            </a:r>
            <a:r>
              <a:rPr dirty="0" baseline="2645" sz="1575">
                <a:latin typeface="Times New Roman"/>
                <a:cs typeface="Times New Roman"/>
              </a:rPr>
              <a:t>peralte</a:t>
            </a:r>
            <a:r>
              <a:rPr dirty="0" baseline="2645" sz="1575" spc="-22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permanece</a:t>
            </a:r>
            <a:r>
              <a:rPr dirty="0" baseline="2645" sz="1575" spc="-22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constante</a:t>
            </a:r>
            <a:r>
              <a:rPr dirty="0" baseline="2645" sz="1575" spc="-3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e</a:t>
            </a:r>
            <a:r>
              <a:rPr dirty="0" baseline="2645" sz="1575" spc="-22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igual</a:t>
            </a:r>
            <a:r>
              <a:rPr dirty="0" baseline="2645" sz="1575" spc="-37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a</a:t>
            </a:r>
            <a:r>
              <a:rPr dirty="0" baseline="2645" sz="1575" spc="-22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–2.0%</a:t>
            </a:r>
            <a:r>
              <a:rPr dirty="0" baseline="2645" sz="1575" spc="-44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para</a:t>
            </a:r>
            <a:r>
              <a:rPr dirty="0" baseline="2645" sz="1575" spc="-22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el</a:t>
            </a:r>
            <a:r>
              <a:rPr dirty="0" baseline="2645" sz="1575" spc="-30">
                <a:latin typeface="Times New Roman"/>
                <a:cs typeface="Times New Roman"/>
              </a:rPr>
              <a:t> </a:t>
            </a:r>
            <a:r>
              <a:rPr dirty="0" baseline="2645" sz="1575">
                <a:latin typeface="Times New Roman"/>
                <a:cs typeface="Times New Roman"/>
              </a:rPr>
              <a:t>borde</a:t>
            </a:r>
            <a:r>
              <a:rPr dirty="0" baseline="2645" sz="1575" spc="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izquierdo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y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+2.0%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para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borde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derecho.</a:t>
            </a:r>
            <a:endParaRPr sz="1050">
              <a:latin typeface="Times New Roman"/>
              <a:cs typeface="Times New Roman"/>
            </a:endParaRPr>
          </a:p>
          <a:p>
            <a:pPr marL="337185">
              <a:lnSpc>
                <a:spcPts val="1115"/>
              </a:lnSpc>
              <a:spcBef>
                <a:spcPts val="730"/>
              </a:spcBef>
            </a:pPr>
            <a:r>
              <a:rPr dirty="0" sz="1150" spc="-10">
                <a:latin typeface="Times New Roman"/>
                <a:cs typeface="Times New Roman"/>
              </a:rPr>
              <a:t>2.0</a:t>
            </a:r>
            <a:r>
              <a:rPr dirty="0" sz="1150" spc="-10" i="1">
                <a:latin typeface="Times New Roman"/>
                <a:cs typeface="Times New Roman"/>
              </a:rPr>
              <a:t>x</a:t>
            </a:r>
            <a:r>
              <a:rPr dirty="0" sz="1150" spc="-10">
                <a:latin typeface="Times New Roman"/>
                <a:cs typeface="Times New Roman"/>
              </a:rPr>
              <a:t>50</a:t>
            </a:r>
            <a:endParaRPr sz="1150">
              <a:latin typeface="Times New Roman"/>
              <a:cs typeface="Times New Roman"/>
            </a:endParaRPr>
          </a:p>
          <a:p>
            <a:pPr marL="42545">
              <a:lnSpc>
                <a:spcPts val="1115"/>
              </a:lnSpc>
              <a:tabLst>
                <a:tab pos="776605" algn="l"/>
              </a:tabLst>
            </a:pPr>
            <a:r>
              <a:rPr dirty="0" sz="1150" i="1">
                <a:latin typeface="Times New Roman"/>
                <a:cs typeface="Times New Roman"/>
              </a:rPr>
              <a:t>N</a:t>
            </a:r>
            <a:r>
              <a:rPr dirty="0" sz="1150" spc="-5" i="1">
                <a:latin typeface="Times New Roman"/>
                <a:cs typeface="Times New Roman"/>
              </a:rPr>
              <a:t> </a:t>
            </a:r>
            <a:r>
              <a:rPr dirty="0" sz="1150" spc="-60">
                <a:latin typeface="Consolas"/>
                <a:cs typeface="Consolas"/>
              </a:rPr>
              <a:t>=</a:t>
            </a:r>
            <a:r>
              <a:rPr dirty="0" sz="1150">
                <a:latin typeface="Consolas"/>
                <a:cs typeface="Consolas"/>
              </a:rPr>
              <a:t>	=</a:t>
            </a:r>
            <a:r>
              <a:rPr dirty="0" sz="1150" spc="-5">
                <a:latin typeface="Consolas"/>
                <a:cs typeface="Consolas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11.25</a:t>
            </a:r>
            <a:r>
              <a:rPr dirty="0" sz="1150" spc="-10" i="1">
                <a:latin typeface="Times New Roman"/>
                <a:cs typeface="Times New Roman"/>
              </a:rPr>
              <a:t>m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176019" y="4197362"/>
            <a:ext cx="68580" cy="1244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50" spc="-50">
                <a:latin typeface="Times New Roman"/>
                <a:cs typeface="Times New Roman"/>
              </a:rPr>
              <a:t>1</a:t>
            </a:r>
            <a:endParaRPr sz="650">
              <a:latin typeface="Times New Roman"/>
              <a:cs typeface="Times New Roman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568450" y="4212602"/>
            <a:ext cx="102235" cy="200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50">
                <a:latin typeface="Times New Roman"/>
                <a:cs typeface="Times New Roman"/>
              </a:rPr>
              <a:t>8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070610" y="4485652"/>
            <a:ext cx="1355725" cy="309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07340">
              <a:lnSpc>
                <a:spcPts val="1120"/>
              </a:lnSpc>
              <a:spcBef>
                <a:spcPts val="100"/>
              </a:spcBef>
            </a:pPr>
            <a:r>
              <a:rPr dirty="0" sz="1150" spc="-10">
                <a:latin typeface="Times New Roman"/>
                <a:cs typeface="Times New Roman"/>
              </a:rPr>
              <a:t>2.0</a:t>
            </a:r>
            <a:r>
              <a:rPr dirty="0" sz="1150" spc="-10" i="1">
                <a:latin typeface="Times New Roman"/>
                <a:cs typeface="Times New Roman"/>
              </a:rPr>
              <a:t>x</a:t>
            </a:r>
            <a:r>
              <a:rPr dirty="0" sz="1150" spc="-10">
                <a:latin typeface="Times New Roman"/>
                <a:cs typeface="Times New Roman"/>
              </a:rPr>
              <a:t>50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ts val="1120"/>
              </a:lnSpc>
              <a:tabLst>
                <a:tab pos="746125" algn="l"/>
              </a:tabLst>
            </a:pPr>
            <a:r>
              <a:rPr dirty="0" sz="1150" i="1">
                <a:latin typeface="Times New Roman"/>
                <a:cs typeface="Times New Roman"/>
              </a:rPr>
              <a:t>N</a:t>
            </a:r>
            <a:r>
              <a:rPr dirty="0" sz="1150" spc="-5" i="1">
                <a:latin typeface="Times New Roman"/>
                <a:cs typeface="Times New Roman"/>
              </a:rPr>
              <a:t> </a:t>
            </a:r>
            <a:r>
              <a:rPr dirty="0" sz="1150" spc="-60">
                <a:latin typeface="Consolas"/>
                <a:cs typeface="Consolas"/>
              </a:rPr>
              <a:t>=</a:t>
            </a:r>
            <a:r>
              <a:rPr dirty="0" sz="1150">
                <a:latin typeface="Consolas"/>
                <a:cs typeface="Consolas"/>
              </a:rPr>
              <a:t>	=</a:t>
            </a:r>
            <a:r>
              <a:rPr dirty="0" sz="1150" spc="-5">
                <a:latin typeface="Consolas"/>
                <a:cs typeface="Consolas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14.29</a:t>
            </a:r>
            <a:r>
              <a:rPr dirty="0" sz="1150" spc="-10" i="1">
                <a:latin typeface="Times New Roman"/>
                <a:cs typeface="Times New Roman"/>
              </a:rPr>
              <a:t>m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184910" y="4806962"/>
            <a:ext cx="68580" cy="1244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50" spc="-50">
                <a:latin typeface="Times New Roman"/>
                <a:cs typeface="Times New Roman"/>
              </a:rPr>
              <a:t>2</a:t>
            </a:r>
            <a:endParaRPr sz="650">
              <a:latin typeface="Times New Roman"/>
              <a:cs typeface="Times New Roman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583689" y="4822202"/>
            <a:ext cx="102235" cy="200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50">
                <a:latin typeface="Times New Roman"/>
                <a:cs typeface="Times New Roman"/>
              </a:rPr>
              <a:t>7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040130" y="5163832"/>
            <a:ext cx="2473960" cy="5067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2645" sz="1575" i="1">
                <a:latin typeface="Times New Roman"/>
                <a:cs typeface="Times New Roman"/>
              </a:rPr>
              <a:t>A</a:t>
            </a:r>
            <a:r>
              <a:rPr dirty="0" sz="650">
                <a:latin typeface="Times New Roman"/>
                <a:cs typeface="Times New Roman"/>
              </a:rPr>
              <a:t>1</a:t>
            </a:r>
            <a:r>
              <a:rPr dirty="0" sz="650" spc="35">
                <a:latin typeface="Times New Roman"/>
                <a:cs typeface="Times New Roman"/>
              </a:rPr>
              <a:t> </a:t>
            </a:r>
            <a:r>
              <a:rPr dirty="0" baseline="2645" sz="1575" i="1">
                <a:latin typeface="Times New Roman"/>
                <a:cs typeface="Times New Roman"/>
              </a:rPr>
              <a:t>=</a:t>
            </a:r>
            <a:r>
              <a:rPr dirty="0" baseline="2645" sz="1575" spc="104" i="1">
                <a:latin typeface="Times New Roman"/>
                <a:cs typeface="Times New Roman"/>
              </a:rPr>
              <a:t> </a:t>
            </a:r>
            <a:r>
              <a:rPr dirty="0" baseline="2645" sz="1575" i="1">
                <a:latin typeface="Times New Roman"/>
                <a:cs typeface="Times New Roman"/>
              </a:rPr>
              <a:t>TE</a:t>
            </a:r>
            <a:r>
              <a:rPr dirty="0" sz="650">
                <a:latin typeface="Times New Roman"/>
                <a:cs typeface="Times New Roman"/>
              </a:rPr>
              <a:t>1</a:t>
            </a:r>
            <a:r>
              <a:rPr dirty="0" sz="650" spc="35">
                <a:latin typeface="Times New Roman"/>
                <a:cs typeface="Times New Roman"/>
              </a:rPr>
              <a:t> </a:t>
            </a:r>
            <a:r>
              <a:rPr dirty="0" baseline="2645" sz="1575" i="1">
                <a:latin typeface="Times New Roman"/>
                <a:cs typeface="Times New Roman"/>
              </a:rPr>
              <a:t>–</a:t>
            </a:r>
            <a:r>
              <a:rPr dirty="0" baseline="2645" sz="1575" spc="97" i="1">
                <a:latin typeface="Times New Roman"/>
                <a:cs typeface="Times New Roman"/>
              </a:rPr>
              <a:t> </a:t>
            </a:r>
            <a:r>
              <a:rPr dirty="0" baseline="2645" sz="1575" i="1">
                <a:latin typeface="Times New Roman"/>
                <a:cs typeface="Times New Roman"/>
              </a:rPr>
              <a:t>N</a:t>
            </a:r>
            <a:r>
              <a:rPr dirty="0" sz="650">
                <a:latin typeface="Times New Roman"/>
                <a:cs typeface="Times New Roman"/>
              </a:rPr>
              <a:t>1</a:t>
            </a:r>
            <a:r>
              <a:rPr dirty="0" sz="650" spc="35">
                <a:latin typeface="Times New Roman"/>
                <a:cs typeface="Times New Roman"/>
              </a:rPr>
              <a:t> </a:t>
            </a:r>
            <a:r>
              <a:rPr dirty="0" baseline="2645" sz="1575" i="1">
                <a:latin typeface="Times New Roman"/>
                <a:cs typeface="Times New Roman"/>
              </a:rPr>
              <a:t>=</a:t>
            </a:r>
            <a:r>
              <a:rPr dirty="0" baseline="2645" sz="1575" spc="97" i="1">
                <a:latin typeface="Times New Roman"/>
                <a:cs typeface="Times New Roman"/>
              </a:rPr>
              <a:t> </a:t>
            </a:r>
            <a:r>
              <a:rPr dirty="0" baseline="2645" sz="1575" i="1">
                <a:latin typeface="Times New Roman"/>
                <a:cs typeface="Times New Roman"/>
              </a:rPr>
              <a:t>268.35</a:t>
            </a:r>
            <a:r>
              <a:rPr dirty="0" baseline="2645" sz="1575" spc="97" i="1">
                <a:latin typeface="Times New Roman"/>
                <a:cs typeface="Times New Roman"/>
              </a:rPr>
              <a:t> </a:t>
            </a:r>
            <a:r>
              <a:rPr dirty="0" baseline="2645" sz="1575" i="1">
                <a:latin typeface="Times New Roman"/>
                <a:cs typeface="Times New Roman"/>
              </a:rPr>
              <a:t>–</a:t>
            </a:r>
            <a:r>
              <a:rPr dirty="0" baseline="2645" sz="1575" spc="75" i="1">
                <a:latin typeface="Times New Roman"/>
                <a:cs typeface="Times New Roman"/>
              </a:rPr>
              <a:t> </a:t>
            </a:r>
            <a:r>
              <a:rPr dirty="0" baseline="2645" sz="1575" i="1">
                <a:latin typeface="Times New Roman"/>
                <a:cs typeface="Times New Roman"/>
              </a:rPr>
              <a:t>11.25</a:t>
            </a:r>
            <a:r>
              <a:rPr dirty="0" baseline="2645" sz="1575" spc="89" i="1">
                <a:latin typeface="Times New Roman"/>
                <a:cs typeface="Times New Roman"/>
              </a:rPr>
              <a:t> </a:t>
            </a:r>
            <a:r>
              <a:rPr dirty="0" baseline="2645" sz="1575" i="1">
                <a:latin typeface="Times New Roman"/>
                <a:cs typeface="Times New Roman"/>
              </a:rPr>
              <a:t>=</a:t>
            </a:r>
            <a:r>
              <a:rPr dirty="0" baseline="2645" sz="1575" spc="112" i="1">
                <a:latin typeface="Times New Roman"/>
                <a:cs typeface="Times New Roman"/>
              </a:rPr>
              <a:t> </a:t>
            </a:r>
            <a:r>
              <a:rPr dirty="0" baseline="2645" sz="1575" i="1">
                <a:latin typeface="Times New Roman"/>
                <a:cs typeface="Times New Roman"/>
              </a:rPr>
              <a:t>257.10</a:t>
            </a:r>
            <a:r>
              <a:rPr dirty="0" baseline="2645" sz="1575" spc="97" i="1">
                <a:latin typeface="Times New Roman"/>
                <a:cs typeface="Times New Roman"/>
              </a:rPr>
              <a:t> </a:t>
            </a:r>
            <a:r>
              <a:rPr dirty="0" baseline="2645" sz="1575" spc="-37" i="1">
                <a:latin typeface="Times New Roman"/>
                <a:cs typeface="Times New Roman"/>
              </a:rPr>
              <a:t>B</a:t>
            </a:r>
            <a:r>
              <a:rPr dirty="0" sz="650" spc="-25">
                <a:latin typeface="Times New Roman"/>
                <a:cs typeface="Times New Roman"/>
              </a:rPr>
              <a:t>1</a:t>
            </a:r>
            <a:endParaRPr sz="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888365" algn="l"/>
              </a:tabLst>
            </a:pPr>
            <a:r>
              <a:rPr dirty="0" baseline="2645" sz="1575" i="1">
                <a:latin typeface="Times New Roman"/>
                <a:cs typeface="Times New Roman"/>
              </a:rPr>
              <a:t>=</a:t>
            </a:r>
            <a:r>
              <a:rPr dirty="0" baseline="2645" sz="1575" spc="75" i="1">
                <a:latin typeface="Times New Roman"/>
                <a:cs typeface="Times New Roman"/>
              </a:rPr>
              <a:t> </a:t>
            </a:r>
            <a:r>
              <a:rPr dirty="0" baseline="2645" sz="1575" i="1">
                <a:latin typeface="Times New Roman"/>
                <a:cs typeface="Times New Roman"/>
              </a:rPr>
              <a:t>TE</a:t>
            </a:r>
            <a:r>
              <a:rPr dirty="0" baseline="2645" sz="1575" spc="82" i="1">
                <a:latin typeface="Times New Roman"/>
                <a:cs typeface="Times New Roman"/>
              </a:rPr>
              <a:t> </a:t>
            </a:r>
            <a:r>
              <a:rPr dirty="0" sz="650" spc="-50">
                <a:latin typeface="Times New Roman"/>
                <a:cs typeface="Times New Roman"/>
              </a:rPr>
              <a:t>1</a:t>
            </a:r>
            <a:r>
              <a:rPr dirty="0" sz="650">
                <a:latin typeface="Times New Roman"/>
                <a:cs typeface="Times New Roman"/>
              </a:rPr>
              <a:t>	</a:t>
            </a:r>
            <a:r>
              <a:rPr dirty="0" baseline="2645" sz="1575" i="1">
                <a:latin typeface="Times New Roman"/>
                <a:cs typeface="Times New Roman"/>
              </a:rPr>
              <a:t>=</a:t>
            </a:r>
            <a:r>
              <a:rPr dirty="0" baseline="2645" sz="1575" spc="60" i="1">
                <a:latin typeface="Times New Roman"/>
                <a:cs typeface="Times New Roman"/>
              </a:rPr>
              <a:t> </a:t>
            </a:r>
            <a:r>
              <a:rPr dirty="0" baseline="2645" sz="1575" spc="-15" i="1">
                <a:latin typeface="Times New Roman"/>
                <a:cs typeface="Times New Roman"/>
              </a:rPr>
              <a:t>268.35</a:t>
            </a:r>
            <a:endParaRPr baseline="2645" sz="1575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baseline="2645" sz="1575" i="1">
                <a:latin typeface="Times New Roman"/>
                <a:cs typeface="Times New Roman"/>
              </a:rPr>
              <a:t>C</a:t>
            </a:r>
            <a:r>
              <a:rPr dirty="0" sz="650">
                <a:latin typeface="Times New Roman"/>
                <a:cs typeface="Times New Roman"/>
              </a:rPr>
              <a:t>1</a:t>
            </a:r>
            <a:r>
              <a:rPr dirty="0" sz="650" spc="-10">
                <a:latin typeface="Times New Roman"/>
                <a:cs typeface="Times New Roman"/>
              </a:rPr>
              <a:t> </a:t>
            </a:r>
            <a:r>
              <a:rPr dirty="0" baseline="2645" sz="1575" i="1">
                <a:latin typeface="Times New Roman"/>
                <a:cs typeface="Times New Roman"/>
              </a:rPr>
              <a:t>=</a:t>
            </a:r>
            <a:r>
              <a:rPr dirty="0" baseline="2645" sz="1575" spc="-30" i="1">
                <a:latin typeface="Times New Roman"/>
                <a:cs typeface="Times New Roman"/>
              </a:rPr>
              <a:t> </a:t>
            </a:r>
            <a:r>
              <a:rPr dirty="0" baseline="2645" sz="1575" i="1">
                <a:latin typeface="Times New Roman"/>
                <a:cs typeface="Times New Roman"/>
              </a:rPr>
              <a:t>TE</a:t>
            </a:r>
            <a:r>
              <a:rPr dirty="0" sz="650">
                <a:latin typeface="Times New Roman"/>
                <a:cs typeface="Times New Roman"/>
              </a:rPr>
              <a:t>1</a:t>
            </a:r>
            <a:r>
              <a:rPr dirty="0" sz="650" spc="-10">
                <a:latin typeface="Times New Roman"/>
                <a:cs typeface="Times New Roman"/>
              </a:rPr>
              <a:t> </a:t>
            </a:r>
            <a:r>
              <a:rPr dirty="0" baseline="2645" sz="1575" i="1">
                <a:latin typeface="Times New Roman"/>
                <a:cs typeface="Times New Roman"/>
              </a:rPr>
              <a:t>+</a:t>
            </a:r>
            <a:r>
              <a:rPr dirty="0" baseline="2645" sz="1575" spc="-22" i="1">
                <a:latin typeface="Times New Roman"/>
                <a:cs typeface="Times New Roman"/>
              </a:rPr>
              <a:t> </a:t>
            </a:r>
            <a:r>
              <a:rPr dirty="0" baseline="2645" sz="1575" i="1">
                <a:latin typeface="Times New Roman"/>
                <a:cs typeface="Times New Roman"/>
              </a:rPr>
              <a:t>N</a:t>
            </a:r>
            <a:r>
              <a:rPr dirty="0" sz="650">
                <a:latin typeface="Times New Roman"/>
                <a:cs typeface="Times New Roman"/>
              </a:rPr>
              <a:t>1</a:t>
            </a:r>
            <a:r>
              <a:rPr dirty="0" sz="650" spc="-10">
                <a:latin typeface="Times New Roman"/>
                <a:cs typeface="Times New Roman"/>
              </a:rPr>
              <a:t> </a:t>
            </a:r>
            <a:r>
              <a:rPr dirty="0" baseline="2645" sz="1575" i="1">
                <a:latin typeface="Times New Roman"/>
                <a:cs typeface="Times New Roman"/>
              </a:rPr>
              <a:t>=</a:t>
            </a:r>
            <a:r>
              <a:rPr dirty="0" baseline="2645" sz="1575" spc="-30" i="1">
                <a:latin typeface="Times New Roman"/>
                <a:cs typeface="Times New Roman"/>
              </a:rPr>
              <a:t> </a:t>
            </a:r>
            <a:r>
              <a:rPr dirty="0" baseline="2645" sz="1575" i="1">
                <a:latin typeface="Times New Roman"/>
                <a:cs typeface="Times New Roman"/>
              </a:rPr>
              <a:t>268.35</a:t>
            </a:r>
            <a:r>
              <a:rPr dirty="0" baseline="2645" sz="1575" spc="-22" i="1">
                <a:latin typeface="Times New Roman"/>
                <a:cs typeface="Times New Roman"/>
              </a:rPr>
              <a:t> </a:t>
            </a:r>
            <a:r>
              <a:rPr dirty="0" baseline="2645" sz="1575" i="1">
                <a:latin typeface="Times New Roman"/>
                <a:cs typeface="Times New Roman"/>
              </a:rPr>
              <a:t>+</a:t>
            </a:r>
            <a:r>
              <a:rPr dirty="0" baseline="2645" sz="1575" spc="-22" i="1">
                <a:latin typeface="Times New Roman"/>
                <a:cs typeface="Times New Roman"/>
              </a:rPr>
              <a:t> </a:t>
            </a:r>
            <a:r>
              <a:rPr dirty="0" baseline="2645" sz="1575" i="1">
                <a:latin typeface="Times New Roman"/>
                <a:cs typeface="Times New Roman"/>
              </a:rPr>
              <a:t>11.25=</a:t>
            </a:r>
            <a:r>
              <a:rPr dirty="0" baseline="2645" sz="1575" spc="-30" i="1">
                <a:latin typeface="Times New Roman"/>
                <a:cs typeface="Times New Roman"/>
              </a:rPr>
              <a:t> </a:t>
            </a:r>
            <a:r>
              <a:rPr dirty="0" baseline="2645" sz="1575" i="1">
                <a:latin typeface="Times New Roman"/>
                <a:cs typeface="Times New Roman"/>
              </a:rPr>
              <a:t>279.60</a:t>
            </a:r>
            <a:r>
              <a:rPr dirty="0" baseline="2645" sz="1575" spc="-22" i="1">
                <a:latin typeface="Times New Roman"/>
                <a:cs typeface="Times New Roman"/>
              </a:rPr>
              <a:t> </a:t>
            </a:r>
            <a:r>
              <a:rPr dirty="0" baseline="2645" sz="1575" spc="-37" i="1">
                <a:latin typeface="Times New Roman"/>
                <a:cs typeface="Times New Roman"/>
              </a:rPr>
              <a:t>D</a:t>
            </a:r>
            <a:r>
              <a:rPr dirty="0" sz="650" spc="-25">
                <a:latin typeface="Times New Roman"/>
                <a:cs typeface="Times New Roman"/>
              </a:rPr>
              <a:t>1</a:t>
            </a:r>
            <a:endParaRPr sz="650">
              <a:latin typeface="Times New Roman"/>
              <a:cs typeface="Times New Roman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040130" y="5632462"/>
            <a:ext cx="612775" cy="687070"/>
          </a:xfrm>
          <a:prstGeom prst="rect">
            <a:avLst/>
          </a:prstGeom>
        </p:spPr>
        <p:txBody>
          <a:bodyPr wrap="square" lIns="0" tIns="254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0"/>
              </a:spcBef>
            </a:pPr>
            <a:r>
              <a:rPr dirty="0" baseline="2645" sz="1575" i="1">
                <a:latin typeface="Times New Roman"/>
                <a:cs typeface="Times New Roman"/>
              </a:rPr>
              <a:t>=</a:t>
            </a:r>
            <a:r>
              <a:rPr dirty="0" baseline="2645" sz="1575" spc="37" i="1">
                <a:latin typeface="Times New Roman"/>
                <a:cs typeface="Times New Roman"/>
              </a:rPr>
              <a:t> </a:t>
            </a:r>
            <a:r>
              <a:rPr dirty="0" baseline="2645" sz="1575" spc="-37" i="1">
                <a:latin typeface="Times New Roman"/>
                <a:cs typeface="Times New Roman"/>
              </a:rPr>
              <a:t>EC</a:t>
            </a:r>
            <a:r>
              <a:rPr dirty="0" sz="650" spc="-25">
                <a:latin typeface="Times New Roman"/>
                <a:cs typeface="Times New Roman"/>
              </a:rPr>
              <a:t>1</a:t>
            </a:r>
            <a:endParaRPr sz="650">
              <a:latin typeface="Times New Roman"/>
              <a:cs typeface="Times New Roman"/>
            </a:endParaRPr>
          </a:p>
          <a:p>
            <a:pPr marL="12700">
              <a:lnSpc>
                <a:spcPts val="1230"/>
              </a:lnSpc>
              <a:spcBef>
                <a:spcPts val="100"/>
              </a:spcBef>
            </a:pPr>
            <a:r>
              <a:rPr dirty="0" baseline="5291" sz="1575" i="1">
                <a:latin typeface="Times New Roman"/>
                <a:cs typeface="Times New Roman"/>
              </a:rPr>
              <a:t>E</a:t>
            </a:r>
            <a:r>
              <a:rPr dirty="0" sz="600" i="1">
                <a:latin typeface="Arial"/>
                <a:cs typeface="Arial"/>
              </a:rPr>
              <a:t>1</a:t>
            </a:r>
            <a:r>
              <a:rPr dirty="0" sz="600" spc="105" i="1">
                <a:latin typeface="Arial"/>
                <a:cs typeface="Arial"/>
              </a:rPr>
              <a:t> </a:t>
            </a:r>
            <a:r>
              <a:rPr dirty="0" baseline="5291" sz="1575" i="1">
                <a:latin typeface="Times New Roman"/>
                <a:cs typeface="Times New Roman"/>
              </a:rPr>
              <a:t>=</a:t>
            </a:r>
            <a:r>
              <a:rPr dirty="0" baseline="5291" sz="1575" spc="30" i="1">
                <a:latin typeface="Times New Roman"/>
                <a:cs typeface="Times New Roman"/>
              </a:rPr>
              <a:t> </a:t>
            </a:r>
            <a:r>
              <a:rPr dirty="0" baseline="5291" sz="1575" spc="-37" i="1">
                <a:latin typeface="Times New Roman"/>
                <a:cs typeface="Times New Roman"/>
              </a:rPr>
              <a:t>CE</a:t>
            </a:r>
            <a:r>
              <a:rPr dirty="0" sz="600" spc="-25" i="1">
                <a:latin typeface="Arial"/>
                <a:cs typeface="Arial"/>
              </a:rPr>
              <a:t>1</a:t>
            </a:r>
            <a:endParaRPr sz="600">
              <a:latin typeface="Arial"/>
              <a:cs typeface="Arial"/>
            </a:endParaRPr>
          </a:p>
          <a:p>
            <a:pPr marL="12700">
              <a:lnSpc>
                <a:spcPts val="1230"/>
              </a:lnSpc>
            </a:pPr>
            <a:r>
              <a:rPr dirty="0" baseline="2645" sz="1575" i="1">
                <a:latin typeface="Times New Roman"/>
                <a:cs typeface="Times New Roman"/>
              </a:rPr>
              <a:t>=</a:t>
            </a:r>
            <a:r>
              <a:rPr dirty="0" baseline="2645" sz="1575" spc="-22" i="1">
                <a:latin typeface="Times New Roman"/>
                <a:cs typeface="Times New Roman"/>
              </a:rPr>
              <a:t> </a:t>
            </a:r>
            <a:r>
              <a:rPr dirty="0" baseline="2645" sz="1575" i="1">
                <a:latin typeface="Times New Roman"/>
                <a:cs typeface="Times New Roman"/>
              </a:rPr>
              <a:t>ET</a:t>
            </a:r>
            <a:r>
              <a:rPr dirty="0" sz="650">
                <a:latin typeface="Times New Roman"/>
                <a:cs typeface="Times New Roman"/>
              </a:rPr>
              <a:t>1</a:t>
            </a:r>
            <a:r>
              <a:rPr dirty="0" sz="650" spc="114">
                <a:latin typeface="Times New Roman"/>
                <a:cs typeface="Times New Roman"/>
              </a:rPr>
              <a:t> </a:t>
            </a:r>
            <a:r>
              <a:rPr dirty="0" baseline="2645" sz="1575" i="1">
                <a:latin typeface="Times New Roman"/>
                <a:cs typeface="Times New Roman"/>
              </a:rPr>
              <a:t>–</a:t>
            </a:r>
            <a:r>
              <a:rPr dirty="0" baseline="2645" sz="1575" spc="7" i="1">
                <a:latin typeface="Times New Roman"/>
                <a:cs typeface="Times New Roman"/>
              </a:rPr>
              <a:t> </a:t>
            </a:r>
            <a:r>
              <a:rPr dirty="0" baseline="2645" sz="1575" spc="-37" i="1">
                <a:latin typeface="Times New Roman"/>
                <a:cs typeface="Times New Roman"/>
              </a:rPr>
              <a:t>N</a:t>
            </a:r>
            <a:r>
              <a:rPr dirty="0" sz="650" spc="-25">
                <a:latin typeface="Times New Roman"/>
                <a:cs typeface="Times New Roman"/>
              </a:rPr>
              <a:t>1</a:t>
            </a:r>
            <a:endParaRPr sz="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 baseline="2645" sz="1575" i="1">
                <a:latin typeface="Times New Roman"/>
                <a:cs typeface="Times New Roman"/>
              </a:rPr>
              <a:t>G</a:t>
            </a:r>
            <a:r>
              <a:rPr dirty="0" sz="650">
                <a:latin typeface="Times New Roman"/>
                <a:cs typeface="Times New Roman"/>
              </a:rPr>
              <a:t>1</a:t>
            </a:r>
            <a:r>
              <a:rPr dirty="0" sz="650" spc="110">
                <a:latin typeface="Times New Roman"/>
                <a:cs typeface="Times New Roman"/>
              </a:rPr>
              <a:t> </a:t>
            </a:r>
            <a:r>
              <a:rPr dirty="0" baseline="2645" sz="1575" i="1">
                <a:latin typeface="Times New Roman"/>
                <a:cs typeface="Times New Roman"/>
              </a:rPr>
              <a:t>=</a:t>
            </a:r>
            <a:r>
              <a:rPr dirty="0" baseline="2645" sz="1575" spc="60" i="1">
                <a:latin typeface="Times New Roman"/>
                <a:cs typeface="Times New Roman"/>
              </a:rPr>
              <a:t> </a:t>
            </a:r>
            <a:r>
              <a:rPr dirty="0" baseline="2645" sz="1575" spc="-37" i="1">
                <a:latin typeface="Times New Roman"/>
                <a:cs typeface="Times New Roman"/>
              </a:rPr>
              <a:t>ET</a:t>
            </a:r>
            <a:r>
              <a:rPr dirty="0" sz="650" spc="-25">
                <a:latin typeface="Times New Roman"/>
                <a:cs typeface="Times New Roman"/>
              </a:rPr>
              <a:t>1</a:t>
            </a:r>
            <a:endParaRPr sz="650">
              <a:latin typeface="Times New Roman"/>
              <a:cs typeface="Times New Roman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916429" y="5640082"/>
            <a:ext cx="1494155" cy="673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i="1">
                <a:latin typeface="Times New Roman"/>
                <a:cs typeface="Times New Roman"/>
              </a:rPr>
              <a:t>=</a:t>
            </a:r>
            <a:r>
              <a:rPr dirty="0" sz="1050" spc="-20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268.35</a:t>
            </a:r>
            <a:r>
              <a:rPr dirty="0" sz="1050" spc="-10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+</a:t>
            </a:r>
            <a:r>
              <a:rPr dirty="0" sz="1050" spc="-15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45</a:t>
            </a:r>
            <a:r>
              <a:rPr dirty="0" sz="1050" spc="-10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=</a:t>
            </a:r>
            <a:r>
              <a:rPr dirty="0" sz="1050" spc="85" i="1">
                <a:latin typeface="Times New Roman"/>
                <a:cs typeface="Times New Roman"/>
              </a:rPr>
              <a:t> </a:t>
            </a:r>
            <a:r>
              <a:rPr dirty="0" sz="1050" spc="-10" i="1">
                <a:latin typeface="Times New Roman"/>
                <a:cs typeface="Times New Roman"/>
              </a:rPr>
              <a:t>313.35</a:t>
            </a: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ts val="1250"/>
              </a:lnSpc>
              <a:spcBef>
                <a:spcPts val="50"/>
              </a:spcBef>
            </a:pPr>
            <a:r>
              <a:rPr dirty="0" sz="1050" i="1">
                <a:latin typeface="Times New Roman"/>
                <a:cs typeface="Times New Roman"/>
              </a:rPr>
              <a:t>=</a:t>
            </a:r>
            <a:r>
              <a:rPr dirty="0" sz="1050" spc="-20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411.53</a:t>
            </a:r>
            <a:r>
              <a:rPr dirty="0" sz="1050" spc="-10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–</a:t>
            </a:r>
            <a:r>
              <a:rPr dirty="0" sz="1050" spc="-10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45</a:t>
            </a:r>
            <a:r>
              <a:rPr dirty="0" sz="1050" spc="-10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=</a:t>
            </a:r>
            <a:r>
              <a:rPr dirty="0" sz="1050" spc="235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366.53 </a:t>
            </a:r>
            <a:r>
              <a:rPr dirty="0" baseline="2645" sz="1575" spc="-37" i="1">
                <a:latin typeface="Times New Roman"/>
                <a:cs typeface="Times New Roman"/>
              </a:rPr>
              <a:t>F</a:t>
            </a:r>
            <a:r>
              <a:rPr dirty="0" sz="650" spc="-25">
                <a:latin typeface="Times New Roman"/>
                <a:cs typeface="Times New Roman"/>
              </a:rPr>
              <a:t>1</a:t>
            </a:r>
            <a:endParaRPr sz="650">
              <a:latin typeface="Times New Roman"/>
              <a:cs typeface="Times New Roman"/>
            </a:endParaRPr>
          </a:p>
          <a:p>
            <a:pPr marL="12700">
              <a:lnSpc>
                <a:spcPts val="1250"/>
              </a:lnSpc>
            </a:pPr>
            <a:r>
              <a:rPr dirty="0" sz="1050" i="1">
                <a:latin typeface="Times New Roman"/>
                <a:cs typeface="Times New Roman"/>
              </a:rPr>
              <a:t>=</a:t>
            </a:r>
            <a:r>
              <a:rPr dirty="0" sz="1050" spc="-25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411.53</a:t>
            </a:r>
            <a:r>
              <a:rPr dirty="0" sz="1050" spc="-15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–</a:t>
            </a:r>
            <a:r>
              <a:rPr dirty="0" sz="1050" spc="-15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11.25=</a:t>
            </a:r>
            <a:r>
              <a:rPr dirty="0" sz="1050" spc="-20" i="1">
                <a:latin typeface="Times New Roman"/>
                <a:cs typeface="Times New Roman"/>
              </a:rPr>
              <a:t> </a:t>
            </a:r>
            <a:r>
              <a:rPr dirty="0" sz="1050" spc="-10" i="1">
                <a:latin typeface="Times New Roman"/>
                <a:cs typeface="Times New Roman"/>
              </a:rPr>
              <a:t>400.25</a:t>
            </a: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 sz="1050" i="1">
                <a:latin typeface="Times New Roman"/>
                <a:cs typeface="Times New Roman"/>
              </a:rPr>
              <a:t>=</a:t>
            </a:r>
            <a:r>
              <a:rPr dirty="0" sz="1050" spc="5" i="1">
                <a:latin typeface="Times New Roman"/>
                <a:cs typeface="Times New Roman"/>
              </a:rPr>
              <a:t> </a:t>
            </a:r>
            <a:r>
              <a:rPr dirty="0" sz="1050" spc="-10" i="1">
                <a:latin typeface="Times New Roman"/>
                <a:cs typeface="Times New Roman"/>
              </a:rPr>
              <a:t>411.53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040130" y="6295402"/>
            <a:ext cx="2473960" cy="83311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2645" sz="1575" i="1">
                <a:latin typeface="Times New Roman"/>
                <a:cs typeface="Times New Roman"/>
              </a:rPr>
              <a:t>H</a:t>
            </a:r>
            <a:r>
              <a:rPr dirty="0" sz="650">
                <a:latin typeface="Times New Roman"/>
                <a:cs typeface="Times New Roman"/>
              </a:rPr>
              <a:t>1</a:t>
            </a:r>
            <a:r>
              <a:rPr dirty="0" sz="650" spc="35">
                <a:latin typeface="Times New Roman"/>
                <a:cs typeface="Times New Roman"/>
              </a:rPr>
              <a:t> </a:t>
            </a:r>
            <a:r>
              <a:rPr dirty="0" baseline="2645" sz="1575" i="1">
                <a:latin typeface="Times New Roman"/>
                <a:cs typeface="Times New Roman"/>
              </a:rPr>
              <a:t>=</a:t>
            </a:r>
            <a:r>
              <a:rPr dirty="0" baseline="2645" sz="1575" spc="89" i="1">
                <a:latin typeface="Times New Roman"/>
                <a:cs typeface="Times New Roman"/>
              </a:rPr>
              <a:t> </a:t>
            </a:r>
            <a:r>
              <a:rPr dirty="0" baseline="2645" sz="1575" i="1">
                <a:latin typeface="Times New Roman"/>
                <a:cs typeface="Times New Roman"/>
              </a:rPr>
              <a:t>ET</a:t>
            </a:r>
            <a:r>
              <a:rPr dirty="0" sz="650">
                <a:latin typeface="Times New Roman"/>
                <a:cs typeface="Times New Roman"/>
              </a:rPr>
              <a:t>1</a:t>
            </a:r>
            <a:r>
              <a:rPr dirty="0" sz="650" spc="35">
                <a:latin typeface="Times New Roman"/>
                <a:cs typeface="Times New Roman"/>
              </a:rPr>
              <a:t> </a:t>
            </a:r>
            <a:r>
              <a:rPr dirty="0" baseline="2645" sz="1575" i="1">
                <a:latin typeface="Times New Roman"/>
                <a:cs typeface="Times New Roman"/>
              </a:rPr>
              <a:t>+</a:t>
            </a:r>
            <a:r>
              <a:rPr dirty="0" baseline="2645" sz="1575" spc="89" i="1">
                <a:latin typeface="Times New Roman"/>
                <a:cs typeface="Times New Roman"/>
              </a:rPr>
              <a:t> </a:t>
            </a:r>
            <a:r>
              <a:rPr dirty="0" baseline="2645" sz="1575" i="1">
                <a:latin typeface="Times New Roman"/>
                <a:cs typeface="Times New Roman"/>
              </a:rPr>
              <a:t>N</a:t>
            </a:r>
            <a:r>
              <a:rPr dirty="0" sz="650">
                <a:latin typeface="Times New Roman"/>
                <a:cs typeface="Times New Roman"/>
              </a:rPr>
              <a:t>1</a:t>
            </a:r>
            <a:r>
              <a:rPr dirty="0" sz="650" spc="40">
                <a:latin typeface="Times New Roman"/>
                <a:cs typeface="Times New Roman"/>
              </a:rPr>
              <a:t> </a:t>
            </a:r>
            <a:r>
              <a:rPr dirty="0" baseline="2645" sz="1575" i="1">
                <a:latin typeface="Times New Roman"/>
                <a:cs typeface="Times New Roman"/>
              </a:rPr>
              <a:t>=</a:t>
            </a:r>
            <a:r>
              <a:rPr dirty="0" baseline="2645" sz="1575" spc="89" i="1">
                <a:latin typeface="Times New Roman"/>
                <a:cs typeface="Times New Roman"/>
              </a:rPr>
              <a:t> </a:t>
            </a:r>
            <a:r>
              <a:rPr dirty="0" baseline="2645" sz="1575" i="1">
                <a:latin typeface="Times New Roman"/>
                <a:cs typeface="Times New Roman"/>
              </a:rPr>
              <a:t>411.53</a:t>
            </a:r>
            <a:r>
              <a:rPr dirty="0" baseline="2645" sz="1575" spc="67" i="1">
                <a:latin typeface="Times New Roman"/>
                <a:cs typeface="Times New Roman"/>
              </a:rPr>
              <a:t> </a:t>
            </a:r>
            <a:r>
              <a:rPr dirty="0" baseline="2645" sz="1575" i="1">
                <a:latin typeface="Times New Roman"/>
                <a:cs typeface="Times New Roman"/>
              </a:rPr>
              <a:t>+</a:t>
            </a:r>
            <a:r>
              <a:rPr dirty="0" baseline="2645" sz="1575" spc="104" i="1">
                <a:latin typeface="Times New Roman"/>
                <a:cs typeface="Times New Roman"/>
              </a:rPr>
              <a:t> </a:t>
            </a:r>
            <a:r>
              <a:rPr dirty="0" baseline="2645" sz="1575" i="1">
                <a:latin typeface="Times New Roman"/>
                <a:cs typeface="Times New Roman"/>
              </a:rPr>
              <a:t>11.25</a:t>
            </a:r>
            <a:r>
              <a:rPr dirty="0" baseline="2645" sz="1575" spc="89" i="1">
                <a:latin typeface="Times New Roman"/>
                <a:cs typeface="Times New Roman"/>
              </a:rPr>
              <a:t> </a:t>
            </a:r>
            <a:r>
              <a:rPr dirty="0" baseline="2645" sz="1575" i="1">
                <a:latin typeface="Times New Roman"/>
                <a:cs typeface="Times New Roman"/>
              </a:rPr>
              <a:t>=</a:t>
            </a:r>
            <a:r>
              <a:rPr dirty="0" baseline="2645" sz="1575" spc="97" i="1">
                <a:latin typeface="Times New Roman"/>
                <a:cs typeface="Times New Roman"/>
              </a:rPr>
              <a:t> </a:t>
            </a:r>
            <a:r>
              <a:rPr dirty="0" baseline="2645" sz="1575" spc="-15" i="1">
                <a:latin typeface="Times New Roman"/>
                <a:cs typeface="Times New Roman"/>
              </a:rPr>
              <a:t>422.78</a:t>
            </a:r>
            <a:endParaRPr baseline="2645" sz="1575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baseline="2645" sz="1575" i="1">
                <a:latin typeface="Times New Roman"/>
                <a:cs typeface="Times New Roman"/>
              </a:rPr>
              <a:t>A</a:t>
            </a:r>
            <a:r>
              <a:rPr dirty="0" sz="650">
                <a:latin typeface="Times New Roman"/>
                <a:cs typeface="Times New Roman"/>
              </a:rPr>
              <a:t>2</a:t>
            </a:r>
            <a:r>
              <a:rPr dirty="0" sz="650" spc="35">
                <a:latin typeface="Times New Roman"/>
                <a:cs typeface="Times New Roman"/>
              </a:rPr>
              <a:t> </a:t>
            </a:r>
            <a:r>
              <a:rPr dirty="0" baseline="2645" sz="1575" i="1">
                <a:latin typeface="Times New Roman"/>
                <a:cs typeface="Times New Roman"/>
              </a:rPr>
              <a:t>=</a:t>
            </a:r>
            <a:r>
              <a:rPr dirty="0" baseline="2645" sz="1575" spc="104" i="1">
                <a:latin typeface="Times New Roman"/>
                <a:cs typeface="Times New Roman"/>
              </a:rPr>
              <a:t> </a:t>
            </a:r>
            <a:r>
              <a:rPr dirty="0" baseline="2645" sz="1575" i="1">
                <a:latin typeface="Times New Roman"/>
                <a:cs typeface="Times New Roman"/>
              </a:rPr>
              <a:t>TE</a:t>
            </a:r>
            <a:r>
              <a:rPr dirty="0" sz="650">
                <a:latin typeface="Times New Roman"/>
                <a:cs typeface="Times New Roman"/>
              </a:rPr>
              <a:t>2</a:t>
            </a:r>
            <a:r>
              <a:rPr dirty="0" sz="650" spc="35">
                <a:latin typeface="Times New Roman"/>
                <a:cs typeface="Times New Roman"/>
              </a:rPr>
              <a:t> </a:t>
            </a:r>
            <a:r>
              <a:rPr dirty="0" baseline="2645" sz="1575" i="1">
                <a:latin typeface="Times New Roman"/>
                <a:cs typeface="Times New Roman"/>
              </a:rPr>
              <a:t>–</a:t>
            </a:r>
            <a:r>
              <a:rPr dirty="0" baseline="2645" sz="1575" spc="97" i="1">
                <a:latin typeface="Times New Roman"/>
                <a:cs typeface="Times New Roman"/>
              </a:rPr>
              <a:t> </a:t>
            </a:r>
            <a:r>
              <a:rPr dirty="0" baseline="2645" sz="1575" i="1">
                <a:latin typeface="Times New Roman"/>
                <a:cs typeface="Times New Roman"/>
              </a:rPr>
              <a:t>N</a:t>
            </a:r>
            <a:r>
              <a:rPr dirty="0" sz="650">
                <a:latin typeface="Times New Roman"/>
                <a:cs typeface="Times New Roman"/>
              </a:rPr>
              <a:t>2</a:t>
            </a:r>
            <a:r>
              <a:rPr dirty="0" sz="650" spc="35">
                <a:latin typeface="Times New Roman"/>
                <a:cs typeface="Times New Roman"/>
              </a:rPr>
              <a:t> </a:t>
            </a:r>
            <a:r>
              <a:rPr dirty="0" baseline="2645" sz="1575" i="1">
                <a:latin typeface="Times New Roman"/>
                <a:cs typeface="Times New Roman"/>
              </a:rPr>
              <a:t>=</a:t>
            </a:r>
            <a:r>
              <a:rPr dirty="0" baseline="2645" sz="1575" spc="97" i="1">
                <a:latin typeface="Times New Roman"/>
                <a:cs typeface="Times New Roman"/>
              </a:rPr>
              <a:t> </a:t>
            </a:r>
            <a:r>
              <a:rPr dirty="0" baseline="2645" sz="1575" i="1">
                <a:latin typeface="Times New Roman"/>
                <a:cs typeface="Times New Roman"/>
              </a:rPr>
              <a:t>411.53</a:t>
            </a:r>
            <a:r>
              <a:rPr dirty="0" baseline="2645" sz="1575" spc="97" i="1">
                <a:latin typeface="Times New Roman"/>
                <a:cs typeface="Times New Roman"/>
              </a:rPr>
              <a:t> </a:t>
            </a:r>
            <a:r>
              <a:rPr dirty="0" baseline="2645" sz="1575" i="1">
                <a:latin typeface="Times New Roman"/>
                <a:cs typeface="Times New Roman"/>
              </a:rPr>
              <a:t>–</a:t>
            </a:r>
            <a:r>
              <a:rPr dirty="0" baseline="2645" sz="1575" spc="75" i="1">
                <a:latin typeface="Times New Roman"/>
                <a:cs typeface="Times New Roman"/>
              </a:rPr>
              <a:t> </a:t>
            </a:r>
            <a:r>
              <a:rPr dirty="0" baseline="2645" sz="1575" i="1">
                <a:latin typeface="Times New Roman"/>
                <a:cs typeface="Times New Roman"/>
              </a:rPr>
              <a:t>14.29</a:t>
            </a:r>
            <a:r>
              <a:rPr dirty="0" baseline="2645" sz="1575" spc="89" i="1">
                <a:latin typeface="Times New Roman"/>
                <a:cs typeface="Times New Roman"/>
              </a:rPr>
              <a:t> </a:t>
            </a:r>
            <a:r>
              <a:rPr dirty="0" baseline="2645" sz="1575" i="1">
                <a:latin typeface="Times New Roman"/>
                <a:cs typeface="Times New Roman"/>
              </a:rPr>
              <a:t>=</a:t>
            </a:r>
            <a:r>
              <a:rPr dirty="0" baseline="2645" sz="1575" spc="112" i="1">
                <a:latin typeface="Times New Roman"/>
                <a:cs typeface="Times New Roman"/>
              </a:rPr>
              <a:t> </a:t>
            </a:r>
            <a:r>
              <a:rPr dirty="0" baseline="2645" sz="1575" i="1">
                <a:latin typeface="Times New Roman"/>
                <a:cs typeface="Times New Roman"/>
              </a:rPr>
              <a:t>397.24</a:t>
            </a:r>
            <a:r>
              <a:rPr dirty="0" baseline="2645" sz="1575" spc="97" i="1">
                <a:latin typeface="Times New Roman"/>
                <a:cs typeface="Times New Roman"/>
              </a:rPr>
              <a:t> </a:t>
            </a:r>
            <a:r>
              <a:rPr dirty="0" baseline="2645" sz="1575" spc="-37" i="1">
                <a:latin typeface="Times New Roman"/>
                <a:cs typeface="Times New Roman"/>
              </a:rPr>
              <a:t>B</a:t>
            </a:r>
            <a:r>
              <a:rPr dirty="0" sz="650" spc="-25">
                <a:latin typeface="Times New Roman"/>
                <a:cs typeface="Times New Roman"/>
              </a:rPr>
              <a:t>2</a:t>
            </a:r>
            <a:endParaRPr sz="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  <a:tabLst>
                <a:tab pos="888365" algn="l"/>
              </a:tabLst>
            </a:pPr>
            <a:r>
              <a:rPr dirty="0" baseline="2645" sz="1575" i="1">
                <a:latin typeface="Times New Roman"/>
                <a:cs typeface="Times New Roman"/>
              </a:rPr>
              <a:t>=</a:t>
            </a:r>
            <a:r>
              <a:rPr dirty="0" baseline="2645" sz="1575" spc="75" i="1">
                <a:latin typeface="Times New Roman"/>
                <a:cs typeface="Times New Roman"/>
              </a:rPr>
              <a:t> </a:t>
            </a:r>
            <a:r>
              <a:rPr dirty="0" baseline="2645" sz="1575" i="1">
                <a:latin typeface="Times New Roman"/>
                <a:cs typeface="Times New Roman"/>
              </a:rPr>
              <a:t>TE</a:t>
            </a:r>
            <a:r>
              <a:rPr dirty="0" baseline="2645" sz="1575" spc="82" i="1">
                <a:latin typeface="Times New Roman"/>
                <a:cs typeface="Times New Roman"/>
              </a:rPr>
              <a:t> </a:t>
            </a:r>
            <a:r>
              <a:rPr dirty="0" sz="650" spc="-50">
                <a:latin typeface="Times New Roman"/>
                <a:cs typeface="Times New Roman"/>
              </a:rPr>
              <a:t>2</a:t>
            </a:r>
            <a:r>
              <a:rPr dirty="0" sz="650">
                <a:latin typeface="Times New Roman"/>
                <a:cs typeface="Times New Roman"/>
              </a:rPr>
              <a:t>	</a:t>
            </a:r>
            <a:r>
              <a:rPr dirty="0" baseline="2645" sz="1575" i="1">
                <a:latin typeface="Times New Roman"/>
                <a:cs typeface="Times New Roman"/>
              </a:rPr>
              <a:t>=</a:t>
            </a:r>
            <a:r>
              <a:rPr dirty="0" baseline="2645" sz="1575" spc="60" i="1">
                <a:latin typeface="Times New Roman"/>
                <a:cs typeface="Times New Roman"/>
              </a:rPr>
              <a:t> </a:t>
            </a:r>
            <a:r>
              <a:rPr dirty="0" baseline="2645" sz="1575" spc="-15" i="1">
                <a:latin typeface="Times New Roman"/>
                <a:cs typeface="Times New Roman"/>
              </a:rPr>
              <a:t>411.53</a:t>
            </a:r>
            <a:endParaRPr baseline="2645" sz="1575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 baseline="2645" sz="1575" i="1">
                <a:latin typeface="Times New Roman"/>
                <a:cs typeface="Times New Roman"/>
              </a:rPr>
              <a:t>C</a:t>
            </a:r>
            <a:r>
              <a:rPr dirty="0" sz="650">
                <a:latin typeface="Times New Roman"/>
                <a:cs typeface="Times New Roman"/>
              </a:rPr>
              <a:t>2</a:t>
            </a:r>
            <a:r>
              <a:rPr dirty="0" sz="650" spc="-10">
                <a:latin typeface="Times New Roman"/>
                <a:cs typeface="Times New Roman"/>
              </a:rPr>
              <a:t> </a:t>
            </a:r>
            <a:r>
              <a:rPr dirty="0" baseline="2645" sz="1575" i="1">
                <a:latin typeface="Times New Roman"/>
                <a:cs typeface="Times New Roman"/>
              </a:rPr>
              <a:t>=</a:t>
            </a:r>
            <a:r>
              <a:rPr dirty="0" baseline="2645" sz="1575" spc="-30" i="1">
                <a:latin typeface="Times New Roman"/>
                <a:cs typeface="Times New Roman"/>
              </a:rPr>
              <a:t> </a:t>
            </a:r>
            <a:r>
              <a:rPr dirty="0" baseline="2645" sz="1575" i="1">
                <a:latin typeface="Times New Roman"/>
                <a:cs typeface="Times New Roman"/>
              </a:rPr>
              <a:t>TE</a:t>
            </a:r>
            <a:r>
              <a:rPr dirty="0" sz="650">
                <a:latin typeface="Times New Roman"/>
                <a:cs typeface="Times New Roman"/>
              </a:rPr>
              <a:t>2</a:t>
            </a:r>
            <a:r>
              <a:rPr dirty="0" sz="650" spc="-10">
                <a:latin typeface="Times New Roman"/>
                <a:cs typeface="Times New Roman"/>
              </a:rPr>
              <a:t> </a:t>
            </a:r>
            <a:r>
              <a:rPr dirty="0" baseline="2645" sz="1575" i="1">
                <a:latin typeface="Times New Roman"/>
                <a:cs typeface="Times New Roman"/>
              </a:rPr>
              <a:t>+</a:t>
            </a:r>
            <a:r>
              <a:rPr dirty="0" baseline="2645" sz="1575" spc="-22" i="1">
                <a:latin typeface="Times New Roman"/>
                <a:cs typeface="Times New Roman"/>
              </a:rPr>
              <a:t> </a:t>
            </a:r>
            <a:r>
              <a:rPr dirty="0" baseline="2645" sz="1575" i="1">
                <a:latin typeface="Times New Roman"/>
                <a:cs typeface="Times New Roman"/>
              </a:rPr>
              <a:t>N</a:t>
            </a:r>
            <a:r>
              <a:rPr dirty="0" sz="650">
                <a:latin typeface="Times New Roman"/>
                <a:cs typeface="Times New Roman"/>
              </a:rPr>
              <a:t>2</a:t>
            </a:r>
            <a:r>
              <a:rPr dirty="0" sz="650" spc="-10">
                <a:latin typeface="Times New Roman"/>
                <a:cs typeface="Times New Roman"/>
              </a:rPr>
              <a:t> </a:t>
            </a:r>
            <a:r>
              <a:rPr dirty="0" baseline="2645" sz="1575" i="1">
                <a:latin typeface="Times New Roman"/>
                <a:cs typeface="Times New Roman"/>
              </a:rPr>
              <a:t>=</a:t>
            </a:r>
            <a:r>
              <a:rPr dirty="0" baseline="2645" sz="1575" spc="-30" i="1">
                <a:latin typeface="Times New Roman"/>
                <a:cs typeface="Times New Roman"/>
              </a:rPr>
              <a:t> </a:t>
            </a:r>
            <a:r>
              <a:rPr dirty="0" baseline="2645" sz="1575" i="1">
                <a:latin typeface="Times New Roman"/>
                <a:cs typeface="Times New Roman"/>
              </a:rPr>
              <a:t>411.53</a:t>
            </a:r>
            <a:r>
              <a:rPr dirty="0" baseline="2645" sz="1575" spc="-22" i="1">
                <a:latin typeface="Times New Roman"/>
                <a:cs typeface="Times New Roman"/>
              </a:rPr>
              <a:t> </a:t>
            </a:r>
            <a:r>
              <a:rPr dirty="0" baseline="2645" sz="1575" i="1">
                <a:latin typeface="Times New Roman"/>
                <a:cs typeface="Times New Roman"/>
              </a:rPr>
              <a:t>+</a:t>
            </a:r>
            <a:r>
              <a:rPr dirty="0" baseline="2645" sz="1575" spc="-22" i="1">
                <a:latin typeface="Times New Roman"/>
                <a:cs typeface="Times New Roman"/>
              </a:rPr>
              <a:t> </a:t>
            </a:r>
            <a:r>
              <a:rPr dirty="0" baseline="2645" sz="1575" i="1">
                <a:latin typeface="Times New Roman"/>
                <a:cs typeface="Times New Roman"/>
              </a:rPr>
              <a:t>14.29=</a:t>
            </a:r>
            <a:r>
              <a:rPr dirty="0" baseline="2645" sz="1575" spc="-30" i="1">
                <a:latin typeface="Times New Roman"/>
                <a:cs typeface="Times New Roman"/>
              </a:rPr>
              <a:t> </a:t>
            </a:r>
            <a:r>
              <a:rPr dirty="0" baseline="2645" sz="1575" i="1">
                <a:latin typeface="Times New Roman"/>
                <a:cs typeface="Times New Roman"/>
              </a:rPr>
              <a:t>425.82</a:t>
            </a:r>
            <a:r>
              <a:rPr dirty="0" baseline="2645" sz="1575" spc="-22" i="1">
                <a:latin typeface="Times New Roman"/>
                <a:cs typeface="Times New Roman"/>
              </a:rPr>
              <a:t> </a:t>
            </a:r>
            <a:r>
              <a:rPr dirty="0" baseline="2645" sz="1575" spc="-37" i="1">
                <a:latin typeface="Times New Roman"/>
                <a:cs typeface="Times New Roman"/>
              </a:rPr>
              <a:t>D</a:t>
            </a:r>
            <a:r>
              <a:rPr dirty="0" sz="650" spc="-25">
                <a:latin typeface="Times New Roman"/>
                <a:cs typeface="Times New Roman"/>
              </a:rPr>
              <a:t>2</a:t>
            </a:r>
            <a:endParaRPr sz="650">
              <a:latin typeface="Times New Roman"/>
              <a:cs typeface="Times New Roman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040130" y="7092963"/>
            <a:ext cx="795020" cy="683260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dirty="0" baseline="2645" sz="1575" i="1">
                <a:latin typeface="Times New Roman"/>
                <a:cs typeface="Times New Roman"/>
              </a:rPr>
              <a:t>=</a:t>
            </a:r>
            <a:r>
              <a:rPr dirty="0" baseline="2645" sz="1575" spc="37" i="1">
                <a:latin typeface="Times New Roman"/>
                <a:cs typeface="Times New Roman"/>
              </a:rPr>
              <a:t> </a:t>
            </a:r>
            <a:r>
              <a:rPr dirty="0" baseline="2645" sz="1575" spc="-37" i="1">
                <a:latin typeface="Times New Roman"/>
                <a:cs typeface="Times New Roman"/>
              </a:rPr>
              <a:t>EC</a:t>
            </a:r>
            <a:r>
              <a:rPr dirty="0" sz="650" spc="-25">
                <a:latin typeface="Times New Roman"/>
                <a:cs typeface="Times New Roman"/>
              </a:rPr>
              <a:t>2</a:t>
            </a:r>
            <a:endParaRPr sz="650">
              <a:latin typeface="Times New Roman"/>
              <a:cs typeface="Times New Roman"/>
            </a:endParaRPr>
          </a:p>
          <a:p>
            <a:pPr marL="12700">
              <a:lnSpc>
                <a:spcPts val="1235"/>
              </a:lnSpc>
              <a:spcBef>
                <a:spcPts val="80"/>
              </a:spcBef>
            </a:pPr>
            <a:r>
              <a:rPr dirty="0" baseline="5291" sz="1575" i="1">
                <a:latin typeface="Times New Roman"/>
                <a:cs typeface="Times New Roman"/>
              </a:rPr>
              <a:t>E</a:t>
            </a:r>
            <a:r>
              <a:rPr dirty="0" sz="600" i="1">
                <a:latin typeface="Arial"/>
                <a:cs typeface="Arial"/>
              </a:rPr>
              <a:t>2</a:t>
            </a:r>
            <a:r>
              <a:rPr dirty="0" sz="600" spc="105" i="1">
                <a:latin typeface="Arial"/>
                <a:cs typeface="Arial"/>
              </a:rPr>
              <a:t> </a:t>
            </a:r>
            <a:r>
              <a:rPr dirty="0" baseline="5291" sz="1575" i="1">
                <a:latin typeface="Times New Roman"/>
                <a:cs typeface="Times New Roman"/>
              </a:rPr>
              <a:t>=</a:t>
            </a:r>
            <a:r>
              <a:rPr dirty="0" baseline="5291" sz="1575" spc="30" i="1">
                <a:latin typeface="Times New Roman"/>
                <a:cs typeface="Times New Roman"/>
              </a:rPr>
              <a:t> </a:t>
            </a:r>
            <a:r>
              <a:rPr dirty="0" baseline="5291" sz="1575" spc="-37" i="1">
                <a:latin typeface="Times New Roman"/>
                <a:cs typeface="Times New Roman"/>
              </a:rPr>
              <a:t>CE</a:t>
            </a:r>
            <a:r>
              <a:rPr dirty="0" sz="600" spc="-25" i="1">
                <a:latin typeface="Arial"/>
                <a:cs typeface="Arial"/>
              </a:rPr>
              <a:t>2</a:t>
            </a:r>
            <a:endParaRPr sz="600">
              <a:latin typeface="Arial"/>
              <a:cs typeface="Arial"/>
            </a:endParaRPr>
          </a:p>
          <a:p>
            <a:pPr marL="12700">
              <a:lnSpc>
                <a:spcPts val="1235"/>
              </a:lnSpc>
            </a:pPr>
            <a:r>
              <a:rPr dirty="0" baseline="2645" sz="1575" i="1">
                <a:latin typeface="Times New Roman"/>
                <a:cs typeface="Times New Roman"/>
              </a:rPr>
              <a:t>F</a:t>
            </a:r>
            <a:r>
              <a:rPr dirty="0" sz="650">
                <a:latin typeface="Times New Roman"/>
                <a:cs typeface="Times New Roman"/>
              </a:rPr>
              <a:t>2</a:t>
            </a:r>
            <a:r>
              <a:rPr dirty="0" sz="650" spc="215">
                <a:latin typeface="Times New Roman"/>
                <a:cs typeface="Times New Roman"/>
              </a:rPr>
              <a:t> </a:t>
            </a:r>
            <a:r>
              <a:rPr dirty="0" baseline="2645" sz="1575" i="1">
                <a:latin typeface="Times New Roman"/>
                <a:cs typeface="Times New Roman"/>
              </a:rPr>
              <a:t>=</a:t>
            </a:r>
            <a:r>
              <a:rPr dirty="0" baseline="2645" sz="1575" spc="75" i="1">
                <a:latin typeface="Times New Roman"/>
                <a:cs typeface="Times New Roman"/>
              </a:rPr>
              <a:t> </a:t>
            </a:r>
            <a:r>
              <a:rPr dirty="0" baseline="2645" sz="1575" i="1">
                <a:latin typeface="Times New Roman"/>
                <a:cs typeface="Times New Roman"/>
              </a:rPr>
              <a:t>ET</a:t>
            </a:r>
            <a:r>
              <a:rPr dirty="0" sz="650">
                <a:latin typeface="Times New Roman"/>
                <a:cs typeface="Times New Roman"/>
              </a:rPr>
              <a:t>2</a:t>
            </a:r>
            <a:r>
              <a:rPr dirty="0" sz="650" spc="30">
                <a:latin typeface="Times New Roman"/>
                <a:cs typeface="Times New Roman"/>
              </a:rPr>
              <a:t> </a:t>
            </a:r>
            <a:r>
              <a:rPr dirty="0" baseline="2645" sz="1575" i="1">
                <a:latin typeface="Times New Roman"/>
                <a:cs typeface="Times New Roman"/>
              </a:rPr>
              <a:t>–</a:t>
            </a:r>
            <a:r>
              <a:rPr dirty="0" baseline="2645" sz="1575" spc="60" i="1">
                <a:latin typeface="Times New Roman"/>
                <a:cs typeface="Times New Roman"/>
              </a:rPr>
              <a:t> </a:t>
            </a:r>
            <a:r>
              <a:rPr dirty="0" baseline="2645" sz="1575" spc="-37" i="1">
                <a:latin typeface="Times New Roman"/>
                <a:cs typeface="Times New Roman"/>
              </a:rPr>
              <a:t>N</a:t>
            </a:r>
            <a:r>
              <a:rPr dirty="0" sz="650" spc="-25">
                <a:latin typeface="Times New Roman"/>
                <a:cs typeface="Times New Roman"/>
              </a:rPr>
              <a:t>2</a:t>
            </a:r>
            <a:endParaRPr sz="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 baseline="2645" sz="1575" i="1">
                <a:latin typeface="Times New Roman"/>
                <a:cs typeface="Times New Roman"/>
              </a:rPr>
              <a:t>G</a:t>
            </a:r>
            <a:r>
              <a:rPr dirty="0" sz="650">
                <a:latin typeface="Times New Roman"/>
                <a:cs typeface="Times New Roman"/>
              </a:rPr>
              <a:t>2</a:t>
            </a:r>
            <a:r>
              <a:rPr dirty="0" sz="650" spc="114">
                <a:latin typeface="Times New Roman"/>
                <a:cs typeface="Times New Roman"/>
              </a:rPr>
              <a:t> </a:t>
            </a:r>
            <a:r>
              <a:rPr dirty="0" baseline="2645" sz="1575" i="1">
                <a:latin typeface="Times New Roman"/>
                <a:cs typeface="Times New Roman"/>
              </a:rPr>
              <a:t>=</a:t>
            </a:r>
            <a:r>
              <a:rPr dirty="0" baseline="2645" sz="1575" spc="75" i="1">
                <a:latin typeface="Times New Roman"/>
                <a:cs typeface="Times New Roman"/>
              </a:rPr>
              <a:t> </a:t>
            </a:r>
            <a:r>
              <a:rPr dirty="0" baseline="2645" sz="1575" spc="-37" i="1">
                <a:latin typeface="Times New Roman"/>
                <a:cs typeface="Times New Roman"/>
              </a:rPr>
              <a:t>ET</a:t>
            </a:r>
            <a:r>
              <a:rPr dirty="0" sz="650" spc="-25">
                <a:latin typeface="Times New Roman"/>
                <a:cs typeface="Times New Roman"/>
              </a:rPr>
              <a:t>2</a:t>
            </a:r>
            <a:endParaRPr sz="650">
              <a:latin typeface="Times New Roman"/>
              <a:cs typeface="Times New Roman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1916429" y="7098042"/>
            <a:ext cx="1541780" cy="6718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i="1">
                <a:latin typeface="Times New Roman"/>
                <a:cs typeface="Times New Roman"/>
              </a:rPr>
              <a:t>=</a:t>
            </a:r>
            <a:r>
              <a:rPr dirty="0" sz="1050" spc="-20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411.53</a:t>
            </a:r>
            <a:r>
              <a:rPr dirty="0" sz="1050" spc="-10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+</a:t>
            </a:r>
            <a:r>
              <a:rPr dirty="0" sz="1050" spc="-15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50</a:t>
            </a:r>
            <a:r>
              <a:rPr dirty="0" sz="1050" spc="-10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=</a:t>
            </a:r>
            <a:r>
              <a:rPr dirty="0" sz="1050" spc="95" i="1">
                <a:latin typeface="Times New Roman"/>
                <a:cs typeface="Times New Roman"/>
              </a:rPr>
              <a:t> </a:t>
            </a:r>
            <a:r>
              <a:rPr dirty="0" sz="1050" spc="-10" i="1">
                <a:latin typeface="Times New Roman"/>
                <a:cs typeface="Times New Roman"/>
              </a:rPr>
              <a:t>461.53</a:t>
            </a: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ts val="1255"/>
              </a:lnSpc>
              <a:spcBef>
                <a:spcPts val="30"/>
              </a:spcBef>
            </a:pPr>
            <a:r>
              <a:rPr dirty="0" sz="1050" i="1">
                <a:latin typeface="Times New Roman"/>
                <a:cs typeface="Times New Roman"/>
              </a:rPr>
              <a:t>=</a:t>
            </a:r>
            <a:r>
              <a:rPr dirty="0" sz="1050" spc="-15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562.54</a:t>
            </a:r>
            <a:r>
              <a:rPr dirty="0" sz="1050" spc="-10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–</a:t>
            </a:r>
            <a:r>
              <a:rPr dirty="0" sz="1050" spc="-10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50</a:t>
            </a:r>
            <a:r>
              <a:rPr dirty="0" sz="1050" spc="-5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=</a:t>
            </a:r>
            <a:r>
              <a:rPr dirty="0" sz="1050" spc="175" i="1">
                <a:latin typeface="Times New Roman"/>
                <a:cs typeface="Times New Roman"/>
              </a:rPr>
              <a:t> </a:t>
            </a:r>
            <a:r>
              <a:rPr dirty="0" sz="1050" spc="-10" i="1">
                <a:latin typeface="Times New Roman"/>
                <a:cs typeface="Times New Roman"/>
              </a:rPr>
              <a:t>512.54</a:t>
            </a: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ts val="1255"/>
              </a:lnSpc>
            </a:pPr>
            <a:r>
              <a:rPr dirty="0" sz="1050" i="1">
                <a:latin typeface="Times New Roman"/>
                <a:cs typeface="Times New Roman"/>
              </a:rPr>
              <a:t>=</a:t>
            </a:r>
            <a:r>
              <a:rPr dirty="0" sz="1050" spc="65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562.54</a:t>
            </a:r>
            <a:r>
              <a:rPr dirty="0" sz="1050" spc="65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–</a:t>
            </a:r>
            <a:r>
              <a:rPr dirty="0" sz="1050" spc="50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14.29</a:t>
            </a:r>
            <a:r>
              <a:rPr dirty="0" sz="1050" spc="60" i="1">
                <a:latin typeface="Times New Roman"/>
                <a:cs typeface="Times New Roman"/>
              </a:rPr>
              <a:t> </a:t>
            </a:r>
            <a:r>
              <a:rPr dirty="0" sz="1050" i="1">
                <a:latin typeface="Times New Roman"/>
                <a:cs typeface="Times New Roman"/>
              </a:rPr>
              <a:t>=</a:t>
            </a:r>
            <a:r>
              <a:rPr dirty="0" sz="1050" spc="65" i="1">
                <a:latin typeface="Times New Roman"/>
                <a:cs typeface="Times New Roman"/>
              </a:rPr>
              <a:t> </a:t>
            </a:r>
            <a:r>
              <a:rPr dirty="0" sz="1050" spc="-10" i="1">
                <a:latin typeface="Times New Roman"/>
                <a:cs typeface="Times New Roman"/>
              </a:rPr>
              <a:t>548.25</a:t>
            </a: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 sz="1050" i="1">
                <a:latin typeface="Times New Roman"/>
                <a:cs typeface="Times New Roman"/>
              </a:rPr>
              <a:t>=</a:t>
            </a:r>
            <a:r>
              <a:rPr dirty="0" sz="1050" spc="40" i="1">
                <a:latin typeface="Times New Roman"/>
                <a:cs typeface="Times New Roman"/>
              </a:rPr>
              <a:t> </a:t>
            </a:r>
            <a:r>
              <a:rPr dirty="0" sz="1050" spc="-10" i="1">
                <a:latin typeface="Times New Roman"/>
                <a:cs typeface="Times New Roman"/>
              </a:rPr>
              <a:t>562.54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1040130" y="7752092"/>
            <a:ext cx="5294630" cy="6578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2645" sz="1575" i="1">
                <a:latin typeface="Times New Roman"/>
                <a:cs typeface="Times New Roman"/>
              </a:rPr>
              <a:t>H</a:t>
            </a:r>
            <a:r>
              <a:rPr dirty="0" sz="650">
                <a:latin typeface="Times New Roman"/>
                <a:cs typeface="Times New Roman"/>
              </a:rPr>
              <a:t>2</a:t>
            </a:r>
            <a:r>
              <a:rPr dirty="0" sz="650" spc="35">
                <a:latin typeface="Times New Roman"/>
                <a:cs typeface="Times New Roman"/>
              </a:rPr>
              <a:t> </a:t>
            </a:r>
            <a:r>
              <a:rPr dirty="0" baseline="2645" sz="1575" i="1">
                <a:latin typeface="Times New Roman"/>
                <a:cs typeface="Times New Roman"/>
              </a:rPr>
              <a:t>=</a:t>
            </a:r>
            <a:r>
              <a:rPr dirty="0" baseline="2645" sz="1575" spc="89" i="1">
                <a:latin typeface="Times New Roman"/>
                <a:cs typeface="Times New Roman"/>
              </a:rPr>
              <a:t> </a:t>
            </a:r>
            <a:r>
              <a:rPr dirty="0" baseline="2645" sz="1575" i="1">
                <a:latin typeface="Times New Roman"/>
                <a:cs typeface="Times New Roman"/>
              </a:rPr>
              <a:t>ET</a:t>
            </a:r>
            <a:r>
              <a:rPr dirty="0" sz="650">
                <a:latin typeface="Times New Roman"/>
                <a:cs typeface="Times New Roman"/>
              </a:rPr>
              <a:t>2</a:t>
            </a:r>
            <a:r>
              <a:rPr dirty="0" sz="650" spc="35">
                <a:latin typeface="Times New Roman"/>
                <a:cs typeface="Times New Roman"/>
              </a:rPr>
              <a:t> </a:t>
            </a:r>
            <a:r>
              <a:rPr dirty="0" baseline="2645" sz="1575" i="1">
                <a:latin typeface="Times New Roman"/>
                <a:cs typeface="Times New Roman"/>
              </a:rPr>
              <a:t>+</a:t>
            </a:r>
            <a:r>
              <a:rPr dirty="0" baseline="2645" sz="1575" spc="89" i="1">
                <a:latin typeface="Times New Roman"/>
                <a:cs typeface="Times New Roman"/>
              </a:rPr>
              <a:t> </a:t>
            </a:r>
            <a:r>
              <a:rPr dirty="0" baseline="2645" sz="1575" i="1">
                <a:latin typeface="Times New Roman"/>
                <a:cs typeface="Times New Roman"/>
              </a:rPr>
              <a:t>N</a:t>
            </a:r>
            <a:r>
              <a:rPr dirty="0" sz="650">
                <a:latin typeface="Times New Roman"/>
                <a:cs typeface="Times New Roman"/>
              </a:rPr>
              <a:t>2</a:t>
            </a:r>
            <a:r>
              <a:rPr dirty="0" sz="650" spc="40">
                <a:latin typeface="Times New Roman"/>
                <a:cs typeface="Times New Roman"/>
              </a:rPr>
              <a:t> </a:t>
            </a:r>
            <a:r>
              <a:rPr dirty="0" baseline="2645" sz="1575" i="1">
                <a:latin typeface="Times New Roman"/>
                <a:cs typeface="Times New Roman"/>
              </a:rPr>
              <a:t>=</a:t>
            </a:r>
            <a:r>
              <a:rPr dirty="0" baseline="2645" sz="1575" spc="89" i="1">
                <a:latin typeface="Times New Roman"/>
                <a:cs typeface="Times New Roman"/>
              </a:rPr>
              <a:t> </a:t>
            </a:r>
            <a:r>
              <a:rPr dirty="0" baseline="2645" sz="1575" i="1">
                <a:latin typeface="Times New Roman"/>
                <a:cs typeface="Times New Roman"/>
              </a:rPr>
              <a:t>562.54</a:t>
            </a:r>
            <a:r>
              <a:rPr dirty="0" baseline="2645" sz="1575" spc="67" i="1">
                <a:latin typeface="Times New Roman"/>
                <a:cs typeface="Times New Roman"/>
              </a:rPr>
              <a:t> </a:t>
            </a:r>
            <a:r>
              <a:rPr dirty="0" baseline="2645" sz="1575" i="1">
                <a:latin typeface="Times New Roman"/>
                <a:cs typeface="Times New Roman"/>
              </a:rPr>
              <a:t>+</a:t>
            </a:r>
            <a:r>
              <a:rPr dirty="0" baseline="2645" sz="1575" spc="104" i="1">
                <a:latin typeface="Times New Roman"/>
                <a:cs typeface="Times New Roman"/>
              </a:rPr>
              <a:t> </a:t>
            </a:r>
            <a:r>
              <a:rPr dirty="0" baseline="2645" sz="1575" i="1">
                <a:latin typeface="Times New Roman"/>
                <a:cs typeface="Times New Roman"/>
              </a:rPr>
              <a:t>14.29</a:t>
            </a:r>
            <a:r>
              <a:rPr dirty="0" baseline="2645" sz="1575" spc="89" i="1">
                <a:latin typeface="Times New Roman"/>
                <a:cs typeface="Times New Roman"/>
              </a:rPr>
              <a:t> </a:t>
            </a:r>
            <a:r>
              <a:rPr dirty="0" baseline="2645" sz="1575" i="1">
                <a:latin typeface="Times New Roman"/>
                <a:cs typeface="Times New Roman"/>
              </a:rPr>
              <a:t>=</a:t>
            </a:r>
            <a:r>
              <a:rPr dirty="0" baseline="2645" sz="1575" spc="97" i="1">
                <a:latin typeface="Times New Roman"/>
                <a:cs typeface="Times New Roman"/>
              </a:rPr>
              <a:t> </a:t>
            </a:r>
            <a:r>
              <a:rPr dirty="0" baseline="2645" sz="1575" spc="-15" i="1">
                <a:latin typeface="Times New Roman"/>
                <a:cs typeface="Times New Roman"/>
              </a:rPr>
              <a:t>576.83</a:t>
            </a:r>
            <a:endParaRPr baseline="2645" sz="1575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1050">
              <a:latin typeface="Times New Roman"/>
              <a:cs typeface="Times New Roman"/>
            </a:endParaRPr>
          </a:p>
          <a:p>
            <a:pPr marL="12700" marR="5080">
              <a:lnSpc>
                <a:spcPts val="1220"/>
              </a:lnSpc>
            </a:pPr>
            <a:r>
              <a:rPr dirty="0" sz="1050">
                <a:latin typeface="Times New Roman"/>
                <a:cs typeface="Times New Roman"/>
              </a:rPr>
              <a:t>Al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calcular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tabla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peralte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ambas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curvas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y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dejar</a:t>
            </a:r>
            <a:r>
              <a:rPr dirty="0" sz="1050" spc="-1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constante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-2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tramo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entre</a:t>
            </a:r>
            <a:r>
              <a:rPr dirty="0" sz="1050" spc="229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las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abscisas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400.25 </a:t>
            </a:r>
            <a:r>
              <a:rPr dirty="0" sz="1050">
                <a:latin typeface="Times New Roman"/>
                <a:cs typeface="Times New Roman"/>
              </a:rPr>
              <a:t>y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425.82</a:t>
            </a:r>
            <a:r>
              <a:rPr dirty="0" sz="1050" spc="-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obtiene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el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>
                <a:latin typeface="Times New Roman"/>
                <a:cs typeface="Times New Roman"/>
              </a:rPr>
              <a:t>siguiente</a:t>
            </a:r>
            <a:r>
              <a:rPr dirty="0" sz="1050" spc="100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cuadro.</a:t>
            </a:r>
            <a:endParaRPr sz="10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 descr=""/>
          <p:cNvGraphicFramePr>
            <a:graphicFrameLocks noGrp="1"/>
          </p:cNvGraphicFramePr>
          <p:nvPr/>
        </p:nvGraphicFramePr>
        <p:xfrm>
          <a:off x="1036319" y="1413522"/>
          <a:ext cx="4540250" cy="90239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41680"/>
                <a:gridCol w="741680"/>
                <a:gridCol w="723900"/>
                <a:gridCol w="759460"/>
                <a:gridCol w="741679"/>
                <a:gridCol w="742950"/>
              </a:tblGrid>
              <a:tr h="277495">
                <a:tc rowSpan="2">
                  <a:txBody>
                    <a:bodyPr/>
                    <a:lstStyle/>
                    <a:p>
                      <a:pPr marL="226060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dirty="0" sz="950" spc="-10">
                          <a:latin typeface="Arial MT"/>
                          <a:cs typeface="Arial MT"/>
                        </a:rPr>
                        <a:t>PUNTO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7366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165100" marR="105410">
                        <a:lnSpc>
                          <a:spcPts val="1090"/>
                        </a:lnSpc>
                        <a:spcBef>
                          <a:spcPts val="655"/>
                        </a:spcBef>
                      </a:pPr>
                      <a:r>
                        <a:rPr dirty="0" sz="950" spc="-10">
                          <a:latin typeface="Arial MT"/>
                          <a:cs typeface="Arial MT"/>
                        </a:rPr>
                        <a:t>ABSCIS </a:t>
                      </a:r>
                      <a:r>
                        <a:rPr dirty="0" sz="950" spc="-50">
                          <a:latin typeface="Arial MT"/>
                          <a:cs typeface="Arial MT"/>
                        </a:rPr>
                        <a:t>A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8318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412750">
                        <a:lnSpc>
                          <a:spcPct val="100000"/>
                        </a:lnSpc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PERALTE</a:t>
                      </a:r>
                      <a:r>
                        <a:rPr dirty="0" sz="950" spc="16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-25">
                          <a:latin typeface="Arial MT"/>
                          <a:cs typeface="Arial MT"/>
                        </a:rPr>
                        <a:t>(%)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118110">
                        <a:lnSpc>
                          <a:spcPts val="1070"/>
                        </a:lnSpc>
                      </a:pPr>
                      <a:r>
                        <a:rPr dirty="0" sz="950" spc="-10">
                          <a:latin typeface="Arial MT"/>
                          <a:cs typeface="Arial MT"/>
                        </a:rPr>
                        <a:t>SOBREELEVACIÓN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marL="118110">
                        <a:lnSpc>
                          <a:spcPts val="1015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(m)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8003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7366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8318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68275">
                        <a:lnSpc>
                          <a:spcPts val="1095"/>
                        </a:lnSpc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IZQ.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59385">
                        <a:lnSpc>
                          <a:spcPts val="1095"/>
                        </a:lnSpc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DER.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0">
                        <a:lnSpc>
                          <a:spcPts val="1095"/>
                        </a:lnSpc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IZQ.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92735" marR="273685">
                        <a:lnSpc>
                          <a:spcPts val="1040"/>
                        </a:lnSpc>
                        <a:spcBef>
                          <a:spcPts val="25"/>
                        </a:spcBef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DE R.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3175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49860">
                <a:tc>
                  <a:txBody>
                    <a:bodyPr/>
                    <a:lstStyle/>
                    <a:p>
                      <a:pPr algn="ctr" marL="14604">
                        <a:lnSpc>
                          <a:spcPts val="1060"/>
                        </a:lnSpc>
                        <a:spcBef>
                          <a:spcPts val="20"/>
                        </a:spcBef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A1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254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3970">
                        <a:lnSpc>
                          <a:spcPts val="1060"/>
                        </a:lnSpc>
                        <a:spcBef>
                          <a:spcPts val="20"/>
                        </a:spcBef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257.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254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47320">
                        <a:lnSpc>
                          <a:spcPts val="1060"/>
                        </a:lnSpc>
                        <a:spcBef>
                          <a:spcPts val="20"/>
                        </a:spcBef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-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2.00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254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67640">
                        <a:lnSpc>
                          <a:spcPts val="1060"/>
                        </a:lnSpc>
                        <a:spcBef>
                          <a:spcPts val="20"/>
                        </a:spcBef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-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2.00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254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ts val="1060"/>
                        </a:lnSpc>
                        <a:spcBef>
                          <a:spcPts val="20"/>
                        </a:spcBef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-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254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3335">
                        <a:lnSpc>
                          <a:spcPts val="1060"/>
                        </a:lnSpc>
                        <a:spcBef>
                          <a:spcPts val="20"/>
                        </a:spcBef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-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254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365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ts val="980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10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13335">
                        <a:lnSpc>
                          <a:spcPts val="980"/>
                        </a:lnSpc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0.07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ts val="980"/>
                        </a:lnSpc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0.07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409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3335">
                        <a:lnSpc>
                          <a:spcPts val="1015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3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ts val="1015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3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46050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3970">
                        <a:lnSpc>
                          <a:spcPts val="1050"/>
                        </a:lnSpc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260.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47320">
                        <a:lnSpc>
                          <a:spcPts val="1050"/>
                        </a:lnSpc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-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2.00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67640">
                        <a:lnSpc>
                          <a:spcPts val="1050"/>
                        </a:lnSpc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-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1.48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ts val="1050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-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3335">
                        <a:lnSpc>
                          <a:spcPts val="1050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-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3525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ts val="969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13335">
                        <a:lnSpc>
                          <a:spcPts val="969"/>
                        </a:lnSpc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0.07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ts val="969"/>
                        </a:lnSpc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0.05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3906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3335">
                        <a:lnSpc>
                          <a:spcPts val="1000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3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ts val="1000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4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47955">
                <a:tc>
                  <a:txBody>
                    <a:bodyPr/>
                    <a:lstStyle/>
                    <a:p>
                      <a:pPr algn="ctr" marL="12700">
                        <a:lnSpc>
                          <a:spcPts val="1060"/>
                        </a:lnSpc>
                        <a:spcBef>
                          <a:spcPts val="5"/>
                        </a:spcBef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TE1</a:t>
                      </a:r>
                      <a:r>
                        <a:rPr dirty="0" sz="950" spc="-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-50">
                          <a:latin typeface="Arial MT"/>
                          <a:cs typeface="Arial MT"/>
                        </a:rPr>
                        <a:t>=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35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3970">
                        <a:lnSpc>
                          <a:spcPts val="1060"/>
                        </a:lnSpc>
                        <a:spcBef>
                          <a:spcPts val="5"/>
                        </a:spcBef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268.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47320">
                        <a:lnSpc>
                          <a:spcPts val="1060"/>
                        </a:lnSpc>
                        <a:spcBef>
                          <a:spcPts val="5"/>
                        </a:spcBef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-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2.00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86690">
                        <a:lnSpc>
                          <a:spcPts val="1060"/>
                        </a:lnSpc>
                        <a:spcBef>
                          <a:spcPts val="5"/>
                        </a:spcBef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0.00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ts val="1060"/>
                        </a:lnSpc>
                        <a:spcBef>
                          <a:spcPts val="5"/>
                        </a:spcBef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-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ts val="1060"/>
                        </a:lnSpc>
                        <a:spcBef>
                          <a:spcPts val="5"/>
                        </a:spcBef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0.00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37160">
                <a:tc>
                  <a:txBody>
                    <a:bodyPr/>
                    <a:lstStyle/>
                    <a:p>
                      <a:pPr algn="ctr" marL="12065">
                        <a:lnSpc>
                          <a:spcPts val="985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B1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ts val="985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35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13335">
                        <a:lnSpc>
                          <a:spcPts val="985"/>
                        </a:lnSpc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0.07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ts val="985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416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3335">
                        <a:lnSpc>
                          <a:spcPts val="1019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3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46685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3970">
                        <a:lnSpc>
                          <a:spcPts val="1055"/>
                        </a:lnSpc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270.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47320">
                        <a:lnSpc>
                          <a:spcPts val="1055"/>
                        </a:lnSpc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-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2.00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86690">
                        <a:lnSpc>
                          <a:spcPts val="1055"/>
                        </a:lnSpc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0.29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ts val="1055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-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ts val="1055"/>
                        </a:lnSpc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0.01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3716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ts val="980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13335">
                        <a:lnSpc>
                          <a:spcPts val="980"/>
                        </a:lnSpc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0.07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ts val="980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1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4097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3335">
                        <a:lnSpc>
                          <a:spcPts val="1015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3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47320">
                <a:tc>
                  <a:txBody>
                    <a:bodyPr/>
                    <a:lstStyle/>
                    <a:p>
                      <a:pPr algn="ctr" marL="14604">
                        <a:lnSpc>
                          <a:spcPts val="1060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C1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3970">
                        <a:lnSpc>
                          <a:spcPts val="1060"/>
                        </a:lnSpc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279.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47320">
                        <a:lnSpc>
                          <a:spcPts val="1060"/>
                        </a:lnSpc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-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2.00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86690">
                        <a:lnSpc>
                          <a:spcPts val="1060"/>
                        </a:lnSpc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2.00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ts val="1060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-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ts val="1060"/>
                        </a:lnSpc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0.07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377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ts val="990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60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13335">
                        <a:lnSpc>
                          <a:spcPts val="990"/>
                        </a:lnSpc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0.07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ts val="990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3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416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3335">
                        <a:lnSpc>
                          <a:spcPts val="1019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3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46685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3970">
                        <a:lnSpc>
                          <a:spcPts val="1055"/>
                        </a:lnSpc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280.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47320">
                        <a:lnSpc>
                          <a:spcPts val="1055"/>
                        </a:lnSpc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-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2.07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86690">
                        <a:lnSpc>
                          <a:spcPts val="1055"/>
                        </a:lnSpc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2.07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ts val="1055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-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ts val="1055"/>
                        </a:lnSpc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0.07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3716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ts val="980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13335">
                        <a:lnSpc>
                          <a:spcPts val="980"/>
                        </a:lnSpc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0.07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ts val="980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6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4097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3335">
                        <a:lnSpc>
                          <a:spcPts val="1015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6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45415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3970">
                        <a:lnSpc>
                          <a:spcPts val="1045"/>
                        </a:lnSpc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290.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47320">
                        <a:lnSpc>
                          <a:spcPts val="1045"/>
                        </a:lnSpc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-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3.85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86690">
                        <a:lnSpc>
                          <a:spcPts val="1045"/>
                        </a:lnSpc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3.85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ts val="1045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-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ts val="1045"/>
                        </a:lnSpc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0.14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3716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ts val="980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13335">
                        <a:lnSpc>
                          <a:spcPts val="980"/>
                        </a:lnSpc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0.14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ts val="980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4097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3335">
                        <a:lnSpc>
                          <a:spcPts val="1015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47955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3970">
                        <a:lnSpc>
                          <a:spcPts val="1060"/>
                        </a:lnSpc>
                        <a:spcBef>
                          <a:spcPts val="5"/>
                        </a:spcBef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300.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47320">
                        <a:lnSpc>
                          <a:spcPts val="1060"/>
                        </a:lnSpc>
                        <a:spcBef>
                          <a:spcPts val="5"/>
                        </a:spcBef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-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5.63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86690">
                        <a:lnSpc>
                          <a:spcPts val="1060"/>
                        </a:lnSpc>
                        <a:spcBef>
                          <a:spcPts val="5"/>
                        </a:spcBef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5.63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ts val="1060"/>
                        </a:lnSpc>
                        <a:spcBef>
                          <a:spcPts val="5"/>
                        </a:spcBef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-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ts val="1060"/>
                        </a:lnSpc>
                        <a:spcBef>
                          <a:spcPts val="5"/>
                        </a:spcBef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0.20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3716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ts val="980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13335">
                        <a:lnSpc>
                          <a:spcPts val="980"/>
                        </a:lnSpc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0.20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ts val="980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5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4097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3335">
                        <a:lnSpc>
                          <a:spcPts val="1015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5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4478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3970">
                        <a:lnSpc>
                          <a:spcPts val="1040"/>
                        </a:lnSpc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310.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47320">
                        <a:lnSpc>
                          <a:spcPts val="1040"/>
                        </a:lnSpc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-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7.40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86690">
                        <a:lnSpc>
                          <a:spcPts val="1040"/>
                        </a:lnSpc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7.40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ts val="1040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-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ts val="1040"/>
                        </a:lnSpc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0.27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27495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ts val="1055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3335">
                        <a:lnSpc>
                          <a:spcPts val="1015"/>
                        </a:lnSpc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0.27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13335">
                        <a:lnSpc>
                          <a:spcPts val="1055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ts val="1055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46685">
                <a:tc>
                  <a:txBody>
                    <a:bodyPr/>
                    <a:lstStyle/>
                    <a:p>
                      <a:pPr algn="ctr" marL="15240">
                        <a:lnSpc>
                          <a:spcPts val="1055"/>
                        </a:lnSpc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EC1</a:t>
                      </a:r>
                      <a:r>
                        <a:rPr dirty="0" sz="95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-50">
                          <a:latin typeface="Arial MT"/>
                          <a:cs typeface="Arial MT"/>
                        </a:rPr>
                        <a:t>=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3970">
                        <a:lnSpc>
                          <a:spcPts val="1055"/>
                        </a:lnSpc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313.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47320">
                        <a:lnSpc>
                          <a:spcPts val="1055"/>
                        </a:lnSpc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-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8.00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86690">
                        <a:lnSpc>
                          <a:spcPts val="1055"/>
                        </a:lnSpc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8.00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ts val="1055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-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ts val="1055"/>
                        </a:lnSpc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0.29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37160">
                <a:tc>
                  <a:txBody>
                    <a:bodyPr/>
                    <a:lstStyle/>
                    <a:p>
                      <a:pPr algn="ctr" marL="14604">
                        <a:lnSpc>
                          <a:spcPts val="980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D1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ts val="980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35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13335">
                        <a:lnSpc>
                          <a:spcPts val="980"/>
                        </a:lnSpc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0.29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ts val="980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2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409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3335">
                        <a:lnSpc>
                          <a:spcPts val="1015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2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8067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3970">
                        <a:lnSpc>
                          <a:spcPts val="1095"/>
                        </a:lnSpc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320.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14604">
                        <a:lnSpc>
                          <a:spcPts val="1015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47320">
                        <a:lnSpc>
                          <a:spcPts val="1135"/>
                        </a:lnSpc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-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8.00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86690">
                        <a:lnSpc>
                          <a:spcPts val="1135"/>
                        </a:lnSpc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8.00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60350" marR="238760" indent="97790">
                        <a:lnSpc>
                          <a:spcPts val="1060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- 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0.29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ts val="1095"/>
                        </a:lnSpc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0.29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14604">
                        <a:lnSpc>
                          <a:spcPts val="1015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2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3906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3335">
                        <a:lnSpc>
                          <a:spcPts val="1000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2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47955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3970">
                        <a:lnSpc>
                          <a:spcPts val="1060"/>
                        </a:lnSpc>
                        <a:spcBef>
                          <a:spcPts val="5"/>
                        </a:spcBef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330.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47320">
                        <a:lnSpc>
                          <a:spcPts val="1060"/>
                        </a:lnSpc>
                        <a:spcBef>
                          <a:spcPts val="5"/>
                        </a:spcBef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-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8.00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86690">
                        <a:lnSpc>
                          <a:spcPts val="1060"/>
                        </a:lnSpc>
                        <a:spcBef>
                          <a:spcPts val="5"/>
                        </a:spcBef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8.00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ts val="1060"/>
                        </a:lnSpc>
                        <a:spcBef>
                          <a:spcPts val="5"/>
                        </a:spcBef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-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ts val="1060"/>
                        </a:lnSpc>
                        <a:spcBef>
                          <a:spcPts val="5"/>
                        </a:spcBef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0.29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3652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ts val="980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13335">
                        <a:lnSpc>
                          <a:spcPts val="980"/>
                        </a:lnSpc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0.29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ts val="980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2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4097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3335">
                        <a:lnSpc>
                          <a:spcPts val="1015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2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4478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3970">
                        <a:lnSpc>
                          <a:spcPts val="1040"/>
                        </a:lnSpc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340.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47320">
                        <a:lnSpc>
                          <a:spcPts val="1040"/>
                        </a:lnSpc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-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8.00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86690">
                        <a:lnSpc>
                          <a:spcPts val="1040"/>
                        </a:lnSpc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8.00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ts val="1040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-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ts val="1040"/>
                        </a:lnSpc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0.29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27495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ts val="1055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3335">
                        <a:lnSpc>
                          <a:spcPts val="1015"/>
                        </a:lnSpc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0.29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13335">
                        <a:lnSpc>
                          <a:spcPts val="1055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2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ts val="1055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2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4478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3970">
                        <a:lnSpc>
                          <a:spcPts val="1040"/>
                        </a:lnSpc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350.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47320">
                        <a:lnSpc>
                          <a:spcPts val="1040"/>
                        </a:lnSpc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-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8.00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86690">
                        <a:lnSpc>
                          <a:spcPts val="1040"/>
                        </a:lnSpc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8.00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ts val="1040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-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ts val="1040"/>
                        </a:lnSpc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0.29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27495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ts val="1055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3335">
                        <a:lnSpc>
                          <a:spcPts val="1015"/>
                        </a:lnSpc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0.29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13335">
                        <a:lnSpc>
                          <a:spcPts val="1055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2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ts val="1055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2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46685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3970">
                        <a:lnSpc>
                          <a:spcPts val="1055"/>
                        </a:lnSpc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360.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47320">
                        <a:lnSpc>
                          <a:spcPts val="1055"/>
                        </a:lnSpc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-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8.00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86690">
                        <a:lnSpc>
                          <a:spcPts val="1055"/>
                        </a:lnSpc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8.00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ts val="1055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-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ts val="1055"/>
                        </a:lnSpc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0.29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3716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ts val="980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13335">
                        <a:lnSpc>
                          <a:spcPts val="980"/>
                        </a:lnSpc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0.29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ts val="980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2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4097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3335">
                        <a:lnSpc>
                          <a:spcPts val="1015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2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80670">
                <a:tc>
                  <a:txBody>
                    <a:bodyPr/>
                    <a:lstStyle/>
                    <a:p>
                      <a:pPr marL="304800" marR="186055" indent="-95250">
                        <a:lnSpc>
                          <a:spcPts val="1060"/>
                        </a:lnSpc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CE1</a:t>
                      </a:r>
                      <a:r>
                        <a:rPr dirty="0" sz="95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-50">
                          <a:latin typeface="Arial MT"/>
                          <a:cs typeface="Arial MT"/>
                        </a:rPr>
                        <a:t>= </a:t>
                      </a:r>
                      <a:r>
                        <a:rPr dirty="0" sz="950" spc="-25">
                          <a:latin typeface="Arial MT"/>
                          <a:cs typeface="Arial MT"/>
                        </a:rPr>
                        <a:t>E1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3970">
                        <a:lnSpc>
                          <a:spcPts val="1095"/>
                        </a:lnSpc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366.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14604">
                        <a:lnSpc>
                          <a:spcPts val="1015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53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47320">
                        <a:lnSpc>
                          <a:spcPts val="1135"/>
                        </a:lnSpc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-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8.00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86690">
                        <a:lnSpc>
                          <a:spcPts val="1135"/>
                        </a:lnSpc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8.00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60350" marR="238760" indent="97790">
                        <a:lnSpc>
                          <a:spcPts val="1060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- 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0.29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ts val="1095"/>
                        </a:lnSpc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0.29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14604">
                        <a:lnSpc>
                          <a:spcPts val="1015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2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390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3335">
                        <a:lnSpc>
                          <a:spcPts val="1000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2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47955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3970">
                        <a:lnSpc>
                          <a:spcPts val="1060"/>
                        </a:lnSpc>
                        <a:spcBef>
                          <a:spcPts val="5"/>
                        </a:spcBef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370.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47320">
                        <a:lnSpc>
                          <a:spcPts val="1060"/>
                        </a:lnSpc>
                        <a:spcBef>
                          <a:spcPts val="5"/>
                        </a:spcBef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-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7.38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86690">
                        <a:lnSpc>
                          <a:spcPts val="1060"/>
                        </a:lnSpc>
                        <a:spcBef>
                          <a:spcPts val="5"/>
                        </a:spcBef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7.38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ts val="1060"/>
                        </a:lnSpc>
                        <a:spcBef>
                          <a:spcPts val="5"/>
                        </a:spcBef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-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ts val="1060"/>
                        </a:lnSpc>
                        <a:spcBef>
                          <a:spcPts val="5"/>
                        </a:spcBef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0.26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3652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ts val="980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13335">
                        <a:lnSpc>
                          <a:spcPts val="980"/>
                        </a:lnSpc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0.26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ts val="980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9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4097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3335">
                        <a:lnSpc>
                          <a:spcPts val="1015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9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4478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3970">
                        <a:lnSpc>
                          <a:spcPts val="1040"/>
                        </a:lnSpc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380.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47320">
                        <a:lnSpc>
                          <a:spcPts val="1040"/>
                        </a:lnSpc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-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5.61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86690">
                        <a:lnSpc>
                          <a:spcPts val="1040"/>
                        </a:lnSpc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5.61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ts val="1040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-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ts val="1040"/>
                        </a:lnSpc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0.20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27495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ts val="1055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3335">
                        <a:lnSpc>
                          <a:spcPts val="1015"/>
                        </a:lnSpc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0.20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13335">
                        <a:lnSpc>
                          <a:spcPts val="1055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5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ts val="1055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5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4478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3970">
                        <a:lnSpc>
                          <a:spcPts val="1040"/>
                        </a:lnSpc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390.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47320">
                        <a:lnSpc>
                          <a:spcPts val="1040"/>
                        </a:lnSpc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-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3.83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86690">
                        <a:lnSpc>
                          <a:spcPts val="1040"/>
                        </a:lnSpc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3.83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ts val="1040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-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ts val="1040"/>
                        </a:lnSpc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0.14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27495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ts val="1055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3335">
                        <a:lnSpc>
                          <a:spcPts val="1015"/>
                        </a:lnSpc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0.14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13335">
                        <a:lnSpc>
                          <a:spcPts val="1055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ts val="1055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47955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3970">
                        <a:lnSpc>
                          <a:spcPts val="1060"/>
                        </a:lnSpc>
                        <a:spcBef>
                          <a:spcPts val="5"/>
                        </a:spcBef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400.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47320">
                        <a:lnSpc>
                          <a:spcPts val="1060"/>
                        </a:lnSpc>
                        <a:spcBef>
                          <a:spcPts val="5"/>
                        </a:spcBef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-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2.05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86690">
                        <a:lnSpc>
                          <a:spcPts val="1060"/>
                        </a:lnSpc>
                        <a:spcBef>
                          <a:spcPts val="5"/>
                        </a:spcBef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2.05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ts val="1060"/>
                        </a:lnSpc>
                        <a:spcBef>
                          <a:spcPts val="5"/>
                        </a:spcBef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-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ts val="1060"/>
                        </a:lnSpc>
                        <a:spcBef>
                          <a:spcPts val="5"/>
                        </a:spcBef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0.07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3779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ts val="985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13335">
                        <a:lnSpc>
                          <a:spcPts val="985"/>
                        </a:lnSpc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0.07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ts val="985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5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4160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3335">
                        <a:lnSpc>
                          <a:spcPts val="1019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5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 descr=""/>
          <p:cNvGraphicFramePr>
            <a:graphicFrameLocks noGrp="1"/>
          </p:cNvGraphicFramePr>
          <p:nvPr/>
        </p:nvGraphicFramePr>
        <p:xfrm>
          <a:off x="1036319" y="1066812"/>
          <a:ext cx="4540250" cy="93103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41680"/>
                <a:gridCol w="741680"/>
                <a:gridCol w="723900"/>
                <a:gridCol w="759460"/>
                <a:gridCol w="741679"/>
                <a:gridCol w="742950"/>
              </a:tblGrid>
              <a:tr h="146050">
                <a:tc>
                  <a:txBody>
                    <a:bodyPr/>
                    <a:lstStyle/>
                    <a:p>
                      <a:pPr algn="ctr" marL="15875">
                        <a:lnSpc>
                          <a:spcPts val="1050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F1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3970">
                        <a:lnSpc>
                          <a:spcPts val="1050"/>
                        </a:lnSpc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400.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47320">
                        <a:lnSpc>
                          <a:spcPts val="1050"/>
                        </a:lnSpc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-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2.00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86690">
                        <a:lnSpc>
                          <a:spcPts val="1050"/>
                        </a:lnSpc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2.00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ts val="1050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-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ts val="1050"/>
                        </a:lnSpc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0.07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352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ts val="969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28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13335">
                        <a:lnSpc>
                          <a:spcPts val="969"/>
                        </a:lnSpc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0.07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ts val="969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3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390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3335">
                        <a:lnSpc>
                          <a:spcPts val="1000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3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48590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3970">
                        <a:lnSpc>
                          <a:spcPts val="1065"/>
                        </a:lnSpc>
                        <a:spcBef>
                          <a:spcPts val="5"/>
                        </a:spcBef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410.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47320">
                        <a:lnSpc>
                          <a:spcPts val="1065"/>
                        </a:lnSpc>
                        <a:spcBef>
                          <a:spcPts val="5"/>
                        </a:spcBef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-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2.00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86690">
                        <a:lnSpc>
                          <a:spcPts val="1065"/>
                        </a:lnSpc>
                        <a:spcBef>
                          <a:spcPts val="5"/>
                        </a:spcBef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2.00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ts val="1065"/>
                        </a:lnSpc>
                        <a:spcBef>
                          <a:spcPts val="5"/>
                        </a:spcBef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-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ts val="1065"/>
                        </a:lnSpc>
                        <a:spcBef>
                          <a:spcPts val="5"/>
                        </a:spcBef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0.07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3843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ts val="990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13335">
                        <a:lnSpc>
                          <a:spcPts val="990"/>
                        </a:lnSpc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0.07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ts val="990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3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4160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3335">
                        <a:lnSpc>
                          <a:spcPts val="1019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3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46685">
                <a:tc>
                  <a:txBody>
                    <a:bodyPr/>
                    <a:lstStyle/>
                    <a:p>
                      <a:pPr algn="ctr" marL="16510">
                        <a:lnSpc>
                          <a:spcPts val="1055"/>
                        </a:lnSpc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ET</a:t>
                      </a:r>
                      <a:r>
                        <a:rPr dirty="0" sz="95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-50">
                          <a:latin typeface="Arial MT"/>
                          <a:cs typeface="Arial MT"/>
                        </a:rPr>
                        <a:t>=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3970">
                        <a:lnSpc>
                          <a:spcPts val="1055"/>
                        </a:lnSpc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411.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47320">
                        <a:lnSpc>
                          <a:spcPts val="1055"/>
                        </a:lnSpc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-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2.00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86690">
                        <a:lnSpc>
                          <a:spcPts val="1055"/>
                        </a:lnSpc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2.00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ts val="1055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-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ts val="1055"/>
                        </a:lnSpc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0.07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36525">
                <a:tc>
                  <a:txBody>
                    <a:bodyPr/>
                    <a:lstStyle/>
                    <a:p>
                      <a:pPr algn="ctr" marL="16510">
                        <a:lnSpc>
                          <a:spcPts val="980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TE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ts val="980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53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13335">
                        <a:lnSpc>
                          <a:spcPts val="980"/>
                        </a:lnSpc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0.07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ts val="980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3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409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3335">
                        <a:lnSpc>
                          <a:spcPts val="1015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3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47320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3970">
                        <a:lnSpc>
                          <a:spcPts val="1060"/>
                        </a:lnSpc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420.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47320">
                        <a:lnSpc>
                          <a:spcPts val="1060"/>
                        </a:lnSpc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-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2.00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86690">
                        <a:lnSpc>
                          <a:spcPts val="1060"/>
                        </a:lnSpc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2.00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ts val="1060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-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ts val="1060"/>
                        </a:lnSpc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0.07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3843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ts val="990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13335">
                        <a:lnSpc>
                          <a:spcPts val="990"/>
                        </a:lnSpc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0.07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ts val="990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3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4160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3335">
                        <a:lnSpc>
                          <a:spcPts val="1019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3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46685">
                <a:tc>
                  <a:txBody>
                    <a:bodyPr/>
                    <a:lstStyle/>
                    <a:p>
                      <a:pPr algn="ctr" marL="14604">
                        <a:lnSpc>
                          <a:spcPts val="1055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C2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3970">
                        <a:lnSpc>
                          <a:spcPts val="1055"/>
                        </a:lnSpc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425.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47320">
                        <a:lnSpc>
                          <a:spcPts val="1055"/>
                        </a:lnSpc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-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2.00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86690">
                        <a:lnSpc>
                          <a:spcPts val="1055"/>
                        </a:lnSpc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2.00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ts val="1055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-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ts val="1055"/>
                        </a:lnSpc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0.07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365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ts val="980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82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13335">
                        <a:lnSpc>
                          <a:spcPts val="980"/>
                        </a:lnSpc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0.07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ts val="980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3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409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3335">
                        <a:lnSpc>
                          <a:spcPts val="1015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3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4478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3970">
                        <a:lnSpc>
                          <a:spcPts val="1040"/>
                        </a:lnSpc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430.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47320">
                        <a:lnSpc>
                          <a:spcPts val="1040"/>
                        </a:lnSpc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-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2.59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86690">
                        <a:lnSpc>
                          <a:spcPts val="1040"/>
                        </a:lnSpc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2.59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ts val="1040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-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ts val="1040"/>
                        </a:lnSpc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0.09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27495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ts val="1055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3335">
                        <a:lnSpc>
                          <a:spcPts val="1015"/>
                        </a:lnSpc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0.09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13335">
                        <a:lnSpc>
                          <a:spcPts val="1055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4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ts val="1055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4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46685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3970">
                        <a:lnSpc>
                          <a:spcPts val="1055"/>
                        </a:lnSpc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440.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47320">
                        <a:lnSpc>
                          <a:spcPts val="1055"/>
                        </a:lnSpc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-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3.99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86690">
                        <a:lnSpc>
                          <a:spcPts val="1055"/>
                        </a:lnSpc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3.99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ts val="1055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-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ts val="1055"/>
                        </a:lnSpc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0.14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3652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ts val="980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13335">
                        <a:lnSpc>
                          <a:spcPts val="980"/>
                        </a:lnSpc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0.14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ts val="980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5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4097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3335">
                        <a:lnSpc>
                          <a:spcPts val="1015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5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8067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3970">
                        <a:lnSpc>
                          <a:spcPts val="1095"/>
                        </a:lnSpc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450.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14604">
                        <a:lnSpc>
                          <a:spcPts val="1015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47320">
                        <a:lnSpc>
                          <a:spcPts val="1135"/>
                        </a:lnSpc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-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5.39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86690">
                        <a:lnSpc>
                          <a:spcPts val="1135"/>
                        </a:lnSpc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5.39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60350" marR="238760" indent="97790">
                        <a:lnSpc>
                          <a:spcPts val="1060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- 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0.19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ts val="1095"/>
                        </a:lnSpc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0.19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14604">
                        <a:lnSpc>
                          <a:spcPts val="1015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7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3906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3335">
                        <a:lnSpc>
                          <a:spcPts val="1000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7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47955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3970">
                        <a:lnSpc>
                          <a:spcPts val="1060"/>
                        </a:lnSpc>
                        <a:spcBef>
                          <a:spcPts val="5"/>
                        </a:spcBef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460.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47320">
                        <a:lnSpc>
                          <a:spcPts val="1060"/>
                        </a:lnSpc>
                        <a:spcBef>
                          <a:spcPts val="5"/>
                        </a:spcBef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-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6.79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86690">
                        <a:lnSpc>
                          <a:spcPts val="1060"/>
                        </a:lnSpc>
                        <a:spcBef>
                          <a:spcPts val="5"/>
                        </a:spcBef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6.79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ts val="1060"/>
                        </a:lnSpc>
                        <a:spcBef>
                          <a:spcPts val="5"/>
                        </a:spcBef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-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ts val="1060"/>
                        </a:lnSpc>
                        <a:spcBef>
                          <a:spcPts val="5"/>
                        </a:spcBef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0.24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3652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ts val="980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13335">
                        <a:lnSpc>
                          <a:spcPts val="980"/>
                        </a:lnSpc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0.24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ts val="980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8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4097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3335">
                        <a:lnSpc>
                          <a:spcPts val="1015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8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44780">
                <a:tc>
                  <a:txBody>
                    <a:bodyPr/>
                    <a:lstStyle/>
                    <a:p>
                      <a:pPr algn="ctr" marL="15240">
                        <a:lnSpc>
                          <a:spcPts val="1040"/>
                        </a:lnSpc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EC2</a:t>
                      </a:r>
                      <a:r>
                        <a:rPr dirty="0" sz="95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-50">
                          <a:latin typeface="Arial MT"/>
                          <a:cs typeface="Arial MT"/>
                        </a:rPr>
                        <a:t>=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3970">
                        <a:lnSpc>
                          <a:spcPts val="1040"/>
                        </a:lnSpc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461.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47320">
                        <a:lnSpc>
                          <a:spcPts val="1040"/>
                        </a:lnSpc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-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7.00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86690">
                        <a:lnSpc>
                          <a:spcPts val="1040"/>
                        </a:lnSpc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7.00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ts val="1040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-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ts val="1040"/>
                        </a:lnSpc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0.25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274955">
                <a:tc>
                  <a:txBody>
                    <a:bodyPr/>
                    <a:lstStyle/>
                    <a:p>
                      <a:pPr algn="ctr" marL="14604">
                        <a:lnSpc>
                          <a:spcPts val="1055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D2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ts val="1055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53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3335">
                        <a:lnSpc>
                          <a:spcPts val="1015"/>
                        </a:lnSpc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0.25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13335">
                        <a:lnSpc>
                          <a:spcPts val="1055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6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ts val="1055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6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4478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3970">
                        <a:lnSpc>
                          <a:spcPts val="1040"/>
                        </a:lnSpc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470.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47320">
                        <a:lnSpc>
                          <a:spcPts val="1040"/>
                        </a:lnSpc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-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7.00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86690">
                        <a:lnSpc>
                          <a:spcPts val="1040"/>
                        </a:lnSpc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7.00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ts val="1040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-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ts val="1040"/>
                        </a:lnSpc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0.25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27495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ts val="1055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3335">
                        <a:lnSpc>
                          <a:spcPts val="1015"/>
                        </a:lnSpc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0.25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13335">
                        <a:lnSpc>
                          <a:spcPts val="1055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6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ts val="1055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6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46685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3970">
                        <a:lnSpc>
                          <a:spcPts val="1055"/>
                        </a:lnSpc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480.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47320">
                        <a:lnSpc>
                          <a:spcPts val="1055"/>
                        </a:lnSpc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-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7.00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86690">
                        <a:lnSpc>
                          <a:spcPts val="1055"/>
                        </a:lnSpc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7.00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ts val="1055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-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ts val="1055"/>
                        </a:lnSpc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0.25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3716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ts val="980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13335">
                        <a:lnSpc>
                          <a:spcPts val="980"/>
                        </a:lnSpc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0.25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ts val="980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6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4097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3335">
                        <a:lnSpc>
                          <a:spcPts val="1015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6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8067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3970">
                        <a:lnSpc>
                          <a:spcPts val="1095"/>
                        </a:lnSpc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490.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14604">
                        <a:lnSpc>
                          <a:spcPts val="1015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47320">
                        <a:lnSpc>
                          <a:spcPts val="1135"/>
                        </a:lnSpc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-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7.00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86690">
                        <a:lnSpc>
                          <a:spcPts val="1135"/>
                        </a:lnSpc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7.00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60350" marR="238760" indent="97790">
                        <a:lnSpc>
                          <a:spcPts val="1060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- 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0.25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ts val="1095"/>
                        </a:lnSpc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0.25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14604">
                        <a:lnSpc>
                          <a:spcPts val="1015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6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3906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3335">
                        <a:lnSpc>
                          <a:spcPts val="1000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6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47955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3970">
                        <a:lnSpc>
                          <a:spcPts val="1060"/>
                        </a:lnSpc>
                        <a:spcBef>
                          <a:spcPts val="5"/>
                        </a:spcBef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500.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47320">
                        <a:lnSpc>
                          <a:spcPts val="1060"/>
                        </a:lnSpc>
                        <a:spcBef>
                          <a:spcPts val="5"/>
                        </a:spcBef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-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7.00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86690">
                        <a:lnSpc>
                          <a:spcPts val="1060"/>
                        </a:lnSpc>
                        <a:spcBef>
                          <a:spcPts val="5"/>
                        </a:spcBef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7.00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ts val="1060"/>
                        </a:lnSpc>
                        <a:spcBef>
                          <a:spcPts val="5"/>
                        </a:spcBef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-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ts val="1060"/>
                        </a:lnSpc>
                        <a:spcBef>
                          <a:spcPts val="5"/>
                        </a:spcBef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0.25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3716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ts val="980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13335">
                        <a:lnSpc>
                          <a:spcPts val="980"/>
                        </a:lnSpc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0.25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ts val="980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6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4097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3335">
                        <a:lnSpc>
                          <a:spcPts val="1015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6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4478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3970">
                        <a:lnSpc>
                          <a:spcPts val="1040"/>
                        </a:lnSpc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510.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47320">
                        <a:lnSpc>
                          <a:spcPts val="1040"/>
                        </a:lnSpc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-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7.00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86690">
                        <a:lnSpc>
                          <a:spcPts val="1040"/>
                        </a:lnSpc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7.00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ts val="1040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-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ts val="1040"/>
                        </a:lnSpc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0.25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27495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ts val="1055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3335">
                        <a:lnSpc>
                          <a:spcPts val="1015"/>
                        </a:lnSpc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0.25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13335">
                        <a:lnSpc>
                          <a:spcPts val="1055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6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ts val="1055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6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46685">
                <a:tc>
                  <a:txBody>
                    <a:bodyPr/>
                    <a:lstStyle/>
                    <a:p>
                      <a:pPr algn="ctr" marL="15240">
                        <a:lnSpc>
                          <a:spcPts val="1055"/>
                        </a:lnSpc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CE2</a:t>
                      </a:r>
                      <a:r>
                        <a:rPr dirty="0" sz="95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-50">
                          <a:latin typeface="Arial MT"/>
                          <a:cs typeface="Arial MT"/>
                        </a:rPr>
                        <a:t>=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3970">
                        <a:lnSpc>
                          <a:spcPts val="1055"/>
                        </a:lnSpc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512.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47320">
                        <a:lnSpc>
                          <a:spcPts val="1055"/>
                        </a:lnSpc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-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7.00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86690">
                        <a:lnSpc>
                          <a:spcPts val="1055"/>
                        </a:lnSpc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7.00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ts val="1055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-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ts val="1055"/>
                        </a:lnSpc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0.25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36525">
                <a:tc>
                  <a:txBody>
                    <a:bodyPr/>
                    <a:lstStyle/>
                    <a:p>
                      <a:pPr algn="ctr" marL="14604">
                        <a:lnSpc>
                          <a:spcPts val="980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E2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ts val="980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54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13335">
                        <a:lnSpc>
                          <a:spcPts val="980"/>
                        </a:lnSpc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0.25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ts val="980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6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409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3335">
                        <a:lnSpc>
                          <a:spcPts val="1015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6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8067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3970">
                        <a:lnSpc>
                          <a:spcPts val="1095"/>
                        </a:lnSpc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520.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14604">
                        <a:lnSpc>
                          <a:spcPts val="1015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47320">
                        <a:lnSpc>
                          <a:spcPts val="1135"/>
                        </a:lnSpc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-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5.96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86690">
                        <a:lnSpc>
                          <a:spcPts val="1135"/>
                        </a:lnSpc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5.96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60350" marR="238760" indent="97790">
                        <a:lnSpc>
                          <a:spcPts val="1060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- 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0.21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ts val="1095"/>
                        </a:lnSpc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0.21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14604">
                        <a:lnSpc>
                          <a:spcPts val="1015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7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3906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3335">
                        <a:lnSpc>
                          <a:spcPts val="1000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7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46050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3970">
                        <a:lnSpc>
                          <a:spcPts val="1050"/>
                        </a:lnSpc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530.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47320">
                        <a:lnSpc>
                          <a:spcPts val="1050"/>
                        </a:lnSpc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-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4.56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86690">
                        <a:lnSpc>
                          <a:spcPts val="1050"/>
                        </a:lnSpc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4.56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ts val="1050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-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ts val="1050"/>
                        </a:lnSpc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0.16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3589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ts val="969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13335">
                        <a:lnSpc>
                          <a:spcPts val="969"/>
                        </a:lnSpc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0.16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ts val="969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6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4033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3335">
                        <a:lnSpc>
                          <a:spcPts val="1010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6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47320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3970">
                        <a:lnSpc>
                          <a:spcPts val="1060"/>
                        </a:lnSpc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540.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47320">
                        <a:lnSpc>
                          <a:spcPts val="1060"/>
                        </a:lnSpc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-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3.16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86690">
                        <a:lnSpc>
                          <a:spcPts val="1060"/>
                        </a:lnSpc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3.16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ts val="1060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-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ts val="1060"/>
                        </a:lnSpc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0.11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3716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ts val="985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13335">
                        <a:lnSpc>
                          <a:spcPts val="985"/>
                        </a:lnSpc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0.11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ts val="985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5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4097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3335">
                        <a:lnSpc>
                          <a:spcPts val="1015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5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46685">
                <a:tc>
                  <a:txBody>
                    <a:bodyPr/>
                    <a:lstStyle/>
                    <a:p>
                      <a:pPr algn="ctr" marL="15875">
                        <a:lnSpc>
                          <a:spcPts val="1055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F2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3970">
                        <a:lnSpc>
                          <a:spcPts val="1055"/>
                        </a:lnSpc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548.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47320">
                        <a:lnSpc>
                          <a:spcPts val="1055"/>
                        </a:lnSpc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-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2.00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86690">
                        <a:lnSpc>
                          <a:spcPts val="1055"/>
                        </a:lnSpc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2.00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ts val="1055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-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ts val="1055"/>
                        </a:lnSpc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0.07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365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ts val="980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25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13335">
                        <a:lnSpc>
                          <a:spcPts val="980"/>
                        </a:lnSpc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0.07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ts val="980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3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409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3335">
                        <a:lnSpc>
                          <a:spcPts val="1015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3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48590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3970">
                        <a:lnSpc>
                          <a:spcPts val="1065"/>
                        </a:lnSpc>
                        <a:spcBef>
                          <a:spcPts val="5"/>
                        </a:spcBef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550.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47320">
                        <a:lnSpc>
                          <a:spcPts val="1065"/>
                        </a:lnSpc>
                        <a:spcBef>
                          <a:spcPts val="5"/>
                        </a:spcBef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-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2.00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86690">
                        <a:lnSpc>
                          <a:spcPts val="1065"/>
                        </a:lnSpc>
                        <a:spcBef>
                          <a:spcPts val="5"/>
                        </a:spcBef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1.76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ts val="1065"/>
                        </a:lnSpc>
                        <a:spcBef>
                          <a:spcPts val="5"/>
                        </a:spcBef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-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ts val="1065"/>
                        </a:lnSpc>
                        <a:spcBef>
                          <a:spcPts val="5"/>
                        </a:spcBef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0.06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3779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ts val="990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13335">
                        <a:lnSpc>
                          <a:spcPts val="990"/>
                        </a:lnSpc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0.07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ts val="990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4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4160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3335">
                        <a:lnSpc>
                          <a:spcPts val="1019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3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45415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3970">
                        <a:lnSpc>
                          <a:spcPts val="1045"/>
                        </a:lnSpc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560.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47320">
                        <a:lnSpc>
                          <a:spcPts val="1045"/>
                        </a:lnSpc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-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2.00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86690">
                        <a:lnSpc>
                          <a:spcPts val="1045"/>
                        </a:lnSpc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0.36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ts val="1045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-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ts val="1045"/>
                        </a:lnSpc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0.01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3652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ts val="980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13335">
                        <a:lnSpc>
                          <a:spcPts val="980"/>
                        </a:lnSpc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0.07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ts val="980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3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4097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3335">
                        <a:lnSpc>
                          <a:spcPts val="1015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3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 descr=""/>
          <p:cNvGraphicFramePr>
            <a:graphicFrameLocks noGrp="1"/>
          </p:cNvGraphicFramePr>
          <p:nvPr/>
        </p:nvGraphicFramePr>
        <p:xfrm>
          <a:off x="1036319" y="1066812"/>
          <a:ext cx="4540250" cy="12680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41680"/>
                <a:gridCol w="741680"/>
                <a:gridCol w="723900"/>
                <a:gridCol w="759460"/>
                <a:gridCol w="741679"/>
                <a:gridCol w="742950"/>
              </a:tblGrid>
              <a:tr h="146685">
                <a:tc>
                  <a:txBody>
                    <a:bodyPr/>
                    <a:lstStyle/>
                    <a:p>
                      <a:pPr algn="ctr" marL="12700">
                        <a:lnSpc>
                          <a:spcPts val="1055"/>
                        </a:lnSpc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ET2</a:t>
                      </a:r>
                      <a:r>
                        <a:rPr dirty="0" sz="95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-50">
                          <a:latin typeface="Arial MT"/>
                          <a:cs typeface="Arial MT"/>
                        </a:rPr>
                        <a:t>=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3970">
                        <a:lnSpc>
                          <a:spcPts val="1055"/>
                        </a:lnSpc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562.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47320">
                        <a:lnSpc>
                          <a:spcPts val="1055"/>
                        </a:lnSpc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-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2.00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86690">
                        <a:lnSpc>
                          <a:spcPts val="1055"/>
                        </a:lnSpc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0.00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ts val="1055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-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ts val="1055"/>
                        </a:lnSpc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0.00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36525">
                <a:tc>
                  <a:txBody>
                    <a:bodyPr/>
                    <a:lstStyle/>
                    <a:p>
                      <a:pPr algn="ctr" marL="13335">
                        <a:lnSpc>
                          <a:spcPts val="980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G2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ts val="980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54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13335">
                        <a:lnSpc>
                          <a:spcPts val="980"/>
                        </a:lnSpc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0.07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ts val="980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409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3335">
                        <a:lnSpc>
                          <a:spcPts val="1015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3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46685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3970">
                        <a:lnSpc>
                          <a:spcPts val="1055"/>
                        </a:lnSpc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570.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47320">
                        <a:lnSpc>
                          <a:spcPts val="1055"/>
                        </a:lnSpc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-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2.00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67640">
                        <a:lnSpc>
                          <a:spcPts val="1055"/>
                        </a:lnSpc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-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1.04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ts val="1055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-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3335">
                        <a:lnSpc>
                          <a:spcPts val="1055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-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3652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ts val="980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13335">
                        <a:lnSpc>
                          <a:spcPts val="980"/>
                        </a:lnSpc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0.07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ts val="980"/>
                        </a:lnSpc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0.03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4097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3335">
                        <a:lnSpc>
                          <a:spcPts val="1015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3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ts val="1015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8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80670">
                <a:tc>
                  <a:txBody>
                    <a:bodyPr/>
                    <a:lstStyle/>
                    <a:p>
                      <a:pPr algn="ctr" marL="14604">
                        <a:lnSpc>
                          <a:spcPts val="1135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H2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3970">
                        <a:lnSpc>
                          <a:spcPts val="1095"/>
                        </a:lnSpc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576.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14604">
                        <a:lnSpc>
                          <a:spcPts val="1015"/>
                        </a:lnSpc>
                      </a:pPr>
                      <a:r>
                        <a:rPr dirty="0" sz="950" spc="-25">
                          <a:latin typeface="Arial MT"/>
                          <a:cs typeface="Arial MT"/>
                        </a:rPr>
                        <a:t>83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47320">
                        <a:lnSpc>
                          <a:spcPts val="1135"/>
                        </a:lnSpc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-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2.00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67640">
                        <a:lnSpc>
                          <a:spcPts val="1135"/>
                        </a:lnSpc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-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2.00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60350" marR="238760" indent="97790">
                        <a:lnSpc>
                          <a:spcPts val="1060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- 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0.07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260350" marR="240029" indent="635">
                        <a:lnSpc>
                          <a:spcPts val="1060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- 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0.07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390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3335">
                        <a:lnSpc>
                          <a:spcPts val="1000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3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ts val="1000"/>
                        </a:lnSpc>
                      </a:pPr>
                      <a:r>
                        <a:rPr dirty="0" sz="950" spc="-50">
                          <a:latin typeface="Arial MT"/>
                          <a:cs typeface="Arial MT"/>
                        </a:rPr>
                        <a:t>3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jjagudel</dc:creator>
  <dc:title>Microsoft Word - CAPITULO 8.doc</dc:title>
  <dcterms:created xsi:type="dcterms:W3CDTF">2025-11-29T00:39:05Z</dcterms:created>
  <dcterms:modified xsi:type="dcterms:W3CDTF">2025-11-29T00:39:05Z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2020-08-04T00:00:00Z</vt:filetime>
  </property>
  <property fmtid="{D5CDD505-2E9C-101B-9397-08002B2CF9AE}" pid="3" name="Creator">
    <vt:lpwstr>Writer</vt:lpwstr>
  </property>
  <property fmtid="{D5CDD505-2E9C-101B-9397-08002B2CF9AE}" pid="4" name="LastSaved">
    <vt:filetime>2025-11-29T00:00:00Z</vt:filetime>
  </property>
  <property fmtid="{D5CDD505-2E9C-101B-9397-08002B2CF9AE}" pid="5" name="Producer">
    <vt:lpwstr>3-Heights(TM) PDF Analysis &amp; Repair Shell 4.12.26.3 (http://www.pdf-tools.com)</vt:lpwstr>
  </property>
</Properties>
</file>